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47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34857" y="1473224"/>
              <a:ext cx="3211464" cy="45059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12554" y="5030870"/>
              <a:ext cx="466180" cy="4354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512554" y="5074413"/>
              <a:ext cx="466180" cy="43542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512554" y="5117955"/>
              <a:ext cx="466180" cy="86116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030532" y="5321152"/>
              <a:ext cx="466180" cy="4233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030532" y="5363485"/>
              <a:ext cx="466180" cy="44751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030532" y="5408237"/>
              <a:ext cx="466180" cy="570887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548510" y="5559425"/>
              <a:ext cx="466180" cy="24190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548510" y="5583616"/>
              <a:ext cx="466180" cy="39913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548510" y="5623529"/>
              <a:ext cx="466180" cy="355595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066488" y="4426117"/>
              <a:ext cx="466180" cy="70151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066488" y="4496268"/>
              <a:ext cx="466180" cy="97970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066488" y="4594238"/>
              <a:ext cx="466180" cy="1384886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584467" y="5171173"/>
              <a:ext cx="466180" cy="26609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584467" y="5197783"/>
              <a:ext cx="466180" cy="59265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584467" y="5257048"/>
              <a:ext cx="466180" cy="722076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5102445" y="5195364"/>
              <a:ext cx="466180" cy="31447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5102445" y="5226811"/>
              <a:ext cx="466180" cy="6289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5102445" y="5289705"/>
              <a:ext cx="466180" cy="68941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434857" y="1473224"/>
              <a:ext cx="3211464" cy="4505900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5700322" y="1473224"/>
              <a:ext cx="3211464" cy="45059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5778019" y="5307848"/>
              <a:ext cx="466180" cy="49589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778019" y="5357438"/>
              <a:ext cx="466180" cy="30237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78019" y="5387675"/>
              <a:ext cx="466180" cy="59144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295997" y="4496268"/>
              <a:ext cx="466180" cy="104017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6295997" y="4600286"/>
              <a:ext cx="466180" cy="120950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6295997" y="4721236"/>
              <a:ext cx="466180" cy="1257888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813975" y="5167545"/>
              <a:ext cx="466180" cy="60475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813975" y="5228020"/>
              <a:ext cx="466180" cy="41123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3975" y="5269143"/>
              <a:ext cx="466180" cy="709981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331953" y="5375580"/>
              <a:ext cx="466180" cy="47170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31953" y="5422751"/>
              <a:ext cx="466180" cy="26609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331953" y="5449360"/>
              <a:ext cx="466180" cy="52976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49932" y="1687791"/>
              <a:ext cx="466180" cy="19110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49932" y="1878893"/>
              <a:ext cx="466180" cy="214082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849932" y="2092976"/>
              <a:ext cx="466180" cy="3886148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8367910" y="2614274"/>
              <a:ext cx="466180" cy="16570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8367910" y="2779976"/>
              <a:ext cx="466180" cy="16207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367910" y="2942050"/>
              <a:ext cx="466180" cy="303707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5700322" y="1473224"/>
              <a:ext cx="3211464" cy="4505900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434857" y="1133119"/>
              <a:ext cx="3211464" cy="3401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3244284" y="1230431"/>
              <a:ext cx="1592610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47" name="rc47"/>
            <p:cNvSpPr/>
            <p:nvPr/>
          </p:nvSpPr>
          <p:spPr>
            <a:xfrm>
              <a:off x="5700322" y="1133119"/>
              <a:ext cx="3211464" cy="3401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6564293" y="1230431"/>
              <a:ext cx="1483522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2745644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263622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781600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299579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817557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335535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2660879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178857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696836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214814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732792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284694" y="6064529"/>
              <a:ext cx="101681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61" name="pl61"/>
            <p:cNvSpPr/>
            <p:nvPr/>
          </p:nvSpPr>
          <p:spPr>
            <a:xfrm>
              <a:off x="6011109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529087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047065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565044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083022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601000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5926344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444322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6962300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480279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998257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8550159" y="6064529"/>
              <a:ext cx="101681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264688" y="5924535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010393" y="4715027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010393" y="3505519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010393" y="2296012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3000</a:t>
              </a:r>
            </a:p>
          </p:txBody>
        </p:sp>
        <p:sp>
          <p:nvSpPr>
            <p:cNvPr id="77" name="pl77"/>
            <p:cNvSpPr/>
            <p:nvPr/>
          </p:nvSpPr>
          <p:spPr>
            <a:xfrm>
              <a:off x="2387410" y="5979125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387410" y="4769617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387410" y="3560109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2387410" y="2350601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5424514" y="6253160"/>
              <a:ext cx="497616" cy="1364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82" name="tx82"/>
            <p:cNvSpPr/>
            <p:nvPr/>
          </p:nvSpPr>
          <p:spPr>
            <a:xfrm rot="-5400000">
              <a:off x="965427" y="3657960"/>
              <a:ext cx="1778325" cy="1364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DE genes</a:t>
              </a:r>
            </a:p>
          </p:txBody>
        </p:sp>
        <p:sp>
          <p:nvSpPr>
            <p:cNvPr id="83" name="rc83"/>
            <p:cNvSpPr/>
            <p:nvPr/>
          </p:nvSpPr>
          <p:spPr>
            <a:xfrm>
              <a:off x="3695599" y="2108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707871" y="2121099"/>
              <a:ext cx="173454" cy="173454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695599" y="2306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707871" y="2319099"/>
              <a:ext cx="173454" cy="17345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695599" y="2504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707871" y="2517099"/>
              <a:ext cx="173454" cy="17345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tx89"/>
            <p:cNvSpPr/>
            <p:nvPr/>
          </p:nvSpPr>
          <p:spPr>
            <a:xfrm>
              <a:off x="3988493" y="2153237"/>
              <a:ext cx="48289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ncRNA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988493" y="2351237"/>
              <a:ext cx="115223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without orthology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3988493" y="2549237"/>
              <a:ext cx="940368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 orthology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2026-08-28T15:51:01Z</dcterms:modified>
</cp:coreProperties>
</file>