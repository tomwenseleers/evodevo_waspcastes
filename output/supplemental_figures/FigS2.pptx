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0698163" cy="7562850"/>
  <p:notesSz cx="6858000" cy="9144000"/>
  <p:defaultTextStyle>
    <a:defPPr>
      <a:defRPr lang="en-US"/>
    </a:defPPr>
    <a:lvl1pPr marL="0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1pPr>
    <a:lvl2pPr marL="497982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2pPr>
    <a:lvl3pPr marL="995964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3pPr>
    <a:lvl4pPr marL="1493947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4pPr>
    <a:lvl5pPr marL="1991929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5pPr>
    <a:lvl6pPr marL="2489911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6pPr>
    <a:lvl7pPr marL="2987893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7pPr>
    <a:lvl8pPr marL="3485876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8pPr>
    <a:lvl9pPr marL="3983858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76" d="100"/>
          <a:sy n="76" d="100"/>
        </p:scale>
        <p:origin x="-1320" y="-77"/>
      </p:cViewPr>
      <p:guideLst>
        <p:guide orient="horz" pos="2382"/>
        <p:guide pos="337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2362" y="2349388"/>
            <a:ext cx="9093439" cy="162111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4725" y="4285615"/>
            <a:ext cx="7488714" cy="1932728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79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59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93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919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899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878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858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838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081" y="4859833"/>
            <a:ext cx="9093439" cy="1502066"/>
          </a:xfrm>
        </p:spPr>
        <p:txBody>
          <a:bodyPr anchor="t"/>
          <a:lstStyle>
            <a:lvl1pPr algn="l">
              <a:defRPr sz="44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081" y="3205460"/>
            <a:ext cx="9093439" cy="1654373"/>
          </a:xfrm>
        </p:spPr>
        <p:txBody>
          <a:bodyPr anchor="b"/>
          <a:lstStyle>
            <a:lvl1pPr marL="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97982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95964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3pPr>
            <a:lvl4pPr marL="1493947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4pPr>
            <a:lvl5pPr marL="1991929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5pPr>
            <a:lvl6pPr marL="2489911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6pPr>
            <a:lvl7pPr marL="2987893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7pPr>
            <a:lvl8pPr marL="3485876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8pPr>
            <a:lvl9pPr marL="3983858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9486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83991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9" y="1692889"/>
            <a:ext cx="4726880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4909" y="2398404"/>
            <a:ext cx="4726880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34519" y="1692889"/>
            <a:ext cx="4728738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34519" y="2398404"/>
            <a:ext cx="4728738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9" y="301113"/>
            <a:ext cx="3519622" cy="1281483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82686" y="301116"/>
            <a:ext cx="5980569" cy="6454683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600"/>
            </a:lvl3pPr>
            <a:lvl4pPr>
              <a:defRPr sz="2200"/>
            </a:lvl4pPr>
            <a:lvl5pPr>
              <a:defRPr sz="2200"/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4909" y="1582598"/>
            <a:ext cx="3519622" cy="5173200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96914" y="5293995"/>
            <a:ext cx="6418898" cy="624986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096914" y="675755"/>
            <a:ext cx="6418898" cy="4537710"/>
          </a:xfrm>
        </p:spPr>
        <p:txBody>
          <a:bodyPr/>
          <a:lstStyle>
            <a:lvl1pPr marL="0" indent="0">
              <a:buNone/>
              <a:defRPr sz="3500"/>
            </a:lvl1pPr>
            <a:lvl2pPr marL="497982" indent="0">
              <a:buNone/>
              <a:defRPr sz="3000"/>
            </a:lvl2pPr>
            <a:lvl3pPr marL="995964" indent="0">
              <a:buNone/>
              <a:defRPr sz="2600"/>
            </a:lvl3pPr>
            <a:lvl4pPr marL="1493947" indent="0">
              <a:buNone/>
              <a:defRPr sz="2200"/>
            </a:lvl4pPr>
            <a:lvl5pPr marL="1991929" indent="0">
              <a:buNone/>
              <a:defRPr sz="2200"/>
            </a:lvl5pPr>
            <a:lvl6pPr marL="2489911" indent="0">
              <a:buNone/>
              <a:defRPr sz="2200"/>
            </a:lvl6pPr>
            <a:lvl7pPr marL="2987893" indent="0">
              <a:buNone/>
              <a:defRPr sz="2200"/>
            </a:lvl7pPr>
            <a:lvl8pPr marL="3485876" indent="0">
              <a:buNone/>
              <a:defRPr sz="2200"/>
            </a:lvl8pPr>
            <a:lvl9pPr marL="3983858" indent="0">
              <a:buNone/>
              <a:defRPr sz="22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96914" y="5918981"/>
            <a:ext cx="6418898" cy="887584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402515" y="302867"/>
            <a:ext cx="2607678" cy="6452932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9485" y="302867"/>
            <a:ext cx="7644730" cy="6452932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  <a:prstGeom prst="rect">
            <a:avLst/>
          </a:prstGeom>
        </p:spPr>
        <p:txBody>
          <a:bodyPr vert="horz" lIns="99596" tIns="49798" rIns="99596" bIns="49798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8" y="1764667"/>
            <a:ext cx="9628347" cy="4991131"/>
          </a:xfrm>
          <a:prstGeom prst="rect">
            <a:avLst/>
          </a:prstGeom>
        </p:spPr>
        <p:txBody>
          <a:bodyPr vert="horz" lIns="99596" tIns="49798" rIns="99596" bIns="49798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908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55206" y="7009644"/>
            <a:ext cx="3387752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67017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95964" rtl="0" eaLnBrk="1" latinLnBrk="0" hangingPunct="1">
        <a:spcBef>
          <a:spcPct val="0"/>
        </a:spcBef>
        <a:buNone/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3487" indent="-373487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3500" kern="1200">
          <a:solidFill>
            <a:schemeClr val="tx1"/>
          </a:solidFill>
          <a:latin typeface="+mn-lt"/>
          <a:ea typeface="+mn-ea"/>
          <a:cs typeface="+mn-cs"/>
        </a:defRPr>
      </a:lvl1pPr>
      <a:lvl2pPr marL="809221" indent="-311239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1244956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742938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2200" kern="1200">
          <a:solidFill>
            <a:schemeClr val="tx1"/>
          </a:solidFill>
          <a:latin typeface="+mn-lt"/>
          <a:ea typeface="+mn-ea"/>
          <a:cs typeface="+mn-cs"/>
        </a:defRPr>
      </a:lvl4pPr>
      <a:lvl5pPr marL="2240920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»"/>
        <a:defRPr sz="2200" kern="1200">
          <a:solidFill>
            <a:schemeClr val="tx1"/>
          </a:solidFill>
          <a:latin typeface="+mn-lt"/>
          <a:ea typeface="+mn-ea"/>
          <a:cs typeface="+mn-cs"/>
        </a:defRPr>
      </a:lvl5pPr>
      <a:lvl6pPr marL="2738902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6pPr>
      <a:lvl7pPr marL="3236885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7pPr>
      <a:lvl8pPr marL="3734867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8pPr>
      <a:lvl9pPr marL="4232849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7982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95964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93947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991929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489911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87893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85876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83858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691481" y="1038225"/>
            <a:ext cx="7315200" cy="5486400"/>
            <a:chOff x="1691481" y="1038225"/>
            <a:chExt cx="7315200" cy="5486400"/>
          </a:xfrm>
        </p:grpSpPr>
        <p:sp>
          <p:nvSpPr>
            <p:cNvPr id="3" name="rc3"/>
            <p:cNvSpPr/>
            <p:nvPr/>
          </p:nvSpPr>
          <p:spPr>
            <a:xfrm>
              <a:off x="1691481" y="1038225"/>
              <a:ext cx="73152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691481" y="1038225"/>
              <a:ext cx="73152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47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434857" y="1473224"/>
              <a:ext cx="3211464" cy="45059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2512554" y="5030870"/>
              <a:ext cx="466180" cy="43542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2512554" y="5074413"/>
              <a:ext cx="466180" cy="43542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2512554" y="5117955"/>
              <a:ext cx="466180" cy="861169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3030532" y="5321152"/>
              <a:ext cx="466180" cy="42332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3030532" y="5363485"/>
              <a:ext cx="466180" cy="44751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3030532" y="5408237"/>
              <a:ext cx="466180" cy="570887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3548510" y="5559425"/>
              <a:ext cx="466180" cy="24190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3548510" y="5583616"/>
              <a:ext cx="466180" cy="39913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3548510" y="5623529"/>
              <a:ext cx="466180" cy="355595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4066488" y="4426117"/>
              <a:ext cx="466180" cy="70151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4066488" y="4496268"/>
              <a:ext cx="466180" cy="97970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4066488" y="4594238"/>
              <a:ext cx="466180" cy="1384886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4584467" y="5171173"/>
              <a:ext cx="466180" cy="26609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4584467" y="5197783"/>
              <a:ext cx="466180" cy="59265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4584467" y="5257048"/>
              <a:ext cx="466180" cy="722076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5102445" y="5195364"/>
              <a:ext cx="466180" cy="31447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5102445" y="5226811"/>
              <a:ext cx="466180" cy="62894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5102445" y="5289705"/>
              <a:ext cx="466180" cy="689419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434857" y="1473224"/>
              <a:ext cx="3211464" cy="4505900"/>
            </a:xfrm>
            <a:prstGeom prst="rect">
              <a:avLst/>
            </a:prstGeom>
            <a:noFill/>
            <a:ln w="13550" cap="rnd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5700322" y="1473224"/>
              <a:ext cx="3211464" cy="45059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5778019" y="5307848"/>
              <a:ext cx="466180" cy="49589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778019" y="5357438"/>
              <a:ext cx="466180" cy="30237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78019" y="5387675"/>
              <a:ext cx="466180" cy="591449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295997" y="4496268"/>
              <a:ext cx="466180" cy="104017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6295997" y="4600286"/>
              <a:ext cx="466180" cy="120950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6295997" y="4721236"/>
              <a:ext cx="466180" cy="1257888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6813975" y="5167545"/>
              <a:ext cx="466180" cy="60475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813975" y="5228020"/>
              <a:ext cx="466180" cy="41123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813975" y="5269143"/>
              <a:ext cx="466180" cy="709981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7331953" y="5375580"/>
              <a:ext cx="466180" cy="47170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331953" y="5422751"/>
              <a:ext cx="466180" cy="26609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331953" y="5449360"/>
              <a:ext cx="466180" cy="529764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849932" y="1687791"/>
              <a:ext cx="466180" cy="191102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849932" y="1878893"/>
              <a:ext cx="466180" cy="214082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849932" y="2092976"/>
              <a:ext cx="466180" cy="3886148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8367910" y="2614274"/>
              <a:ext cx="466180" cy="165702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8367910" y="2779976"/>
              <a:ext cx="466180" cy="162074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8367910" y="2942050"/>
              <a:ext cx="466180" cy="3037074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5700322" y="1473224"/>
              <a:ext cx="3211464" cy="4505900"/>
            </a:xfrm>
            <a:prstGeom prst="rect">
              <a:avLst/>
            </a:prstGeom>
            <a:noFill/>
            <a:ln w="13550" cap="rnd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434857" y="1133119"/>
              <a:ext cx="3211464" cy="3401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tx46"/>
            <p:cNvSpPr/>
            <p:nvPr/>
          </p:nvSpPr>
          <p:spPr>
            <a:xfrm>
              <a:off x="3244284" y="1230431"/>
              <a:ext cx="1592610" cy="1454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600" i="1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Polistes dominula</a:t>
              </a:r>
            </a:p>
          </p:txBody>
        </p:sp>
        <p:sp>
          <p:nvSpPr>
            <p:cNvPr id="47" name="rc47"/>
            <p:cNvSpPr/>
            <p:nvPr/>
          </p:nvSpPr>
          <p:spPr>
            <a:xfrm>
              <a:off x="5700322" y="1133119"/>
              <a:ext cx="3211464" cy="3401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8"/>
            <p:cNvSpPr/>
            <p:nvPr/>
          </p:nvSpPr>
          <p:spPr>
            <a:xfrm>
              <a:off x="6564293" y="1230431"/>
              <a:ext cx="1483522" cy="1454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600" i="1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Vespula vulgaris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2745644" y="5979125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3263622" y="5979125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3781600" y="5979125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4299579" y="5979125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4817557" y="5979125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5335535" y="5979125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tx55"/>
            <p:cNvSpPr/>
            <p:nvPr/>
          </p:nvSpPr>
          <p:spPr>
            <a:xfrm>
              <a:off x="2660879" y="6064529"/>
              <a:ext cx="169529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L1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3178857" y="6064529"/>
              <a:ext cx="169529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L2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3696836" y="6064529"/>
              <a:ext cx="169529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L3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214814" y="6064529"/>
              <a:ext cx="169529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L4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4732792" y="6064529"/>
              <a:ext cx="169529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5284694" y="6064529"/>
              <a:ext cx="101681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61" name="pl61"/>
            <p:cNvSpPr/>
            <p:nvPr/>
          </p:nvSpPr>
          <p:spPr>
            <a:xfrm>
              <a:off x="6011109" y="5979125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6529087" y="5979125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7047065" y="5979125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565044" y="5979125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8083022" y="5979125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8601000" y="5979125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5926344" y="6064529"/>
              <a:ext cx="169529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L1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444322" y="6064529"/>
              <a:ext cx="169529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L2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6962300" y="6064529"/>
              <a:ext cx="169529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L3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480279" y="6064529"/>
              <a:ext cx="169529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L4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998257" y="6064529"/>
              <a:ext cx="169529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L5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8550159" y="6064529"/>
              <a:ext cx="101681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2264688" y="5924535"/>
              <a:ext cx="84764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2010393" y="4715027"/>
              <a:ext cx="339059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1000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2010393" y="3505519"/>
              <a:ext cx="339059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2000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2010393" y="2296012"/>
              <a:ext cx="339059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3000</a:t>
              </a:r>
            </a:p>
          </p:txBody>
        </p:sp>
        <p:sp>
          <p:nvSpPr>
            <p:cNvPr id="77" name="pl77"/>
            <p:cNvSpPr/>
            <p:nvPr/>
          </p:nvSpPr>
          <p:spPr>
            <a:xfrm>
              <a:off x="2387410" y="5979125"/>
              <a:ext cx="47447" cy="0"/>
            </a:xfrm>
            <a:custGeom>
              <a:avLst/>
              <a:pathLst>
                <a:path w="47447" h="0">
                  <a:moveTo>
                    <a:pt x="0" y="0"/>
                  </a:moveTo>
                  <a:lnTo>
                    <a:pt x="47447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2387410" y="4769617"/>
              <a:ext cx="47447" cy="0"/>
            </a:xfrm>
            <a:custGeom>
              <a:avLst/>
              <a:pathLst>
                <a:path w="47447" h="0">
                  <a:moveTo>
                    <a:pt x="0" y="0"/>
                  </a:moveTo>
                  <a:lnTo>
                    <a:pt x="47447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2387410" y="3560109"/>
              <a:ext cx="47447" cy="0"/>
            </a:xfrm>
            <a:custGeom>
              <a:avLst/>
              <a:pathLst>
                <a:path w="47447" h="0">
                  <a:moveTo>
                    <a:pt x="0" y="0"/>
                  </a:moveTo>
                  <a:lnTo>
                    <a:pt x="47447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2387410" y="2350601"/>
              <a:ext cx="47447" cy="0"/>
            </a:xfrm>
            <a:custGeom>
              <a:avLst/>
              <a:pathLst>
                <a:path w="47447" h="0">
                  <a:moveTo>
                    <a:pt x="0" y="0"/>
                  </a:moveTo>
                  <a:lnTo>
                    <a:pt x="47447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5424514" y="6253160"/>
              <a:ext cx="497616" cy="1364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5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Stage</a:t>
              </a:r>
            </a:p>
          </p:txBody>
        </p:sp>
        <p:sp>
          <p:nvSpPr>
            <p:cNvPr id="82" name="tx82"/>
            <p:cNvSpPr/>
            <p:nvPr/>
          </p:nvSpPr>
          <p:spPr>
            <a:xfrm rot="-5400000">
              <a:off x="965427" y="3657960"/>
              <a:ext cx="1778325" cy="1364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5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DE genes</a:t>
              </a:r>
            </a:p>
          </p:txBody>
        </p:sp>
        <p:sp>
          <p:nvSpPr>
            <p:cNvPr id="83" name="rc83"/>
            <p:cNvSpPr/>
            <p:nvPr/>
          </p:nvSpPr>
          <p:spPr>
            <a:xfrm>
              <a:off x="3695599" y="2108826"/>
              <a:ext cx="198000" cy="19800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707871" y="2121099"/>
              <a:ext cx="173454" cy="173454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3695599" y="2306826"/>
              <a:ext cx="198000" cy="19800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3707871" y="2319099"/>
              <a:ext cx="173454" cy="173454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3695599" y="2504826"/>
              <a:ext cx="198000" cy="19800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3707871" y="2517099"/>
              <a:ext cx="173454" cy="173454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tx89"/>
            <p:cNvSpPr/>
            <p:nvPr/>
          </p:nvSpPr>
          <p:spPr>
            <a:xfrm>
              <a:off x="3988493" y="2153237"/>
              <a:ext cx="482894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ncRNA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3988493" y="2351237"/>
              <a:ext cx="1152235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without orthology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3988493" y="2549237"/>
              <a:ext cx="940368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with orthology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5</cp:revision>
  <dcterms:created xsi:type="dcterms:W3CDTF">2015-07-14T21:05:00Z</dcterms:created>
  <dcterms:modified xsi:type="dcterms:W3CDTF">2026-09-01T14:58:04Z</dcterms:modified>
</cp:coreProperties>
</file>