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47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34712" y="1473167"/>
              <a:ext cx="3211537" cy="45060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12410" y="5030966"/>
              <a:ext cx="466190" cy="43544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512410" y="5074510"/>
              <a:ext cx="466190" cy="4354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512410" y="5118054"/>
              <a:ext cx="466190" cy="861206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030400" y="5321260"/>
              <a:ext cx="466190" cy="42334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030400" y="5363595"/>
              <a:ext cx="466190" cy="44753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030400" y="5408349"/>
              <a:ext cx="466190" cy="570912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548390" y="5559544"/>
              <a:ext cx="466190" cy="24191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548390" y="5583735"/>
              <a:ext cx="466190" cy="39915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548390" y="5623650"/>
              <a:ext cx="466190" cy="355610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066380" y="4426186"/>
              <a:ext cx="466190" cy="70154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066380" y="4496341"/>
              <a:ext cx="466190" cy="9797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066380" y="4594315"/>
              <a:ext cx="466190" cy="1384945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584370" y="5171275"/>
              <a:ext cx="466190" cy="26610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584370" y="5197885"/>
              <a:ext cx="466190" cy="59268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584370" y="5257154"/>
              <a:ext cx="466190" cy="722107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5102360" y="5195466"/>
              <a:ext cx="466190" cy="31448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5102360" y="5226915"/>
              <a:ext cx="466190" cy="62897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5102360" y="5289812"/>
              <a:ext cx="466190" cy="689448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434712" y="1473167"/>
              <a:ext cx="3211537" cy="4506093"/>
            </a:xfrm>
            <a:prstGeom prst="rect">
              <a:avLst/>
            </a:prstGeom>
            <a:ln w="12737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5700249" y="1473167"/>
              <a:ext cx="3211537" cy="45060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5777948" y="5307955"/>
              <a:ext cx="466190" cy="49591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777948" y="5357547"/>
              <a:ext cx="466190" cy="30238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77948" y="5387786"/>
              <a:ext cx="466190" cy="59147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295938" y="4496341"/>
              <a:ext cx="466190" cy="10402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6295938" y="4600363"/>
              <a:ext cx="466190" cy="120955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6295938" y="4721319"/>
              <a:ext cx="466190" cy="1257942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813928" y="5167646"/>
              <a:ext cx="466190" cy="60477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813928" y="5228124"/>
              <a:ext cx="466190" cy="41125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3928" y="5269249"/>
              <a:ext cx="466190" cy="710011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331918" y="5375690"/>
              <a:ext cx="466190" cy="4717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31918" y="5422863"/>
              <a:ext cx="466190" cy="26610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331918" y="5449474"/>
              <a:ext cx="466190" cy="529787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49908" y="1687743"/>
              <a:ext cx="466190" cy="191110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49908" y="1878854"/>
              <a:ext cx="466190" cy="214092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849908" y="2092946"/>
              <a:ext cx="466190" cy="3886315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8367897" y="2614266"/>
              <a:ext cx="466190" cy="165709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8367897" y="2779975"/>
              <a:ext cx="466190" cy="162080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367897" y="2942056"/>
              <a:ext cx="466190" cy="303720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5700249" y="1473167"/>
              <a:ext cx="3211537" cy="4506093"/>
            </a:xfrm>
            <a:prstGeom prst="rect">
              <a:avLst/>
            </a:prstGeom>
            <a:ln w="12737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3244200" y="1228034"/>
              <a:ext cx="1592560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i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560538" y="1188248"/>
              <a:ext cx="1490960" cy="1876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i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47" name="pl47"/>
            <p:cNvSpPr/>
            <p:nvPr/>
          </p:nvSpPr>
          <p:spPr>
            <a:xfrm>
              <a:off x="2745506" y="5979261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263496" y="5979261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781486" y="5979261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99476" y="5979261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817465" y="5979261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335455" y="5979261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3"/>
            <p:cNvSpPr/>
            <p:nvPr/>
          </p:nvSpPr>
          <p:spPr>
            <a:xfrm>
              <a:off x="2660748" y="6064219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178738" y="6064219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696728" y="6062284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214718" y="6064665"/>
              <a:ext cx="169515" cy="109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732708" y="6062805"/>
              <a:ext cx="169515" cy="110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284631" y="6064665"/>
              <a:ext cx="101649" cy="109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59" name="pl59"/>
            <p:cNvSpPr/>
            <p:nvPr/>
          </p:nvSpPr>
          <p:spPr>
            <a:xfrm>
              <a:off x="6011043" y="5979261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6529033" y="5979261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047023" y="5979261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565013" y="5979261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083003" y="5979261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600993" y="5979261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tx65"/>
            <p:cNvSpPr/>
            <p:nvPr/>
          </p:nvSpPr>
          <p:spPr>
            <a:xfrm>
              <a:off x="5926286" y="6064219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6444276" y="6064219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962266" y="6062284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480255" y="6064665"/>
              <a:ext cx="169515" cy="109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998245" y="6062805"/>
              <a:ext cx="169515" cy="110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8550168" y="6064665"/>
              <a:ext cx="101649" cy="109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2264549" y="5922408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2010277" y="4712849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010277" y="3503289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2010277" y="2293655"/>
              <a:ext cx="339030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3000</a:t>
              </a:r>
            </a:p>
          </p:txBody>
        </p:sp>
        <p:sp>
          <p:nvSpPr>
            <p:cNvPr id="75" name="pl75"/>
            <p:cNvSpPr/>
            <p:nvPr/>
          </p:nvSpPr>
          <p:spPr>
            <a:xfrm>
              <a:off x="2387265" y="5979261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387265" y="4769701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387265" y="3560141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387265" y="2350582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273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5424334" y="6210860"/>
              <a:ext cx="497830" cy="178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80" name="tx80"/>
            <p:cNvSpPr/>
            <p:nvPr/>
          </p:nvSpPr>
          <p:spPr>
            <a:xfrm rot="-5400000">
              <a:off x="943915" y="3636824"/>
              <a:ext cx="1778868" cy="178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DE genes</a:t>
              </a:r>
            </a:p>
          </p:txBody>
        </p:sp>
        <p:sp>
          <p:nvSpPr>
            <p:cNvPr id="81" name="rc81"/>
            <p:cNvSpPr/>
            <p:nvPr/>
          </p:nvSpPr>
          <p:spPr>
            <a:xfrm>
              <a:off x="3695479" y="2203687"/>
              <a:ext cx="198000" cy="1980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704479" y="2212687"/>
              <a:ext cx="179999" cy="179999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695479" y="2401687"/>
              <a:ext cx="198000" cy="1980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704479" y="2410687"/>
              <a:ext cx="179999" cy="179999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695479" y="2599687"/>
              <a:ext cx="198000" cy="1980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704479" y="2608687"/>
              <a:ext cx="179999" cy="17999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tx87"/>
            <p:cNvSpPr/>
            <p:nvPr/>
          </p:nvSpPr>
          <p:spPr>
            <a:xfrm>
              <a:off x="3988374" y="2246355"/>
              <a:ext cx="482724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ncRNA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3988374" y="2414069"/>
              <a:ext cx="115215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without orthology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3988374" y="2612069"/>
              <a:ext cx="940296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 orthology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2026-09-12T13:51:02Z</dcterms:modified>
</cp:coreProperties>
</file>