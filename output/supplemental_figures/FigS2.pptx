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4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34857" y="1473224"/>
              <a:ext cx="3211464" cy="45059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512554" y="5030870"/>
              <a:ext cx="466180" cy="43542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512554" y="5074413"/>
              <a:ext cx="466180" cy="43542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512554" y="5117955"/>
              <a:ext cx="466180" cy="861169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030532" y="5321152"/>
              <a:ext cx="466180" cy="42332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030532" y="5363485"/>
              <a:ext cx="466180" cy="44751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030532" y="5408237"/>
              <a:ext cx="466180" cy="570887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548510" y="5559425"/>
              <a:ext cx="466180" cy="24190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548510" y="5583616"/>
              <a:ext cx="466180" cy="39913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548510" y="5623529"/>
              <a:ext cx="466180" cy="355595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066488" y="4426117"/>
              <a:ext cx="466180" cy="70151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066488" y="4496268"/>
              <a:ext cx="466180" cy="97970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066488" y="4594238"/>
              <a:ext cx="466180" cy="1384886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584467" y="5171173"/>
              <a:ext cx="466180" cy="26609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584467" y="5197783"/>
              <a:ext cx="466180" cy="59265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584467" y="5257048"/>
              <a:ext cx="466180" cy="722076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102445" y="5195364"/>
              <a:ext cx="466180" cy="31447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102445" y="5226811"/>
              <a:ext cx="466180" cy="62894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102445" y="5289705"/>
              <a:ext cx="466180" cy="689419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434857" y="1473224"/>
              <a:ext cx="3211464" cy="4505900"/>
            </a:xfrm>
            <a:prstGeom prst="rect">
              <a:avLst/>
            </a:prstGeom>
            <a:noFill/>
            <a:ln w="1355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700322" y="1473224"/>
              <a:ext cx="3211464" cy="45059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78019" y="5307848"/>
              <a:ext cx="466180" cy="49589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778019" y="5357438"/>
              <a:ext cx="466180" cy="30237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778019" y="5387675"/>
              <a:ext cx="466180" cy="591449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295997" y="4496268"/>
              <a:ext cx="466180" cy="104017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295997" y="4600286"/>
              <a:ext cx="466180" cy="120950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6295997" y="4721236"/>
              <a:ext cx="466180" cy="1257888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813975" y="5167545"/>
              <a:ext cx="466180" cy="60475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813975" y="5228020"/>
              <a:ext cx="466180" cy="41123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813975" y="5269143"/>
              <a:ext cx="466180" cy="709981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7331953" y="5375580"/>
              <a:ext cx="466180" cy="47170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331953" y="5422751"/>
              <a:ext cx="466180" cy="26609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331953" y="5449360"/>
              <a:ext cx="466180" cy="529764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849932" y="1687791"/>
              <a:ext cx="466180" cy="191102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49932" y="1878893"/>
              <a:ext cx="466180" cy="214082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849932" y="2092976"/>
              <a:ext cx="466180" cy="3886148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367910" y="2614274"/>
              <a:ext cx="466180" cy="165702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8367910" y="2779976"/>
              <a:ext cx="466180" cy="162074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8367910" y="2942050"/>
              <a:ext cx="466180" cy="3037074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5700322" y="1473224"/>
              <a:ext cx="3211464" cy="4505900"/>
            </a:xfrm>
            <a:prstGeom prst="rect">
              <a:avLst/>
            </a:prstGeom>
            <a:noFill/>
            <a:ln w="1355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434857" y="1133119"/>
              <a:ext cx="3211464" cy="3401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244284" y="1230431"/>
              <a:ext cx="1592610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5700322" y="1133119"/>
              <a:ext cx="3211464" cy="3401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6564293" y="1230431"/>
              <a:ext cx="1483522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1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2745644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263622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781600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299579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817557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335535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2660879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178857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696836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214814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732792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284694" y="6064529"/>
              <a:ext cx="10168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61" name="pl61"/>
            <p:cNvSpPr/>
            <p:nvPr/>
          </p:nvSpPr>
          <p:spPr>
            <a:xfrm>
              <a:off x="6011109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529087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7047065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7565044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083022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601000" y="5979125"/>
              <a:ext cx="0" cy="47447"/>
            </a:xfrm>
            <a:custGeom>
              <a:avLst/>
              <a:pathLst>
                <a:path w="0" h="47447">
                  <a:moveTo>
                    <a:pt x="0" y="474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5926344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444322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6962300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480279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998257" y="6064529"/>
              <a:ext cx="16952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550159" y="6064529"/>
              <a:ext cx="10168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264688" y="592453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2010393" y="4715027"/>
              <a:ext cx="33905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010393" y="3505519"/>
              <a:ext cx="33905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010393" y="2296012"/>
              <a:ext cx="33905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3000</a:t>
              </a:r>
            </a:p>
          </p:txBody>
        </p:sp>
        <p:sp>
          <p:nvSpPr>
            <p:cNvPr id="77" name="pl77"/>
            <p:cNvSpPr/>
            <p:nvPr/>
          </p:nvSpPr>
          <p:spPr>
            <a:xfrm>
              <a:off x="2387410" y="5979125"/>
              <a:ext cx="47447" cy="0"/>
            </a:xfrm>
            <a:custGeom>
              <a:avLst/>
              <a:pathLst>
                <a:path w="47447" h="0">
                  <a:moveTo>
                    <a:pt x="0" y="0"/>
                  </a:moveTo>
                  <a:lnTo>
                    <a:pt x="47447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387410" y="4769617"/>
              <a:ext cx="47447" cy="0"/>
            </a:xfrm>
            <a:custGeom>
              <a:avLst/>
              <a:pathLst>
                <a:path w="47447" h="0">
                  <a:moveTo>
                    <a:pt x="0" y="0"/>
                  </a:moveTo>
                  <a:lnTo>
                    <a:pt x="47447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387410" y="3560109"/>
              <a:ext cx="47447" cy="0"/>
            </a:xfrm>
            <a:custGeom>
              <a:avLst/>
              <a:pathLst>
                <a:path w="47447" h="0">
                  <a:moveTo>
                    <a:pt x="0" y="0"/>
                  </a:moveTo>
                  <a:lnTo>
                    <a:pt x="47447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387410" y="2350601"/>
              <a:ext cx="47447" cy="0"/>
            </a:xfrm>
            <a:custGeom>
              <a:avLst/>
              <a:pathLst>
                <a:path w="47447" h="0">
                  <a:moveTo>
                    <a:pt x="0" y="0"/>
                  </a:moveTo>
                  <a:lnTo>
                    <a:pt x="47447" y="0"/>
                  </a:lnTo>
                </a:path>
              </a:pathLst>
            </a:custGeom>
            <a:ln w="18478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5424514" y="6253160"/>
              <a:ext cx="497616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Stage</a:t>
              </a:r>
            </a:p>
          </p:txBody>
        </p:sp>
        <p:sp>
          <p:nvSpPr>
            <p:cNvPr id="82" name="tx82"/>
            <p:cNvSpPr/>
            <p:nvPr/>
          </p:nvSpPr>
          <p:spPr>
            <a:xfrm rot="-5400000">
              <a:off x="965427" y="3657960"/>
              <a:ext cx="1778325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DE genes</a:t>
              </a:r>
            </a:p>
          </p:txBody>
        </p:sp>
        <p:sp>
          <p:nvSpPr>
            <p:cNvPr id="83" name="rc83"/>
            <p:cNvSpPr/>
            <p:nvPr/>
          </p:nvSpPr>
          <p:spPr>
            <a:xfrm>
              <a:off x="3695599" y="2108826"/>
              <a:ext cx="198000" cy="198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3707871" y="2121099"/>
              <a:ext cx="173454" cy="173454"/>
            </a:xfrm>
            <a:prstGeom prst="rect">
              <a:avLst/>
            </a:prstGeom>
            <a:solidFill>
              <a:srgbClr val="D8E8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3695599" y="2306826"/>
              <a:ext cx="198000" cy="198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3707871" y="2319099"/>
              <a:ext cx="173454" cy="173454"/>
            </a:xfrm>
            <a:prstGeom prst="rect">
              <a:avLst/>
            </a:prstGeom>
            <a:solidFill>
              <a:srgbClr val="97C4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3695599" y="2504826"/>
              <a:ext cx="198000" cy="198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3707871" y="2517099"/>
              <a:ext cx="173454" cy="173454"/>
            </a:xfrm>
            <a:prstGeom prst="rect">
              <a:avLst/>
            </a:prstGeom>
            <a:solidFill>
              <a:srgbClr val="3787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3988493" y="2153237"/>
              <a:ext cx="48289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ncRNA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988493" y="2351237"/>
              <a:ext cx="115223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without orthology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988493" y="2549237"/>
              <a:ext cx="94036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with orthology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2026-09-08T17:26:50Z</dcterms:modified>
</cp:coreProperties>
</file>