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981" y="1101725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54981" y="1127704"/>
              <a:ext cx="294295" cy="25979"/>
            </a:xfrm>
            <a:prstGeom prst="rect">
              <a:avLst/>
            </a:prstGeom>
            <a:solidFill>
              <a:srgbClr val="FF6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754981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754981" y="1179662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754981" y="120564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754981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754981" y="1257600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54981" y="12835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754981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754981" y="133553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754981" y="136151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754981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54981" y="1413476"/>
              <a:ext cx="294295" cy="25979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54981" y="14394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54981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54981" y="1491414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54981" y="151739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754981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754981" y="156935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54981" y="1595332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4981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754981" y="164729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754981" y="167327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754981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754981" y="172522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754981" y="17512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754981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754981" y="1803166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754981" y="1829146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754981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754981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754981" y="19070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754981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754981" y="1959042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54981" y="198502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754981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81" y="2036980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754981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754981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54981" y="211491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754981" y="214089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754981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754981" y="2192856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754981" y="221883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754981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54981" y="227079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754981" y="229677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754981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54981" y="234873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754981" y="237471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754981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754981" y="24266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754981" y="2452649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754981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754981" y="250460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754981" y="253058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754981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754981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754981" y="260852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54981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754981" y="266048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754981" y="2686463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754981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754981" y="2738422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1754981" y="276440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1754981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1754981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754981" y="284233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754981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754981" y="289429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4981" y="292027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754981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1754981" y="2972236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1754981" y="299821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1754981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1754981" y="3050174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1754981" y="30761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1754981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1754981" y="312811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1754981" y="31540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1754981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1754981" y="3206050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1754981" y="32320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1754981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1754981" y="3283988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1754981" y="330996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754981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754981" y="3361926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754981" y="338790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754981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54981" y="3439864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754981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754981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81" y="351780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754981" y="35437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754981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754981" y="3595740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754981" y="3621719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754981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54981" y="367367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754981" y="369965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754981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1754981" y="375161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1754981" y="377759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1754981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1754981" y="3829553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1754981" y="385553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754981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754981" y="390749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754981" y="393347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754981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754981" y="398542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54981" y="401140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754981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754981" y="4063367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754981" y="40893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754981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754981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754981" y="416728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754981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54981" y="4219243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754981" y="4245223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754981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1754981" y="4297181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1754981" y="432316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1754981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1754981" y="43751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1754981" y="44010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1754981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1754981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1754981" y="447903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1754981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1754981" y="4530995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1754981" y="45569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1754981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1754981" y="46089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1754981" y="46349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1754981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1754981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1754981" y="471285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1754981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1754981" y="476480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1754981" y="479078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1754981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754981" y="48427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1754981" y="48687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1754981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1754981" y="492068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1754981" y="4946664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1754981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1754981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1754981" y="50246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1754981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1754981" y="507656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1754981" y="510254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1754981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1754981" y="51544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1754981" y="518047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1754981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1754981" y="523243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1754981" y="5258416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1754981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1754981" y="5310375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1754981" y="533635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1754981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1754981" y="5388313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1754981" y="541429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1754981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1754981" y="5466251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1754981" y="549223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1754981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1754981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1754981" y="5570168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1754981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1754981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1754981" y="5648106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1754981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1754981" y="570006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1754981" y="5726044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1754981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1754981" y="5778003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1754981" y="580398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1754981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1754981" y="585594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1754981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1754981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1754981" y="593387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1754981" y="595985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1754981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1754981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1754981" y="603779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1754981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1754981" y="6089755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1754981" y="611573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1754981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1754981" y="616769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1754981" y="619367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1754981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1754981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1754981" y="627161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2049277" y="1101725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2049277" y="1127704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2049277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2049277" y="117966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2049277" y="1205642"/>
              <a:ext cx="294295" cy="25979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2049277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2049277" y="1257600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2049277" y="1283580"/>
              <a:ext cx="294295" cy="25979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2049277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2049277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2049277" y="1361518"/>
              <a:ext cx="294295" cy="25979"/>
            </a:xfrm>
            <a:prstGeom prst="rect">
              <a:avLst/>
            </a:prstGeom>
            <a:solidFill>
              <a:srgbClr val="FF6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2049277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2049277" y="141347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2049277" y="1439456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2049277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2049277" y="149141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2049277" y="1517394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2049277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2049277" y="156935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2049277" y="1595332"/>
              <a:ext cx="294295" cy="25979"/>
            </a:xfrm>
            <a:prstGeom prst="rect">
              <a:avLst/>
            </a:prstGeom>
            <a:solidFill>
              <a:srgbClr val="FF9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2049277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2049277" y="164729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2049277" y="1673270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2049277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2049277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2049277" y="1751208"/>
              <a:ext cx="294295" cy="25979"/>
            </a:xfrm>
            <a:prstGeom prst="rect">
              <a:avLst/>
            </a:prstGeom>
            <a:solidFill>
              <a:srgbClr val="FF2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2049277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2049277" y="1803166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2049277" y="1829146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2049277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2049277" y="1881104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2049277" y="1907084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2049277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2049277" y="1959042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2049277" y="198502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2049277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2049277" y="203698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2049277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2049277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2049277" y="2114918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2049277" y="2140897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2049277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2049277" y="219285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2049277" y="2218835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2049277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2049277" y="2270794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2049277" y="229677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2049277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2049277" y="234873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2049277" y="2374711"/>
              <a:ext cx="294295" cy="25979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2049277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2049277" y="242667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2049277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2049277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2049277" y="250460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2049277" y="2530587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2049277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2049277" y="2582546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2049277" y="2608525"/>
              <a:ext cx="294295" cy="25979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2049277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2049277" y="2660484"/>
              <a:ext cx="294295" cy="25979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2049277" y="268646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2049277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2049277" y="273842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2049277" y="276440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2049277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2049277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2049277" y="284233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2049277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2049277" y="289429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2049277" y="2920277"/>
              <a:ext cx="294295" cy="25979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2049277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2049277" y="2972236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2049277" y="29982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2049277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2049277" y="305017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2049277" y="30761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2049277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2049277" y="312811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2049277" y="3154091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2049277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2049277" y="3206050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2049277" y="3232029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2049277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2049277" y="328398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2049277" y="330996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2049277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2049277" y="3361926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2049277" y="3387905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2049277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2049277" y="3439864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2049277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2049277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2049277" y="351780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2049277" y="3543781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2049277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2049277" y="3595740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2049277" y="36217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2049277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2049277" y="3673677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2049277" y="369965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2049277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2049277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2049277" y="377759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2049277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2049277" y="3829553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2049277" y="38555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2049277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2049277" y="390749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2049277" y="393347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2049277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2049277" y="39854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2049277" y="4011409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2049277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2049277" y="4063367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2049277" y="408934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2049277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2049277" y="4141305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2049277" y="4167285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2049277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2049277" y="4219243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2049277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2049277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2049277" y="4297181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2049277" y="4323161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2049277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2049277" y="437511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2049277" y="44010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2049277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2049277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2049277" y="447903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2049277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2049277" y="453099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2049277" y="455697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2049277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2049277" y="4608933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2049277" y="463491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2049277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2049277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2049277" y="471285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2049277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2049277" y="4764809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2049277" y="4790788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2049277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2049277" y="484274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2049277" y="4868726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2049277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2049277" y="492068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2049277" y="4946664"/>
              <a:ext cx="294295" cy="25979"/>
            </a:xfrm>
            <a:prstGeom prst="rect">
              <a:avLst/>
            </a:prstGeom>
            <a:solidFill>
              <a:srgbClr val="FFC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2049277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2049277" y="4998623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2049277" y="502460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2049277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2049277" y="507656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2049277" y="510254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2049277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2049277" y="51544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2049277" y="518047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2049277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2049277" y="5232437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2049277" y="5258416"/>
              <a:ext cx="294295" cy="25979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2049277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2049277" y="5310375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2049277" y="533635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2049277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2049277" y="5388313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2049277" y="541429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2049277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2049277" y="546625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2049277" y="54922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2049277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2049277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2049277" y="5570168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2049277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2049277" y="562212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2049277" y="564810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2049277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2049277" y="570006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2049277" y="5726044"/>
              <a:ext cx="294295" cy="25979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2049277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2049277" y="5778003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2049277" y="5803982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2049277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2049277" y="5855941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2049277" y="588192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2049277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2049277" y="5933879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2049277" y="5959858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2049277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2049277" y="601181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2049277" y="6037796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2049277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2049277" y="608975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2049277" y="611573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2049277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2049277" y="616769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2049277" y="619367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2049277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2049277" y="624563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2049277" y="6271610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2343573" y="1101725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2343573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2343573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2343573" y="1179662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2343573" y="120564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2343573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2343573" y="125760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2343573" y="128358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2343573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2343573" y="133553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2343573" y="1361518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2343573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2343573" y="1413476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2343573" y="1439456"/>
              <a:ext cx="294295" cy="25979"/>
            </a:xfrm>
            <a:prstGeom prst="rect">
              <a:avLst/>
            </a:prstGeom>
            <a:solidFill>
              <a:srgbClr val="FFA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2343573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2343573" y="1491414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2343573" y="151739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2343573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2343573" y="156935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2343573" y="159533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2343573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2343573" y="1647290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2343573" y="16732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2343573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2343573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2343573" y="1751208"/>
              <a:ext cx="294295" cy="25979"/>
            </a:xfrm>
            <a:prstGeom prst="rect">
              <a:avLst/>
            </a:prstGeom>
            <a:solidFill>
              <a:srgbClr val="FF0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2343573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2343573" y="180316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2343573" y="1829146"/>
              <a:ext cx="294295" cy="25979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2343573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2343573" y="188110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2343573" y="1907084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2343573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2343573" y="195904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2343573" y="1985021"/>
              <a:ext cx="294295" cy="25979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2343573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2343573" y="20369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2343573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2343573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2343573" y="2114918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2343573" y="214089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2343573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2343573" y="21928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2343573" y="2218835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2343573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2343573" y="227079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2343573" y="229677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2343573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2343573" y="234873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2343573" y="2374711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2343573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2343573" y="2426670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2343573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2343573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2343573" y="250460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2343573" y="2530587"/>
              <a:ext cx="294295" cy="25979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2343573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2343573" y="2582546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2343573" y="2608525"/>
              <a:ext cx="294295" cy="25979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2343573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2343573" y="266048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2343573" y="268646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2343573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2343573" y="273842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2343573" y="276440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2343573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2343573" y="281636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2343573" y="284233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2343573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2343573" y="289429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2343573" y="2920277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2343573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2343573" y="2972236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2343573" y="299821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2343573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2343573" y="305017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2343573" y="3076153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2343573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2343573" y="31281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2343573" y="315409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2343573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2343573" y="320605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2343573" y="323202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2343573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2343573" y="328398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2343573" y="3309967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2343573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2343573" y="3361926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2343573" y="33879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2343573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2343573" y="3439864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2343573" y="346584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2343573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2343573" y="351780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2343573" y="354378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2343573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2343573" y="359574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2343573" y="36217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2343573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2343573" y="3673677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2343573" y="36996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2343573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2343573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2343573" y="377759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2343573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2343573" y="38295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2343573" y="38555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2343573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2343573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2343573" y="393347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2343573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2343573" y="398542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2343573" y="4011409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2343573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2343573" y="406336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2343573" y="408934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2343573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2343573" y="414130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2343573" y="416728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2343573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2343573" y="421924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2343573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2343573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2343573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2343573" y="432316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2343573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2343573" y="437511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2343573" y="44010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2343573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2343573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2343573" y="4479037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2343573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2343573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2343573" y="455697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2343573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2343573" y="4608933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2343573" y="46349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2343573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2343573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2343573" y="471285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2343573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2343573" y="476480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2343573" y="479078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2343573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2343573" y="48427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2343573" y="4868726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2343573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2343573" y="492068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2343573" y="4946664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2343573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2343573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2343573" y="50246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rc556"/>
            <p:cNvSpPr/>
            <p:nvPr/>
          </p:nvSpPr>
          <p:spPr>
            <a:xfrm>
              <a:off x="2343573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rc557"/>
            <p:cNvSpPr/>
            <p:nvPr/>
          </p:nvSpPr>
          <p:spPr>
            <a:xfrm>
              <a:off x="2343573" y="507656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rc558"/>
            <p:cNvSpPr/>
            <p:nvPr/>
          </p:nvSpPr>
          <p:spPr>
            <a:xfrm>
              <a:off x="2343573" y="5102540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rc559"/>
            <p:cNvSpPr/>
            <p:nvPr/>
          </p:nvSpPr>
          <p:spPr>
            <a:xfrm>
              <a:off x="2343573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rc560"/>
            <p:cNvSpPr/>
            <p:nvPr/>
          </p:nvSpPr>
          <p:spPr>
            <a:xfrm>
              <a:off x="2343573" y="51544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rc561"/>
            <p:cNvSpPr/>
            <p:nvPr/>
          </p:nvSpPr>
          <p:spPr>
            <a:xfrm>
              <a:off x="2343573" y="5180478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rc562"/>
            <p:cNvSpPr/>
            <p:nvPr/>
          </p:nvSpPr>
          <p:spPr>
            <a:xfrm>
              <a:off x="2343573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rc563"/>
            <p:cNvSpPr/>
            <p:nvPr/>
          </p:nvSpPr>
          <p:spPr>
            <a:xfrm>
              <a:off x="2343573" y="5232437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rc564"/>
            <p:cNvSpPr/>
            <p:nvPr/>
          </p:nvSpPr>
          <p:spPr>
            <a:xfrm>
              <a:off x="2343573" y="525841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rc565"/>
            <p:cNvSpPr/>
            <p:nvPr/>
          </p:nvSpPr>
          <p:spPr>
            <a:xfrm>
              <a:off x="2343573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rc566"/>
            <p:cNvSpPr/>
            <p:nvPr/>
          </p:nvSpPr>
          <p:spPr>
            <a:xfrm>
              <a:off x="2343573" y="5310375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rc567"/>
            <p:cNvSpPr/>
            <p:nvPr/>
          </p:nvSpPr>
          <p:spPr>
            <a:xfrm>
              <a:off x="2343573" y="5336354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rc568"/>
            <p:cNvSpPr/>
            <p:nvPr/>
          </p:nvSpPr>
          <p:spPr>
            <a:xfrm>
              <a:off x="2343573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rc569"/>
            <p:cNvSpPr/>
            <p:nvPr/>
          </p:nvSpPr>
          <p:spPr>
            <a:xfrm>
              <a:off x="2343573" y="538831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rc570"/>
            <p:cNvSpPr/>
            <p:nvPr/>
          </p:nvSpPr>
          <p:spPr>
            <a:xfrm>
              <a:off x="2343573" y="541429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rc571"/>
            <p:cNvSpPr/>
            <p:nvPr/>
          </p:nvSpPr>
          <p:spPr>
            <a:xfrm>
              <a:off x="2343573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rc572"/>
            <p:cNvSpPr/>
            <p:nvPr/>
          </p:nvSpPr>
          <p:spPr>
            <a:xfrm>
              <a:off x="2343573" y="546625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rc573"/>
            <p:cNvSpPr/>
            <p:nvPr/>
          </p:nvSpPr>
          <p:spPr>
            <a:xfrm>
              <a:off x="2343573" y="5492230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rc574"/>
            <p:cNvSpPr/>
            <p:nvPr/>
          </p:nvSpPr>
          <p:spPr>
            <a:xfrm>
              <a:off x="2343573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rc575"/>
            <p:cNvSpPr/>
            <p:nvPr/>
          </p:nvSpPr>
          <p:spPr>
            <a:xfrm>
              <a:off x="2343573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2343573" y="5570168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2343573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2343573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2343573" y="5648106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rc580"/>
            <p:cNvSpPr/>
            <p:nvPr/>
          </p:nvSpPr>
          <p:spPr>
            <a:xfrm>
              <a:off x="2343573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rc581"/>
            <p:cNvSpPr/>
            <p:nvPr/>
          </p:nvSpPr>
          <p:spPr>
            <a:xfrm>
              <a:off x="2343573" y="570006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rc582"/>
            <p:cNvSpPr/>
            <p:nvPr/>
          </p:nvSpPr>
          <p:spPr>
            <a:xfrm>
              <a:off x="2343573" y="5726044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rc583"/>
            <p:cNvSpPr/>
            <p:nvPr/>
          </p:nvSpPr>
          <p:spPr>
            <a:xfrm>
              <a:off x="2343573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rc584"/>
            <p:cNvSpPr/>
            <p:nvPr/>
          </p:nvSpPr>
          <p:spPr>
            <a:xfrm>
              <a:off x="2343573" y="577800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rc585"/>
            <p:cNvSpPr/>
            <p:nvPr/>
          </p:nvSpPr>
          <p:spPr>
            <a:xfrm>
              <a:off x="2343573" y="5803982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rc586"/>
            <p:cNvSpPr/>
            <p:nvPr/>
          </p:nvSpPr>
          <p:spPr>
            <a:xfrm>
              <a:off x="2343573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rc587"/>
            <p:cNvSpPr/>
            <p:nvPr/>
          </p:nvSpPr>
          <p:spPr>
            <a:xfrm>
              <a:off x="2343573" y="585594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rc588"/>
            <p:cNvSpPr/>
            <p:nvPr/>
          </p:nvSpPr>
          <p:spPr>
            <a:xfrm>
              <a:off x="2343573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2343573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rc590"/>
            <p:cNvSpPr/>
            <p:nvPr/>
          </p:nvSpPr>
          <p:spPr>
            <a:xfrm>
              <a:off x="2343573" y="5933879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2343573" y="5959858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2343573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rc593"/>
            <p:cNvSpPr/>
            <p:nvPr/>
          </p:nvSpPr>
          <p:spPr>
            <a:xfrm>
              <a:off x="2343573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2343573" y="603779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rc595"/>
            <p:cNvSpPr/>
            <p:nvPr/>
          </p:nvSpPr>
          <p:spPr>
            <a:xfrm>
              <a:off x="2343573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rc596"/>
            <p:cNvSpPr/>
            <p:nvPr/>
          </p:nvSpPr>
          <p:spPr>
            <a:xfrm>
              <a:off x="2343573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rc597"/>
            <p:cNvSpPr/>
            <p:nvPr/>
          </p:nvSpPr>
          <p:spPr>
            <a:xfrm>
              <a:off x="2343573" y="611573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rc598"/>
            <p:cNvSpPr/>
            <p:nvPr/>
          </p:nvSpPr>
          <p:spPr>
            <a:xfrm>
              <a:off x="2343573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rc599"/>
            <p:cNvSpPr/>
            <p:nvPr/>
          </p:nvSpPr>
          <p:spPr>
            <a:xfrm>
              <a:off x="2343573" y="616769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rc600"/>
            <p:cNvSpPr/>
            <p:nvPr/>
          </p:nvSpPr>
          <p:spPr>
            <a:xfrm>
              <a:off x="2343573" y="6193672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rc601"/>
            <p:cNvSpPr/>
            <p:nvPr/>
          </p:nvSpPr>
          <p:spPr>
            <a:xfrm>
              <a:off x="2343573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rc602"/>
            <p:cNvSpPr/>
            <p:nvPr/>
          </p:nvSpPr>
          <p:spPr>
            <a:xfrm>
              <a:off x="2343573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rc603"/>
            <p:cNvSpPr/>
            <p:nvPr/>
          </p:nvSpPr>
          <p:spPr>
            <a:xfrm>
              <a:off x="2343573" y="6271610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2637869" y="1101725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2637869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6"/>
            <p:cNvSpPr/>
            <p:nvPr/>
          </p:nvSpPr>
          <p:spPr>
            <a:xfrm>
              <a:off x="2637869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rc607"/>
            <p:cNvSpPr/>
            <p:nvPr/>
          </p:nvSpPr>
          <p:spPr>
            <a:xfrm>
              <a:off x="2637869" y="1179662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8"/>
            <p:cNvSpPr/>
            <p:nvPr/>
          </p:nvSpPr>
          <p:spPr>
            <a:xfrm>
              <a:off x="2637869" y="1205642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2637869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10"/>
            <p:cNvSpPr/>
            <p:nvPr/>
          </p:nvSpPr>
          <p:spPr>
            <a:xfrm>
              <a:off x="2637869" y="1257600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rc611"/>
            <p:cNvSpPr/>
            <p:nvPr/>
          </p:nvSpPr>
          <p:spPr>
            <a:xfrm>
              <a:off x="2637869" y="1283580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2"/>
            <p:cNvSpPr/>
            <p:nvPr/>
          </p:nvSpPr>
          <p:spPr>
            <a:xfrm>
              <a:off x="2637869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rc613"/>
            <p:cNvSpPr/>
            <p:nvPr/>
          </p:nvSpPr>
          <p:spPr>
            <a:xfrm>
              <a:off x="2637869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2637869" y="1361518"/>
              <a:ext cx="294295" cy="25979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2637869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2637869" y="1413476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2637869" y="143945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8"/>
            <p:cNvSpPr/>
            <p:nvPr/>
          </p:nvSpPr>
          <p:spPr>
            <a:xfrm>
              <a:off x="2637869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rc619"/>
            <p:cNvSpPr/>
            <p:nvPr/>
          </p:nvSpPr>
          <p:spPr>
            <a:xfrm>
              <a:off x="2637869" y="1491414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20"/>
            <p:cNvSpPr/>
            <p:nvPr/>
          </p:nvSpPr>
          <p:spPr>
            <a:xfrm>
              <a:off x="2637869" y="151739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rc621"/>
            <p:cNvSpPr/>
            <p:nvPr/>
          </p:nvSpPr>
          <p:spPr>
            <a:xfrm>
              <a:off x="2637869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2637869" y="156935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2637869" y="159533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4"/>
            <p:cNvSpPr/>
            <p:nvPr/>
          </p:nvSpPr>
          <p:spPr>
            <a:xfrm>
              <a:off x="2637869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rc625"/>
            <p:cNvSpPr/>
            <p:nvPr/>
          </p:nvSpPr>
          <p:spPr>
            <a:xfrm>
              <a:off x="2637869" y="1647290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rc626"/>
            <p:cNvSpPr/>
            <p:nvPr/>
          </p:nvSpPr>
          <p:spPr>
            <a:xfrm>
              <a:off x="2637869" y="1673270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rc627"/>
            <p:cNvSpPr/>
            <p:nvPr/>
          </p:nvSpPr>
          <p:spPr>
            <a:xfrm>
              <a:off x="2637869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rc628"/>
            <p:cNvSpPr/>
            <p:nvPr/>
          </p:nvSpPr>
          <p:spPr>
            <a:xfrm>
              <a:off x="2637869" y="1725228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rc629"/>
            <p:cNvSpPr/>
            <p:nvPr/>
          </p:nvSpPr>
          <p:spPr>
            <a:xfrm>
              <a:off x="2637869" y="1751208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rc630"/>
            <p:cNvSpPr/>
            <p:nvPr/>
          </p:nvSpPr>
          <p:spPr>
            <a:xfrm>
              <a:off x="2637869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rc631"/>
            <p:cNvSpPr/>
            <p:nvPr/>
          </p:nvSpPr>
          <p:spPr>
            <a:xfrm>
              <a:off x="2637869" y="1803166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rc632"/>
            <p:cNvSpPr/>
            <p:nvPr/>
          </p:nvSpPr>
          <p:spPr>
            <a:xfrm>
              <a:off x="2637869" y="1829146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rc633"/>
            <p:cNvSpPr/>
            <p:nvPr/>
          </p:nvSpPr>
          <p:spPr>
            <a:xfrm>
              <a:off x="2637869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rc634"/>
            <p:cNvSpPr/>
            <p:nvPr/>
          </p:nvSpPr>
          <p:spPr>
            <a:xfrm>
              <a:off x="2637869" y="1881104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rc635"/>
            <p:cNvSpPr/>
            <p:nvPr/>
          </p:nvSpPr>
          <p:spPr>
            <a:xfrm>
              <a:off x="2637869" y="19070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2637869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2637869" y="195904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8"/>
            <p:cNvSpPr/>
            <p:nvPr/>
          </p:nvSpPr>
          <p:spPr>
            <a:xfrm>
              <a:off x="2637869" y="1985021"/>
              <a:ext cx="294295" cy="25979"/>
            </a:xfrm>
            <a:prstGeom prst="rect">
              <a:avLst/>
            </a:prstGeom>
            <a:solidFill>
              <a:srgbClr val="FF3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rc639"/>
            <p:cNvSpPr/>
            <p:nvPr/>
          </p:nvSpPr>
          <p:spPr>
            <a:xfrm>
              <a:off x="2637869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2637869" y="2036980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rc641"/>
            <p:cNvSpPr/>
            <p:nvPr/>
          </p:nvSpPr>
          <p:spPr>
            <a:xfrm>
              <a:off x="2637869" y="2062959"/>
              <a:ext cx="294295" cy="25979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2"/>
            <p:cNvSpPr/>
            <p:nvPr/>
          </p:nvSpPr>
          <p:spPr>
            <a:xfrm>
              <a:off x="2637869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rc643"/>
            <p:cNvSpPr/>
            <p:nvPr/>
          </p:nvSpPr>
          <p:spPr>
            <a:xfrm>
              <a:off x="2637869" y="2114918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4"/>
            <p:cNvSpPr/>
            <p:nvPr/>
          </p:nvSpPr>
          <p:spPr>
            <a:xfrm>
              <a:off x="2637869" y="2140897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rc645"/>
            <p:cNvSpPr/>
            <p:nvPr/>
          </p:nvSpPr>
          <p:spPr>
            <a:xfrm>
              <a:off x="2637869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6"/>
            <p:cNvSpPr/>
            <p:nvPr/>
          </p:nvSpPr>
          <p:spPr>
            <a:xfrm>
              <a:off x="2637869" y="2192856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rc647"/>
            <p:cNvSpPr/>
            <p:nvPr/>
          </p:nvSpPr>
          <p:spPr>
            <a:xfrm>
              <a:off x="2637869" y="2218835"/>
              <a:ext cx="294295" cy="25979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2637869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2637869" y="2270794"/>
              <a:ext cx="294295" cy="25979"/>
            </a:xfrm>
            <a:prstGeom prst="rect">
              <a:avLst/>
            </a:prstGeom>
            <a:solidFill>
              <a:srgbClr val="F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50"/>
            <p:cNvSpPr/>
            <p:nvPr/>
          </p:nvSpPr>
          <p:spPr>
            <a:xfrm>
              <a:off x="2637869" y="2296773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rc651"/>
            <p:cNvSpPr/>
            <p:nvPr/>
          </p:nvSpPr>
          <p:spPr>
            <a:xfrm>
              <a:off x="2637869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2"/>
            <p:cNvSpPr/>
            <p:nvPr/>
          </p:nvSpPr>
          <p:spPr>
            <a:xfrm>
              <a:off x="2637869" y="2348732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2637869" y="2374711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2637869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rc655"/>
            <p:cNvSpPr/>
            <p:nvPr/>
          </p:nvSpPr>
          <p:spPr>
            <a:xfrm>
              <a:off x="2637869" y="24266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2637869" y="245264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2637869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2637869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2637869" y="253058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2637869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2637869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2637869" y="2608525"/>
              <a:ext cx="294295" cy="25979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2637869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2637869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2637869" y="268646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2637869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2637869" y="2738422"/>
              <a:ext cx="294295" cy="25979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2637869" y="2764401"/>
              <a:ext cx="294295" cy="25979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2637869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2637869" y="2816360"/>
              <a:ext cx="294295" cy="25979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2637869" y="2842339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2637869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2637869" y="289429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2637869" y="2920277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2637869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2637869" y="297223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2637869" y="299821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2637869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2637869" y="3050174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2637869" y="3076153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2637869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2637869" y="3128112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2637869" y="315409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2637869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2637869" y="3206050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2637869" y="323202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2637869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2637869" y="3283988"/>
              <a:ext cx="294295" cy="25979"/>
            </a:xfrm>
            <a:prstGeom prst="rect">
              <a:avLst/>
            </a:prstGeom>
            <a:solidFill>
              <a:srgbClr val="FFB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2637869" y="330996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2637869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2637869" y="3361926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2637869" y="338790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2637869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2637869" y="3439864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2637869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2637869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2637869" y="3517802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2637869" y="3543781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2637869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rc700"/>
            <p:cNvSpPr/>
            <p:nvPr/>
          </p:nvSpPr>
          <p:spPr>
            <a:xfrm>
              <a:off x="2637869" y="3595740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rc701"/>
            <p:cNvSpPr/>
            <p:nvPr/>
          </p:nvSpPr>
          <p:spPr>
            <a:xfrm>
              <a:off x="2637869" y="362171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rc702"/>
            <p:cNvSpPr/>
            <p:nvPr/>
          </p:nvSpPr>
          <p:spPr>
            <a:xfrm>
              <a:off x="2637869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rc703"/>
            <p:cNvSpPr/>
            <p:nvPr/>
          </p:nvSpPr>
          <p:spPr>
            <a:xfrm>
              <a:off x="2637869" y="3673677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rc704"/>
            <p:cNvSpPr/>
            <p:nvPr/>
          </p:nvSpPr>
          <p:spPr>
            <a:xfrm>
              <a:off x="2637869" y="3699657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rc705"/>
            <p:cNvSpPr/>
            <p:nvPr/>
          </p:nvSpPr>
          <p:spPr>
            <a:xfrm>
              <a:off x="2637869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rc706"/>
            <p:cNvSpPr/>
            <p:nvPr/>
          </p:nvSpPr>
          <p:spPr>
            <a:xfrm>
              <a:off x="2637869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rc707"/>
            <p:cNvSpPr/>
            <p:nvPr/>
          </p:nvSpPr>
          <p:spPr>
            <a:xfrm>
              <a:off x="2637869" y="3777595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rc708"/>
            <p:cNvSpPr/>
            <p:nvPr/>
          </p:nvSpPr>
          <p:spPr>
            <a:xfrm>
              <a:off x="2637869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rc709"/>
            <p:cNvSpPr/>
            <p:nvPr/>
          </p:nvSpPr>
          <p:spPr>
            <a:xfrm>
              <a:off x="2637869" y="382955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2637869" y="385553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2637869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rc712"/>
            <p:cNvSpPr/>
            <p:nvPr/>
          </p:nvSpPr>
          <p:spPr>
            <a:xfrm>
              <a:off x="2637869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rc713"/>
            <p:cNvSpPr/>
            <p:nvPr/>
          </p:nvSpPr>
          <p:spPr>
            <a:xfrm>
              <a:off x="2637869" y="3933471"/>
              <a:ext cx="294295" cy="25979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rc714"/>
            <p:cNvSpPr/>
            <p:nvPr/>
          </p:nvSpPr>
          <p:spPr>
            <a:xfrm>
              <a:off x="2637869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rc715"/>
            <p:cNvSpPr/>
            <p:nvPr/>
          </p:nvSpPr>
          <p:spPr>
            <a:xfrm>
              <a:off x="2637869" y="3985429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rc716"/>
            <p:cNvSpPr/>
            <p:nvPr/>
          </p:nvSpPr>
          <p:spPr>
            <a:xfrm>
              <a:off x="2637869" y="4011409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rc717"/>
            <p:cNvSpPr/>
            <p:nvPr/>
          </p:nvSpPr>
          <p:spPr>
            <a:xfrm>
              <a:off x="2637869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rc718"/>
            <p:cNvSpPr/>
            <p:nvPr/>
          </p:nvSpPr>
          <p:spPr>
            <a:xfrm>
              <a:off x="2637869" y="406336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rc719"/>
            <p:cNvSpPr/>
            <p:nvPr/>
          </p:nvSpPr>
          <p:spPr>
            <a:xfrm>
              <a:off x="2637869" y="408934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20"/>
            <p:cNvSpPr/>
            <p:nvPr/>
          </p:nvSpPr>
          <p:spPr>
            <a:xfrm>
              <a:off x="2637869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1"/>
            <p:cNvSpPr/>
            <p:nvPr/>
          </p:nvSpPr>
          <p:spPr>
            <a:xfrm>
              <a:off x="2637869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rc722"/>
            <p:cNvSpPr/>
            <p:nvPr/>
          </p:nvSpPr>
          <p:spPr>
            <a:xfrm>
              <a:off x="2637869" y="416728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rc723"/>
            <p:cNvSpPr/>
            <p:nvPr/>
          </p:nvSpPr>
          <p:spPr>
            <a:xfrm>
              <a:off x="2637869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rc724"/>
            <p:cNvSpPr/>
            <p:nvPr/>
          </p:nvSpPr>
          <p:spPr>
            <a:xfrm>
              <a:off x="2637869" y="4219243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rc725"/>
            <p:cNvSpPr/>
            <p:nvPr/>
          </p:nvSpPr>
          <p:spPr>
            <a:xfrm>
              <a:off x="2637869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rc726"/>
            <p:cNvSpPr/>
            <p:nvPr/>
          </p:nvSpPr>
          <p:spPr>
            <a:xfrm>
              <a:off x="2637869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rc727"/>
            <p:cNvSpPr/>
            <p:nvPr/>
          </p:nvSpPr>
          <p:spPr>
            <a:xfrm>
              <a:off x="2637869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rc728"/>
            <p:cNvSpPr/>
            <p:nvPr/>
          </p:nvSpPr>
          <p:spPr>
            <a:xfrm>
              <a:off x="2637869" y="432316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rc729"/>
            <p:cNvSpPr/>
            <p:nvPr/>
          </p:nvSpPr>
          <p:spPr>
            <a:xfrm>
              <a:off x="2637869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rc730"/>
            <p:cNvSpPr/>
            <p:nvPr/>
          </p:nvSpPr>
          <p:spPr>
            <a:xfrm>
              <a:off x="2637869" y="4375119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rc731"/>
            <p:cNvSpPr/>
            <p:nvPr/>
          </p:nvSpPr>
          <p:spPr>
            <a:xfrm>
              <a:off x="2637869" y="440109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rc732"/>
            <p:cNvSpPr/>
            <p:nvPr/>
          </p:nvSpPr>
          <p:spPr>
            <a:xfrm>
              <a:off x="2637869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rc733"/>
            <p:cNvSpPr/>
            <p:nvPr/>
          </p:nvSpPr>
          <p:spPr>
            <a:xfrm>
              <a:off x="2637869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rc734"/>
            <p:cNvSpPr/>
            <p:nvPr/>
          </p:nvSpPr>
          <p:spPr>
            <a:xfrm>
              <a:off x="2637869" y="4479037"/>
              <a:ext cx="294295" cy="25979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rc735"/>
            <p:cNvSpPr/>
            <p:nvPr/>
          </p:nvSpPr>
          <p:spPr>
            <a:xfrm>
              <a:off x="2637869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rc736"/>
            <p:cNvSpPr/>
            <p:nvPr/>
          </p:nvSpPr>
          <p:spPr>
            <a:xfrm>
              <a:off x="2637869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rc737"/>
            <p:cNvSpPr/>
            <p:nvPr/>
          </p:nvSpPr>
          <p:spPr>
            <a:xfrm>
              <a:off x="2637869" y="45569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rc738"/>
            <p:cNvSpPr/>
            <p:nvPr/>
          </p:nvSpPr>
          <p:spPr>
            <a:xfrm>
              <a:off x="2637869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rc739"/>
            <p:cNvSpPr/>
            <p:nvPr/>
          </p:nvSpPr>
          <p:spPr>
            <a:xfrm>
              <a:off x="2637869" y="4608933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rc740"/>
            <p:cNvSpPr/>
            <p:nvPr/>
          </p:nvSpPr>
          <p:spPr>
            <a:xfrm>
              <a:off x="2637869" y="4634912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rc741"/>
            <p:cNvSpPr/>
            <p:nvPr/>
          </p:nvSpPr>
          <p:spPr>
            <a:xfrm>
              <a:off x="2637869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rc742"/>
            <p:cNvSpPr/>
            <p:nvPr/>
          </p:nvSpPr>
          <p:spPr>
            <a:xfrm>
              <a:off x="2637869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rc743"/>
            <p:cNvSpPr/>
            <p:nvPr/>
          </p:nvSpPr>
          <p:spPr>
            <a:xfrm>
              <a:off x="2637869" y="471285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rc744"/>
            <p:cNvSpPr/>
            <p:nvPr/>
          </p:nvSpPr>
          <p:spPr>
            <a:xfrm>
              <a:off x="2637869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rc745"/>
            <p:cNvSpPr/>
            <p:nvPr/>
          </p:nvSpPr>
          <p:spPr>
            <a:xfrm>
              <a:off x="2637869" y="476480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rc746"/>
            <p:cNvSpPr/>
            <p:nvPr/>
          </p:nvSpPr>
          <p:spPr>
            <a:xfrm>
              <a:off x="2637869" y="479078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rc747"/>
            <p:cNvSpPr/>
            <p:nvPr/>
          </p:nvSpPr>
          <p:spPr>
            <a:xfrm>
              <a:off x="2637869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rc748"/>
            <p:cNvSpPr/>
            <p:nvPr/>
          </p:nvSpPr>
          <p:spPr>
            <a:xfrm>
              <a:off x="2637869" y="4842747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rc749"/>
            <p:cNvSpPr/>
            <p:nvPr/>
          </p:nvSpPr>
          <p:spPr>
            <a:xfrm>
              <a:off x="2637869" y="4868726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rc750"/>
            <p:cNvSpPr/>
            <p:nvPr/>
          </p:nvSpPr>
          <p:spPr>
            <a:xfrm>
              <a:off x="2637869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rc751"/>
            <p:cNvSpPr/>
            <p:nvPr/>
          </p:nvSpPr>
          <p:spPr>
            <a:xfrm>
              <a:off x="2637869" y="492068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rc752"/>
            <p:cNvSpPr/>
            <p:nvPr/>
          </p:nvSpPr>
          <p:spPr>
            <a:xfrm>
              <a:off x="2637869" y="4946664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rc753"/>
            <p:cNvSpPr/>
            <p:nvPr/>
          </p:nvSpPr>
          <p:spPr>
            <a:xfrm>
              <a:off x="2637869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rc754"/>
            <p:cNvSpPr/>
            <p:nvPr/>
          </p:nvSpPr>
          <p:spPr>
            <a:xfrm>
              <a:off x="2637869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rc755"/>
            <p:cNvSpPr/>
            <p:nvPr/>
          </p:nvSpPr>
          <p:spPr>
            <a:xfrm>
              <a:off x="2637869" y="502460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rc756"/>
            <p:cNvSpPr/>
            <p:nvPr/>
          </p:nvSpPr>
          <p:spPr>
            <a:xfrm>
              <a:off x="2637869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rc757"/>
            <p:cNvSpPr/>
            <p:nvPr/>
          </p:nvSpPr>
          <p:spPr>
            <a:xfrm>
              <a:off x="2637869" y="5076561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rc758"/>
            <p:cNvSpPr/>
            <p:nvPr/>
          </p:nvSpPr>
          <p:spPr>
            <a:xfrm>
              <a:off x="2637869" y="510254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rc759"/>
            <p:cNvSpPr/>
            <p:nvPr/>
          </p:nvSpPr>
          <p:spPr>
            <a:xfrm>
              <a:off x="2637869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rc760"/>
            <p:cNvSpPr/>
            <p:nvPr/>
          </p:nvSpPr>
          <p:spPr>
            <a:xfrm>
              <a:off x="2637869" y="515449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rc761"/>
            <p:cNvSpPr/>
            <p:nvPr/>
          </p:nvSpPr>
          <p:spPr>
            <a:xfrm>
              <a:off x="2637869" y="5180478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rc762"/>
            <p:cNvSpPr/>
            <p:nvPr/>
          </p:nvSpPr>
          <p:spPr>
            <a:xfrm>
              <a:off x="2637869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rc763"/>
            <p:cNvSpPr/>
            <p:nvPr/>
          </p:nvSpPr>
          <p:spPr>
            <a:xfrm>
              <a:off x="2637869" y="5232437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rc764"/>
            <p:cNvSpPr/>
            <p:nvPr/>
          </p:nvSpPr>
          <p:spPr>
            <a:xfrm>
              <a:off x="2637869" y="525841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rc765"/>
            <p:cNvSpPr/>
            <p:nvPr/>
          </p:nvSpPr>
          <p:spPr>
            <a:xfrm>
              <a:off x="2637869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rc766"/>
            <p:cNvSpPr/>
            <p:nvPr/>
          </p:nvSpPr>
          <p:spPr>
            <a:xfrm>
              <a:off x="2637869" y="5310375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rc767"/>
            <p:cNvSpPr/>
            <p:nvPr/>
          </p:nvSpPr>
          <p:spPr>
            <a:xfrm>
              <a:off x="2637869" y="533635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rc768"/>
            <p:cNvSpPr/>
            <p:nvPr/>
          </p:nvSpPr>
          <p:spPr>
            <a:xfrm>
              <a:off x="2637869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rc769"/>
            <p:cNvSpPr/>
            <p:nvPr/>
          </p:nvSpPr>
          <p:spPr>
            <a:xfrm>
              <a:off x="2637869" y="538831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rc770"/>
            <p:cNvSpPr/>
            <p:nvPr/>
          </p:nvSpPr>
          <p:spPr>
            <a:xfrm>
              <a:off x="2637869" y="541429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rc771"/>
            <p:cNvSpPr/>
            <p:nvPr/>
          </p:nvSpPr>
          <p:spPr>
            <a:xfrm>
              <a:off x="2637869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rc772"/>
            <p:cNvSpPr/>
            <p:nvPr/>
          </p:nvSpPr>
          <p:spPr>
            <a:xfrm>
              <a:off x="2637869" y="5466251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rc773"/>
            <p:cNvSpPr/>
            <p:nvPr/>
          </p:nvSpPr>
          <p:spPr>
            <a:xfrm>
              <a:off x="2637869" y="5492230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rc774"/>
            <p:cNvSpPr/>
            <p:nvPr/>
          </p:nvSpPr>
          <p:spPr>
            <a:xfrm>
              <a:off x="2637869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rc775"/>
            <p:cNvSpPr/>
            <p:nvPr/>
          </p:nvSpPr>
          <p:spPr>
            <a:xfrm>
              <a:off x="2637869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rc776"/>
            <p:cNvSpPr/>
            <p:nvPr/>
          </p:nvSpPr>
          <p:spPr>
            <a:xfrm>
              <a:off x="2637869" y="5570168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rc777"/>
            <p:cNvSpPr/>
            <p:nvPr/>
          </p:nvSpPr>
          <p:spPr>
            <a:xfrm>
              <a:off x="2637869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rc778"/>
            <p:cNvSpPr/>
            <p:nvPr/>
          </p:nvSpPr>
          <p:spPr>
            <a:xfrm>
              <a:off x="2637869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rc779"/>
            <p:cNvSpPr/>
            <p:nvPr/>
          </p:nvSpPr>
          <p:spPr>
            <a:xfrm>
              <a:off x="2637869" y="5648106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rc780"/>
            <p:cNvSpPr/>
            <p:nvPr/>
          </p:nvSpPr>
          <p:spPr>
            <a:xfrm>
              <a:off x="2637869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rc781"/>
            <p:cNvSpPr/>
            <p:nvPr/>
          </p:nvSpPr>
          <p:spPr>
            <a:xfrm>
              <a:off x="2637869" y="5700065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rc782"/>
            <p:cNvSpPr/>
            <p:nvPr/>
          </p:nvSpPr>
          <p:spPr>
            <a:xfrm>
              <a:off x="2637869" y="5726044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rc783"/>
            <p:cNvSpPr/>
            <p:nvPr/>
          </p:nvSpPr>
          <p:spPr>
            <a:xfrm>
              <a:off x="2637869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rc784"/>
            <p:cNvSpPr/>
            <p:nvPr/>
          </p:nvSpPr>
          <p:spPr>
            <a:xfrm>
              <a:off x="2637869" y="5778003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rc785"/>
            <p:cNvSpPr/>
            <p:nvPr/>
          </p:nvSpPr>
          <p:spPr>
            <a:xfrm>
              <a:off x="2637869" y="580398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rc786"/>
            <p:cNvSpPr/>
            <p:nvPr/>
          </p:nvSpPr>
          <p:spPr>
            <a:xfrm>
              <a:off x="2637869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rc787"/>
            <p:cNvSpPr/>
            <p:nvPr/>
          </p:nvSpPr>
          <p:spPr>
            <a:xfrm>
              <a:off x="2637869" y="5855941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rc788"/>
            <p:cNvSpPr/>
            <p:nvPr/>
          </p:nvSpPr>
          <p:spPr>
            <a:xfrm>
              <a:off x="2637869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rc789"/>
            <p:cNvSpPr/>
            <p:nvPr/>
          </p:nvSpPr>
          <p:spPr>
            <a:xfrm>
              <a:off x="2637869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rc790"/>
            <p:cNvSpPr/>
            <p:nvPr/>
          </p:nvSpPr>
          <p:spPr>
            <a:xfrm>
              <a:off x="2637869" y="5933879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rc791"/>
            <p:cNvSpPr/>
            <p:nvPr/>
          </p:nvSpPr>
          <p:spPr>
            <a:xfrm>
              <a:off x="2637869" y="595985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rc792"/>
            <p:cNvSpPr/>
            <p:nvPr/>
          </p:nvSpPr>
          <p:spPr>
            <a:xfrm>
              <a:off x="2637869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rc793"/>
            <p:cNvSpPr/>
            <p:nvPr/>
          </p:nvSpPr>
          <p:spPr>
            <a:xfrm>
              <a:off x="2637869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rc794"/>
            <p:cNvSpPr/>
            <p:nvPr/>
          </p:nvSpPr>
          <p:spPr>
            <a:xfrm>
              <a:off x="2637869" y="6037796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rc795"/>
            <p:cNvSpPr/>
            <p:nvPr/>
          </p:nvSpPr>
          <p:spPr>
            <a:xfrm>
              <a:off x="2637869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rc796"/>
            <p:cNvSpPr/>
            <p:nvPr/>
          </p:nvSpPr>
          <p:spPr>
            <a:xfrm>
              <a:off x="2637869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rc797"/>
            <p:cNvSpPr/>
            <p:nvPr/>
          </p:nvSpPr>
          <p:spPr>
            <a:xfrm>
              <a:off x="2637869" y="611573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rc798"/>
            <p:cNvSpPr/>
            <p:nvPr/>
          </p:nvSpPr>
          <p:spPr>
            <a:xfrm>
              <a:off x="2637869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rc799"/>
            <p:cNvSpPr/>
            <p:nvPr/>
          </p:nvSpPr>
          <p:spPr>
            <a:xfrm>
              <a:off x="2637869" y="616769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rc800"/>
            <p:cNvSpPr/>
            <p:nvPr/>
          </p:nvSpPr>
          <p:spPr>
            <a:xfrm>
              <a:off x="2637869" y="6193672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rc801"/>
            <p:cNvSpPr/>
            <p:nvPr/>
          </p:nvSpPr>
          <p:spPr>
            <a:xfrm>
              <a:off x="2637869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rc802"/>
            <p:cNvSpPr/>
            <p:nvPr/>
          </p:nvSpPr>
          <p:spPr>
            <a:xfrm>
              <a:off x="2637869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rc803"/>
            <p:cNvSpPr/>
            <p:nvPr/>
          </p:nvSpPr>
          <p:spPr>
            <a:xfrm>
              <a:off x="2637869" y="6271610"/>
              <a:ext cx="294295" cy="25979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rc804"/>
            <p:cNvSpPr/>
            <p:nvPr/>
          </p:nvSpPr>
          <p:spPr>
            <a:xfrm>
              <a:off x="2932165" y="110172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rc805"/>
            <p:cNvSpPr/>
            <p:nvPr/>
          </p:nvSpPr>
          <p:spPr>
            <a:xfrm>
              <a:off x="2932165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rc806"/>
            <p:cNvSpPr/>
            <p:nvPr/>
          </p:nvSpPr>
          <p:spPr>
            <a:xfrm>
              <a:off x="2932165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rc807"/>
            <p:cNvSpPr/>
            <p:nvPr/>
          </p:nvSpPr>
          <p:spPr>
            <a:xfrm>
              <a:off x="2932165" y="1179662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rc808"/>
            <p:cNvSpPr/>
            <p:nvPr/>
          </p:nvSpPr>
          <p:spPr>
            <a:xfrm>
              <a:off x="2932165" y="120564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rc809"/>
            <p:cNvSpPr/>
            <p:nvPr/>
          </p:nvSpPr>
          <p:spPr>
            <a:xfrm>
              <a:off x="2932165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rc810"/>
            <p:cNvSpPr/>
            <p:nvPr/>
          </p:nvSpPr>
          <p:spPr>
            <a:xfrm>
              <a:off x="2932165" y="1257600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rc811"/>
            <p:cNvSpPr/>
            <p:nvPr/>
          </p:nvSpPr>
          <p:spPr>
            <a:xfrm>
              <a:off x="2932165" y="1283580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rc812"/>
            <p:cNvSpPr/>
            <p:nvPr/>
          </p:nvSpPr>
          <p:spPr>
            <a:xfrm>
              <a:off x="2932165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rc813"/>
            <p:cNvSpPr/>
            <p:nvPr/>
          </p:nvSpPr>
          <p:spPr>
            <a:xfrm>
              <a:off x="2932165" y="133553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rc814"/>
            <p:cNvSpPr/>
            <p:nvPr/>
          </p:nvSpPr>
          <p:spPr>
            <a:xfrm>
              <a:off x="2932165" y="1361518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rc815"/>
            <p:cNvSpPr/>
            <p:nvPr/>
          </p:nvSpPr>
          <p:spPr>
            <a:xfrm>
              <a:off x="2932165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rc816"/>
            <p:cNvSpPr/>
            <p:nvPr/>
          </p:nvSpPr>
          <p:spPr>
            <a:xfrm>
              <a:off x="2932165" y="1413476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rc817"/>
            <p:cNvSpPr/>
            <p:nvPr/>
          </p:nvSpPr>
          <p:spPr>
            <a:xfrm>
              <a:off x="2932165" y="14394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rc818"/>
            <p:cNvSpPr/>
            <p:nvPr/>
          </p:nvSpPr>
          <p:spPr>
            <a:xfrm>
              <a:off x="2932165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rc819"/>
            <p:cNvSpPr/>
            <p:nvPr/>
          </p:nvSpPr>
          <p:spPr>
            <a:xfrm>
              <a:off x="2932165" y="1491414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rc820"/>
            <p:cNvSpPr/>
            <p:nvPr/>
          </p:nvSpPr>
          <p:spPr>
            <a:xfrm>
              <a:off x="2932165" y="1517394"/>
              <a:ext cx="294295" cy="25979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rc821"/>
            <p:cNvSpPr/>
            <p:nvPr/>
          </p:nvSpPr>
          <p:spPr>
            <a:xfrm>
              <a:off x="2932165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rc822"/>
            <p:cNvSpPr/>
            <p:nvPr/>
          </p:nvSpPr>
          <p:spPr>
            <a:xfrm>
              <a:off x="2932165" y="156935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rc823"/>
            <p:cNvSpPr/>
            <p:nvPr/>
          </p:nvSpPr>
          <p:spPr>
            <a:xfrm>
              <a:off x="2932165" y="159533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rc824"/>
            <p:cNvSpPr/>
            <p:nvPr/>
          </p:nvSpPr>
          <p:spPr>
            <a:xfrm>
              <a:off x="2932165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rc825"/>
            <p:cNvSpPr/>
            <p:nvPr/>
          </p:nvSpPr>
          <p:spPr>
            <a:xfrm>
              <a:off x="2932165" y="164729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rc826"/>
            <p:cNvSpPr/>
            <p:nvPr/>
          </p:nvSpPr>
          <p:spPr>
            <a:xfrm>
              <a:off x="2932165" y="16732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rc827"/>
            <p:cNvSpPr/>
            <p:nvPr/>
          </p:nvSpPr>
          <p:spPr>
            <a:xfrm>
              <a:off x="2932165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rc828"/>
            <p:cNvSpPr/>
            <p:nvPr/>
          </p:nvSpPr>
          <p:spPr>
            <a:xfrm>
              <a:off x="2932165" y="172522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rc829"/>
            <p:cNvSpPr/>
            <p:nvPr/>
          </p:nvSpPr>
          <p:spPr>
            <a:xfrm>
              <a:off x="2932165" y="1751208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rc830"/>
            <p:cNvSpPr/>
            <p:nvPr/>
          </p:nvSpPr>
          <p:spPr>
            <a:xfrm>
              <a:off x="2932165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2932165" y="180316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rc832"/>
            <p:cNvSpPr/>
            <p:nvPr/>
          </p:nvSpPr>
          <p:spPr>
            <a:xfrm>
              <a:off x="2932165" y="1829146"/>
              <a:ext cx="294295" cy="25979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rc833"/>
            <p:cNvSpPr/>
            <p:nvPr/>
          </p:nvSpPr>
          <p:spPr>
            <a:xfrm>
              <a:off x="2932165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rc834"/>
            <p:cNvSpPr/>
            <p:nvPr/>
          </p:nvSpPr>
          <p:spPr>
            <a:xfrm>
              <a:off x="2932165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rc835"/>
            <p:cNvSpPr/>
            <p:nvPr/>
          </p:nvSpPr>
          <p:spPr>
            <a:xfrm>
              <a:off x="2932165" y="1907084"/>
              <a:ext cx="294295" cy="25979"/>
            </a:xfrm>
            <a:prstGeom prst="rect">
              <a:avLst/>
            </a:prstGeom>
            <a:solidFill>
              <a:srgbClr val="FFB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rc836"/>
            <p:cNvSpPr/>
            <p:nvPr/>
          </p:nvSpPr>
          <p:spPr>
            <a:xfrm>
              <a:off x="2932165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rc837"/>
            <p:cNvSpPr/>
            <p:nvPr/>
          </p:nvSpPr>
          <p:spPr>
            <a:xfrm>
              <a:off x="2932165" y="1959042"/>
              <a:ext cx="294295" cy="25979"/>
            </a:xfrm>
            <a:prstGeom prst="rect">
              <a:avLst/>
            </a:prstGeom>
            <a:solidFill>
              <a:srgbClr val="FFB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rc838"/>
            <p:cNvSpPr/>
            <p:nvPr/>
          </p:nvSpPr>
          <p:spPr>
            <a:xfrm>
              <a:off x="2932165" y="1985021"/>
              <a:ext cx="294295" cy="25979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rc839"/>
            <p:cNvSpPr/>
            <p:nvPr/>
          </p:nvSpPr>
          <p:spPr>
            <a:xfrm>
              <a:off x="2932165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rc840"/>
            <p:cNvSpPr/>
            <p:nvPr/>
          </p:nvSpPr>
          <p:spPr>
            <a:xfrm>
              <a:off x="2932165" y="2036980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rc841"/>
            <p:cNvSpPr/>
            <p:nvPr/>
          </p:nvSpPr>
          <p:spPr>
            <a:xfrm>
              <a:off x="2932165" y="2062959"/>
              <a:ext cx="294295" cy="25979"/>
            </a:xfrm>
            <a:prstGeom prst="rect">
              <a:avLst/>
            </a:prstGeom>
            <a:solidFill>
              <a:srgbClr val="FFC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rc842"/>
            <p:cNvSpPr/>
            <p:nvPr/>
          </p:nvSpPr>
          <p:spPr>
            <a:xfrm>
              <a:off x="2932165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rc843"/>
            <p:cNvSpPr/>
            <p:nvPr/>
          </p:nvSpPr>
          <p:spPr>
            <a:xfrm>
              <a:off x="2932165" y="211491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rc844"/>
            <p:cNvSpPr/>
            <p:nvPr/>
          </p:nvSpPr>
          <p:spPr>
            <a:xfrm>
              <a:off x="2932165" y="214089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rc845"/>
            <p:cNvSpPr/>
            <p:nvPr/>
          </p:nvSpPr>
          <p:spPr>
            <a:xfrm>
              <a:off x="2932165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rc846"/>
            <p:cNvSpPr/>
            <p:nvPr/>
          </p:nvSpPr>
          <p:spPr>
            <a:xfrm>
              <a:off x="2932165" y="21928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rc847"/>
            <p:cNvSpPr/>
            <p:nvPr/>
          </p:nvSpPr>
          <p:spPr>
            <a:xfrm>
              <a:off x="2932165" y="2218835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rc848"/>
            <p:cNvSpPr/>
            <p:nvPr/>
          </p:nvSpPr>
          <p:spPr>
            <a:xfrm>
              <a:off x="2932165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rc849"/>
            <p:cNvSpPr/>
            <p:nvPr/>
          </p:nvSpPr>
          <p:spPr>
            <a:xfrm>
              <a:off x="2932165" y="2270794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rc850"/>
            <p:cNvSpPr/>
            <p:nvPr/>
          </p:nvSpPr>
          <p:spPr>
            <a:xfrm>
              <a:off x="2932165" y="229677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rc851"/>
            <p:cNvSpPr/>
            <p:nvPr/>
          </p:nvSpPr>
          <p:spPr>
            <a:xfrm>
              <a:off x="2932165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rc852"/>
            <p:cNvSpPr/>
            <p:nvPr/>
          </p:nvSpPr>
          <p:spPr>
            <a:xfrm>
              <a:off x="2932165" y="234873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2932165" y="237471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rc854"/>
            <p:cNvSpPr/>
            <p:nvPr/>
          </p:nvSpPr>
          <p:spPr>
            <a:xfrm>
              <a:off x="2932165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rc855"/>
            <p:cNvSpPr/>
            <p:nvPr/>
          </p:nvSpPr>
          <p:spPr>
            <a:xfrm>
              <a:off x="2932165" y="24266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rc856"/>
            <p:cNvSpPr/>
            <p:nvPr/>
          </p:nvSpPr>
          <p:spPr>
            <a:xfrm>
              <a:off x="2932165" y="2452649"/>
              <a:ext cx="294295" cy="25979"/>
            </a:xfrm>
            <a:prstGeom prst="rect">
              <a:avLst/>
            </a:prstGeom>
            <a:solidFill>
              <a:srgbClr val="FF6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rc857"/>
            <p:cNvSpPr/>
            <p:nvPr/>
          </p:nvSpPr>
          <p:spPr>
            <a:xfrm>
              <a:off x="2932165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rc858"/>
            <p:cNvSpPr/>
            <p:nvPr/>
          </p:nvSpPr>
          <p:spPr>
            <a:xfrm>
              <a:off x="2932165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rc859"/>
            <p:cNvSpPr/>
            <p:nvPr/>
          </p:nvSpPr>
          <p:spPr>
            <a:xfrm>
              <a:off x="2932165" y="253058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rc860"/>
            <p:cNvSpPr/>
            <p:nvPr/>
          </p:nvSpPr>
          <p:spPr>
            <a:xfrm>
              <a:off x="2932165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rc861"/>
            <p:cNvSpPr/>
            <p:nvPr/>
          </p:nvSpPr>
          <p:spPr>
            <a:xfrm>
              <a:off x="2932165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rc862"/>
            <p:cNvSpPr/>
            <p:nvPr/>
          </p:nvSpPr>
          <p:spPr>
            <a:xfrm>
              <a:off x="2932165" y="2608525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rc863"/>
            <p:cNvSpPr/>
            <p:nvPr/>
          </p:nvSpPr>
          <p:spPr>
            <a:xfrm>
              <a:off x="2932165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rc864"/>
            <p:cNvSpPr/>
            <p:nvPr/>
          </p:nvSpPr>
          <p:spPr>
            <a:xfrm>
              <a:off x="2932165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rc865"/>
            <p:cNvSpPr/>
            <p:nvPr/>
          </p:nvSpPr>
          <p:spPr>
            <a:xfrm>
              <a:off x="2932165" y="2686463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rc866"/>
            <p:cNvSpPr/>
            <p:nvPr/>
          </p:nvSpPr>
          <p:spPr>
            <a:xfrm>
              <a:off x="2932165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rc867"/>
            <p:cNvSpPr/>
            <p:nvPr/>
          </p:nvSpPr>
          <p:spPr>
            <a:xfrm>
              <a:off x="2932165" y="2738422"/>
              <a:ext cx="294295" cy="25979"/>
            </a:xfrm>
            <a:prstGeom prst="rect">
              <a:avLst/>
            </a:prstGeom>
            <a:solidFill>
              <a:srgbClr val="FF7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rc868"/>
            <p:cNvSpPr/>
            <p:nvPr/>
          </p:nvSpPr>
          <p:spPr>
            <a:xfrm>
              <a:off x="2932165" y="2764401"/>
              <a:ext cx="294295" cy="25979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rc869"/>
            <p:cNvSpPr/>
            <p:nvPr/>
          </p:nvSpPr>
          <p:spPr>
            <a:xfrm>
              <a:off x="2932165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rc870"/>
            <p:cNvSpPr/>
            <p:nvPr/>
          </p:nvSpPr>
          <p:spPr>
            <a:xfrm>
              <a:off x="2932165" y="2816360"/>
              <a:ext cx="294295" cy="25979"/>
            </a:xfrm>
            <a:prstGeom prst="rect">
              <a:avLst/>
            </a:prstGeom>
            <a:solidFill>
              <a:srgbClr val="FF4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rc871"/>
            <p:cNvSpPr/>
            <p:nvPr/>
          </p:nvSpPr>
          <p:spPr>
            <a:xfrm>
              <a:off x="2932165" y="2842339"/>
              <a:ext cx="294295" cy="25979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rc872"/>
            <p:cNvSpPr/>
            <p:nvPr/>
          </p:nvSpPr>
          <p:spPr>
            <a:xfrm>
              <a:off x="2932165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rc873"/>
            <p:cNvSpPr/>
            <p:nvPr/>
          </p:nvSpPr>
          <p:spPr>
            <a:xfrm>
              <a:off x="2932165" y="289429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rc874"/>
            <p:cNvSpPr/>
            <p:nvPr/>
          </p:nvSpPr>
          <p:spPr>
            <a:xfrm>
              <a:off x="2932165" y="2920277"/>
              <a:ext cx="294295" cy="25979"/>
            </a:xfrm>
            <a:prstGeom prst="rect">
              <a:avLst/>
            </a:prstGeom>
            <a:solidFill>
              <a:srgbClr val="FF1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rc875"/>
            <p:cNvSpPr/>
            <p:nvPr/>
          </p:nvSpPr>
          <p:spPr>
            <a:xfrm>
              <a:off x="2932165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rc876"/>
            <p:cNvSpPr/>
            <p:nvPr/>
          </p:nvSpPr>
          <p:spPr>
            <a:xfrm>
              <a:off x="2932165" y="297223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rc877"/>
            <p:cNvSpPr/>
            <p:nvPr/>
          </p:nvSpPr>
          <p:spPr>
            <a:xfrm>
              <a:off x="2932165" y="2998215"/>
              <a:ext cx="294295" cy="25979"/>
            </a:xfrm>
            <a:prstGeom prst="rect">
              <a:avLst/>
            </a:prstGeom>
            <a:solidFill>
              <a:srgbClr val="FF4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rc878"/>
            <p:cNvSpPr/>
            <p:nvPr/>
          </p:nvSpPr>
          <p:spPr>
            <a:xfrm>
              <a:off x="2932165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rc879"/>
            <p:cNvSpPr/>
            <p:nvPr/>
          </p:nvSpPr>
          <p:spPr>
            <a:xfrm>
              <a:off x="2932165" y="30501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rc880"/>
            <p:cNvSpPr/>
            <p:nvPr/>
          </p:nvSpPr>
          <p:spPr>
            <a:xfrm>
              <a:off x="2932165" y="3076153"/>
              <a:ext cx="294295" cy="25979"/>
            </a:xfrm>
            <a:prstGeom prst="rect">
              <a:avLst/>
            </a:prstGeom>
            <a:solidFill>
              <a:srgbClr val="FF5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rc881"/>
            <p:cNvSpPr/>
            <p:nvPr/>
          </p:nvSpPr>
          <p:spPr>
            <a:xfrm>
              <a:off x="2932165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rc882"/>
            <p:cNvSpPr/>
            <p:nvPr/>
          </p:nvSpPr>
          <p:spPr>
            <a:xfrm>
              <a:off x="2932165" y="3128112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rc883"/>
            <p:cNvSpPr/>
            <p:nvPr/>
          </p:nvSpPr>
          <p:spPr>
            <a:xfrm>
              <a:off x="2932165" y="3154091"/>
              <a:ext cx="294295" cy="25979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rc884"/>
            <p:cNvSpPr/>
            <p:nvPr/>
          </p:nvSpPr>
          <p:spPr>
            <a:xfrm>
              <a:off x="2932165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rc885"/>
            <p:cNvSpPr/>
            <p:nvPr/>
          </p:nvSpPr>
          <p:spPr>
            <a:xfrm>
              <a:off x="2932165" y="320605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2932165" y="3232029"/>
              <a:ext cx="294295" cy="25979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2932165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rc888"/>
            <p:cNvSpPr/>
            <p:nvPr/>
          </p:nvSpPr>
          <p:spPr>
            <a:xfrm>
              <a:off x="2932165" y="328398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rc889"/>
            <p:cNvSpPr/>
            <p:nvPr/>
          </p:nvSpPr>
          <p:spPr>
            <a:xfrm>
              <a:off x="2932165" y="3309967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rc890"/>
            <p:cNvSpPr/>
            <p:nvPr/>
          </p:nvSpPr>
          <p:spPr>
            <a:xfrm>
              <a:off x="2932165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rc891"/>
            <p:cNvSpPr/>
            <p:nvPr/>
          </p:nvSpPr>
          <p:spPr>
            <a:xfrm>
              <a:off x="2932165" y="3361926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rc892"/>
            <p:cNvSpPr/>
            <p:nvPr/>
          </p:nvSpPr>
          <p:spPr>
            <a:xfrm>
              <a:off x="2932165" y="3387905"/>
              <a:ext cx="294295" cy="25979"/>
            </a:xfrm>
            <a:prstGeom prst="rect">
              <a:avLst/>
            </a:prstGeom>
            <a:solidFill>
              <a:srgbClr val="FFC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rc893"/>
            <p:cNvSpPr/>
            <p:nvPr/>
          </p:nvSpPr>
          <p:spPr>
            <a:xfrm>
              <a:off x="2932165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rc894"/>
            <p:cNvSpPr/>
            <p:nvPr/>
          </p:nvSpPr>
          <p:spPr>
            <a:xfrm>
              <a:off x="2932165" y="3439864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rc895"/>
            <p:cNvSpPr/>
            <p:nvPr/>
          </p:nvSpPr>
          <p:spPr>
            <a:xfrm>
              <a:off x="2932165" y="3465843"/>
              <a:ext cx="294295" cy="25979"/>
            </a:xfrm>
            <a:prstGeom prst="rect">
              <a:avLst/>
            </a:prstGeom>
            <a:solidFill>
              <a:srgbClr val="FF9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rc896"/>
            <p:cNvSpPr/>
            <p:nvPr/>
          </p:nvSpPr>
          <p:spPr>
            <a:xfrm>
              <a:off x="2932165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rc897"/>
            <p:cNvSpPr/>
            <p:nvPr/>
          </p:nvSpPr>
          <p:spPr>
            <a:xfrm>
              <a:off x="2932165" y="35178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rc898"/>
            <p:cNvSpPr/>
            <p:nvPr/>
          </p:nvSpPr>
          <p:spPr>
            <a:xfrm>
              <a:off x="2932165" y="3543781"/>
              <a:ext cx="294295" cy="25979"/>
            </a:xfrm>
            <a:prstGeom prst="rect">
              <a:avLst/>
            </a:prstGeom>
            <a:solidFill>
              <a:srgbClr val="FF9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rc899"/>
            <p:cNvSpPr/>
            <p:nvPr/>
          </p:nvSpPr>
          <p:spPr>
            <a:xfrm>
              <a:off x="2932165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rc900"/>
            <p:cNvSpPr/>
            <p:nvPr/>
          </p:nvSpPr>
          <p:spPr>
            <a:xfrm>
              <a:off x="2932165" y="3595740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rc901"/>
            <p:cNvSpPr/>
            <p:nvPr/>
          </p:nvSpPr>
          <p:spPr>
            <a:xfrm>
              <a:off x="2932165" y="3621719"/>
              <a:ext cx="294295" cy="25979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rc902"/>
            <p:cNvSpPr/>
            <p:nvPr/>
          </p:nvSpPr>
          <p:spPr>
            <a:xfrm>
              <a:off x="2932165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rc903"/>
            <p:cNvSpPr/>
            <p:nvPr/>
          </p:nvSpPr>
          <p:spPr>
            <a:xfrm>
              <a:off x="2932165" y="3673677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rc904"/>
            <p:cNvSpPr/>
            <p:nvPr/>
          </p:nvSpPr>
          <p:spPr>
            <a:xfrm>
              <a:off x="2932165" y="3699657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rc905"/>
            <p:cNvSpPr/>
            <p:nvPr/>
          </p:nvSpPr>
          <p:spPr>
            <a:xfrm>
              <a:off x="2932165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rc906"/>
            <p:cNvSpPr/>
            <p:nvPr/>
          </p:nvSpPr>
          <p:spPr>
            <a:xfrm>
              <a:off x="2932165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rc907"/>
            <p:cNvSpPr/>
            <p:nvPr/>
          </p:nvSpPr>
          <p:spPr>
            <a:xfrm>
              <a:off x="2932165" y="3777595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rc908"/>
            <p:cNvSpPr/>
            <p:nvPr/>
          </p:nvSpPr>
          <p:spPr>
            <a:xfrm>
              <a:off x="2932165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rc909"/>
            <p:cNvSpPr/>
            <p:nvPr/>
          </p:nvSpPr>
          <p:spPr>
            <a:xfrm>
              <a:off x="2932165" y="38295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rc910"/>
            <p:cNvSpPr/>
            <p:nvPr/>
          </p:nvSpPr>
          <p:spPr>
            <a:xfrm>
              <a:off x="2932165" y="3855533"/>
              <a:ext cx="294295" cy="25979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rc911"/>
            <p:cNvSpPr/>
            <p:nvPr/>
          </p:nvSpPr>
          <p:spPr>
            <a:xfrm>
              <a:off x="2932165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rc912"/>
            <p:cNvSpPr/>
            <p:nvPr/>
          </p:nvSpPr>
          <p:spPr>
            <a:xfrm>
              <a:off x="2932165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rc913"/>
            <p:cNvSpPr/>
            <p:nvPr/>
          </p:nvSpPr>
          <p:spPr>
            <a:xfrm>
              <a:off x="2932165" y="3933471"/>
              <a:ext cx="294295" cy="25979"/>
            </a:xfrm>
            <a:prstGeom prst="rect">
              <a:avLst/>
            </a:prstGeom>
            <a:solidFill>
              <a:srgbClr val="FF9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rc914"/>
            <p:cNvSpPr/>
            <p:nvPr/>
          </p:nvSpPr>
          <p:spPr>
            <a:xfrm>
              <a:off x="2932165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rc915"/>
            <p:cNvSpPr/>
            <p:nvPr/>
          </p:nvSpPr>
          <p:spPr>
            <a:xfrm>
              <a:off x="2932165" y="39854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rc916"/>
            <p:cNvSpPr/>
            <p:nvPr/>
          </p:nvSpPr>
          <p:spPr>
            <a:xfrm>
              <a:off x="2932165" y="4011409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rc917"/>
            <p:cNvSpPr/>
            <p:nvPr/>
          </p:nvSpPr>
          <p:spPr>
            <a:xfrm>
              <a:off x="2932165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rc918"/>
            <p:cNvSpPr/>
            <p:nvPr/>
          </p:nvSpPr>
          <p:spPr>
            <a:xfrm>
              <a:off x="2932165" y="406336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rc919"/>
            <p:cNvSpPr/>
            <p:nvPr/>
          </p:nvSpPr>
          <p:spPr>
            <a:xfrm>
              <a:off x="2932165" y="4089347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rc920"/>
            <p:cNvSpPr/>
            <p:nvPr/>
          </p:nvSpPr>
          <p:spPr>
            <a:xfrm>
              <a:off x="2932165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rc921"/>
            <p:cNvSpPr/>
            <p:nvPr/>
          </p:nvSpPr>
          <p:spPr>
            <a:xfrm>
              <a:off x="2932165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rc922"/>
            <p:cNvSpPr/>
            <p:nvPr/>
          </p:nvSpPr>
          <p:spPr>
            <a:xfrm>
              <a:off x="2932165" y="4167285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rc923"/>
            <p:cNvSpPr/>
            <p:nvPr/>
          </p:nvSpPr>
          <p:spPr>
            <a:xfrm>
              <a:off x="2932165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rc924"/>
            <p:cNvSpPr/>
            <p:nvPr/>
          </p:nvSpPr>
          <p:spPr>
            <a:xfrm>
              <a:off x="2932165" y="42192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rc925"/>
            <p:cNvSpPr/>
            <p:nvPr/>
          </p:nvSpPr>
          <p:spPr>
            <a:xfrm>
              <a:off x="2932165" y="4245223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rc926"/>
            <p:cNvSpPr/>
            <p:nvPr/>
          </p:nvSpPr>
          <p:spPr>
            <a:xfrm>
              <a:off x="2932165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rc927"/>
            <p:cNvSpPr/>
            <p:nvPr/>
          </p:nvSpPr>
          <p:spPr>
            <a:xfrm>
              <a:off x="2932165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rc928"/>
            <p:cNvSpPr/>
            <p:nvPr/>
          </p:nvSpPr>
          <p:spPr>
            <a:xfrm>
              <a:off x="2932165" y="4323161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rc929"/>
            <p:cNvSpPr/>
            <p:nvPr/>
          </p:nvSpPr>
          <p:spPr>
            <a:xfrm>
              <a:off x="2932165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rc930"/>
            <p:cNvSpPr/>
            <p:nvPr/>
          </p:nvSpPr>
          <p:spPr>
            <a:xfrm>
              <a:off x="2932165" y="43751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rc931"/>
            <p:cNvSpPr/>
            <p:nvPr/>
          </p:nvSpPr>
          <p:spPr>
            <a:xfrm>
              <a:off x="2932165" y="44010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rc932"/>
            <p:cNvSpPr/>
            <p:nvPr/>
          </p:nvSpPr>
          <p:spPr>
            <a:xfrm>
              <a:off x="2932165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rc933"/>
            <p:cNvSpPr/>
            <p:nvPr/>
          </p:nvSpPr>
          <p:spPr>
            <a:xfrm>
              <a:off x="2932165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rc934"/>
            <p:cNvSpPr/>
            <p:nvPr/>
          </p:nvSpPr>
          <p:spPr>
            <a:xfrm>
              <a:off x="2932165" y="447903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rc935"/>
            <p:cNvSpPr/>
            <p:nvPr/>
          </p:nvSpPr>
          <p:spPr>
            <a:xfrm>
              <a:off x="2932165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rc936"/>
            <p:cNvSpPr/>
            <p:nvPr/>
          </p:nvSpPr>
          <p:spPr>
            <a:xfrm>
              <a:off x="2932165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rc937"/>
            <p:cNvSpPr/>
            <p:nvPr/>
          </p:nvSpPr>
          <p:spPr>
            <a:xfrm>
              <a:off x="2932165" y="4556974"/>
              <a:ext cx="294295" cy="25979"/>
            </a:xfrm>
            <a:prstGeom prst="rect">
              <a:avLst/>
            </a:prstGeom>
            <a:solidFill>
              <a:srgbClr val="FF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rc938"/>
            <p:cNvSpPr/>
            <p:nvPr/>
          </p:nvSpPr>
          <p:spPr>
            <a:xfrm>
              <a:off x="2932165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rc939"/>
            <p:cNvSpPr/>
            <p:nvPr/>
          </p:nvSpPr>
          <p:spPr>
            <a:xfrm>
              <a:off x="2932165" y="460893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rc940"/>
            <p:cNvSpPr/>
            <p:nvPr/>
          </p:nvSpPr>
          <p:spPr>
            <a:xfrm>
              <a:off x="2932165" y="463491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rc941"/>
            <p:cNvSpPr/>
            <p:nvPr/>
          </p:nvSpPr>
          <p:spPr>
            <a:xfrm>
              <a:off x="2932165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rc942"/>
            <p:cNvSpPr/>
            <p:nvPr/>
          </p:nvSpPr>
          <p:spPr>
            <a:xfrm>
              <a:off x="2932165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rc943"/>
            <p:cNvSpPr/>
            <p:nvPr/>
          </p:nvSpPr>
          <p:spPr>
            <a:xfrm>
              <a:off x="2932165" y="4712850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rc944"/>
            <p:cNvSpPr/>
            <p:nvPr/>
          </p:nvSpPr>
          <p:spPr>
            <a:xfrm>
              <a:off x="2932165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rc945"/>
            <p:cNvSpPr/>
            <p:nvPr/>
          </p:nvSpPr>
          <p:spPr>
            <a:xfrm>
              <a:off x="2932165" y="476480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rc946"/>
            <p:cNvSpPr/>
            <p:nvPr/>
          </p:nvSpPr>
          <p:spPr>
            <a:xfrm>
              <a:off x="2932165" y="4790788"/>
              <a:ext cx="294295" cy="25979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rc947"/>
            <p:cNvSpPr/>
            <p:nvPr/>
          </p:nvSpPr>
          <p:spPr>
            <a:xfrm>
              <a:off x="2932165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rc948"/>
            <p:cNvSpPr/>
            <p:nvPr/>
          </p:nvSpPr>
          <p:spPr>
            <a:xfrm>
              <a:off x="2932165" y="4842747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rc949"/>
            <p:cNvSpPr/>
            <p:nvPr/>
          </p:nvSpPr>
          <p:spPr>
            <a:xfrm>
              <a:off x="2932165" y="48687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rc950"/>
            <p:cNvSpPr/>
            <p:nvPr/>
          </p:nvSpPr>
          <p:spPr>
            <a:xfrm>
              <a:off x="2932165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rc951"/>
            <p:cNvSpPr/>
            <p:nvPr/>
          </p:nvSpPr>
          <p:spPr>
            <a:xfrm>
              <a:off x="2932165" y="492068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rc952"/>
            <p:cNvSpPr/>
            <p:nvPr/>
          </p:nvSpPr>
          <p:spPr>
            <a:xfrm>
              <a:off x="2932165" y="4946664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rc953"/>
            <p:cNvSpPr/>
            <p:nvPr/>
          </p:nvSpPr>
          <p:spPr>
            <a:xfrm>
              <a:off x="2932165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rc954"/>
            <p:cNvSpPr/>
            <p:nvPr/>
          </p:nvSpPr>
          <p:spPr>
            <a:xfrm>
              <a:off x="2932165" y="4998623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rc955"/>
            <p:cNvSpPr/>
            <p:nvPr/>
          </p:nvSpPr>
          <p:spPr>
            <a:xfrm>
              <a:off x="2932165" y="502460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rc956"/>
            <p:cNvSpPr/>
            <p:nvPr/>
          </p:nvSpPr>
          <p:spPr>
            <a:xfrm>
              <a:off x="2932165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rc957"/>
            <p:cNvSpPr/>
            <p:nvPr/>
          </p:nvSpPr>
          <p:spPr>
            <a:xfrm>
              <a:off x="2932165" y="507656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rc958"/>
            <p:cNvSpPr/>
            <p:nvPr/>
          </p:nvSpPr>
          <p:spPr>
            <a:xfrm>
              <a:off x="2932165" y="5102540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rc959"/>
            <p:cNvSpPr/>
            <p:nvPr/>
          </p:nvSpPr>
          <p:spPr>
            <a:xfrm>
              <a:off x="2932165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rc960"/>
            <p:cNvSpPr/>
            <p:nvPr/>
          </p:nvSpPr>
          <p:spPr>
            <a:xfrm>
              <a:off x="2932165" y="51544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1"/>
            <p:cNvSpPr/>
            <p:nvPr/>
          </p:nvSpPr>
          <p:spPr>
            <a:xfrm>
              <a:off x="2932165" y="518047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2"/>
            <p:cNvSpPr/>
            <p:nvPr/>
          </p:nvSpPr>
          <p:spPr>
            <a:xfrm>
              <a:off x="2932165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rc963"/>
            <p:cNvSpPr/>
            <p:nvPr/>
          </p:nvSpPr>
          <p:spPr>
            <a:xfrm>
              <a:off x="2932165" y="523243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rc964"/>
            <p:cNvSpPr/>
            <p:nvPr/>
          </p:nvSpPr>
          <p:spPr>
            <a:xfrm>
              <a:off x="2932165" y="5258416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rc965"/>
            <p:cNvSpPr/>
            <p:nvPr/>
          </p:nvSpPr>
          <p:spPr>
            <a:xfrm>
              <a:off x="2932165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rc966"/>
            <p:cNvSpPr/>
            <p:nvPr/>
          </p:nvSpPr>
          <p:spPr>
            <a:xfrm>
              <a:off x="2932165" y="5310375"/>
              <a:ext cx="294295" cy="25979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rc967"/>
            <p:cNvSpPr/>
            <p:nvPr/>
          </p:nvSpPr>
          <p:spPr>
            <a:xfrm>
              <a:off x="2932165" y="5336354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rc968"/>
            <p:cNvSpPr/>
            <p:nvPr/>
          </p:nvSpPr>
          <p:spPr>
            <a:xfrm>
              <a:off x="2932165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rc969"/>
            <p:cNvSpPr/>
            <p:nvPr/>
          </p:nvSpPr>
          <p:spPr>
            <a:xfrm>
              <a:off x="2932165" y="5388313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rc970"/>
            <p:cNvSpPr/>
            <p:nvPr/>
          </p:nvSpPr>
          <p:spPr>
            <a:xfrm>
              <a:off x="2932165" y="5414292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2932165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rc972"/>
            <p:cNvSpPr/>
            <p:nvPr/>
          </p:nvSpPr>
          <p:spPr>
            <a:xfrm>
              <a:off x="2932165" y="546625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rc973"/>
            <p:cNvSpPr/>
            <p:nvPr/>
          </p:nvSpPr>
          <p:spPr>
            <a:xfrm>
              <a:off x="2932165" y="54922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rc974"/>
            <p:cNvSpPr/>
            <p:nvPr/>
          </p:nvSpPr>
          <p:spPr>
            <a:xfrm>
              <a:off x="2932165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2932165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rc976"/>
            <p:cNvSpPr/>
            <p:nvPr/>
          </p:nvSpPr>
          <p:spPr>
            <a:xfrm>
              <a:off x="2932165" y="5570168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rc977"/>
            <p:cNvSpPr/>
            <p:nvPr/>
          </p:nvSpPr>
          <p:spPr>
            <a:xfrm>
              <a:off x="2932165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2932165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rc979"/>
            <p:cNvSpPr/>
            <p:nvPr/>
          </p:nvSpPr>
          <p:spPr>
            <a:xfrm>
              <a:off x="2932165" y="5648106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rc980"/>
            <p:cNvSpPr/>
            <p:nvPr/>
          </p:nvSpPr>
          <p:spPr>
            <a:xfrm>
              <a:off x="2932165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rc981"/>
            <p:cNvSpPr/>
            <p:nvPr/>
          </p:nvSpPr>
          <p:spPr>
            <a:xfrm>
              <a:off x="2932165" y="570006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rc982"/>
            <p:cNvSpPr/>
            <p:nvPr/>
          </p:nvSpPr>
          <p:spPr>
            <a:xfrm>
              <a:off x="2932165" y="572604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rc983"/>
            <p:cNvSpPr/>
            <p:nvPr/>
          </p:nvSpPr>
          <p:spPr>
            <a:xfrm>
              <a:off x="2932165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rc984"/>
            <p:cNvSpPr/>
            <p:nvPr/>
          </p:nvSpPr>
          <p:spPr>
            <a:xfrm>
              <a:off x="2932165" y="5778003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2932165" y="580398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rc986"/>
            <p:cNvSpPr/>
            <p:nvPr/>
          </p:nvSpPr>
          <p:spPr>
            <a:xfrm>
              <a:off x="2932165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rc987"/>
            <p:cNvSpPr/>
            <p:nvPr/>
          </p:nvSpPr>
          <p:spPr>
            <a:xfrm>
              <a:off x="2932165" y="585594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2932165" y="5881920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rc989"/>
            <p:cNvSpPr/>
            <p:nvPr/>
          </p:nvSpPr>
          <p:spPr>
            <a:xfrm>
              <a:off x="2932165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rc990"/>
            <p:cNvSpPr/>
            <p:nvPr/>
          </p:nvSpPr>
          <p:spPr>
            <a:xfrm>
              <a:off x="2932165" y="593387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2932165" y="5959858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rc992"/>
            <p:cNvSpPr/>
            <p:nvPr/>
          </p:nvSpPr>
          <p:spPr>
            <a:xfrm>
              <a:off x="2932165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rc993"/>
            <p:cNvSpPr/>
            <p:nvPr/>
          </p:nvSpPr>
          <p:spPr>
            <a:xfrm>
              <a:off x="2932165" y="601181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rc994"/>
            <p:cNvSpPr/>
            <p:nvPr/>
          </p:nvSpPr>
          <p:spPr>
            <a:xfrm>
              <a:off x="2932165" y="6037796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rc995"/>
            <p:cNvSpPr/>
            <p:nvPr/>
          </p:nvSpPr>
          <p:spPr>
            <a:xfrm>
              <a:off x="2932165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rc996"/>
            <p:cNvSpPr/>
            <p:nvPr/>
          </p:nvSpPr>
          <p:spPr>
            <a:xfrm>
              <a:off x="2932165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rc997"/>
            <p:cNvSpPr/>
            <p:nvPr/>
          </p:nvSpPr>
          <p:spPr>
            <a:xfrm>
              <a:off x="2932165" y="6115734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rc998"/>
            <p:cNvSpPr/>
            <p:nvPr/>
          </p:nvSpPr>
          <p:spPr>
            <a:xfrm>
              <a:off x="2932165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rc999"/>
            <p:cNvSpPr/>
            <p:nvPr/>
          </p:nvSpPr>
          <p:spPr>
            <a:xfrm>
              <a:off x="2932165" y="616769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rc1000"/>
            <p:cNvSpPr/>
            <p:nvPr/>
          </p:nvSpPr>
          <p:spPr>
            <a:xfrm>
              <a:off x="2932165" y="619367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rc1001"/>
            <p:cNvSpPr/>
            <p:nvPr/>
          </p:nvSpPr>
          <p:spPr>
            <a:xfrm>
              <a:off x="2932165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rc1002"/>
            <p:cNvSpPr/>
            <p:nvPr/>
          </p:nvSpPr>
          <p:spPr>
            <a:xfrm>
              <a:off x="2932165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rc1003"/>
            <p:cNvSpPr/>
            <p:nvPr/>
          </p:nvSpPr>
          <p:spPr>
            <a:xfrm>
              <a:off x="2932165" y="6271610"/>
              <a:ext cx="294295" cy="25979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rc1004"/>
            <p:cNvSpPr/>
            <p:nvPr/>
          </p:nvSpPr>
          <p:spPr>
            <a:xfrm>
              <a:off x="3226461" y="110172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rc1005"/>
            <p:cNvSpPr/>
            <p:nvPr/>
          </p:nvSpPr>
          <p:spPr>
            <a:xfrm>
              <a:off x="3226461" y="1127704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rc1006"/>
            <p:cNvSpPr/>
            <p:nvPr/>
          </p:nvSpPr>
          <p:spPr>
            <a:xfrm>
              <a:off x="3226461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rc1007"/>
            <p:cNvSpPr/>
            <p:nvPr/>
          </p:nvSpPr>
          <p:spPr>
            <a:xfrm>
              <a:off x="3226461" y="117966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rc1008"/>
            <p:cNvSpPr/>
            <p:nvPr/>
          </p:nvSpPr>
          <p:spPr>
            <a:xfrm>
              <a:off x="3226461" y="1205642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rc1009"/>
            <p:cNvSpPr/>
            <p:nvPr/>
          </p:nvSpPr>
          <p:spPr>
            <a:xfrm>
              <a:off x="3226461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rc1010"/>
            <p:cNvSpPr/>
            <p:nvPr/>
          </p:nvSpPr>
          <p:spPr>
            <a:xfrm>
              <a:off x="3226461" y="125760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rc1011"/>
            <p:cNvSpPr/>
            <p:nvPr/>
          </p:nvSpPr>
          <p:spPr>
            <a:xfrm>
              <a:off x="3226461" y="12835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rc1012"/>
            <p:cNvSpPr/>
            <p:nvPr/>
          </p:nvSpPr>
          <p:spPr>
            <a:xfrm>
              <a:off x="3226461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rc1013"/>
            <p:cNvSpPr/>
            <p:nvPr/>
          </p:nvSpPr>
          <p:spPr>
            <a:xfrm>
              <a:off x="3226461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rc1014"/>
            <p:cNvSpPr/>
            <p:nvPr/>
          </p:nvSpPr>
          <p:spPr>
            <a:xfrm>
              <a:off x="3226461" y="136151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rc1015"/>
            <p:cNvSpPr/>
            <p:nvPr/>
          </p:nvSpPr>
          <p:spPr>
            <a:xfrm>
              <a:off x="3226461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rc1016"/>
            <p:cNvSpPr/>
            <p:nvPr/>
          </p:nvSpPr>
          <p:spPr>
            <a:xfrm>
              <a:off x="3226461" y="1413476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rc1017"/>
            <p:cNvSpPr/>
            <p:nvPr/>
          </p:nvSpPr>
          <p:spPr>
            <a:xfrm>
              <a:off x="3226461" y="1439456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rc1018"/>
            <p:cNvSpPr/>
            <p:nvPr/>
          </p:nvSpPr>
          <p:spPr>
            <a:xfrm>
              <a:off x="3226461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rc1019"/>
            <p:cNvSpPr/>
            <p:nvPr/>
          </p:nvSpPr>
          <p:spPr>
            <a:xfrm>
              <a:off x="3226461" y="149141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rc1020"/>
            <p:cNvSpPr/>
            <p:nvPr/>
          </p:nvSpPr>
          <p:spPr>
            <a:xfrm>
              <a:off x="3226461" y="1517394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rc1021"/>
            <p:cNvSpPr/>
            <p:nvPr/>
          </p:nvSpPr>
          <p:spPr>
            <a:xfrm>
              <a:off x="3226461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rc1022"/>
            <p:cNvSpPr/>
            <p:nvPr/>
          </p:nvSpPr>
          <p:spPr>
            <a:xfrm>
              <a:off x="3226461" y="156935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rc1023"/>
            <p:cNvSpPr/>
            <p:nvPr/>
          </p:nvSpPr>
          <p:spPr>
            <a:xfrm>
              <a:off x="3226461" y="159533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rc1024"/>
            <p:cNvSpPr/>
            <p:nvPr/>
          </p:nvSpPr>
          <p:spPr>
            <a:xfrm>
              <a:off x="3226461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rc1025"/>
            <p:cNvSpPr/>
            <p:nvPr/>
          </p:nvSpPr>
          <p:spPr>
            <a:xfrm>
              <a:off x="3226461" y="164729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rc1026"/>
            <p:cNvSpPr/>
            <p:nvPr/>
          </p:nvSpPr>
          <p:spPr>
            <a:xfrm>
              <a:off x="3226461" y="16732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rc1027"/>
            <p:cNvSpPr/>
            <p:nvPr/>
          </p:nvSpPr>
          <p:spPr>
            <a:xfrm>
              <a:off x="3226461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rc1028"/>
            <p:cNvSpPr/>
            <p:nvPr/>
          </p:nvSpPr>
          <p:spPr>
            <a:xfrm>
              <a:off x="3226461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rc1029"/>
            <p:cNvSpPr/>
            <p:nvPr/>
          </p:nvSpPr>
          <p:spPr>
            <a:xfrm>
              <a:off x="3226461" y="1751208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rc1030"/>
            <p:cNvSpPr/>
            <p:nvPr/>
          </p:nvSpPr>
          <p:spPr>
            <a:xfrm>
              <a:off x="3226461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rc1031"/>
            <p:cNvSpPr/>
            <p:nvPr/>
          </p:nvSpPr>
          <p:spPr>
            <a:xfrm>
              <a:off x="3226461" y="180316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rc1032"/>
            <p:cNvSpPr/>
            <p:nvPr/>
          </p:nvSpPr>
          <p:spPr>
            <a:xfrm>
              <a:off x="3226461" y="1829146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rc1033"/>
            <p:cNvSpPr/>
            <p:nvPr/>
          </p:nvSpPr>
          <p:spPr>
            <a:xfrm>
              <a:off x="3226461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rc1034"/>
            <p:cNvSpPr/>
            <p:nvPr/>
          </p:nvSpPr>
          <p:spPr>
            <a:xfrm>
              <a:off x="3226461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rc1035"/>
            <p:cNvSpPr/>
            <p:nvPr/>
          </p:nvSpPr>
          <p:spPr>
            <a:xfrm>
              <a:off x="3226461" y="1907084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rc1036"/>
            <p:cNvSpPr/>
            <p:nvPr/>
          </p:nvSpPr>
          <p:spPr>
            <a:xfrm>
              <a:off x="3226461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rc1037"/>
            <p:cNvSpPr/>
            <p:nvPr/>
          </p:nvSpPr>
          <p:spPr>
            <a:xfrm>
              <a:off x="3226461" y="195904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rc1038"/>
            <p:cNvSpPr/>
            <p:nvPr/>
          </p:nvSpPr>
          <p:spPr>
            <a:xfrm>
              <a:off x="3226461" y="198502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rc1039"/>
            <p:cNvSpPr/>
            <p:nvPr/>
          </p:nvSpPr>
          <p:spPr>
            <a:xfrm>
              <a:off x="3226461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rc1040"/>
            <p:cNvSpPr/>
            <p:nvPr/>
          </p:nvSpPr>
          <p:spPr>
            <a:xfrm>
              <a:off x="3226461" y="20369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rc1041"/>
            <p:cNvSpPr/>
            <p:nvPr/>
          </p:nvSpPr>
          <p:spPr>
            <a:xfrm>
              <a:off x="3226461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2"/>
            <p:cNvSpPr/>
            <p:nvPr/>
          </p:nvSpPr>
          <p:spPr>
            <a:xfrm>
              <a:off x="3226461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rc1043"/>
            <p:cNvSpPr/>
            <p:nvPr/>
          </p:nvSpPr>
          <p:spPr>
            <a:xfrm>
              <a:off x="3226461" y="2114918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4"/>
            <p:cNvSpPr/>
            <p:nvPr/>
          </p:nvSpPr>
          <p:spPr>
            <a:xfrm>
              <a:off x="3226461" y="2140897"/>
              <a:ext cx="294295" cy="25979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rc1045"/>
            <p:cNvSpPr/>
            <p:nvPr/>
          </p:nvSpPr>
          <p:spPr>
            <a:xfrm>
              <a:off x="3226461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6"/>
            <p:cNvSpPr/>
            <p:nvPr/>
          </p:nvSpPr>
          <p:spPr>
            <a:xfrm>
              <a:off x="3226461" y="219285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rc1047"/>
            <p:cNvSpPr/>
            <p:nvPr/>
          </p:nvSpPr>
          <p:spPr>
            <a:xfrm>
              <a:off x="3226461" y="2218835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8"/>
            <p:cNvSpPr/>
            <p:nvPr/>
          </p:nvSpPr>
          <p:spPr>
            <a:xfrm>
              <a:off x="3226461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rc1049"/>
            <p:cNvSpPr/>
            <p:nvPr/>
          </p:nvSpPr>
          <p:spPr>
            <a:xfrm>
              <a:off x="3226461" y="227079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50"/>
            <p:cNvSpPr/>
            <p:nvPr/>
          </p:nvSpPr>
          <p:spPr>
            <a:xfrm>
              <a:off x="3226461" y="2296773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1"/>
            <p:cNvSpPr/>
            <p:nvPr/>
          </p:nvSpPr>
          <p:spPr>
            <a:xfrm>
              <a:off x="3226461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2"/>
            <p:cNvSpPr/>
            <p:nvPr/>
          </p:nvSpPr>
          <p:spPr>
            <a:xfrm>
              <a:off x="3226461" y="234873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3"/>
            <p:cNvSpPr/>
            <p:nvPr/>
          </p:nvSpPr>
          <p:spPr>
            <a:xfrm>
              <a:off x="3226461" y="2374711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4"/>
            <p:cNvSpPr/>
            <p:nvPr/>
          </p:nvSpPr>
          <p:spPr>
            <a:xfrm>
              <a:off x="3226461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5"/>
            <p:cNvSpPr/>
            <p:nvPr/>
          </p:nvSpPr>
          <p:spPr>
            <a:xfrm>
              <a:off x="3226461" y="242667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6"/>
            <p:cNvSpPr/>
            <p:nvPr/>
          </p:nvSpPr>
          <p:spPr>
            <a:xfrm>
              <a:off x="3226461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7"/>
            <p:cNvSpPr/>
            <p:nvPr/>
          </p:nvSpPr>
          <p:spPr>
            <a:xfrm>
              <a:off x="3226461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8"/>
            <p:cNvSpPr/>
            <p:nvPr/>
          </p:nvSpPr>
          <p:spPr>
            <a:xfrm>
              <a:off x="3226461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9"/>
            <p:cNvSpPr/>
            <p:nvPr/>
          </p:nvSpPr>
          <p:spPr>
            <a:xfrm>
              <a:off x="3226461" y="2530587"/>
              <a:ext cx="294295" cy="25979"/>
            </a:xfrm>
            <a:prstGeom prst="rect">
              <a:avLst/>
            </a:prstGeom>
            <a:solidFill>
              <a:srgbClr val="FF2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rc1060"/>
            <p:cNvSpPr/>
            <p:nvPr/>
          </p:nvSpPr>
          <p:spPr>
            <a:xfrm>
              <a:off x="3226461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1"/>
            <p:cNvSpPr/>
            <p:nvPr/>
          </p:nvSpPr>
          <p:spPr>
            <a:xfrm>
              <a:off x="3226461" y="258254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rc1062"/>
            <p:cNvSpPr/>
            <p:nvPr/>
          </p:nvSpPr>
          <p:spPr>
            <a:xfrm>
              <a:off x="3226461" y="2608525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3"/>
            <p:cNvSpPr/>
            <p:nvPr/>
          </p:nvSpPr>
          <p:spPr>
            <a:xfrm>
              <a:off x="3226461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rc1064"/>
            <p:cNvSpPr/>
            <p:nvPr/>
          </p:nvSpPr>
          <p:spPr>
            <a:xfrm>
              <a:off x="3226461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5"/>
            <p:cNvSpPr/>
            <p:nvPr/>
          </p:nvSpPr>
          <p:spPr>
            <a:xfrm>
              <a:off x="3226461" y="268646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rc1066"/>
            <p:cNvSpPr/>
            <p:nvPr/>
          </p:nvSpPr>
          <p:spPr>
            <a:xfrm>
              <a:off x="3226461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7"/>
            <p:cNvSpPr/>
            <p:nvPr/>
          </p:nvSpPr>
          <p:spPr>
            <a:xfrm>
              <a:off x="3226461" y="273842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rc1068"/>
            <p:cNvSpPr/>
            <p:nvPr/>
          </p:nvSpPr>
          <p:spPr>
            <a:xfrm>
              <a:off x="3226461" y="2764401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rc1069"/>
            <p:cNvSpPr/>
            <p:nvPr/>
          </p:nvSpPr>
          <p:spPr>
            <a:xfrm>
              <a:off x="3226461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rc1070"/>
            <p:cNvSpPr/>
            <p:nvPr/>
          </p:nvSpPr>
          <p:spPr>
            <a:xfrm>
              <a:off x="3226461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rc1071"/>
            <p:cNvSpPr/>
            <p:nvPr/>
          </p:nvSpPr>
          <p:spPr>
            <a:xfrm>
              <a:off x="3226461" y="2842339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rc1072"/>
            <p:cNvSpPr/>
            <p:nvPr/>
          </p:nvSpPr>
          <p:spPr>
            <a:xfrm>
              <a:off x="3226461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rc1073"/>
            <p:cNvSpPr/>
            <p:nvPr/>
          </p:nvSpPr>
          <p:spPr>
            <a:xfrm>
              <a:off x="3226461" y="2894298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rc1074"/>
            <p:cNvSpPr/>
            <p:nvPr/>
          </p:nvSpPr>
          <p:spPr>
            <a:xfrm>
              <a:off x="3226461" y="2920277"/>
              <a:ext cx="294295" cy="25979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rc1075"/>
            <p:cNvSpPr/>
            <p:nvPr/>
          </p:nvSpPr>
          <p:spPr>
            <a:xfrm>
              <a:off x="3226461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rc1076"/>
            <p:cNvSpPr/>
            <p:nvPr/>
          </p:nvSpPr>
          <p:spPr>
            <a:xfrm>
              <a:off x="3226461" y="2972236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rc1077"/>
            <p:cNvSpPr/>
            <p:nvPr/>
          </p:nvSpPr>
          <p:spPr>
            <a:xfrm>
              <a:off x="3226461" y="299821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rc1078"/>
            <p:cNvSpPr/>
            <p:nvPr/>
          </p:nvSpPr>
          <p:spPr>
            <a:xfrm>
              <a:off x="3226461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rc1079"/>
            <p:cNvSpPr/>
            <p:nvPr/>
          </p:nvSpPr>
          <p:spPr>
            <a:xfrm>
              <a:off x="3226461" y="30501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rc1080"/>
            <p:cNvSpPr/>
            <p:nvPr/>
          </p:nvSpPr>
          <p:spPr>
            <a:xfrm>
              <a:off x="3226461" y="3076153"/>
              <a:ext cx="294295" cy="25979"/>
            </a:xfrm>
            <a:prstGeom prst="rect">
              <a:avLst/>
            </a:prstGeom>
            <a:solidFill>
              <a:srgbClr val="FFC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rc1081"/>
            <p:cNvSpPr/>
            <p:nvPr/>
          </p:nvSpPr>
          <p:spPr>
            <a:xfrm>
              <a:off x="3226461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rc1082"/>
            <p:cNvSpPr/>
            <p:nvPr/>
          </p:nvSpPr>
          <p:spPr>
            <a:xfrm>
              <a:off x="3226461" y="312811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rc1083"/>
            <p:cNvSpPr/>
            <p:nvPr/>
          </p:nvSpPr>
          <p:spPr>
            <a:xfrm>
              <a:off x="3226461" y="3154091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rc1084"/>
            <p:cNvSpPr/>
            <p:nvPr/>
          </p:nvSpPr>
          <p:spPr>
            <a:xfrm>
              <a:off x="3226461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rc1085"/>
            <p:cNvSpPr/>
            <p:nvPr/>
          </p:nvSpPr>
          <p:spPr>
            <a:xfrm>
              <a:off x="3226461" y="320605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rc1086"/>
            <p:cNvSpPr/>
            <p:nvPr/>
          </p:nvSpPr>
          <p:spPr>
            <a:xfrm>
              <a:off x="3226461" y="3232029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rc1087"/>
            <p:cNvSpPr/>
            <p:nvPr/>
          </p:nvSpPr>
          <p:spPr>
            <a:xfrm>
              <a:off x="3226461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rc1088"/>
            <p:cNvSpPr/>
            <p:nvPr/>
          </p:nvSpPr>
          <p:spPr>
            <a:xfrm>
              <a:off x="3226461" y="328398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rc1089"/>
            <p:cNvSpPr/>
            <p:nvPr/>
          </p:nvSpPr>
          <p:spPr>
            <a:xfrm>
              <a:off x="3226461" y="3309967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rc1090"/>
            <p:cNvSpPr/>
            <p:nvPr/>
          </p:nvSpPr>
          <p:spPr>
            <a:xfrm>
              <a:off x="3226461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rc1091"/>
            <p:cNvSpPr/>
            <p:nvPr/>
          </p:nvSpPr>
          <p:spPr>
            <a:xfrm>
              <a:off x="3226461" y="33619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rc1092"/>
            <p:cNvSpPr/>
            <p:nvPr/>
          </p:nvSpPr>
          <p:spPr>
            <a:xfrm>
              <a:off x="3226461" y="3387905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rc1093"/>
            <p:cNvSpPr/>
            <p:nvPr/>
          </p:nvSpPr>
          <p:spPr>
            <a:xfrm>
              <a:off x="3226461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rc1094"/>
            <p:cNvSpPr/>
            <p:nvPr/>
          </p:nvSpPr>
          <p:spPr>
            <a:xfrm>
              <a:off x="3226461" y="343986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rc1095"/>
            <p:cNvSpPr/>
            <p:nvPr/>
          </p:nvSpPr>
          <p:spPr>
            <a:xfrm>
              <a:off x="3226461" y="346584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rc1096"/>
            <p:cNvSpPr/>
            <p:nvPr/>
          </p:nvSpPr>
          <p:spPr>
            <a:xfrm>
              <a:off x="3226461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rc1097"/>
            <p:cNvSpPr/>
            <p:nvPr/>
          </p:nvSpPr>
          <p:spPr>
            <a:xfrm>
              <a:off x="3226461" y="351780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rc1098"/>
            <p:cNvSpPr/>
            <p:nvPr/>
          </p:nvSpPr>
          <p:spPr>
            <a:xfrm>
              <a:off x="3226461" y="3543781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rc1099"/>
            <p:cNvSpPr/>
            <p:nvPr/>
          </p:nvSpPr>
          <p:spPr>
            <a:xfrm>
              <a:off x="3226461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rc1100"/>
            <p:cNvSpPr/>
            <p:nvPr/>
          </p:nvSpPr>
          <p:spPr>
            <a:xfrm>
              <a:off x="3226461" y="359574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rc1101"/>
            <p:cNvSpPr/>
            <p:nvPr/>
          </p:nvSpPr>
          <p:spPr>
            <a:xfrm>
              <a:off x="3226461" y="362171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rc1102"/>
            <p:cNvSpPr/>
            <p:nvPr/>
          </p:nvSpPr>
          <p:spPr>
            <a:xfrm>
              <a:off x="3226461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rc1103"/>
            <p:cNvSpPr/>
            <p:nvPr/>
          </p:nvSpPr>
          <p:spPr>
            <a:xfrm>
              <a:off x="3226461" y="367367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rc1104"/>
            <p:cNvSpPr/>
            <p:nvPr/>
          </p:nvSpPr>
          <p:spPr>
            <a:xfrm>
              <a:off x="3226461" y="3699657"/>
              <a:ext cx="294295" cy="25979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rc1105"/>
            <p:cNvSpPr/>
            <p:nvPr/>
          </p:nvSpPr>
          <p:spPr>
            <a:xfrm>
              <a:off x="3226461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rc1106"/>
            <p:cNvSpPr/>
            <p:nvPr/>
          </p:nvSpPr>
          <p:spPr>
            <a:xfrm>
              <a:off x="3226461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rc1107"/>
            <p:cNvSpPr/>
            <p:nvPr/>
          </p:nvSpPr>
          <p:spPr>
            <a:xfrm>
              <a:off x="3226461" y="3777595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rc1108"/>
            <p:cNvSpPr/>
            <p:nvPr/>
          </p:nvSpPr>
          <p:spPr>
            <a:xfrm>
              <a:off x="3226461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rc1109"/>
            <p:cNvSpPr/>
            <p:nvPr/>
          </p:nvSpPr>
          <p:spPr>
            <a:xfrm>
              <a:off x="3226461" y="3829553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rc1110"/>
            <p:cNvSpPr/>
            <p:nvPr/>
          </p:nvSpPr>
          <p:spPr>
            <a:xfrm>
              <a:off x="3226461" y="3855533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rc1111"/>
            <p:cNvSpPr/>
            <p:nvPr/>
          </p:nvSpPr>
          <p:spPr>
            <a:xfrm>
              <a:off x="3226461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rc1112"/>
            <p:cNvSpPr/>
            <p:nvPr/>
          </p:nvSpPr>
          <p:spPr>
            <a:xfrm>
              <a:off x="3226461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rc1113"/>
            <p:cNvSpPr/>
            <p:nvPr/>
          </p:nvSpPr>
          <p:spPr>
            <a:xfrm>
              <a:off x="3226461" y="3933471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rc1114"/>
            <p:cNvSpPr/>
            <p:nvPr/>
          </p:nvSpPr>
          <p:spPr>
            <a:xfrm>
              <a:off x="3226461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rc1115"/>
            <p:cNvSpPr/>
            <p:nvPr/>
          </p:nvSpPr>
          <p:spPr>
            <a:xfrm>
              <a:off x="3226461" y="398542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rc1116"/>
            <p:cNvSpPr/>
            <p:nvPr/>
          </p:nvSpPr>
          <p:spPr>
            <a:xfrm>
              <a:off x="3226461" y="4011409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rc1117"/>
            <p:cNvSpPr/>
            <p:nvPr/>
          </p:nvSpPr>
          <p:spPr>
            <a:xfrm>
              <a:off x="3226461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rc1118"/>
            <p:cNvSpPr/>
            <p:nvPr/>
          </p:nvSpPr>
          <p:spPr>
            <a:xfrm>
              <a:off x="3226461" y="4063367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rc1119"/>
            <p:cNvSpPr/>
            <p:nvPr/>
          </p:nvSpPr>
          <p:spPr>
            <a:xfrm>
              <a:off x="3226461" y="40893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3226461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rc1121"/>
            <p:cNvSpPr/>
            <p:nvPr/>
          </p:nvSpPr>
          <p:spPr>
            <a:xfrm>
              <a:off x="3226461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rc1122"/>
            <p:cNvSpPr/>
            <p:nvPr/>
          </p:nvSpPr>
          <p:spPr>
            <a:xfrm>
              <a:off x="3226461" y="4167285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rc1123"/>
            <p:cNvSpPr/>
            <p:nvPr/>
          </p:nvSpPr>
          <p:spPr>
            <a:xfrm>
              <a:off x="3226461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rc1124"/>
            <p:cNvSpPr/>
            <p:nvPr/>
          </p:nvSpPr>
          <p:spPr>
            <a:xfrm>
              <a:off x="3226461" y="42192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rc1125"/>
            <p:cNvSpPr/>
            <p:nvPr/>
          </p:nvSpPr>
          <p:spPr>
            <a:xfrm>
              <a:off x="3226461" y="424522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rc1126"/>
            <p:cNvSpPr/>
            <p:nvPr/>
          </p:nvSpPr>
          <p:spPr>
            <a:xfrm>
              <a:off x="3226461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rc1127"/>
            <p:cNvSpPr/>
            <p:nvPr/>
          </p:nvSpPr>
          <p:spPr>
            <a:xfrm>
              <a:off x="3226461" y="4297181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rc1128"/>
            <p:cNvSpPr/>
            <p:nvPr/>
          </p:nvSpPr>
          <p:spPr>
            <a:xfrm>
              <a:off x="3226461" y="432316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rc1129"/>
            <p:cNvSpPr/>
            <p:nvPr/>
          </p:nvSpPr>
          <p:spPr>
            <a:xfrm>
              <a:off x="3226461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rc1130"/>
            <p:cNvSpPr/>
            <p:nvPr/>
          </p:nvSpPr>
          <p:spPr>
            <a:xfrm>
              <a:off x="3226461" y="4375119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rc1131"/>
            <p:cNvSpPr/>
            <p:nvPr/>
          </p:nvSpPr>
          <p:spPr>
            <a:xfrm>
              <a:off x="3226461" y="4401099"/>
              <a:ext cx="294295" cy="25979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rc1132"/>
            <p:cNvSpPr/>
            <p:nvPr/>
          </p:nvSpPr>
          <p:spPr>
            <a:xfrm>
              <a:off x="3226461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rc1133"/>
            <p:cNvSpPr/>
            <p:nvPr/>
          </p:nvSpPr>
          <p:spPr>
            <a:xfrm>
              <a:off x="3226461" y="445305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rc1134"/>
            <p:cNvSpPr/>
            <p:nvPr/>
          </p:nvSpPr>
          <p:spPr>
            <a:xfrm>
              <a:off x="3226461" y="447903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rc1135"/>
            <p:cNvSpPr/>
            <p:nvPr/>
          </p:nvSpPr>
          <p:spPr>
            <a:xfrm>
              <a:off x="3226461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rc1136"/>
            <p:cNvSpPr/>
            <p:nvPr/>
          </p:nvSpPr>
          <p:spPr>
            <a:xfrm>
              <a:off x="3226461" y="4530995"/>
              <a:ext cx="294295" cy="25979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rc1137"/>
            <p:cNvSpPr/>
            <p:nvPr/>
          </p:nvSpPr>
          <p:spPr>
            <a:xfrm>
              <a:off x="3226461" y="4556974"/>
              <a:ext cx="294295" cy="25979"/>
            </a:xfrm>
            <a:prstGeom prst="rect">
              <a:avLst/>
            </a:prstGeom>
            <a:solidFill>
              <a:srgbClr val="FF3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rc1138"/>
            <p:cNvSpPr/>
            <p:nvPr/>
          </p:nvSpPr>
          <p:spPr>
            <a:xfrm>
              <a:off x="3226461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rc1139"/>
            <p:cNvSpPr/>
            <p:nvPr/>
          </p:nvSpPr>
          <p:spPr>
            <a:xfrm>
              <a:off x="3226461" y="4608933"/>
              <a:ext cx="294295" cy="25979"/>
            </a:xfrm>
            <a:prstGeom prst="rect">
              <a:avLst/>
            </a:prstGeom>
            <a:solidFill>
              <a:srgbClr val="FF2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rc1140"/>
            <p:cNvSpPr/>
            <p:nvPr/>
          </p:nvSpPr>
          <p:spPr>
            <a:xfrm>
              <a:off x="3226461" y="4634912"/>
              <a:ext cx="294295" cy="25979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rc1141"/>
            <p:cNvSpPr/>
            <p:nvPr/>
          </p:nvSpPr>
          <p:spPr>
            <a:xfrm>
              <a:off x="3226461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rc1142"/>
            <p:cNvSpPr/>
            <p:nvPr/>
          </p:nvSpPr>
          <p:spPr>
            <a:xfrm>
              <a:off x="3226461" y="4686871"/>
              <a:ext cx="294295" cy="25979"/>
            </a:xfrm>
            <a:prstGeom prst="rect">
              <a:avLst/>
            </a:prstGeom>
            <a:solidFill>
              <a:srgbClr val="FF7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rc1143"/>
            <p:cNvSpPr/>
            <p:nvPr/>
          </p:nvSpPr>
          <p:spPr>
            <a:xfrm>
              <a:off x="3226461" y="4712850"/>
              <a:ext cx="294295" cy="25979"/>
            </a:xfrm>
            <a:prstGeom prst="rect">
              <a:avLst/>
            </a:prstGeom>
            <a:solidFill>
              <a:srgbClr val="FF6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rc1144"/>
            <p:cNvSpPr/>
            <p:nvPr/>
          </p:nvSpPr>
          <p:spPr>
            <a:xfrm>
              <a:off x="3226461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rc1145"/>
            <p:cNvSpPr/>
            <p:nvPr/>
          </p:nvSpPr>
          <p:spPr>
            <a:xfrm>
              <a:off x="3226461" y="4764809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rc1146"/>
            <p:cNvSpPr/>
            <p:nvPr/>
          </p:nvSpPr>
          <p:spPr>
            <a:xfrm>
              <a:off x="3226461" y="4790788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rc1147"/>
            <p:cNvSpPr/>
            <p:nvPr/>
          </p:nvSpPr>
          <p:spPr>
            <a:xfrm>
              <a:off x="3226461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rc1148"/>
            <p:cNvSpPr/>
            <p:nvPr/>
          </p:nvSpPr>
          <p:spPr>
            <a:xfrm>
              <a:off x="3226461" y="4842747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rc1149"/>
            <p:cNvSpPr/>
            <p:nvPr/>
          </p:nvSpPr>
          <p:spPr>
            <a:xfrm>
              <a:off x="3226461" y="4868726"/>
              <a:ext cx="294295" cy="25979"/>
            </a:xfrm>
            <a:prstGeom prst="rect">
              <a:avLst/>
            </a:prstGeom>
            <a:solidFill>
              <a:srgbClr val="FF6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rc1150"/>
            <p:cNvSpPr/>
            <p:nvPr/>
          </p:nvSpPr>
          <p:spPr>
            <a:xfrm>
              <a:off x="3226461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rc1151"/>
            <p:cNvSpPr/>
            <p:nvPr/>
          </p:nvSpPr>
          <p:spPr>
            <a:xfrm>
              <a:off x="3226461" y="492068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rc1152"/>
            <p:cNvSpPr/>
            <p:nvPr/>
          </p:nvSpPr>
          <p:spPr>
            <a:xfrm>
              <a:off x="3226461" y="4946664"/>
              <a:ext cx="294295" cy="25979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rc1153"/>
            <p:cNvSpPr/>
            <p:nvPr/>
          </p:nvSpPr>
          <p:spPr>
            <a:xfrm>
              <a:off x="3226461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rc1154"/>
            <p:cNvSpPr/>
            <p:nvPr/>
          </p:nvSpPr>
          <p:spPr>
            <a:xfrm>
              <a:off x="3226461" y="4998623"/>
              <a:ext cx="294295" cy="25979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rc1155"/>
            <p:cNvSpPr/>
            <p:nvPr/>
          </p:nvSpPr>
          <p:spPr>
            <a:xfrm>
              <a:off x="3226461" y="5024602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rc1156"/>
            <p:cNvSpPr/>
            <p:nvPr/>
          </p:nvSpPr>
          <p:spPr>
            <a:xfrm>
              <a:off x="3226461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rc1157"/>
            <p:cNvSpPr/>
            <p:nvPr/>
          </p:nvSpPr>
          <p:spPr>
            <a:xfrm>
              <a:off x="3226461" y="5076561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rc1158"/>
            <p:cNvSpPr/>
            <p:nvPr/>
          </p:nvSpPr>
          <p:spPr>
            <a:xfrm>
              <a:off x="3226461" y="5102540"/>
              <a:ext cx="294295" cy="25979"/>
            </a:xfrm>
            <a:prstGeom prst="rect">
              <a:avLst/>
            </a:prstGeom>
            <a:solidFill>
              <a:srgbClr val="FF7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rc1159"/>
            <p:cNvSpPr/>
            <p:nvPr/>
          </p:nvSpPr>
          <p:spPr>
            <a:xfrm>
              <a:off x="3226461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rc1160"/>
            <p:cNvSpPr/>
            <p:nvPr/>
          </p:nvSpPr>
          <p:spPr>
            <a:xfrm>
              <a:off x="3226461" y="515449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rc1161"/>
            <p:cNvSpPr/>
            <p:nvPr/>
          </p:nvSpPr>
          <p:spPr>
            <a:xfrm>
              <a:off x="3226461" y="5180478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rc1162"/>
            <p:cNvSpPr/>
            <p:nvPr/>
          </p:nvSpPr>
          <p:spPr>
            <a:xfrm>
              <a:off x="3226461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rc1163"/>
            <p:cNvSpPr/>
            <p:nvPr/>
          </p:nvSpPr>
          <p:spPr>
            <a:xfrm>
              <a:off x="3226461" y="5232437"/>
              <a:ext cx="294295" cy="25979"/>
            </a:xfrm>
            <a:prstGeom prst="rect">
              <a:avLst/>
            </a:prstGeom>
            <a:solidFill>
              <a:srgbClr val="FF9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rc1164"/>
            <p:cNvSpPr/>
            <p:nvPr/>
          </p:nvSpPr>
          <p:spPr>
            <a:xfrm>
              <a:off x="3226461" y="5258416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rc1165"/>
            <p:cNvSpPr/>
            <p:nvPr/>
          </p:nvSpPr>
          <p:spPr>
            <a:xfrm>
              <a:off x="3226461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rc1166"/>
            <p:cNvSpPr/>
            <p:nvPr/>
          </p:nvSpPr>
          <p:spPr>
            <a:xfrm>
              <a:off x="3226461" y="5310375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rc1167"/>
            <p:cNvSpPr/>
            <p:nvPr/>
          </p:nvSpPr>
          <p:spPr>
            <a:xfrm>
              <a:off x="3226461" y="5336354"/>
              <a:ext cx="294295" cy="25979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rc1168"/>
            <p:cNvSpPr/>
            <p:nvPr/>
          </p:nvSpPr>
          <p:spPr>
            <a:xfrm>
              <a:off x="3226461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rc1169"/>
            <p:cNvSpPr/>
            <p:nvPr/>
          </p:nvSpPr>
          <p:spPr>
            <a:xfrm>
              <a:off x="3226461" y="5388313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rc1170"/>
            <p:cNvSpPr/>
            <p:nvPr/>
          </p:nvSpPr>
          <p:spPr>
            <a:xfrm>
              <a:off x="3226461" y="5414292"/>
              <a:ext cx="294295" cy="25979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rc1171"/>
            <p:cNvSpPr/>
            <p:nvPr/>
          </p:nvSpPr>
          <p:spPr>
            <a:xfrm>
              <a:off x="3226461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rc1172"/>
            <p:cNvSpPr/>
            <p:nvPr/>
          </p:nvSpPr>
          <p:spPr>
            <a:xfrm>
              <a:off x="3226461" y="546625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rc1173"/>
            <p:cNvSpPr/>
            <p:nvPr/>
          </p:nvSpPr>
          <p:spPr>
            <a:xfrm>
              <a:off x="3226461" y="5492230"/>
              <a:ext cx="294295" cy="25979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rc1174"/>
            <p:cNvSpPr/>
            <p:nvPr/>
          </p:nvSpPr>
          <p:spPr>
            <a:xfrm>
              <a:off x="3226461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rc1175"/>
            <p:cNvSpPr/>
            <p:nvPr/>
          </p:nvSpPr>
          <p:spPr>
            <a:xfrm>
              <a:off x="3226461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rc1176"/>
            <p:cNvSpPr/>
            <p:nvPr/>
          </p:nvSpPr>
          <p:spPr>
            <a:xfrm>
              <a:off x="3226461" y="5570168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rc1177"/>
            <p:cNvSpPr/>
            <p:nvPr/>
          </p:nvSpPr>
          <p:spPr>
            <a:xfrm>
              <a:off x="3226461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rc1178"/>
            <p:cNvSpPr/>
            <p:nvPr/>
          </p:nvSpPr>
          <p:spPr>
            <a:xfrm>
              <a:off x="3226461" y="562212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rc1179"/>
            <p:cNvSpPr/>
            <p:nvPr/>
          </p:nvSpPr>
          <p:spPr>
            <a:xfrm>
              <a:off x="3226461" y="5648106"/>
              <a:ext cx="294295" cy="25979"/>
            </a:xfrm>
            <a:prstGeom prst="rect">
              <a:avLst/>
            </a:prstGeom>
            <a:solidFill>
              <a:srgbClr val="FF8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rc1180"/>
            <p:cNvSpPr/>
            <p:nvPr/>
          </p:nvSpPr>
          <p:spPr>
            <a:xfrm>
              <a:off x="3226461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rc1181"/>
            <p:cNvSpPr/>
            <p:nvPr/>
          </p:nvSpPr>
          <p:spPr>
            <a:xfrm>
              <a:off x="3226461" y="570006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rc1182"/>
            <p:cNvSpPr/>
            <p:nvPr/>
          </p:nvSpPr>
          <p:spPr>
            <a:xfrm>
              <a:off x="3226461" y="5726044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rc1183"/>
            <p:cNvSpPr/>
            <p:nvPr/>
          </p:nvSpPr>
          <p:spPr>
            <a:xfrm>
              <a:off x="3226461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rc1184"/>
            <p:cNvSpPr/>
            <p:nvPr/>
          </p:nvSpPr>
          <p:spPr>
            <a:xfrm>
              <a:off x="3226461" y="5778003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rc1185"/>
            <p:cNvSpPr/>
            <p:nvPr/>
          </p:nvSpPr>
          <p:spPr>
            <a:xfrm>
              <a:off x="3226461" y="5803982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rc1186"/>
            <p:cNvSpPr/>
            <p:nvPr/>
          </p:nvSpPr>
          <p:spPr>
            <a:xfrm>
              <a:off x="3226461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rc1187"/>
            <p:cNvSpPr/>
            <p:nvPr/>
          </p:nvSpPr>
          <p:spPr>
            <a:xfrm>
              <a:off x="3226461" y="585594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rc1188"/>
            <p:cNvSpPr/>
            <p:nvPr/>
          </p:nvSpPr>
          <p:spPr>
            <a:xfrm>
              <a:off x="3226461" y="5881920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rc1189"/>
            <p:cNvSpPr/>
            <p:nvPr/>
          </p:nvSpPr>
          <p:spPr>
            <a:xfrm>
              <a:off x="3226461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rc1190"/>
            <p:cNvSpPr/>
            <p:nvPr/>
          </p:nvSpPr>
          <p:spPr>
            <a:xfrm>
              <a:off x="3226461" y="593387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rc1191"/>
            <p:cNvSpPr/>
            <p:nvPr/>
          </p:nvSpPr>
          <p:spPr>
            <a:xfrm>
              <a:off x="3226461" y="5959858"/>
              <a:ext cx="294295" cy="25979"/>
            </a:xfrm>
            <a:prstGeom prst="rect">
              <a:avLst/>
            </a:prstGeom>
            <a:solidFill>
              <a:srgbClr val="FF8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rc1192"/>
            <p:cNvSpPr/>
            <p:nvPr/>
          </p:nvSpPr>
          <p:spPr>
            <a:xfrm>
              <a:off x="3226461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rc1193"/>
            <p:cNvSpPr/>
            <p:nvPr/>
          </p:nvSpPr>
          <p:spPr>
            <a:xfrm>
              <a:off x="3226461" y="6011817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rc1194"/>
            <p:cNvSpPr/>
            <p:nvPr/>
          </p:nvSpPr>
          <p:spPr>
            <a:xfrm>
              <a:off x="3226461" y="6037796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rc1195"/>
            <p:cNvSpPr/>
            <p:nvPr/>
          </p:nvSpPr>
          <p:spPr>
            <a:xfrm>
              <a:off x="3226461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rc1196"/>
            <p:cNvSpPr/>
            <p:nvPr/>
          </p:nvSpPr>
          <p:spPr>
            <a:xfrm>
              <a:off x="3226461" y="6089755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rc1197"/>
            <p:cNvSpPr/>
            <p:nvPr/>
          </p:nvSpPr>
          <p:spPr>
            <a:xfrm>
              <a:off x="3226461" y="6115734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rc1198"/>
            <p:cNvSpPr/>
            <p:nvPr/>
          </p:nvSpPr>
          <p:spPr>
            <a:xfrm>
              <a:off x="3226461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rc1199"/>
            <p:cNvSpPr/>
            <p:nvPr/>
          </p:nvSpPr>
          <p:spPr>
            <a:xfrm>
              <a:off x="3226461" y="616769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rc1200"/>
            <p:cNvSpPr/>
            <p:nvPr/>
          </p:nvSpPr>
          <p:spPr>
            <a:xfrm>
              <a:off x="3226461" y="6193672"/>
              <a:ext cx="294295" cy="25979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rc1201"/>
            <p:cNvSpPr/>
            <p:nvPr/>
          </p:nvSpPr>
          <p:spPr>
            <a:xfrm>
              <a:off x="3226461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rc1202"/>
            <p:cNvSpPr/>
            <p:nvPr/>
          </p:nvSpPr>
          <p:spPr>
            <a:xfrm>
              <a:off x="3226461" y="624563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rc1203"/>
            <p:cNvSpPr/>
            <p:nvPr/>
          </p:nvSpPr>
          <p:spPr>
            <a:xfrm>
              <a:off x="3226461" y="6271610"/>
              <a:ext cx="294295" cy="25979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1899282" y="111186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1899282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1899282" y="3242172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1899282" y="337206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1899282" y="383969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1899282" y="40735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1899282" y="433330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1899282" y="532051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1899282" y="550237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1899282" y="578814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2193578" y="118980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2193578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2193578" y="181330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2193578" y="313825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2193578" y="40735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2193578" y="500876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2193578" y="586608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2487874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2487874" y="259268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2487874" y="33201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2487874" y="378773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2487874" y="4021552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2487874" y="448917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2487874" y="519062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2487874" y="532051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2782170" y="121578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2782170" y="157949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2782170" y="321619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2782170" y="337206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2782170" y="3553924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2782170" y="378773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2782170" y="409949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2782170" y="495680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2782170" y="558031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076466" y="415144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076466" y="558031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370762" y="191722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370762" y="212506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370762" y="376175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370762" y="417742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370762" y="571020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370762" y="609989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187808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187096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187096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190212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189500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189500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192616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191904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191904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189010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188298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188298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191414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190702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190702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1902129" y="23534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1895007" y="23576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1895007" y="23576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1902129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1895007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1895007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1902129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1895007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1895007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187808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187096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187096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190212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189500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189500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192616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191904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191904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190212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189500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189500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2196425" y="110649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2189303" y="111060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2189303" y="111060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2196425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2189303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2189303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217238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2165263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2165263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219642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2189303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2189303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222046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2213342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2213342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2196425" y="126236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2189303" y="126647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2189303" y="126647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2184405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2177283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2177283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2208445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2201323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2201323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217238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2165263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2165263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219642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2189303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2189303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222046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2213342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2213342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2184405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2177283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2177283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2208445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2201323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2201323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217238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2165263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2165263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219642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2189303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2189303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222046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2213342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2213342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217238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2165263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2165263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219642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2189303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2189303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222046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2213342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2213342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2184405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2177283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2177283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2208445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2201323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2201323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217238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2165263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2165263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219642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2189303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2189303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222046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2213342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2213342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217238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2165263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2165263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219642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2189303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2189303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222046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2213342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2213342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2196425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2189303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2189303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2184405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2177283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2177283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2208445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2201323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2201323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2196425" y="26652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2189303" y="26693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2189303" y="26693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217238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2165263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2165263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219642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2189303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2189303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222046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2213342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2213342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2184405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2177283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2177283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2208445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2201323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2201323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2196425" y="34446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2189303" y="34487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2189303" y="34487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2196425" y="422400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2189303" y="422812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2189303" y="422812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2196425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2189303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2189303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2196425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2189303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2189303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2184405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2177283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2177283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2208445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2201323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2201323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2196425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2189303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2189303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2196425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2189303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2189303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2184405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2177283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2177283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2208445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2201323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2201323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2196425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2189303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2189303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2196425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2189303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2189303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2478701" y="118442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2471579" y="118854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2471579" y="118854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2502741" y="118442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2495619" y="118854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2495619" y="118854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2478701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2471579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2471579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2502741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2495619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2495619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2478701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2471579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2471579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2502741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2495619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2495619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246668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2459559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2459559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249072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2483599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2483599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251476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2507638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2507638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246668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2459559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2459559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249072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2483599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2483599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251476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2507638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2507638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246668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2459559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2459559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249072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2483599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2483599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251476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2507638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2507638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246668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2459559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2459559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249072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2483599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2483599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251476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2507638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2507638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2478701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2471579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2471579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2502741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2495619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2495619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2478701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2471579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2471579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2502741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2495619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2495619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246668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2459559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2459559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249072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2483599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2483599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251476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2507638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2507638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2478701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2471579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2471579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2502741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2495619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2495619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2478701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2471579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2471579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2502741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2495619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2495619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2478701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2471579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2471579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2502741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2495619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2495619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2490721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2483599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2483599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2490721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2483599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2483599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2478701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2471579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2471579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2502741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2495619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2495619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2490721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2483599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2483599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2478701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2471579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2471579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2502741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2495619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2495619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2490721" y="59386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2483599" y="59427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2483599" y="59427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2490721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2483599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2483599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2490721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2483599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2483599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2772997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2765875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2765875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2797037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2789915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2789915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2785017" y="141824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2777895" y="142235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2777895" y="142235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2772997" y="149618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2765875" y="150029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2765875" y="150029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2797037" y="149618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2789915" y="150029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2789915" y="150029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2772997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2765875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2765875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2797037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2789915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2789915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2785017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2777895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2777895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276097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2753855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2753855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278501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2777895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2777895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280905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2801934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2801934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276097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2753855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2753855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278501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2777895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2777895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280905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2801934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2801934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276097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2753855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2753855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278501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2777895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2777895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280905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2801934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2801934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2772997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2765875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2765875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2797037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2789915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2789915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276097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2753855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2753855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278501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2777895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2777895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280905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2801934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2801934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276097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2753855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2753855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278501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2777895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2777895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280905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2801934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2801934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2772997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2765875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2765875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2797037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2789915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2789915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276097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2753855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2753855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278501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2777895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2777895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280905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2801934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2801934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276097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2753855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2753855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278501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2777895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2777895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280905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2801934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2801934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276097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2753855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2753855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278501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2777895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2777895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280905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2801934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2801934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2772997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2765875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2765875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2797037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2789915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2789915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2772997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2765875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2765875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2797037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2789915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2789915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2785017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2777895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2777895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2785017" y="32887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2777895" y="32928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2777895" y="32928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2785017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2777895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2777895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276097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2753855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2753855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278501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2777895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2777895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280905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2801934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2801934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2772997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2765875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2765875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2797037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2789915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2789915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2785017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2777895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2777895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276097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2753855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2753855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278501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2777895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2777895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280905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2801934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2801934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2785017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2777895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2777895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2785017" y="57048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2777895" y="57089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2777895" y="57089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2785017" y="57827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2777895" y="57868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2777895" y="57868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2785017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2777895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2777895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2772997" y="62503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2765875" y="62545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2765875" y="62545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2797037" y="62503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2789915" y="62545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2789915" y="62545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276097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2753855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2753855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278501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2777895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2777895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280905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2801934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2801934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3067293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3060171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3060171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3091333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3084211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3084211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305527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3048151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3048151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307931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3072191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3072191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310335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3096230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3096230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305527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3048151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3048151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307931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3072191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3072191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310335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3096230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3096230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3079313" y="19638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3072191" y="19679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3072191" y="19679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3067293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3060171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3060171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3091333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3084211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3084211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3079313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3072191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3072191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305527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3048151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3048151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307931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3072191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3072191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310335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3096230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3096230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305527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3048151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3048151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307931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3072191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3072191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310335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3096230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3096230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305527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3048151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3048151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307931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3072191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3072191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10335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3096230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096230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305527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048151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3048151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07931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3072191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072191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310335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3096230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3096230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305527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3048151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3048151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307931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3072191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3072191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310335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3096230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3096230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305527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3048151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3048151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307931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3072191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3072191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310335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3096230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3096230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3067293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3060171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3060171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3091333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3084211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3084211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305527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3048151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3048151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307931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3072191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3072191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310335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3096230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3096230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305527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3048151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3048151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307931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3072191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3072191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310335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3096230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3096230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305527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3048151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3048151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307931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3072191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3072191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310335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3096230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3096230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305527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3048151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3048151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307931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3072191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3072191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310335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3096230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3096230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305527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3048151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3048151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307931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3072191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3072191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310335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3096230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3096230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305527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3048151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3048151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307931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3072191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3072191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310335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3096230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3096230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305527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3048151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3048151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307931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3072191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3072191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310335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3096230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3096230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305527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3048151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3048151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307931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3072191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3072191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310335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3096230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3096230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305527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3048151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3048151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307931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3072191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3072191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310335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3096230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3096230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3067293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3060171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3060171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3091333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3084211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3084211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3067293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3060171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3060171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3091333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3084211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3084211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305527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3048151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3048151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307931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3072191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3072191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310335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3096230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3096230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305527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3048151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3048151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307931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3072191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3072191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310335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3096230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3096230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305527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3048151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3048151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307931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3072191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3072191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310335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3096230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3096230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305527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3048151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3048151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307931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3072191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3072191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310335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3096230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3096230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3067293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3060171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3060171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3091333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3084211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3084211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305527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3048151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3048151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307931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3072191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3072191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310335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3096230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3096230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305527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3048151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3048151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307931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3072191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3072191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310335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3096230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3096230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305527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3048151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3048151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307931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3072191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3072191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310335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3096230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3096230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305527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3048151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3048151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307931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3072191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3072191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310335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3096230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3096230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305527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3048151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3048151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307931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3072191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3072191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310335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3096230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3096230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3067293" y="42499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3060171" y="425410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3060171" y="425410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3091333" y="42499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3084211" y="425410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3084211" y="425410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305527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3048151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3048151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307931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3072191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3072191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310335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3096230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3096230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305527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3048151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3048151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307931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3072191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3072191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310335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3096230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3096230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305527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3048151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3048151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307931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3072191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3072191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310335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3096230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3096230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3079313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3072191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3072191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3067293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3060171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3060171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3091333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3084211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3084211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305527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3048151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3048151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307931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3072191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3072191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310335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3096230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3096230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3079313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3072191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3072191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3067293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3060171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3060171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3091333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3084211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3084211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3067293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3060171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3060171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3091333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3084211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3084211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305527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3048151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3048151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307931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3072191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3072191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310335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3096230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3096230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305527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3048151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3048151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307931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3072191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3072191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310335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3096230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3096230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305527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3048151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3048151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307931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3072191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3072191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310335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3096230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3096230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305527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3048151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3048151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307931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3072191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3072191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310335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3096230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3096230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3361589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3354467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3354467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3385629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3378506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3378506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3361589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3354467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3354467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3385629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3378506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3378506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3373609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3366487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3366487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3373609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3366487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3366487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334956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334244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334244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337360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336648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336648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339764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3390526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3390526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334956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3342447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3342447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337360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3366487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3366487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339764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3390526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3390526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334956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3342447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3342447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337360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3366487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3366487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339764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3390526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3390526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3373609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3366487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3366487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3361589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3354467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3354467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3385629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3378506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3378506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334956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3342447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3342447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337360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3366487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3366487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339764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3390526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3390526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3373609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3366487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3366487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334956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3342447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3342447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337360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3366487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3366487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339764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3390526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3390526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3361589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3354467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3354467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3385629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3378506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378506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334956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3342447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3342447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337360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3366487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3366487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339764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3390526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3390526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3373609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3366487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3366487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3373609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3366487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3366487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3361589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3354467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3354467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3385629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3378506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3378506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3373609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3366487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3366487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3361589" y="43798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3354467" y="438399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3354467" y="438399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3385629" y="43798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3378506" y="438399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3378506" y="438399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334956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3342447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3342447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337360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3366487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3366487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339764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3390526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3390526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334956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3342447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3342447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337360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3366487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3366487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339764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3390526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3390526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334956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3342447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3342447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337360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3366487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3366487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339764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3390526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3390526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334956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3342447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3342447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337360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3366487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3366487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339764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3390526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3390526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3361589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3354467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3354467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3385629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3378506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3378506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334956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3342447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3342447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337360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3366487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3366487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339764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3390526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3390526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3361589" y="46916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3354467" y="46957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3354467" y="46957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3385629" y="46916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3378506" y="46957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3378506" y="46957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334956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3342447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3342447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337360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3366487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3366487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339764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3390526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3390526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3361589" y="47695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3354467" y="47736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3354467" y="47736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3385629" y="47695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3378506" y="47736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3378506" y="47736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3361589" y="479555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3354467" y="479966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3354467" y="479966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3385629" y="479555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3378506" y="479966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3378506" y="479966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3361589" y="484751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3354467" y="485162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3354467" y="485162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3385629" y="484751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3378506" y="485162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3378506" y="485162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334956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3342447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3342447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337360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3366487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3366487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339764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3390526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3390526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334956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3342447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3342447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337360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3366487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3366487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339764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3390526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3390526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3361589" y="50033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3354467" y="500750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3354467" y="500750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3385629" y="50033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3378506" y="500750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3378506" y="500750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334956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3342447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3342447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337360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3366487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3366487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339764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3390526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3390526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3373609" y="50813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3366487" y="508543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3366487" y="508543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334956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3342447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3342447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337360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3366487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3366487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339764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3390526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3390526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3361589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3354467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3354467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3385629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3378506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3378506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334956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3342447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3342447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337360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3366487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3366487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339764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3390526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3390526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3373609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3366487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3366487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334956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3342447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3342447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337360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3366487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3366487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339764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3390526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3390526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3373609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3366487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3366487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334956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3342447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3342447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337360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3366487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3366487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339764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3390526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3390526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334956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3342447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3342447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337360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3366487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3366487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339764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3390526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3390526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334956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334244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334244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337360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336648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336648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339764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3390526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3390526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334956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3342447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3342447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337360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3366487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3366487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339764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3390526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3390526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334956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3342447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3342447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337360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3366487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3366487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339764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3390526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3390526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3361589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3354467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3354467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3385629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3378506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3378506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334956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334244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334244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337360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336648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336648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339764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3390526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3390526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334956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3342447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3342447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337360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3366487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3366487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339764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3390526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3390526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334956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3342447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3342447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337360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3366487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3366487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339764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3390526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3390526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334956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3342447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3342447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337360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3366487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3366487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339764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3390526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3390526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334956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3342447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3342447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337360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3366487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3366487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339764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3390526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3390526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334956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3342447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3342447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337360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3366487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3366487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339764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3390526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3390526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tx2485"/>
            <p:cNvSpPr/>
            <p:nvPr/>
          </p:nvSpPr>
          <p:spPr>
            <a:xfrm>
              <a:off x="1824405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2486" name="tx2486"/>
            <p:cNvSpPr/>
            <p:nvPr/>
          </p:nvSpPr>
          <p:spPr>
            <a:xfrm>
              <a:off x="2118701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2487" name="tx2487"/>
            <p:cNvSpPr/>
            <p:nvPr/>
          </p:nvSpPr>
          <p:spPr>
            <a:xfrm>
              <a:off x="2412997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2488" name="tx2488"/>
            <p:cNvSpPr/>
            <p:nvPr/>
          </p:nvSpPr>
          <p:spPr>
            <a:xfrm>
              <a:off x="2707293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2489" name="tx2489"/>
            <p:cNvSpPr/>
            <p:nvPr/>
          </p:nvSpPr>
          <p:spPr>
            <a:xfrm>
              <a:off x="3001589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2490" name="tx2490"/>
            <p:cNvSpPr/>
            <p:nvPr/>
          </p:nvSpPr>
          <p:spPr>
            <a:xfrm>
              <a:off x="3327020" y="6335689"/>
              <a:ext cx="9317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491" name="tx2491"/>
            <p:cNvSpPr/>
            <p:nvPr/>
          </p:nvSpPr>
          <p:spPr>
            <a:xfrm>
              <a:off x="3558857" y="1082893"/>
              <a:ext cx="185833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pug C-1-tetrahydrofolate synthase, cytoplasmic</a:t>
              </a:r>
            </a:p>
          </p:txBody>
        </p:sp>
        <p:sp>
          <p:nvSpPr>
            <p:cNvPr id="2492" name="tx2492"/>
            <p:cNvSpPr/>
            <p:nvPr/>
          </p:nvSpPr>
          <p:spPr>
            <a:xfrm>
              <a:off x="3558857" y="1160831"/>
              <a:ext cx="18931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facilitated trehalose transporter Tret1-2 homolog</a:t>
              </a:r>
            </a:p>
          </p:txBody>
        </p:sp>
        <p:sp>
          <p:nvSpPr>
            <p:cNvPr id="2493" name="tx2493"/>
            <p:cNvSpPr/>
            <p:nvPr/>
          </p:nvSpPr>
          <p:spPr>
            <a:xfrm>
              <a:off x="3558857" y="1238769"/>
              <a:ext cx="130027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purine nucleoside phosphorylase</a:t>
              </a:r>
            </a:p>
          </p:txBody>
        </p:sp>
        <p:sp>
          <p:nvSpPr>
            <p:cNvPr id="2494" name="tx2494"/>
            <p:cNvSpPr/>
            <p:nvPr/>
          </p:nvSpPr>
          <p:spPr>
            <a:xfrm>
              <a:off x="3558857" y="1316707"/>
              <a:ext cx="10875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doublesex-Mab related 99B</a:t>
              </a:r>
            </a:p>
          </p:txBody>
        </p:sp>
        <p:sp>
          <p:nvSpPr>
            <p:cNvPr id="2495" name="tx2495"/>
            <p:cNvSpPr/>
            <p:nvPr/>
          </p:nvSpPr>
          <p:spPr>
            <a:xfrm>
              <a:off x="3558857" y="1394645"/>
              <a:ext cx="4300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Arrowhead</a:t>
              </a:r>
            </a:p>
          </p:txBody>
        </p:sp>
        <p:sp>
          <p:nvSpPr>
            <p:cNvPr id="2496" name="tx2496"/>
            <p:cNvSpPr/>
            <p:nvPr/>
          </p:nvSpPr>
          <p:spPr>
            <a:xfrm>
              <a:off x="3558857" y="1472583"/>
              <a:ext cx="111218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forkhead box protein D2-like</a:t>
              </a:r>
            </a:p>
          </p:txBody>
        </p:sp>
        <p:sp>
          <p:nvSpPr>
            <p:cNvPr id="2497" name="tx2497"/>
            <p:cNvSpPr/>
            <p:nvPr/>
          </p:nvSpPr>
          <p:spPr>
            <a:xfrm>
              <a:off x="3558857" y="1550521"/>
              <a:ext cx="54361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Hexokinase A</a:t>
              </a:r>
            </a:p>
          </p:txBody>
        </p:sp>
        <p:sp>
          <p:nvSpPr>
            <p:cNvPr id="2498" name="tx2498"/>
            <p:cNvSpPr/>
            <p:nvPr/>
          </p:nvSpPr>
          <p:spPr>
            <a:xfrm>
              <a:off x="3558857" y="1628459"/>
              <a:ext cx="75620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nicotinamidase-like</a:t>
              </a:r>
            </a:p>
          </p:txBody>
        </p:sp>
        <p:sp>
          <p:nvSpPr>
            <p:cNvPr id="2499" name="tx2499"/>
            <p:cNvSpPr/>
            <p:nvPr/>
          </p:nvSpPr>
          <p:spPr>
            <a:xfrm>
              <a:off x="3558857" y="1706397"/>
              <a:ext cx="44494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vitellogenin</a:t>
              </a:r>
            </a:p>
          </p:txBody>
        </p:sp>
        <p:sp>
          <p:nvSpPr>
            <p:cNvPr id="2500" name="tx2500"/>
            <p:cNvSpPr/>
            <p:nvPr/>
          </p:nvSpPr>
          <p:spPr>
            <a:xfrm>
              <a:off x="3558857" y="1784335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LOC107074513</a:t>
              </a:r>
            </a:p>
          </p:txBody>
        </p:sp>
        <p:sp>
          <p:nvSpPr>
            <p:cNvPr id="2501" name="tx2501"/>
            <p:cNvSpPr/>
            <p:nvPr/>
          </p:nvSpPr>
          <p:spPr>
            <a:xfrm>
              <a:off x="3558857" y="1862273"/>
              <a:ext cx="8403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aldose reductase-like</a:t>
              </a:r>
            </a:p>
          </p:txBody>
        </p:sp>
        <p:sp>
          <p:nvSpPr>
            <p:cNvPr id="2502" name="tx2502"/>
            <p:cNvSpPr/>
            <p:nvPr/>
          </p:nvSpPr>
          <p:spPr>
            <a:xfrm>
              <a:off x="3558857" y="1940211"/>
              <a:ext cx="106765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hydroxypyruvate reductase</a:t>
              </a:r>
            </a:p>
          </p:txBody>
        </p:sp>
        <p:sp>
          <p:nvSpPr>
            <p:cNvPr id="2503" name="tx2503"/>
            <p:cNvSpPr/>
            <p:nvPr/>
          </p:nvSpPr>
          <p:spPr>
            <a:xfrm>
              <a:off x="3558857" y="2018149"/>
              <a:ext cx="196742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cytochrome b561 domain-containing protein 1-like</a:t>
              </a:r>
            </a:p>
          </p:txBody>
        </p:sp>
        <p:sp>
          <p:nvSpPr>
            <p:cNvPr id="2504" name="tx2504"/>
            <p:cNvSpPr/>
            <p:nvPr/>
          </p:nvSpPr>
          <p:spPr>
            <a:xfrm>
              <a:off x="3558857" y="2096087"/>
              <a:ext cx="151762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beta-hexosaminidase subunit beta-like</a:t>
              </a:r>
            </a:p>
          </p:txBody>
        </p:sp>
        <p:sp>
          <p:nvSpPr>
            <p:cNvPr id="2505" name="tx2505"/>
            <p:cNvSpPr/>
            <p:nvPr/>
          </p:nvSpPr>
          <p:spPr>
            <a:xfrm>
              <a:off x="3558857" y="2174025"/>
              <a:ext cx="14233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bHLH transcriptional repressor hairy</a:t>
              </a:r>
            </a:p>
          </p:txBody>
        </p:sp>
        <p:sp>
          <p:nvSpPr>
            <p:cNvPr id="2506" name="tx2506"/>
            <p:cNvSpPr/>
            <p:nvPr/>
          </p:nvSpPr>
          <p:spPr>
            <a:xfrm>
              <a:off x="3558857" y="2251963"/>
              <a:ext cx="192600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family 31 glucosidase KIAA1161</a:t>
              </a:r>
            </a:p>
          </p:txBody>
        </p:sp>
        <p:sp>
          <p:nvSpPr>
            <p:cNvPr id="2507" name="tx2507"/>
            <p:cNvSpPr/>
            <p:nvPr/>
          </p:nvSpPr>
          <p:spPr>
            <a:xfrm>
              <a:off x="3558857" y="2329901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LOC107072943</a:t>
              </a:r>
            </a:p>
          </p:txBody>
        </p:sp>
        <p:sp>
          <p:nvSpPr>
            <p:cNvPr id="2508" name="tx2508"/>
            <p:cNvSpPr/>
            <p:nvPr/>
          </p:nvSpPr>
          <p:spPr>
            <a:xfrm>
              <a:off x="3558857" y="2407839"/>
              <a:ext cx="59307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crowded by cid</a:t>
              </a:r>
            </a:p>
          </p:txBody>
        </p:sp>
        <p:sp>
          <p:nvSpPr>
            <p:cNvPr id="2509" name="tx2509"/>
            <p:cNvSpPr/>
            <p:nvPr/>
          </p:nvSpPr>
          <p:spPr>
            <a:xfrm>
              <a:off x="3558857" y="2485776"/>
              <a:ext cx="161126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facilitated trehalose transporter Tret1-like</a:t>
              </a:r>
            </a:p>
          </p:txBody>
        </p:sp>
        <p:sp>
          <p:nvSpPr>
            <p:cNvPr id="2510" name="tx2510"/>
            <p:cNvSpPr/>
            <p:nvPr/>
          </p:nvSpPr>
          <p:spPr>
            <a:xfrm>
              <a:off x="3558857" y="2563714"/>
              <a:ext cx="19527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kynurenine/alpha-aminoadipate aminotransferase</a:t>
              </a:r>
            </a:p>
          </p:txBody>
        </p:sp>
        <p:sp>
          <p:nvSpPr>
            <p:cNvPr id="2511" name="tx2511"/>
            <p:cNvSpPr/>
            <p:nvPr/>
          </p:nvSpPr>
          <p:spPr>
            <a:xfrm>
              <a:off x="3558857" y="2641652"/>
              <a:ext cx="68680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FABP-like protein</a:t>
              </a:r>
            </a:p>
          </p:txBody>
        </p:sp>
        <p:sp>
          <p:nvSpPr>
            <p:cNvPr id="2512" name="tx2512"/>
            <p:cNvSpPr/>
            <p:nvPr/>
          </p:nvSpPr>
          <p:spPr>
            <a:xfrm>
              <a:off x="3558857" y="2719590"/>
              <a:ext cx="10380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zinc finger protein 628-like</a:t>
              </a:r>
            </a:p>
          </p:txBody>
        </p:sp>
        <p:sp>
          <p:nvSpPr>
            <p:cNvPr id="2513" name="tx2513"/>
            <p:cNvSpPr/>
            <p:nvPr/>
          </p:nvSpPr>
          <p:spPr>
            <a:xfrm>
              <a:off x="3558857" y="2797528"/>
              <a:ext cx="139418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beta-1,3-glucan-binding protein-like</a:t>
              </a:r>
            </a:p>
          </p:txBody>
        </p:sp>
        <p:sp>
          <p:nvSpPr>
            <p:cNvPr id="2514" name="tx2514"/>
            <p:cNvSpPr/>
            <p:nvPr/>
          </p:nvSpPr>
          <p:spPr>
            <a:xfrm>
              <a:off x="3558857" y="2875466"/>
              <a:ext cx="11216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Glycine N-methyltransferase</a:t>
              </a:r>
            </a:p>
          </p:txBody>
        </p:sp>
        <p:sp>
          <p:nvSpPr>
            <p:cNvPr id="2515" name="tx2515"/>
            <p:cNvSpPr/>
            <p:nvPr/>
          </p:nvSpPr>
          <p:spPr>
            <a:xfrm>
              <a:off x="3558857" y="2953404"/>
              <a:ext cx="9935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peroxiredoxin-like protein</a:t>
              </a:r>
            </a:p>
          </p:txBody>
        </p:sp>
        <p:sp>
          <p:nvSpPr>
            <p:cNvPr id="2516" name="tx2516"/>
            <p:cNvSpPr/>
            <p:nvPr/>
          </p:nvSpPr>
          <p:spPr>
            <a:xfrm>
              <a:off x="3558857" y="3031342"/>
              <a:ext cx="120609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isovaleryl-CoA dehydrogenase</a:t>
              </a:r>
            </a:p>
          </p:txBody>
        </p:sp>
        <p:sp>
          <p:nvSpPr>
            <p:cNvPr id="2517" name="tx2517"/>
            <p:cNvSpPr/>
            <p:nvPr/>
          </p:nvSpPr>
          <p:spPr>
            <a:xfrm>
              <a:off x="3558857" y="3109280"/>
              <a:ext cx="56354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nessun dorma</a:t>
              </a:r>
            </a:p>
          </p:txBody>
        </p:sp>
        <p:sp>
          <p:nvSpPr>
            <p:cNvPr id="2518" name="tx2518"/>
            <p:cNvSpPr/>
            <p:nvPr/>
          </p:nvSpPr>
          <p:spPr>
            <a:xfrm>
              <a:off x="3558857" y="3187218"/>
              <a:ext cx="120591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venom carboxylesterase-6-like</a:t>
              </a:r>
            </a:p>
          </p:txBody>
        </p:sp>
        <p:sp>
          <p:nvSpPr>
            <p:cNvPr id="2519" name="tx2519"/>
            <p:cNvSpPr/>
            <p:nvPr/>
          </p:nvSpPr>
          <p:spPr>
            <a:xfrm>
              <a:off x="3558857" y="3265156"/>
              <a:ext cx="101333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carbonic anhydrase 2-like</a:t>
              </a:r>
            </a:p>
          </p:txBody>
        </p:sp>
        <p:sp>
          <p:nvSpPr>
            <p:cNvPr id="2520" name="tx2520"/>
            <p:cNvSpPr/>
            <p:nvPr/>
          </p:nvSpPr>
          <p:spPr>
            <a:xfrm>
              <a:off x="3558857" y="3343094"/>
              <a:ext cx="106783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yippee interacting protein 2</a:t>
              </a:r>
            </a:p>
          </p:txBody>
        </p:sp>
        <p:sp>
          <p:nvSpPr>
            <p:cNvPr id="2521" name="tx2521"/>
            <p:cNvSpPr/>
            <p:nvPr/>
          </p:nvSpPr>
          <p:spPr>
            <a:xfrm>
              <a:off x="3558857" y="3421032"/>
              <a:ext cx="15966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D-2-hydroxyglutaric acid dehydrogenase</a:t>
              </a:r>
            </a:p>
          </p:txBody>
        </p:sp>
        <p:sp>
          <p:nvSpPr>
            <p:cNvPr id="2522" name="tx2522"/>
            <p:cNvSpPr/>
            <p:nvPr/>
          </p:nvSpPr>
          <p:spPr>
            <a:xfrm>
              <a:off x="3558857" y="3498970"/>
              <a:ext cx="166100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juvenile hormone epoxide hydrolase 1-like</a:t>
              </a:r>
            </a:p>
          </p:txBody>
        </p:sp>
        <p:sp>
          <p:nvSpPr>
            <p:cNvPr id="2523" name="tx2523"/>
            <p:cNvSpPr/>
            <p:nvPr/>
          </p:nvSpPr>
          <p:spPr>
            <a:xfrm>
              <a:off x="3558857" y="3576908"/>
              <a:ext cx="3311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catalase</a:t>
              </a:r>
            </a:p>
          </p:txBody>
        </p:sp>
        <p:sp>
          <p:nvSpPr>
            <p:cNvPr id="2524" name="tx2524"/>
            <p:cNvSpPr/>
            <p:nvPr/>
          </p:nvSpPr>
          <p:spPr>
            <a:xfrm>
              <a:off x="3558857" y="3654846"/>
              <a:ext cx="12751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methylglutaconyl-CoA hydratase</a:t>
              </a:r>
            </a:p>
          </p:txBody>
        </p:sp>
        <p:sp>
          <p:nvSpPr>
            <p:cNvPr id="2525" name="tx2525"/>
            <p:cNvSpPr/>
            <p:nvPr/>
          </p:nvSpPr>
          <p:spPr>
            <a:xfrm>
              <a:off x="3558857" y="3732784"/>
              <a:ext cx="9294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dnaJ protein homolog 1</a:t>
              </a:r>
            </a:p>
          </p:txBody>
        </p:sp>
        <p:sp>
          <p:nvSpPr>
            <p:cNvPr id="2526" name="tx2526"/>
            <p:cNvSpPr/>
            <p:nvPr/>
          </p:nvSpPr>
          <p:spPr>
            <a:xfrm>
              <a:off x="3558857" y="3810722"/>
              <a:ext cx="6029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Cytochrome b5</a:t>
              </a:r>
            </a:p>
          </p:txBody>
        </p:sp>
        <p:sp>
          <p:nvSpPr>
            <p:cNvPr id="2527" name="tx2527"/>
            <p:cNvSpPr/>
            <p:nvPr/>
          </p:nvSpPr>
          <p:spPr>
            <a:xfrm>
              <a:off x="3558857" y="3888660"/>
              <a:ext cx="179944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signal sequence receptor subunit 1 l(1)G0320</a:t>
              </a:r>
            </a:p>
          </p:txBody>
        </p:sp>
        <p:sp>
          <p:nvSpPr>
            <p:cNvPr id="2528" name="tx2528"/>
            <p:cNvSpPr/>
            <p:nvPr/>
          </p:nvSpPr>
          <p:spPr>
            <a:xfrm>
              <a:off x="3558857" y="3966598"/>
              <a:ext cx="158694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leucine-rich repeat-containing protein 59</a:t>
              </a:r>
            </a:p>
          </p:txBody>
        </p:sp>
        <p:sp>
          <p:nvSpPr>
            <p:cNvPr id="2529" name="tx2529"/>
            <p:cNvSpPr/>
            <p:nvPr/>
          </p:nvSpPr>
          <p:spPr>
            <a:xfrm>
              <a:off x="3558857" y="4044536"/>
              <a:ext cx="139363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Methylcrotonoyl-CoA carboxylase 1</a:t>
              </a:r>
            </a:p>
          </p:txBody>
        </p:sp>
        <p:sp>
          <p:nvSpPr>
            <p:cNvPr id="2530" name="tx2530"/>
            <p:cNvSpPr/>
            <p:nvPr/>
          </p:nvSpPr>
          <p:spPr>
            <a:xfrm>
              <a:off x="3558857" y="4122474"/>
              <a:ext cx="232358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Branched chain keto acid dehydrogenase E1 subunit alpha</a:t>
              </a:r>
            </a:p>
          </p:txBody>
        </p:sp>
        <p:sp>
          <p:nvSpPr>
            <p:cNvPr id="2531" name="tx2531"/>
            <p:cNvSpPr/>
            <p:nvPr/>
          </p:nvSpPr>
          <p:spPr>
            <a:xfrm>
              <a:off x="3558857" y="4200412"/>
              <a:ext cx="142372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 Hydroxy acid dehydrogenase 1</a:t>
              </a:r>
            </a:p>
          </p:txBody>
        </p:sp>
        <p:sp>
          <p:nvSpPr>
            <p:cNvPr id="2532" name="tx2532"/>
            <p:cNvSpPr/>
            <p:nvPr/>
          </p:nvSpPr>
          <p:spPr>
            <a:xfrm>
              <a:off x="3558857" y="4278350"/>
              <a:ext cx="163147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phosphopantothenoylcysteine synthetase</a:t>
              </a:r>
            </a:p>
          </p:txBody>
        </p:sp>
        <p:sp>
          <p:nvSpPr>
            <p:cNvPr id="2533" name="tx2533"/>
            <p:cNvSpPr/>
            <p:nvPr/>
          </p:nvSpPr>
          <p:spPr>
            <a:xfrm>
              <a:off x="3558857" y="4356288"/>
              <a:ext cx="48938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hornerin-like</a:t>
              </a:r>
            </a:p>
          </p:txBody>
        </p:sp>
        <p:sp>
          <p:nvSpPr>
            <p:cNvPr id="2534" name="tx2534"/>
            <p:cNvSpPr/>
            <p:nvPr/>
          </p:nvSpPr>
          <p:spPr>
            <a:xfrm>
              <a:off x="3558857" y="4434226"/>
              <a:ext cx="75931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protein THEM6-like</a:t>
              </a:r>
            </a:p>
          </p:txBody>
        </p:sp>
        <p:sp>
          <p:nvSpPr>
            <p:cNvPr id="2535" name="tx2535"/>
            <p:cNvSpPr/>
            <p:nvPr/>
          </p:nvSpPr>
          <p:spPr>
            <a:xfrm>
              <a:off x="3558857" y="4512164"/>
              <a:ext cx="196742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alanine--glyoxylate aminotransferase 2 homolog 1</a:t>
              </a:r>
            </a:p>
          </p:txBody>
        </p:sp>
        <p:sp>
          <p:nvSpPr>
            <p:cNvPr id="2536" name="tx2536"/>
            <p:cNvSpPr/>
            <p:nvPr/>
          </p:nvSpPr>
          <p:spPr>
            <a:xfrm>
              <a:off x="3558857" y="4590102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LOC107066236</a:t>
              </a:r>
            </a:p>
          </p:txBody>
        </p:sp>
        <p:sp>
          <p:nvSpPr>
            <p:cNvPr id="2537" name="tx2537"/>
            <p:cNvSpPr/>
            <p:nvPr/>
          </p:nvSpPr>
          <p:spPr>
            <a:xfrm>
              <a:off x="3558857" y="4668040"/>
              <a:ext cx="165561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putative fatty acyl-CoA reductase CG5065</a:t>
              </a:r>
            </a:p>
          </p:txBody>
        </p:sp>
        <p:sp>
          <p:nvSpPr>
            <p:cNvPr id="2538" name="tx2538"/>
            <p:cNvSpPr/>
            <p:nvPr/>
          </p:nvSpPr>
          <p:spPr>
            <a:xfrm>
              <a:off x="3558857" y="4745978"/>
              <a:ext cx="195690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acyl-CoA synthetase short-chain family member 3</a:t>
              </a:r>
            </a:p>
          </p:txBody>
        </p:sp>
        <p:sp>
          <p:nvSpPr>
            <p:cNvPr id="2539" name="tx2539"/>
            <p:cNvSpPr/>
            <p:nvPr/>
          </p:nvSpPr>
          <p:spPr>
            <a:xfrm>
              <a:off x="3558857" y="4823916"/>
              <a:ext cx="111693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bipolar kinesin KRP-130-like</a:t>
              </a:r>
            </a:p>
          </p:txBody>
        </p:sp>
        <p:sp>
          <p:nvSpPr>
            <p:cNvPr id="2540" name="tx2540"/>
            <p:cNvSpPr/>
            <p:nvPr/>
          </p:nvSpPr>
          <p:spPr>
            <a:xfrm>
              <a:off x="3558857" y="4901854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LOC107065862</a:t>
              </a:r>
            </a:p>
          </p:txBody>
        </p:sp>
        <p:sp>
          <p:nvSpPr>
            <p:cNvPr id="2541" name="tx2541"/>
            <p:cNvSpPr/>
            <p:nvPr/>
          </p:nvSpPr>
          <p:spPr>
            <a:xfrm>
              <a:off x="3558857" y="4979792"/>
              <a:ext cx="128509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minichromosome maintenance 6</a:t>
              </a:r>
            </a:p>
          </p:txBody>
        </p:sp>
        <p:sp>
          <p:nvSpPr>
            <p:cNvPr id="2542" name="tx2542"/>
            <p:cNvSpPr/>
            <p:nvPr/>
          </p:nvSpPr>
          <p:spPr>
            <a:xfrm>
              <a:off x="3558857" y="5057729"/>
              <a:ext cx="107277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protein claret segregational</a:t>
              </a:r>
            </a:p>
          </p:txBody>
        </p:sp>
        <p:sp>
          <p:nvSpPr>
            <p:cNvPr id="2543" name="tx2543"/>
            <p:cNvSpPr/>
            <p:nvPr/>
          </p:nvSpPr>
          <p:spPr>
            <a:xfrm>
              <a:off x="3558857" y="5135667"/>
              <a:ext cx="49733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LOC107067898 | uncharacterized LOC107067950 | fatty acid synthase-like | uncharacterized LOC107073762</a:t>
              </a:r>
            </a:p>
          </p:txBody>
        </p:sp>
        <p:sp>
          <p:nvSpPr>
            <p:cNvPr id="2544" name="tx2544"/>
            <p:cNvSpPr/>
            <p:nvPr/>
          </p:nvSpPr>
          <p:spPr>
            <a:xfrm>
              <a:off x="3558857" y="5213605"/>
              <a:ext cx="40032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clavesin-2</a:t>
              </a:r>
            </a:p>
          </p:txBody>
        </p:sp>
        <p:sp>
          <p:nvSpPr>
            <p:cNvPr id="2545" name="tx2545"/>
            <p:cNvSpPr/>
            <p:nvPr/>
          </p:nvSpPr>
          <p:spPr>
            <a:xfrm>
              <a:off x="3558857" y="5291543"/>
              <a:ext cx="10084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6-phosphofructo-2-kinase</a:t>
              </a:r>
            </a:p>
          </p:txBody>
        </p:sp>
        <p:sp>
          <p:nvSpPr>
            <p:cNvPr id="2546" name="tx2546"/>
            <p:cNvSpPr/>
            <p:nvPr/>
          </p:nvSpPr>
          <p:spPr>
            <a:xfrm>
              <a:off x="3558857" y="5369481"/>
              <a:ext cx="218486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putative N-acetylglucosamine-6-phosphate deacetylase</a:t>
              </a:r>
            </a:p>
          </p:txBody>
        </p:sp>
        <p:sp>
          <p:nvSpPr>
            <p:cNvPr id="2547" name="tx2547"/>
            <p:cNvSpPr/>
            <p:nvPr/>
          </p:nvSpPr>
          <p:spPr>
            <a:xfrm>
              <a:off x="3558857" y="5447419"/>
              <a:ext cx="111181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transcription factor AP-1-like</a:t>
              </a:r>
            </a:p>
          </p:txBody>
        </p:sp>
        <p:sp>
          <p:nvSpPr>
            <p:cNvPr id="2548" name="tx2548"/>
            <p:cNvSpPr/>
            <p:nvPr/>
          </p:nvSpPr>
          <p:spPr>
            <a:xfrm>
              <a:off x="3558857" y="5525357"/>
              <a:ext cx="11419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L-lactate dehydrogenase-like</a:t>
              </a:r>
            </a:p>
          </p:txBody>
        </p:sp>
        <p:sp>
          <p:nvSpPr>
            <p:cNvPr id="2549" name="tx2549"/>
            <p:cNvSpPr/>
            <p:nvPr/>
          </p:nvSpPr>
          <p:spPr>
            <a:xfrm>
              <a:off x="3558857" y="5603295"/>
              <a:ext cx="400141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LOC107068651 | uncharacterized LOC107072752 | uncharacterized LOC107073780</a:t>
              </a:r>
            </a:p>
          </p:txBody>
        </p:sp>
        <p:sp>
          <p:nvSpPr>
            <p:cNvPr id="2550" name="tx2550"/>
            <p:cNvSpPr/>
            <p:nvPr/>
          </p:nvSpPr>
          <p:spPr>
            <a:xfrm>
              <a:off x="3558857" y="5681233"/>
              <a:ext cx="97383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Inner centromere protein</a:t>
              </a:r>
            </a:p>
          </p:txBody>
        </p:sp>
        <p:sp>
          <p:nvSpPr>
            <p:cNvPr id="2551" name="tx2551"/>
            <p:cNvSpPr/>
            <p:nvPr/>
          </p:nvSpPr>
          <p:spPr>
            <a:xfrm>
              <a:off x="3558857" y="5759171"/>
              <a:ext cx="12308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homeobox protein invected-like</a:t>
              </a:r>
            </a:p>
          </p:txBody>
        </p:sp>
        <p:sp>
          <p:nvSpPr>
            <p:cNvPr id="2552" name="tx2552"/>
            <p:cNvSpPr/>
            <p:nvPr/>
          </p:nvSpPr>
          <p:spPr>
            <a:xfrm>
              <a:off x="3558857" y="5837109"/>
              <a:ext cx="86977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valacyclovir hydrolase</a:t>
              </a:r>
            </a:p>
          </p:txBody>
        </p:sp>
        <p:sp>
          <p:nvSpPr>
            <p:cNvPr id="2553" name="tx2553"/>
            <p:cNvSpPr/>
            <p:nvPr/>
          </p:nvSpPr>
          <p:spPr>
            <a:xfrm>
              <a:off x="3558857" y="5915047"/>
              <a:ext cx="18089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bifunctional purine biosynthesis protein PURH</a:t>
              </a:r>
            </a:p>
          </p:txBody>
        </p:sp>
        <p:sp>
          <p:nvSpPr>
            <p:cNvPr id="2554" name="tx2554"/>
            <p:cNvSpPr/>
            <p:nvPr/>
          </p:nvSpPr>
          <p:spPr>
            <a:xfrm>
              <a:off x="3558857" y="5992985"/>
              <a:ext cx="106756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CAP-D2 condensin subunit</a:t>
              </a:r>
            </a:p>
          </p:txBody>
        </p:sp>
        <p:sp>
          <p:nvSpPr>
            <p:cNvPr id="2555" name="tx2555"/>
            <p:cNvSpPr/>
            <p:nvPr/>
          </p:nvSpPr>
          <p:spPr>
            <a:xfrm>
              <a:off x="3558857" y="6070923"/>
              <a:ext cx="144319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leucine carboxyl methyltransferase 1</a:t>
              </a:r>
            </a:p>
          </p:txBody>
        </p:sp>
        <p:sp>
          <p:nvSpPr>
            <p:cNvPr id="2556" name="tx2556"/>
            <p:cNvSpPr/>
            <p:nvPr/>
          </p:nvSpPr>
          <p:spPr>
            <a:xfrm>
              <a:off x="3558857" y="6148861"/>
              <a:ext cx="324712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serine/threonine-protein phosphatase 2A regulatory subunit B'' subunit gamma-like</a:t>
              </a:r>
            </a:p>
          </p:txBody>
        </p:sp>
        <p:sp>
          <p:nvSpPr>
            <p:cNvPr id="2557" name="tx2557"/>
            <p:cNvSpPr/>
            <p:nvPr/>
          </p:nvSpPr>
          <p:spPr>
            <a:xfrm>
              <a:off x="3558857" y="6226799"/>
              <a:ext cx="12652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Nucleosome assembly protein 1</a:t>
              </a:r>
            </a:p>
          </p:txBody>
        </p:sp>
        <p:sp>
          <p:nvSpPr>
            <p:cNvPr id="2558" name="rc2558"/>
            <p:cNvSpPr/>
            <p:nvPr/>
          </p:nvSpPr>
          <p:spPr>
            <a:xfrm>
              <a:off x="8621087" y="2997200"/>
              <a:ext cx="127000" cy="9525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9" name="rc2559"/>
            <p:cNvSpPr/>
            <p:nvPr/>
          </p:nvSpPr>
          <p:spPr>
            <a:xfrm>
              <a:off x="8621087" y="2987675"/>
              <a:ext cx="127000" cy="9525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0" name="rc2560"/>
            <p:cNvSpPr/>
            <p:nvPr/>
          </p:nvSpPr>
          <p:spPr>
            <a:xfrm>
              <a:off x="8621087" y="2978150"/>
              <a:ext cx="127000" cy="9525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1" name="rc2561"/>
            <p:cNvSpPr/>
            <p:nvPr/>
          </p:nvSpPr>
          <p:spPr>
            <a:xfrm>
              <a:off x="8621087" y="2968625"/>
              <a:ext cx="127000" cy="9525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2" name="rc2562"/>
            <p:cNvSpPr/>
            <p:nvPr/>
          </p:nvSpPr>
          <p:spPr>
            <a:xfrm>
              <a:off x="8621087" y="2959100"/>
              <a:ext cx="127000" cy="9525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3" name="rc2563"/>
            <p:cNvSpPr/>
            <p:nvPr/>
          </p:nvSpPr>
          <p:spPr>
            <a:xfrm>
              <a:off x="8621087" y="2949575"/>
              <a:ext cx="127000" cy="9525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4" name="rc2564"/>
            <p:cNvSpPr/>
            <p:nvPr/>
          </p:nvSpPr>
          <p:spPr>
            <a:xfrm>
              <a:off x="8621087" y="2940050"/>
              <a:ext cx="127000" cy="9525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5" name="rc2565"/>
            <p:cNvSpPr/>
            <p:nvPr/>
          </p:nvSpPr>
          <p:spPr>
            <a:xfrm>
              <a:off x="8621087" y="2930525"/>
              <a:ext cx="127000" cy="9525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6" name="rc2566"/>
            <p:cNvSpPr/>
            <p:nvPr/>
          </p:nvSpPr>
          <p:spPr>
            <a:xfrm>
              <a:off x="8621087" y="2921000"/>
              <a:ext cx="127000" cy="9525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7" name="rc2567"/>
            <p:cNvSpPr/>
            <p:nvPr/>
          </p:nvSpPr>
          <p:spPr>
            <a:xfrm>
              <a:off x="8621087" y="2911475"/>
              <a:ext cx="127000" cy="9525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8" name="rc2568"/>
            <p:cNvSpPr/>
            <p:nvPr/>
          </p:nvSpPr>
          <p:spPr>
            <a:xfrm>
              <a:off x="8621087" y="2901950"/>
              <a:ext cx="127000" cy="952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9" name="rc2569"/>
            <p:cNvSpPr/>
            <p:nvPr/>
          </p:nvSpPr>
          <p:spPr>
            <a:xfrm>
              <a:off x="8621087" y="2892425"/>
              <a:ext cx="127000" cy="9525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0" name="rc2570"/>
            <p:cNvSpPr/>
            <p:nvPr/>
          </p:nvSpPr>
          <p:spPr>
            <a:xfrm>
              <a:off x="8621087" y="2882900"/>
              <a:ext cx="127000" cy="9525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1" name="rc2571"/>
            <p:cNvSpPr/>
            <p:nvPr/>
          </p:nvSpPr>
          <p:spPr>
            <a:xfrm>
              <a:off x="8621087" y="2873375"/>
              <a:ext cx="127000" cy="9525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2" name="rc2572"/>
            <p:cNvSpPr/>
            <p:nvPr/>
          </p:nvSpPr>
          <p:spPr>
            <a:xfrm>
              <a:off x="8621087" y="2863850"/>
              <a:ext cx="127000" cy="9525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3" name="rc2573"/>
            <p:cNvSpPr/>
            <p:nvPr/>
          </p:nvSpPr>
          <p:spPr>
            <a:xfrm>
              <a:off x="8621087" y="2854325"/>
              <a:ext cx="127000" cy="9525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4" name="rc2574"/>
            <p:cNvSpPr/>
            <p:nvPr/>
          </p:nvSpPr>
          <p:spPr>
            <a:xfrm>
              <a:off x="8621087" y="2844800"/>
              <a:ext cx="127000" cy="9524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5" name="rc2575"/>
            <p:cNvSpPr/>
            <p:nvPr/>
          </p:nvSpPr>
          <p:spPr>
            <a:xfrm>
              <a:off x="8621087" y="2835275"/>
              <a:ext cx="127000" cy="9525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6" name="rc2576"/>
            <p:cNvSpPr/>
            <p:nvPr/>
          </p:nvSpPr>
          <p:spPr>
            <a:xfrm>
              <a:off x="8621087" y="2825750"/>
              <a:ext cx="127000" cy="9525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7" name="rc2577"/>
            <p:cNvSpPr/>
            <p:nvPr/>
          </p:nvSpPr>
          <p:spPr>
            <a:xfrm>
              <a:off x="8621087" y="2816225"/>
              <a:ext cx="127000" cy="9524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8" name="rc2578"/>
            <p:cNvSpPr/>
            <p:nvPr/>
          </p:nvSpPr>
          <p:spPr>
            <a:xfrm>
              <a:off x="8621087" y="2806700"/>
              <a:ext cx="127000" cy="9525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9" name="rc2579"/>
            <p:cNvSpPr/>
            <p:nvPr/>
          </p:nvSpPr>
          <p:spPr>
            <a:xfrm>
              <a:off x="8621087" y="2797175"/>
              <a:ext cx="127000" cy="9525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0" name="rc2580"/>
            <p:cNvSpPr/>
            <p:nvPr/>
          </p:nvSpPr>
          <p:spPr>
            <a:xfrm>
              <a:off x="8621087" y="2787650"/>
              <a:ext cx="127000" cy="9524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8621087" y="2778125"/>
              <a:ext cx="127000" cy="9525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rc2582"/>
            <p:cNvSpPr/>
            <p:nvPr/>
          </p:nvSpPr>
          <p:spPr>
            <a:xfrm>
              <a:off x="8621087" y="2768600"/>
              <a:ext cx="127000" cy="9525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3" name="rc2583"/>
            <p:cNvSpPr/>
            <p:nvPr/>
          </p:nvSpPr>
          <p:spPr>
            <a:xfrm>
              <a:off x="8621087" y="2759075"/>
              <a:ext cx="127000" cy="9524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4" name="rc2584"/>
            <p:cNvSpPr/>
            <p:nvPr/>
          </p:nvSpPr>
          <p:spPr>
            <a:xfrm>
              <a:off x="8621087" y="2749550"/>
              <a:ext cx="127000" cy="9525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5" name="rc2585"/>
            <p:cNvSpPr/>
            <p:nvPr/>
          </p:nvSpPr>
          <p:spPr>
            <a:xfrm>
              <a:off x="8621087" y="2740025"/>
              <a:ext cx="127000" cy="9525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6" name="rc2586"/>
            <p:cNvSpPr/>
            <p:nvPr/>
          </p:nvSpPr>
          <p:spPr>
            <a:xfrm>
              <a:off x="8621087" y="2730500"/>
              <a:ext cx="127000" cy="9524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7" name="rc2587"/>
            <p:cNvSpPr/>
            <p:nvPr/>
          </p:nvSpPr>
          <p:spPr>
            <a:xfrm>
              <a:off x="8621087" y="2720975"/>
              <a:ext cx="127000" cy="9525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8" name="rc2588"/>
            <p:cNvSpPr/>
            <p:nvPr/>
          </p:nvSpPr>
          <p:spPr>
            <a:xfrm>
              <a:off x="8621087" y="2711450"/>
              <a:ext cx="127000" cy="9525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9" name="rc2589"/>
            <p:cNvSpPr/>
            <p:nvPr/>
          </p:nvSpPr>
          <p:spPr>
            <a:xfrm>
              <a:off x="8621087" y="2701925"/>
              <a:ext cx="127000" cy="9524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" name="rc2590"/>
            <p:cNvSpPr/>
            <p:nvPr/>
          </p:nvSpPr>
          <p:spPr>
            <a:xfrm>
              <a:off x="8621087" y="2692400"/>
              <a:ext cx="127000" cy="9525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1" name="rc2591"/>
            <p:cNvSpPr/>
            <p:nvPr/>
          </p:nvSpPr>
          <p:spPr>
            <a:xfrm>
              <a:off x="8621087" y="2682875"/>
              <a:ext cx="127000" cy="9525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2" name="rc2592"/>
            <p:cNvSpPr/>
            <p:nvPr/>
          </p:nvSpPr>
          <p:spPr>
            <a:xfrm>
              <a:off x="8621087" y="2673350"/>
              <a:ext cx="127000" cy="9524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3" name="rc2593"/>
            <p:cNvSpPr/>
            <p:nvPr/>
          </p:nvSpPr>
          <p:spPr>
            <a:xfrm>
              <a:off x="8621087" y="2663825"/>
              <a:ext cx="127000" cy="9525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4" name="rc2594"/>
            <p:cNvSpPr/>
            <p:nvPr/>
          </p:nvSpPr>
          <p:spPr>
            <a:xfrm>
              <a:off x="8621087" y="2654300"/>
              <a:ext cx="127000" cy="9524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5" name="rc2595"/>
            <p:cNvSpPr/>
            <p:nvPr/>
          </p:nvSpPr>
          <p:spPr>
            <a:xfrm>
              <a:off x="8621087" y="2644775"/>
              <a:ext cx="127000" cy="9524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6" name="rc2596"/>
            <p:cNvSpPr/>
            <p:nvPr/>
          </p:nvSpPr>
          <p:spPr>
            <a:xfrm>
              <a:off x="8621087" y="2635250"/>
              <a:ext cx="127000" cy="9525"/>
            </a:xfrm>
            <a:prstGeom prst="rect">
              <a:avLst/>
            </a:prstGeom>
            <a:solidFill>
              <a:srgbClr val="FFC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7" name="rc2597"/>
            <p:cNvSpPr/>
            <p:nvPr/>
          </p:nvSpPr>
          <p:spPr>
            <a:xfrm>
              <a:off x="8621087" y="2625725"/>
              <a:ext cx="127000" cy="9524"/>
            </a:xfrm>
            <a:prstGeom prst="rect">
              <a:avLst/>
            </a:prstGeom>
            <a:solidFill>
              <a:srgbClr val="FFC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8" name="rc2598"/>
            <p:cNvSpPr/>
            <p:nvPr/>
          </p:nvSpPr>
          <p:spPr>
            <a:xfrm>
              <a:off x="8621087" y="2616200"/>
              <a:ext cx="127000" cy="9524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9" name="rc2599"/>
            <p:cNvSpPr/>
            <p:nvPr/>
          </p:nvSpPr>
          <p:spPr>
            <a:xfrm>
              <a:off x="8621087" y="2606675"/>
              <a:ext cx="127000" cy="9525"/>
            </a:xfrm>
            <a:prstGeom prst="rect">
              <a:avLst/>
            </a:prstGeom>
            <a:solidFill>
              <a:srgbClr val="FFC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0" name="rc2600"/>
            <p:cNvSpPr/>
            <p:nvPr/>
          </p:nvSpPr>
          <p:spPr>
            <a:xfrm>
              <a:off x="8621087" y="2597150"/>
              <a:ext cx="127000" cy="9524"/>
            </a:xfrm>
            <a:prstGeom prst="rect">
              <a:avLst/>
            </a:prstGeom>
            <a:solidFill>
              <a:srgbClr val="FFC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1" name="rc2601"/>
            <p:cNvSpPr/>
            <p:nvPr/>
          </p:nvSpPr>
          <p:spPr>
            <a:xfrm>
              <a:off x="8621087" y="2587625"/>
              <a:ext cx="127000" cy="9524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2" name="rc2602"/>
            <p:cNvSpPr/>
            <p:nvPr/>
          </p:nvSpPr>
          <p:spPr>
            <a:xfrm>
              <a:off x="8621087" y="2578100"/>
              <a:ext cx="127000" cy="9525"/>
            </a:xfrm>
            <a:prstGeom prst="rect">
              <a:avLst/>
            </a:prstGeom>
            <a:solidFill>
              <a:srgbClr val="FFC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3" name="rc2603"/>
            <p:cNvSpPr/>
            <p:nvPr/>
          </p:nvSpPr>
          <p:spPr>
            <a:xfrm>
              <a:off x="8621087" y="2568575"/>
              <a:ext cx="127000" cy="9524"/>
            </a:xfrm>
            <a:prstGeom prst="rect">
              <a:avLst/>
            </a:prstGeom>
            <a:solidFill>
              <a:srgbClr val="FFC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4" name="rc2604"/>
            <p:cNvSpPr/>
            <p:nvPr/>
          </p:nvSpPr>
          <p:spPr>
            <a:xfrm>
              <a:off x="8621087" y="2559050"/>
              <a:ext cx="127000" cy="9524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5" name="rc2605"/>
            <p:cNvSpPr/>
            <p:nvPr/>
          </p:nvSpPr>
          <p:spPr>
            <a:xfrm>
              <a:off x="8621087" y="2549525"/>
              <a:ext cx="127000" cy="9525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6" name="rc2606"/>
            <p:cNvSpPr/>
            <p:nvPr/>
          </p:nvSpPr>
          <p:spPr>
            <a:xfrm>
              <a:off x="8621087" y="2540000"/>
              <a:ext cx="127000" cy="9524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7" name="rc2607"/>
            <p:cNvSpPr/>
            <p:nvPr/>
          </p:nvSpPr>
          <p:spPr>
            <a:xfrm>
              <a:off x="8621087" y="2530475"/>
              <a:ext cx="127000" cy="9524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8" name="rc2608"/>
            <p:cNvSpPr/>
            <p:nvPr/>
          </p:nvSpPr>
          <p:spPr>
            <a:xfrm>
              <a:off x="8621087" y="2520950"/>
              <a:ext cx="127000" cy="9525"/>
            </a:xfrm>
            <a:prstGeom prst="rect">
              <a:avLst/>
            </a:prstGeom>
            <a:solidFill>
              <a:srgbClr val="FFB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9" name="rc2609"/>
            <p:cNvSpPr/>
            <p:nvPr/>
          </p:nvSpPr>
          <p:spPr>
            <a:xfrm>
              <a:off x="8621087" y="2511425"/>
              <a:ext cx="127000" cy="9524"/>
            </a:xfrm>
            <a:prstGeom prst="rect">
              <a:avLst/>
            </a:prstGeom>
            <a:solidFill>
              <a:srgbClr val="FFB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0" name="rc2610"/>
            <p:cNvSpPr/>
            <p:nvPr/>
          </p:nvSpPr>
          <p:spPr>
            <a:xfrm>
              <a:off x="8621087" y="2501900"/>
              <a:ext cx="127000" cy="9524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1" name="rc2611"/>
            <p:cNvSpPr/>
            <p:nvPr/>
          </p:nvSpPr>
          <p:spPr>
            <a:xfrm>
              <a:off x="8621087" y="2492375"/>
              <a:ext cx="127000" cy="9525"/>
            </a:xfrm>
            <a:prstGeom prst="rect">
              <a:avLst/>
            </a:prstGeom>
            <a:solidFill>
              <a:srgbClr val="FFB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2" name="rc2612"/>
            <p:cNvSpPr/>
            <p:nvPr/>
          </p:nvSpPr>
          <p:spPr>
            <a:xfrm>
              <a:off x="8621087" y="2482850"/>
              <a:ext cx="127000" cy="9524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" name="rc2613"/>
            <p:cNvSpPr/>
            <p:nvPr/>
          </p:nvSpPr>
          <p:spPr>
            <a:xfrm>
              <a:off x="8621087" y="2473325"/>
              <a:ext cx="127000" cy="9524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4" name="rc2614"/>
            <p:cNvSpPr/>
            <p:nvPr/>
          </p:nvSpPr>
          <p:spPr>
            <a:xfrm>
              <a:off x="8621087" y="2463800"/>
              <a:ext cx="127000" cy="9525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5" name="rc2615"/>
            <p:cNvSpPr/>
            <p:nvPr/>
          </p:nvSpPr>
          <p:spPr>
            <a:xfrm>
              <a:off x="8621087" y="2454275"/>
              <a:ext cx="127000" cy="9524"/>
            </a:xfrm>
            <a:prstGeom prst="rect">
              <a:avLst/>
            </a:prstGeom>
            <a:solidFill>
              <a:srgbClr val="FFB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6" name="rc2616"/>
            <p:cNvSpPr/>
            <p:nvPr/>
          </p:nvSpPr>
          <p:spPr>
            <a:xfrm>
              <a:off x="8621087" y="2444750"/>
              <a:ext cx="127000" cy="9524"/>
            </a:xfrm>
            <a:prstGeom prst="rect">
              <a:avLst/>
            </a:prstGeom>
            <a:solidFill>
              <a:srgbClr val="FFB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7" name="rc2617"/>
            <p:cNvSpPr/>
            <p:nvPr/>
          </p:nvSpPr>
          <p:spPr>
            <a:xfrm>
              <a:off x="8621087" y="2435225"/>
              <a:ext cx="127000" cy="9525"/>
            </a:xfrm>
            <a:prstGeom prst="rect">
              <a:avLst/>
            </a:prstGeom>
            <a:solidFill>
              <a:srgbClr val="FFB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8" name="rc2618"/>
            <p:cNvSpPr/>
            <p:nvPr/>
          </p:nvSpPr>
          <p:spPr>
            <a:xfrm>
              <a:off x="8621087" y="2425700"/>
              <a:ext cx="127000" cy="9524"/>
            </a:xfrm>
            <a:prstGeom prst="rect">
              <a:avLst/>
            </a:prstGeom>
            <a:solidFill>
              <a:srgbClr val="FFB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9" name="rc2619"/>
            <p:cNvSpPr/>
            <p:nvPr/>
          </p:nvSpPr>
          <p:spPr>
            <a:xfrm>
              <a:off x="8621087" y="2416175"/>
              <a:ext cx="127000" cy="9524"/>
            </a:xfrm>
            <a:prstGeom prst="rect">
              <a:avLst/>
            </a:prstGeom>
            <a:solidFill>
              <a:srgbClr val="FFB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0" name="rc2620"/>
            <p:cNvSpPr/>
            <p:nvPr/>
          </p:nvSpPr>
          <p:spPr>
            <a:xfrm>
              <a:off x="8621087" y="2406650"/>
              <a:ext cx="127000" cy="9525"/>
            </a:xfrm>
            <a:prstGeom prst="rect">
              <a:avLst/>
            </a:prstGeom>
            <a:solidFill>
              <a:srgbClr val="FFA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1" name="rc2621"/>
            <p:cNvSpPr/>
            <p:nvPr/>
          </p:nvSpPr>
          <p:spPr>
            <a:xfrm>
              <a:off x="8621087" y="2397125"/>
              <a:ext cx="127000" cy="9524"/>
            </a:xfrm>
            <a:prstGeom prst="rect">
              <a:avLst/>
            </a:prstGeom>
            <a:solidFill>
              <a:srgbClr val="FFA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2" name="rc2622"/>
            <p:cNvSpPr/>
            <p:nvPr/>
          </p:nvSpPr>
          <p:spPr>
            <a:xfrm>
              <a:off x="8621087" y="2387600"/>
              <a:ext cx="127000" cy="9524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3" name="rc2623"/>
            <p:cNvSpPr/>
            <p:nvPr/>
          </p:nvSpPr>
          <p:spPr>
            <a:xfrm>
              <a:off x="8621087" y="2378075"/>
              <a:ext cx="127000" cy="9525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4" name="rc2624"/>
            <p:cNvSpPr/>
            <p:nvPr/>
          </p:nvSpPr>
          <p:spPr>
            <a:xfrm>
              <a:off x="8621087" y="2368550"/>
              <a:ext cx="127000" cy="9524"/>
            </a:xfrm>
            <a:prstGeom prst="rect">
              <a:avLst/>
            </a:prstGeom>
            <a:solidFill>
              <a:srgbClr val="FF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5" name="rc2625"/>
            <p:cNvSpPr/>
            <p:nvPr/>
          </p:nvSpPr>
          <p:spPr>
            <a:xfrm>
              <a:off x="8621087" y="2359025"/>
              <a:ext cx="127000" cy="9524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6" name="rc2626"/>
            <p:cNvSpPr/>
            <p:nvPr/>
          </p:nvSpPr>
          <p:spPr>
            <a:xfrm>
              <a:off x="8621087" y="2349500"/>
              <a:ext cx="127000" cy="9525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7" name="rc2627"/>
            <p:cNvSpPr/>
            <p:nvPr/>
          </p:nvSpPr>
          <p:spPr>
            <a:xfrm>
              <a:off x="8621087" y="2339975"/>
              <a:ext cx="127000" cy="9524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8" name="rc2628"/>
            <p:cNvSpPr/>
            <p:nvPr/>
          </p:nvSpPr>
          <p:spPr>
            <a:xfrm>
              <a:off x="8621087" y="2330450"/>
              <a:ext cx="127000" cy="9524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9" name="rc2629"/>
            <p:cNvSpPr/>
            <p:nvPr/>
          </p:nvSpPr>
          <p:spPr>
            <a:xfrm>
              <a:off x="8621087" y="2320925"/>
              <a:ext cx="127000" cy="9525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0" name="rc2630"/>
            <p:cNvSpPr/>
            <p:nvPr/>
          </p:nvSpPr>
          <p:spPr>
            <a:xfrm>
              <a:off x="8621087" y="2311400"/>
              <a:ext cx="127000" cy="9524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1" name="rc2631"/>
            <p:cNvSpPr/>
            <p:nvPr/>
          </p:nvSpPr>
          <p:spPr>
            <a:xfrm>
              <a:off x="8621087" y="2301875"/>
              <a:ext cx="127000" cy="9524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2" name="rc2632"/>
            <p:cNvSpPr/>
            <p:nvPr/>
          </p:nvSpPr>
          <p:spPr>
            <a:xfrm>
              <a:off x="8621087" y="2292350"/>
              <a:ext cx="127000" cy="9525"/>
            </a:xfrm>
            <a:prstGeom prst="rect">
              <a:avLst/>
            </a:prstGeom>
            <a:solidFill>
              <a:srgbClr val="FFA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3" name="rc2633"/>
            <p:cNvSpPr/>
            <p:nvPr/>
          </p:nvSpPr>
          <p:spPr>
            <a:xfrm>
              <a:off x="8621087" y="2282825"/>
              <a:ext cx="127000" cy="9524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4" name="rc2634"/>
            <p:cNvSpPr/>
            <p:nvPr/>
          </p:nvSpPr>
          <p:spPr>
            <a:xfrm>
              <a:off x="8621087" y="2273300"/>
              <a:ext cx="127000" cy="9524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5" name="rc2635"/>
            <p:cNvSpPr/>
            <p:nvPr/>
          </p:nvSpPr>
          <p:spPr>
            <a:xfrm>
              <a:off x="8621087" y="2263775"/>
              <a:ext cx="127000" cy="9525"/>
            </a:xfrm>
            <a:prstGeom prst="rect">
              <a:avLst/>
            </a:prstGeom>
            <a:solidFill>
              <a:srgbClr val="FF9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6" name="rc2636"/>
            <p:cNvSpPr/>
            <p:nvPr/>
          </p:nvSpPr>
          <p:spPr>
            <a:xfrm>
              <a:off x="8621087" y="2254250"/>
              <a:ext cx="127000" cy="9524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7" name="rc2637"/>
            <p:cNvSpPr/>
            <p:nvPr/>
          </p:nvSpPr>
          <p:spPr>
            <a:xfrm>
              <a:off x="8621087" y="2244725"/>
              <a:ext cx="127000" cy="9524"/>
            </a:xfrm>
            <a:prstGeom prst="rect">
              <a:avLst/>
            </a:prstGeom>
            <a:solidFill>
              <a:srgbClr val="FF9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8" name="rc2638"/>
            <p:cNvSpPr/>
            <p:nvPr/>
          </p:nvSpPr>
          <p:spPr>
            <a:xfrm>
              <a:off x="8621087" y="2235200"/>
              <a:ext cx="127000" cy="9525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9" name="rc2639"/>
            <p:cNvSpPr/>
            <p:nvPr/>
          </p:nvSpPr>
          <p:spPr>
            <a:xfrm>
              <a:off x="8621087" y="2225675"/>
              <a:ext cx="127000" cy="9524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0" name="rc2640"/>
            <p:cNvSpPr/>
            <p:nvPr/>
          </p:nvSpPr>
          <p:spPr>
            <a:xfrm>
              <a:off x="8621087" y="2216150"/>
              <a:ext cx="127000" cy="9524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1" name="rc2641"/>
            <p:cNvSpPr/>
            <p:nvPr/>
          </p:nvSpPr>
          <p:spPr>
            <a:xfrm>
              <a:off x="8621087" y="2206625"/>
              <a:ext cx="127000" cy="9525"/>
            </a:xfrm>
            <a:prstGeom prst="rect">
              <a:avLst/>
            </a:prstGeom>
            <a:solidFill>
              <a:srgbClr val="FF9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2" name="rc2642"/>
            <p:cNvSpPr/>
            <p:nvPr/>
          </p:nvSpPr>
          <p:spPr>
            <a:xfrm>
              <a:off x="8621087" y="2197100"/>
              <a:ext cx="127000" cy="9524"/>
            </a:xfrm>
            <a:prstGeom prst="rect">
              <a:avLst/>
            </a:prstGeom>
            <a:solidFill>
              <a:srgbClr val="FF9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3" name="rc2643"/>
            <p:cNvSpPr/>
            <p:nvPr/>
          </p:nvSpPr>
          <p:spPr>
            <a:xfrm>
              <a:off x="8621087" y="2187575"/>
              <a:ext cx="127000" cy="9524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4" name="rc2644"/>
            <p:cNvSpPr/>
            <p:nvPr/>
          </p:nvSpPr>
          <p:spPr>
            <a:xfrm>
              <a:off x="8621087" y="2178050"/>
              <a:ext cx="127000" cy="9525"/>
            </a:xfrm>
            <a:prstGeom prst="rect">
              <a:avLst/>
            </a:prstGeom>
            <a:solidFill>
              <a:srgbClr val="FF9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5" name="rc2645"/>
            <p:cNvSpPr/>
            <p:nvPr/>
          </p:nvSpPr>
          <p:spPr>
            <a:xfrm>
              <a:off x="8621087" y="2168525"/>
              <a:ext cx="127000" cy="9524"/>
            </a:xfrm>
            <a:prstGeom prst="rect">
              <a:avLst/>
            </a:prstGeom>
            <a:solidFill>
              <a:srgbClr val="FF8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6" name="rc2646"/>
            <p:cNvSpPr/>
            <p:nvPr/>
          </p:nvSpPr>
          <p:spPr>
            <a:xfrm>
              <a:off x="8621087" y="2159000"/>
              <a:ext cx="127000" cy="9524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7" name="rc2647"/>
            <p:cNvSpPr/>
            <p:nvPr/>
          </p:nvSpPr>
          <p:spPr>
            <a:xfrm>
              <a:off x="8621087" y="2149475"/>
              <a:ext cx="127000" cy="9525"/>
            </a:xfrm>
            <a:prstGeom prst="rect">
              <a:avLst/>
            </a:prstGeom>
            <a:solidFill>
              <a:srgbClr val="FF8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8" name="rc2648"/>
            <p:cNvSpPr/>
            <p:nvPr/>
          </p:nvSpPr>
          <p:spPr>
            <a:xfrm>
              <a:off x="8621087" y="2139950"/>
              <a:ext cx="127000" cy="9524"/>
            </a:xfrm>
            <a:prstGeom prst="rect">
              <a:avLst/>
            </a:prstGeom>
            <a:solidFill>
              <a:srgbClr val="FF8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9" name="rc2649"/>
            <p:cNvSpPr/>
            <p:nvPr/>
          </p:nvSpPr>
          <p:spPr>
            <a:xfrm>
              <a:off x="8621087" y="2130425"/>
              <a:ext cx="127000" cy="9524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0" name="rc2650"/>
            <p:cNvSpPr/>
            <p:nvPr/>
          </p:nvSpPr>
          <p:spPr>
            <a:xfrm>
              <a:off x="8621087" y="2120900"/>
              <a:ext cx="127000" cy="9525"/>
            </a:xfrm>
            <a:prstGeom prst="rect">
              <a:avLst/>
            </a:prstGeom>
            <a:solidFill>
              <a:srgbClr val="FF8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1" name="rc2651"/>
            <p:cNvSpPr/>
            <p:nvPr/>
          </p:nvSpPr>
          <p:spPr>
            <a:xfrm>
              <a:off x="8621087" y="2111375"/>
              <a:ext cx="127000" cy="9524"/>
            </a:xfrm>
            <a:prstGeom prst="rect">
              <a:avLst/>
            </a:prstGeom>
            <a:solidFill>
              <a:srgbClr val="FF8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2" name="rc2652"/>
            <p:cNvSpPr/>
            <p:nvPr/>
          </p:nvSpPr>
          <p:spPr>
            <a:xfrm>
              <a:off x="8621087" y="2101850"/>
              <a:ext cx="127000" cy="9524"/>
            </a:xfrm>
            <a:prstGeom prst="rect">
              <a:avLst/>
            </a:prstGeom>
            <a:solidFill>
              <a:srgbClr val="FF8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3" name="rc2653"/>
            <p:cNvSpPr/>
            <p:nvPr/>
          </p:nvSpPr>
          <p:spPr>
            <a:xfrm>
              <a:off x="8621087" y="2092325"/>
              <a:ext cx="127000" cy="9525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4" name="rc2654"/>
            <p:cNvSpPr/>
            <p:nvPr/>
          </p:nvSpPr>
          <p:spPr>
            <a:xfrm>
              <a:off x="8621087" y="2082800"/>
              <a:ext cx="127000" cy="9524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5" name="rc2655"/>
            <p:cNvSpPr/>
            <p:nvPr/>
          </p:nvSpPr>
          <p:spPr>
            <a:xfrm>
              <a:off x="8621087" y="2073275"/>
              <a:ext cx="127000" cy="9524"/>
            </a:xfrm>
            <a:prstGeom prst="rect">
              <a:avLst/>
            </a:prstGeom>
            <a:solidFill>
              <a:srgbClr val="FF8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6" name="rc2656"/>
            <p:cNvSpPr/>
            <p:nvPr/>
          </p:nvSpPr>
          <p:spPr>
            <a:xfrm>
              <a:off x="8621087" y="2063750"/>
              <a:ext cx="127000" cy="9525"/>
            </a:xfrm>
            <a:prstGeom prst="rect">
              <a:avLst/>
            </a:prstGeom>
            <a:solidFill>
              <a:srgbClr val="FF8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7" name="rc2657"/>
            <p:cNvSpPr/>
            <p:nvPr/>
          </p:nvSpPr>
          <p:spPr>
            <a:xfrm>
              <a:off x="8621087" y="2054225"/>
              <a:ext cx="127000" cy="9524"/>
            </a:xfrm>
            <a:prstGeom prst="rect">
              <a:avLst/>
            </a:prstGeom>
            <a:solidFill>
              <a:srgbClr val="FF8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8" name="rc2658"/>
            <p:cNvSpPr/>
            <p:nvPr/>
          </p:nvSpPr>
          <p:spPr>
            <a:xfrm>
              <a:off x="8621087" y="2044700"/>
              <a:ext cx="127000" cy="9524"/>
            </a:xfrm>
            <a:prstGeom prst="rect">
              <a:avLst/>
            </a:prstGeom>
            <a:solidFill>
              <a:srgbClr val="FF7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9" name="rc2659"/>
            <p:cNvSpPr/>
            <p:nvPr/>
          </p:nvSpPr>
          <p:spPr>
            <a:xfrm>
              <a:off x="8621087" y="2035175"/>
              <a:ext cx="127000" cy="9525"/>
            </a:xfrm>
            <a:prstGeom prst="rect">
              <a:avLst/>
            </a:prstGeom>
            <a:solidFill>
              <a:srgbClr val="FF7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0" name="rc2660"/>
            <p:cNvSpPr/>
            <p:nvPr/>
          </p:nvSpPr>
          <p:spPr>
            <a:xfrm>
              <a:off x="8621087" y="2025650"/>
              <a:ext cx="127000" cy="9524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1" name="rc2661"/>
            <p:cNvSpPr/>
            <p:nvPr/>
          </p:nvSpPr>
          <p:spPr>
            <a:xfrm>
              <a:off x="8621087" y="2016125"/>
              <a:ext cx="127000" cy="9524"/>
            </a:xfrm>
            <a:prstGeom prst="rect">
              <a:avLst/>
            </a:prstGeom>
            <a:solidFill>
              <a:srgbClr val="FF7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2" name="rc2662"/>
            <p:cNvSpPr/>
            <p:nvPr/>
          </p:nvSpPr>
          <p:spPr>
            <a:xfrm>
              <a:off x="8621087" y="2006600"/>
              <a:ext cx="127000" cy="9525"/>
            </a:xfrm>
            <a:prstGeom prst="rect">
              <a:avLst/>
            </a:prstGeom>
            <a:solidFill>
              <a:srgbClr val="F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3" name="rc2663"/>
            <p:cNvSpPr/>
            <p:nvPr/>
          </p:nvSpPr>
          <p:spPr>
            <a:xfrm>
              <a:off x="8621087" y="1997075"/>
              <a:ext cx="127000" cy="9524"/>
            </a:xfrm>
            <a:prstGeom prst="rect">
              <a:avLst/>
            </a:prstGeom>
            <a:solidFill>
              <a:srgbClr val="FF7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4" name="rc2664"/>
            <p:cNvSpPr/>
            <p:nvPr/>
          </p:nvSpPr>
          <p:spPr>
            <a:xfrm>
              <a:off x="8621087" y="1987550"/>
              <a:ext cx="127000" cy="9524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5" name="rc2665"/>
            <p:cNvSpPr/>
            <p:nvPr/>
          </p:nvSpPr>
          <p:spPr>
            <a:xfrm>
              <a:off x="8621087" y="1978025"/>
              <a:ext cx="127000" cy="9525"/>
            </a:xfrm>
            <a:prstGeom prst="rect">
              <a:avLst/>
            </a:prstGeom>
            <a:solidFill>
              <a:srgbClr val="FF7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6" name="rc2666"/>
            <p:cNvSpPr/>
            <p:nvPr/>
          </p:nvSpPr>
          <p:spPr>
            <a:xfrm>
              <a:off x="8621087" y="1968500"/>
              <a:ext cx="127000" cy="9524"/>
            </a:xfrm>
            <a:prstGeom prst="rect">
              <a:avLst/>
            </a:prstGeom>
            <a:solidFill>
              <a:srgbClr val="FF7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7" name="rc2667"/>
            <p:cNvSpPr/>
            <p:nvPr/>
          </p:nvSpPr>
          <p:spPr>
            <a:xfrm>
              <a:off x="8621087" y="1958975"/>
              <a:ext cx="127000" cy="9524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8" name="rc2668"/>
            <p:cNvSpPr/>
            <p:nvPr/>
          </p:nvSpPr>
          <p:spPr>
            <a:xfrm>
              <a:off x="8621087" y="1949450"/>
              <a:ext cx="127000" cy="9525"/>
            </a:xfrm>
            <a:prstGeom prst="rect">
              <a:avLst/>
            </a:prstGeom>
            <a:solidFill>
              <a:srgbClr val="FF7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9" name="rc2669"/>
            <p:cNvSpPr/>
            <p:nvPr/>
          </p:nvSpPr>
          <p:spPr>
            <a:xfrm>
              <a:off x="8621087" y="1939925"/>
              <a:ext cx="127000" cy="9524"/>
            </a:xfrm>
            <a:prstGeom prst="rect">
              <a:avLst/>
            </a:prstGeom>
            <a:solidFill>
              <a:srgbClr val="FF7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0" name="rc2670"/>
            <p:cNvSpPr/>
            <p:nvPr/>
          </p:nvSpPr>
          <p:spPr>
            <a:xfrm>
              <a:off x="8621087" y="1930400"/>
              <a:ext cx="127000" cy="9524"/>
            </a:xfrm>
            <a:prstGeom prst="rect">
              <a:avLst/>
            </a:prstGeom>
            <a:solidFill>
              <a:srgbClr val="FF6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1" name="rc2671"/>
            <p:cNvSpPr/>
            <p:nvPr/>
          </p:nvSpPr>
          <p:spPr>
            <a:xfrm>
              <a:off x="8621087" y="1920875"/>
              <a:ext cx="127000" cy="9525"/>
            </a:xfrm>
            <a:prstGeom prst="rect">
              <a:avLst/>
            </a:prstGeom>
            <a:solidFill>
              <a:srgbClr val="FF6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2" name="rc2672"/>
            <p:cNvSpPr/>
            <p:nvPr/>
          </p:nvSpPr>
          <p:spPr>
            <a:xfrm>
              <a:off x="8621087" y="1911350"/>
              <a:ext cx="127000" cy="9524"/>
            </a:xfrm>
            <a:prstGeom prst="rect">
              <a:avLst/>
            </a:prstGeom>
            <a:solidFill>
              <a:srgbClr val="FF6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3" name="rc2673"/>
            <p:cNvSpPr/>
            <p:nvPr/>
          </p:nvSpPr>
          <p:spPr>
            <a:xfrm>
              <a:off x="8621087" y="1901825"/>
              <a:ext cx="127000" cy="952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4" name="rc2674"/>
            <p:cNvSpPr/>
            <p:nvPr/>
          </p:nvSpPr>
          <p:spPr>
            <a:xfrm>
              <a:off x="8621087" y="1892300"/>
              <a:ext cx="127000" cy="9525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5" name="rc2675"/>
            <p:cNvSpPr/>
            <p:nvPr/>
          </p:nvSpPr>
          <p:spPr>
            <a:xfrm>
              <a:off x="8621087" y="1882775"/>
              <a:ext cx="127000" cy="9524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6" name="rc2676"/>
            <p:cNvSpPr/>
            <p:nvPr/>
          </p:nvSpPr>
          <p:spPr>
            <a:xfrm>
              <a:off x="8621087" y="1873250"/>
              <a:ext cx="127000" cy="9524"/>
            </a:xfrm>
            <a:prstGeom prst="rect">
              <a:avLst/>
            </a:prstGeom>
            <a:solidFill>
              <a:srgbClr val="FF6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7" name="rc2677"/>
            <p:cNvSpPr/>
            <p:nvPr/>
          </p:nvSpPr>
          <p:spPr>
            <a:xfrm>
              <a:off x="8621087" y="1863725"/>
              <a:ext cx="127000" cy="9525"/>
            </a:xfrm>
            <a:prstGeom prst="rect">
              <a:avLst/>
            </a:prstGeom>
            <a:solidFill>
              <a:srgbClr val="FF6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8" name="rc2678"/>
            <p:cNvSpPr/>
            <p:nvPr/>
          </p:nvSpPr>
          <p:spPr>
            <a:xfrm>
              <a:off x="8621087" y="1854200"/>
              <a:ext cx="127000" cy="9524"/>
            </a:xfrm>
            <a:prstGeom prst="rect">
              <a:avLst/>
            </a:prstGeom>
            <a:solidFill>
              <a:srgbClr val="FF6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9" name="rc2679"/>
            <p:cNvSpPr/>
            <p:nvPr/>
          </p:nvSpPr>
          <p:spPr>
            <a:xfrm>
              <a:off x="8621087" y="1844675"/>
              <a:ext cx="127000" cy="9524"/>
            </a:xfrm>
            <a:prstGeom prst="rect">
              <a:avLst/>
            </a:prstGeom>
            <a:solidFill>
              <a:srgbClr val="FF6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0" name="rc2680"/>
            <p:cNvSpPr/>
            <p:nvPr/>
          </p:nvSpPr>
          <p:spPr>
            <a:xfrm>
              <a:off x="8621087" y="1835150"/>
              <a:ext cx="127000" cy="9525"/>
            </a:xfrm>
            <a:prstGeom prst="rect">
              <a:avLst/>
            </a:prstGeom>
            <a:solidFill>
              <a:srgbClr val="FF6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1" name="rc2681"/>
            <p:cNvSpPr/>
            <p:nvPr/>
          </p:nvSpPr>
          <p:spPr>
            <a:xfrm>
              <a:off x="8621087" y="1825625"/>
              <a:ext cx="127000" cy="9524"/>
            </a:xfrm>
            <a:prstGeom prst="rect">
              <a:avLst/>
            </a:prstGeom>
            <a:solidFill>
              <a:srgbClr val="FF6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2" name="rc2682"/>
            <p:cNvSpPr/>
            <p:nvPr/>
          </p:nvSpPr>
          <p:spPr>
            <a:xfrm>
              <a:off x="8621087" y="1816100"/>
              <a:ext cx="127000" cy="9524"/>
            </a:xfrm>
            <a:prstGeom prst="rect">
              <a:avLst/>
            </a:prstGeom>
            <a:solidFill>
              <a:srgbClr val="FF6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3" name="rc2683"/>
            <p:cNvSpPr/>
            <p:nvPr/>
          </p:nvSpPr>
          <p:spPr>
            <a:xfrm>
              <a:off x="8621087" y="1806575"/>
              <a:ext cx="127000" cy="9525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4" name="rc2684"/>
            <p:cNvSpPr/>
            <p:nvPr/>
          </p:nvSpPr>
          <p:spPr>
            <a:xfrm>
              <a:off x="8621087" y="1797050"/>
              <a:ext cx="127000" cy="9524"/>
            </a:xfrm>
            <a:prstGeom prst="rect">
              <a:avLst/>
            </a:prstGeom>
            <a:solidFill>
              <a:srgbClr val="FF5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5" name="rc2685"/>
            <p:cNvSpPr/>
            <p:nvPr/>
          </p:nvSpPr>
          <p:spPr>
            <a:xfrm>
              <a:off x="8621087" y="1787525"/>
              <a:ext cx="127000" cy="9524"/>
            </a:xfrm>
            <a:prstGeom prst="rect">
              <a:avLst/>
            </a:prstGeom>
            <a:solidFill>
              <a:srgbClr val="FF5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6" name="rc2686"/>
            <p:cNvSpPr/>
            <p:nvPr/>
          </p:nvSpPr>
          <p:spPr>
            <a:xfrm>
              <a:off x="8621087" y="1778000"/>
              <a:ext cx="127000" cy="9525"/>
            </a:xfrm>
            <a:prstGeom prst="rect">
              <a:avLst/>
            </a:prstGeom>
            <a:solidFill>
              <a:srgbClr val="FF5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7" name="rc2687"/>
            <p:cNvSpPr/>
            <p:nvPr/>
          </p:nvSpPr>
          <p:spPr>
            <a:xfrm>
              <a:off x="8621087" y="1768475"/>
              <a:ext cx="127000" cy="9524"/>
            </a:xfrm>
            <a:prstGeom prst="rect">
              <a:avLst/>
            </a:prstGeom>
            <a:solidFill>
              <a:srgbClr val="FF5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8" name="rc2688"/>
            <p:cNvSpPr/>
            <p:nvPr/>
          </p:nvSpPr>
          <p:spPr>
            <a:xfrm>
              <a:off x="8621087" y="1758950"/>
              <a:ext cx="127000" cy="9524"/>
            </a:xfrm>
            <a:prstGeom prst="rect">
              <a:avLst/>
            </a:prstGeom>
            <a:solidFill>
              <a:srgbClr val="FF5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9" name="rc2689"/>
            <p:cNvSpPr/>
            <p:nvPr/>
          </p:nvSpPr>
          <p:spPr>
            <a:xfrm>
              <a:off x="8621087" y="1749425"/>
              <a:ext cx="127000" cy="9525"/>
            </a:xfrm>
            <a:prstGeom prst="rect">
              <a:avLst/>
            </a:prstGeom>
            <a:solidFill>
              <a:srgbClr val="FF5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0" name="rc2690"/>
            <p:cNvSpPr/>
            <p:nvPr/>
          </p:nvSpPr>
          <p:spPr>
            <a:xfrm>
              <a:off x="8621087" y="1739900"/>
              <a:ext cx="127000" cy="9524"/>
            </a:xfrm>
            <a:prstGeom prst="rect">
              <a:avLst/>
            </a:prstGeom>
            <a:solidFill>
              <a:srgbClr val="FF5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1" name="rc2691"/>
            <p:cNvSpPr/>
            <p:nvPr/>
          </p:nvSpPr>
          <p:spPr>
            <a:xfrm>
              <a:off x="8621087" y="1730375"/>
              <a:ext cx="127000" cy="9524"/>
            </a:xfrm>
            <a:prstGeom prst="rect">
              <a:avLst/>
            </a:prstGeom>
            <a:solidFill>
              <a:srgbClr val="FF5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" name="rc2692"/>
            <p:cNvSpPr/>
            <p:nvPr/>
          </p:nvSpPr>
          <p:spPr>
            <a:xfrm>
              <a:off x="8621087" y="1720850"/>
              <a:ext cx="127000" cy="9525"/>
            </a:xfrm>
            <a:prstGeom prst="rect">
              <a:avLst/>
            </a:prstGeom>
            <a:solidFill>
              <a:srgbClr val="FF5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3" name="rc2693"/>
            <p:cNvSpPr/>
            <p:nvPr/>
          </p:nvSpPr>
          <p:spPr>
            <a:xfrm>
              <a:off x="8621087" y="1711325"/>
              <a:ext cx="127000" cy="9524"/>
            </a:xfrm>
            <a:prstGeom prst="rect">
              <a:avLst/>
            </a:prstGeom>
            <a:solidFill>
              <a:srgbClr val="FF5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4" name="rc2694"/>
            <p:cNvSpPr/>
            <p:nvPr/>
          </p:nvSpPr>
          <p:spPr>
            <a:xfrm>
              <a:off x="8621087" y="1701800"/>
              <a:ext cx="127000" cy="9524"/>
            </a:xfrm>
            <a:prstGeom prst="rect">
              <a:avLst/>
            </a:prstGeom>
            <a:solidFill>
              <a:srgbClr val="FF5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5" name="rc2695"/>
            <p:cNvSpPr/>
            <p:nvPr/>
          </p:nvSpPr>
          <p:spPr>
            <a:xfrm>
              <a:off x="8621087" y="1692275"/>
              <a:ext cx="127000" cy="9525"/>
            </a:xfrm>
            <a:prstGeom prst="rect">
              <a:avLst/>
            </a:prstGeom>
            <a:solidFill>
              <a:srgbClr val="FF4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6" name="rc2696"/>
            <p:cNvSpPr/>
            <p:nvPr/>
          </p:nvSpPr>
          <p:spPr>
            <a:xfrm>
              <a:off x="8621087" y="1682750"/>
              <a:ext cx="127000" cy="9524"/>
            </a:xfrm>
            <a:prstGeom prst="rect">
              <a:avLst/>
            </a:prstGeom>
            <a:solidFill>
              <a:srgbClr val="FF4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7" name="rc2697"/>
            <p:cNvSpPr/>
            <p:nvPr/>
          </p:nvSpPr>
          <p:spPr>
            <a:xfrm>
              <a:off x="8621087" y="1673225"/>
              <a:ext cx="127000" cy="9524"/>
            </a:xfrm>
            <a:prstGeom prst="rect">
              <a:avLst/>
            </a:prstGeom>
            <a:solidFill>
              <a:srgbClr val="FF4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8" name="rc2698"/>
            <p:cNvSpPr/>
            <p:nvPr/>
          </p:nvSpPr>
          <p:spPr>
            <a:xfrm>
              <a:off x="8621087" y="1663700"/>
              <a:ext cx="127000" cy="9525"/>
            </a:xfrm>
            <a:prstGeom prst="rect">
              <a:avLst/>
            </a:prstGeom>
            <a:solidFill>
              <a:srgbClr val="FF4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9" name="rc2699"/>
            <p:cNvSpPr/>
            <p:nvPr/>
          </p:nvSpPr>
          <p:spPr>
            <a:xfrm>
              <a:off x="8621087" y="1654175"/>
              <a:ext cx="127000" cy="9524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0" name="rc2700"/>
            <p:cNvSpPr/>
            <p:nvPr/>
          </p:nvSpPr>
          <p:spPr>
            <a:xfrm>
              <a:off x="8621087" y="1644650"/>
              <a:ext cx="127000" cy="9524"/>
            </a:xfrm>
            <a:prstGeom prst="rect">
              <a:avLst/>
            </a:prstGeom>
            <a:solidFill>
              <a:srgbClr val="FF4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1" name="rc2701"/>
            <p:cNvSpPr/>
            <p:nvPr/>
          </p:nvSpPr>
          <p:spPr>
            <a:xfrm>
              <a:off x="8621087" y="1635125"/>
              <a:ext cx="127000" cy="9525"/>
            </a:xfrm>
            <a:prstGeom prst="rect">
              <a:avLst/>
            </a:prstGeom>
            <a:solidFill>
              <a:srgbClr val="FF4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2" name="rc2702"/>
            <p:cNvSpPr/>
            <p:nvPr/>
          </p:nvSpPr>
          <p:spPr>
            <a:xfrm>
              <a:off x="8621087" y="1625600"/>
              <a:ext cx="127000" cy="9524"/>
            </a:xfrm>
            <a:prstGeom prst="rect">
              <a:avLst/>
            </a:prstGeom>
            <a:solidFill>
              <a:srgbClr val="FF4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3" name="rc2703"/>
            <p:cNvSpPr/>
            <p:nvPr/>
          </p:nvSpPr>
          <p:spPr>
            <a:xfrm>
              <a:off x="8621087" y="1616075"/>
              <a:ext cx="127000" cy="9524"/>
            </a:xfrm>
            <a:prstGeom prst="rect">
              <a:avLst/>
            </a:prstGeom>
            <a:solidFill>
              <a:srgbClr val="FF4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4" name="rc2704"/>
            <p:cNvSpPr/>
            <p:nvPr/>
          </p:nvSpPr>
          <p:spPr>
            <a:xfrm>
              <a:off x="8621087" y="1606550"/>
              <a:ext cx="127000" cy="9525"/>
            </a:xfrm>
            <a:prstGeom prst="rect">
              <a:avLst/>
            </a:prstGeom>
            <a:solidFill>
              <a:srgbClr val="FF4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5" name="rc2705"/>
            <p:cNvSpPr/>
            <p:nvPr/>
          </p:nvSpPr>
          <p:spPr>
            <a:xfrm>
              <a:off x="8621087" y="1597025"/>
              <a:ext cx="127000" cy="9524"/>
            </a:xfrm>
            <a:prstGeom prst="rect">
              <a:avLst/>
            </a:prstGeom>
            <a:solidFill>
              <a:srgbClr val="FF4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6" name="rc2706"/>
            <p:cNvSpPr/>
            <p:nvPr/>
          </p:nvSpPr>
          <p:spPr>
            <a:xfrm>
              <a:off x="8621087" y="1587500"/>
              <a:ext cx="127000" cy="9524"/>
            </a:xfrm>
            <a:prstGeom prst="rect">
              <a:avLst/>
            </a:prstGeom>
            <a:solidFill>
              <a:srgbClr val="FF4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7" name="rc2707"/>
            <p:cNvSpPr/>
            <p:nvPr/>
          </p:nvSpPr>
          <p:spPr>
            <a:xfrm>
              <a:off x="8621087" y="1577975"/>
              <a:ext cx="127000" cy="9525"/>
            </a:xfrm>
            <a:prstGeom prst="rect">
              <a:avLst/>
            </a:prstGeom>
            <a:solidFill>
              <a:srgbClr val="FF4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8" name="rc2708"/>
            <p:cNvSpPr/>
            <p:nvPr/>
          </p:nvSpPr>
          <p:spPr>
            <a:xfrm>
              <a:off x="8621087" y="1568450"/>
              <a:ext cx="127000" cy="9524"/>
            </a:xfrm>
            <a:prstGeom prst="rect">
              <a:avLst/>
            </a:prstGeom>
            <a:solidFill>
              <a:srgbClr val="FF3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9" name="rc2709"/>
            <p:cNvSpPr/>
            <p:nvPr/>
          </p:nvSpPr>
          <p:spPr>
            <a:xfrm>
              <a:off x="8621087" y="1558925"/>
              <a:ext cx="127000" cy="9524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0" name="rc2710"/>
            <p:cNvSpPr/>
            <p:nvPr/>
          </p:nvSpPr>
          <p:spPr>
            <a:xfrm>
              <a:off x="8621087" y="1549400"/>
              <a:ext cx="127000" cy="9525"/>
            </a:xfrm>
            <a:prstGeom prst="rect">
              <a:avLst/>
            </a:prstGeom>
            <a:solidFill>
              <a:srgbClr val="FF3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1" name="rc2711"/>
            <p:cNvSpPr/>
            <p:nvPr/>
          </p:nvSpPr>
          <p:spPr>
            <a:xfrm>
              <a:off x="8621087" y="1539875"/>
              <a:ext cx="127000" cy="9524"/>
            </a:xfrm>
            <a:prstGeom prst="rect">
              <a:avLst/>
            </a:prstGeom>
            <a:solidFill>
              <a:srgbClr val="FF3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2" name="rc2712"/>
            <p:cNvSpPr/>
            <p:nvPr/>
          </p:nvSpPr>
          <p:spPr>
            <a:xfrm>
              <a:off x="8621087" y="1530350"/>
              <a:ext cx="127000" cy="9524"/>
            </a:xfrm>
            <a:prstGeom prst="rect">
              <a:avLst/>
            </a:prstGeom>
            <a:solidFill>
              <a:srgbClr val="FF3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3" name="rc2713"/>
            <p:cNvSpPr/>
            <p:nvPr/>
          </p:nvSpPr>
          <p:spPr>
            <a:xfrm>
              <a:off x="8621087" y="1520825"/>
              <a:ext cx="127000" cy="9525"/>
            </a:xfrm>
            <a:prstGeom prst="rect">
              <a:avLst/>
            </a:prstGeom>
            <a:solidFill>
              <a:srgbClr val="FF3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4" name="rc2714"/>
            <p:cNvSpPr/>
            <p:nvPr/>
          </p:nvSpPr>
          <p:spPr>
            <a:xfrm>
              <a:off x="8621087" y="1511300"/>
              <a:ext cx="127000" cy="9524"/>
            </a:xfrm>
            <a:prstGeom prst="rect">
              <a:avLst/>
            </a:prstGeom>
            <a:solidFill>
              <a:srgbClr val="FF3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5" name="rc2715"/>
            <p:cNvSpPr/>
            <p:nvPr/>
          </p:nvSpPr>
          <p:spPr>
            <a:xfrm>
              <a:off x="8621087" y="1501775"/>
              <a:ext cx="127000" cy="9524"/>
            </a:xfrm>
            <a:prstGeom prst="rect">
              <a:avLst/>
            </a:prstGeom>
            <a:solidFill>
              <a:srgbClr val="FF3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6" name="rc2716"/>
            <p:cNvSpPr/>
            <p:nvPr/>
          </p:nvSpPr>
          <p:spPr>
            <a:xfrm>
              <a:off x="8621087" y="1492250"/>
              <a:ext cx="127000" cy="9525"/>
            </a:xfrm>
            <a:prstGeom prst="rect">
              <a:avLst/>
            </a:prstGeom>
            <a:solidFill>
              <a:srgbClr val="FF3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7" name="rc2717"/>
            <p:cNvSpPr/>
            <p:nvPr/>
          </p:nvSpPr>
          <p:spPr>
            <a:xfrm>
              <a:off x="8621087" y="1482725"/>
              <a:ext cx="127000" cy="9524"/>
            </a:xfrm>
            <a:prstGeom prst="rect">
              <a:avLst/>
            </a:prstGeom>
            <a:solidFill>
              <a:srgbClr val="FF3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8" name="rc2718"/>
            <p:cNvSpPr/>
            <p:nvPr/>
          </p:nvSpPr>
          <p:spPr>
            <a:xfrm>
              <a:off x="8621087" y="1473200"/>
              <a:ext cx="127000" cy="9524"/>
            </a:xfrm>
            <a:prstGeom prst="rect">
              <a:avLst/>
            </a:prstGeom>
            <a:solidFill>
              <a:srgbClr val="FF3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9" name="rc2719"/>
            <p:cNvSpPr/>
            <p:nvPr/>
          </p:nvSpPr>
          <p:spPr>
            <a:xfrm>
              <a:off x="8621087" y="1463675"/>
              <a:ext cx="127000" cy="9525"/>
            </a:xfrm>
            <a:prstGeom prst="rect">
              <a:avLst/>
            </a:prstGeom>
            <a:solidFill>
              <a:srgbClr val="FF3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0" name="rc2720"/>
            <p:cNvSpPr/>
            <p:nvPr/>
          </p:nvSpPr>
          <p:spPr>
            <a:xfrm>
              <a:off x="8621087" y="1454150"/>
              <a:ext cx="127000" cy="9524"/>
            </a:xfrm>
            <a:prstGeom prst="rect">
              <a:avLst/>
            </a:prstGeom>
            <a:solidFill>
              <a:srgbClr val="FF2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1" name="rc2721"/>
            <p:cNvSpPr/>
            <p:nvPr/>
          </p:nvSpPr>
          <p:spPr>
            <a:xfrm>
              <a:off x="8621087" y="1444625"/>
              <a:ext cx="127000" cy="9524"/>
            </a:xfrm>
            <a:prstGeom prst="rect">
              <a:avLst/>
            </a:prstGeom>
            <a:solidFill>
              <a:srgbClr val="FF2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2" name="rc2722"/>
            <p:cNvSpPr/>
            <p:nvPr/>
          </p:nvSpPr>
          <p:spPr>
            <a:xfrm>
              <a:off x="8621087" y="1435100"/>
              <a:ext cx="127000" cy="9525"/>
            </a:xfrm>
            <a:prstGeom prst="rect">
              <a:avLst/>
            </a:prstGeom>
            <a:solidFill>
              <a:srgbClr val="FF2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3" name="rc2723"/>
            <p:cNvSpPr/>
            <p:nvPr/>
          </p:nvSpPr>
          <p:spPr>
            <a:xfrm>
              <a:off x="8621087" y="1425575"/>
              <a:ext cx="127000" cy="9524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4" name="rc2724"/>
            <p:cNvSpPr/>
            <p:nvPr/>
          </p:nvSpPr>
          <p:spPr>
            <a:xfrm>
              <a:off x="8621087" y="1416050"/>
              <a:ext cx="127000" cy="9524"/>
            </a:xfrm>
            <a:prstGeom prst="rect">
              <a:avLst/>
            </a:prstGeom>
            <a:solidFill>
              <a:srgbClr val="FF2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5" name="rc2725"/>
            <p:cNvSpPr/>
            <p:nvPr/>
          </p:nvSpPr>
          <p:spPr>
            <a:xfrm>
              <a:off x="8621087" y="1406525"/>
              <a:ext cx="127000" cy="9525"/>
            </a:xfrm>
            <a:prstGeom prst="rect">
              <a:avLst/>
            </a:prstGeom>
            <a:solidFill>
              <a:srgbClr val="FF2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6" name="rc2726"/>
            <p:cNvSpPr/>
            <p:nvPr/>
          </p:nvSpPr>
          <p:spPr>
            <a:xfrm>
              <a:off x="8621087" y="1397000"/>
              <a:ext cx="127000" cy="9524"/>
            </a:xfrm>
            <a:prstGeom prst="rect">
              <a:avLst/>
            </a:prstGeom>
            <a:solidFill>
              <a:srgbClr val="FF2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7" name="rc2727"/>
            <p:cNvSpPr/>
            <p:nvPr/>
          </p:nvSpPr>
          <p:spPr>
            <a:xfrm>
              <a:off x="8621087" y="1387475"/>
              <a:ext cx="127000" cy="9524"/>
            </a:xfrm>
            <a:prstGeom prst="rect">
              <a:avLst/>
            </a:prstGeom>
            <a:solidFill>
              <a:srgbClr val="FF2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8" name="rc2728"/>
            <p:cNvSpPr/>
            <p:nvPr/>
          </p:nvSpPr>
          <p:spPr>
            <a:xfrm>
              <a:off x="8621087" y="1377950"/>
              <a:ext cx="127000" cy="9525"/>
            </a:xfrm>
            <a:prstGeom prst="rect">
              <a:avLst/>
            </a:prstGeom>
            <a:solidFill>
              <a:srgbClr val="FF2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9" name="rc2729"/>
            <p:cNvSpPr/>
            <p:nvPr/>
          </p:nvSpPr>
          <p:spPr>
            <a:xfrm>
              <a:off x="8621087" y="1368425"/>
              <a:ext cx="127000" cy="9524"/>
            </a:xfrm>
            <a:prstGeom prst="rect">
              <a:avLst/>
            </a:prstGeom>
            <a:solidFill>
              <a:srgbClr val="FF2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0" name="rc2730"/>
            <p:cNvSpPr/>
            <p:nvPr/>
          </p:nvSpPr>
          <p:spPr>
            <a:xfrm>
              <a:off x="8621087" y="1358900"/>
              <a:ext cx="127000" cy="9524"/>
            </a:xfrm>
            <a:prstGeom prst="rect">
              <a:avLst/>
            </a:prstGeom>
            <a:solidFill>
              <a:srgbClr val="FF2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1" name="rc2731"/>
            <p:cNvSpPr/>
            <p:nvPr/>
          </p:nvSpPr>
          <p:spPr>
            <a:xfrm>
              <a:off x="8621087" y="1349375"/>
              <a:ext cx="127000" cy="9525"/>
            </a:xfrm>
            <a:prstGeom prst="rect">
              <a:avLst/>
            </a:prstGeom>
            <a:solidFill>
              <a:srgbClr val="FF2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2" name="rc2732"/>
            <p:cNvSpPr/>
            <p:nvPr/>
          </p:nvSpPr>
          <p:spPr>
            <a:xfrm>
              <a:off x="8621087" y="1339850"/>
              <a:ext cx="127000" cy="9524"/>
            </a:xfrm>
            <a:prstGeom prst="rect">
              <a:avLst/>
            </a:prstGeom>
            <a:solidFill>
              <a:srgbClr val="FF2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3" name="rc2733"/>
            <p:cNvSpPr/>
            <p:nvPr/>
          </p:nvSpPr>
          <p:spPr>
            <a:xfrm>
              <a:off x="8621087" y="1330325"/>
              <a:ext cx="127000" cy="9524"/>
            </a:xfrm>
            <a:prstGeom prst="rect">
              <a:avLst/>
            </a:prstGeom>
            <a:solidFill>
              <a:srgbClr val="FF1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4" name="rc2734"/>
            <p:cNvSpPr/>
            <p:nvPr/>
          </p:nvSpPr>
          <p:spPr>
            <a:xfrm>
              <a:off x="8621087" y="1320800"/>
              <a:ext cx="127000" cy="9525"/>
            </a:xfrm>
            <a:prstGeom prst="rect">
              <a:avLst/>
            </a:prstGeom>
            <a:solidFill>
              <a:srgbClr val="FF1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5" name="rc2735"/>
            <p:cNvSpPr/>
            <p:nvPr/>
          </p:nvSpPr>
          <p:spPr>
            <a:xfrm>
              <a:off x="8621087" y="1311275"/>
              <a:ext cx="127000" cy="9524"/>
            </a:xfrm>
            <a:prstGeom prst="rect">
              <a:avLst/>
            </a:prstGeom>
            <a:solidFill>
              <a:srgbClr val="FF1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6" name="rc2736"/>
            <p:cNvSpPr/>
            <p:nvPr/>
          </p:nvSpPr>
          <p:spPr>
            <a:xfrm>
              <a:off x="8621087" y="1301750"/>
              <a:ext cx="127000" cy="9524"/>
            </a:xfrm>
            <a:prstGeom prst="rect">
              <a:avLst/>
            </a:prstGeom>
            <a:solidFill>
              <a:srgbClr val="FF1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7" name="rc2737"/>
            <p:cNvSpPr/>
            <p:nvPr/>
          </p:nvSpPr>
          <p:spPr>
            <a:xfrm>
              <a:off x="8621087" y="1292225"/>
              <a:ext cx="127000" cy="9525"/>
            </a:xfrm>
            <a:prstGeom prst="rect">
              <a:avLst/>
            </a:prstGeom>
            <a:solidFill>
              <a:srgbClr val="FF1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8" name="rc2738"/>
            <p:cNvSpPr/>
            <p:nvPr/>
          </p:nvSpPr>
          <p:spPr>
            <a:xfrm>
              <a:off x="8621087" y="1282700"/>
              <a:ext cx="127000" cy="9524"/>
            </a:xfrm>
            <a:prstGeom prst="rect">
              <a:avLst/>
            </a:prstGeom>
            <a:solidFill>
              <a:srgbClr val="FF1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9" name="rc2739"/>
            <p:cNvSpPr/>
            <p:nvPr/>
          </p:nvSpPr>
          <p:spPr>
            <a:xfrm>
              <a:off x="8621087" y="1273175"/>
              <a:ext cx="127000" cy="9524"/>
            </a:xfrm>
            <a:prstGeom prst="rect">
              <a:avLst/>
            </a:prstGeom>
            <a:solidFill>
              <a:srgbClr val="FF1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0" name="rc2740"/>
            <p:cNvSpPr/>
            <p:nvPr/>
          </p:nvSpPr>
          <p:spPr>
            <a:xfrm>
              <a:off x="8621087" y="1263650"/>
              <a:ext cx="127000" cy="9525"/>
            </a:xfrm>
            <a:prstGeom prst="rect">
              <a:avLst/>
            </a:prstGeom>
            <a:solidFill>
              <a:srgbClr val="FF1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1" name="rc2741"/>
            <p:cNvSpPr/>
            <p:nvPr/>
          </p:nvSpPr>
          <p:spPr>
            <a:xfrm>
              <a:off x="8621087" y="1254125"/>
              <a:ext cx="127000" cy="9524"/>
            </a:xfrm>
            <a:prstGeom prst="rect">
              <a:avLst/>
            </a:prstGeom>
            <a:solidFill>
              <a:srgbClr val="FF1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2" name="rc2742"/>
            <p:cNvSpPr/>
            <p:nvPr/>
          </p:nvSpPr>
          <p:spPr>
            <a:xfrm>
              <a:off x="8621087" y="1244600"/>
              <a:ext cx="127000" cy="9524"/>
            </a:xfrm>
            <a:prstGeom prst="rect">
              <a:avLst/>
            </a:prstGeom>
            <a:solidFill>
              <a:srgbClr val="FF1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3" name="rc2743"/>
            <p:cNvSpPr/>
            <p:nvPr/>
          </p:nvSpPr>
          <p:spPr>
            <a:xfrm>
              <a:off x="8621087" y="1235075"/>
              <a:ext cx="127000" cy="9525"/>
            </a:xfrm>
            <a:prstGeom prst="rect">
              <a:avLst/>
            </a:prstGeom>
            <a:solidFill>
              <a:srgbClr val="FF1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4" name="rc2744"/>
            <p:cNvSpPr/>
            <p:nvPr/>
          </p:nvSpPr>
          <p:spPr>
            <a:xfrm>
              <a:off x="8621087" y="1225550"/>
              <a:ext cx="127000" cy="9524"/>
            </a:xfrm>
            <a:prstGeom prst="rect">
              <a:avLst/>
            </a:prstGeom>
            <a:solidFill>
              <a:srgbClr val="FF1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5" name="rc2745"/>
            <p:cNvSpPr/>
            <p:nvPr/>
          </p:nvSpPr>
          <p:spPr>
            <a:xfrm>
              <a:off x="8621087" y="1216025"/>
              <a:ext cx="127000" cy="9524"/>
            </a:xfrm>
            <a:prstGeom prst="rect">
              <a:avLst/>
            </a:prstGeom>
            <a:solidFill>
              <a:srgbClr val="FF0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6" name="rc2746"/>
            <p:cNvSpPr/>
            <p:nvPr/>
          </p:nvSpPr>
          <p:spPr>
            <a:xfrm>
              <a:off x="8621087" y="1206500"/>
              <a:ext cx="127000" cy="9525"/>
            </a:xfrm>
            <a:prstGeom prst="rect">
              <a:avLst/>
            </a:prstGeom>
            <a:solidFill>
              <a:srgbClr val="FF0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" name="rc2747"/>
            <p:cNvSpPr/>
            <p:nvPr/>
          </p:nvSpPr>
          <p:spPr>
            <a:xfrm>
              <a:off x="8621087" y="1196975"/>
              <a:ext cx="127000" cy="9524"/>
            </a:xfrm>
            <a:prstGeom prst="rect">
              <a:avLst/>
            </a:prstGeom>
            <a:solidFill>
              <a:srgbClr val="FF0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8" name="rc2748"/>
            <p:cNvSpPr/>
            <p:nvPr/>
          </p:nvSpPr>
          <p:spPr>
            <a:xfrm>
              <a:off x="8621087" y="1187450"/>
              <a:ext cx="127000" cy="9524"/>
            </a:xfrm>
            <a:prstGeom prst="rect">
              <a:avLst/>
            </a:prstGeom>
            <a:solidFill>
              <a:srgbClr val="FF0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9" name="rc2749"/>
            <p:cNvSpPr/>
            <p:nvPr/>
          </p:nvSpPr>
          <p:spPr>
            <a:xfrm>
              <a:off x="8621087" y="1177925"/>
              <a:ext cx="127000" cy="9525"/>
            </a:xfrm>
            <a:prstGeom prst="rect">
              <a:avLst/>
            </a:prstGeom>
            <a:solidFill>
              <a:srgbClr val="FF0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0" name="rc2750"/>
            <p:cNvSpPr/>
            <p:nvPr/>
          </p:nvSpPr>
          <p:spPr>
            <a:xfrm>
              <a:off x="8621087" y="1168400"/>
              <a:ext cx="127000" cy="9524"/>
            </a:xfrm>
            <a:prstGeom prst="rect">
              <a:avLst/>
            </a:prstGeom>
            <a:solidFill>
              <a:srgbClr val="FF0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1" name="rc2751"/>
            <p:cNvSpPr/>
            <p:nvPr/>
          </p:nvSpPr>
          <p:spPr>
            <a:xfrm>
              <a:off x="8621087" y="1158875"/>
              <a:ext cx="127000" cy="9524"/>
            </a:xfrm>
            <a:prstGeom prst="rect">
              <a:avLst/>
            </a:prstGeom>
            <a:solidFill>
              <a:srgbClr val="FF0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2" name="rc2752"/>
            <p:cNvSpPr/>
            <p:nvPr/>
          </p:nvSpPr>
          <p:spPr>
            <a:xfrm>
              <a:off x="8621087" y="1149350"/>
              <a:ext cx="127000" cy="9525"/>
            </a:xfrm>
            <a:prstGeom prst="rect">
              <a:avLst/>
            </a:prstGeom>
            <a:solidFill>
              <a:srgbClr val="FF0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3" name="rc2753"/>
            <p:cNvSpPr/>
            <p:nvPr/>
          </p:nvSpPr>
          <p:spPr>
            <a:xfrm>
              <a:off x="8621087" y="1139825"/>
              <a:ext cx="127000" cy="9524"/>
            </a:xfrm>
            <a:prstGeom prst="rect">
              <a:avLst/>
            </a:prstGeom>
            <a:solidFill>
              <a:srgbClr val="FF0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4" name="rc2754"/>
            <p:cNvSpPr/>
            <p:nvPr/>
          </p:nvSpPr>
          <p:spPr>
            <a:xfrm>
              <a:off x="8621087" y="1130300"/>
              <a:ext cx="127000" cy="9524"/>
            </a:xfrm>
            <a:prstGeom prst="rect">
              <a:avLst/>
            </a:prstGeom>
            <a:solidFill>
              <a:srgbClr val="FF0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5" name="rc2755"/>
            <p:cNvSpPr/>
            <p:nvPr/>
          </p:nvSpPr>
          <p:spPr>
            <a:xfrm>
              <a:off x="8621087" y="1120775"/>
              <a:ext cx="127000" cy="9525"/>
            </a:xfrm>
            <a:prstGeom prst="rect">
              <a:avLst/>
            </a:prstGeom>
            <a:solidFill>
              <a:srgbClr val="FF0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6" name="rc2756"/>
            <p:cNvSpPr/>
            <p:nvPr/>
          </p:nvSpPr>
          <p:spPr>
            <a:xfrm>
              <a:off x="8621087" y="1111250"/>
              <a:ext cx="127000" cy="9524"/>
            </a:xfrm>
            <a:prstGeom prst="rect">
              <a:avLst/>
            </a:prstGeom>
            <a:solidFill>
              <a:srgbClr val="FF0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7" name="rc2757"/>
            <p:cNvSpPr/>
            <p:nvPr/>
          </p:nvSpPr>
          <p:spPr>
            <a:xfrm>
              <a:off x="8621087" y="1101725"/>
              <a:ext cx="127000" cy="9524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8" name="tx2758"/>
            <p:cNvSpPr/>
            <p:nvPr/>
          </p:nvSpPr>
          <p:spPr>
            <a:xfrm>
              <a:off x="8798887" y="2961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59" name="tx2759"/>
            <p:cNvSpPr/>
            <p:nvPr/>
          </p:nvSpPr>
          <p:spPr>
            <a:xfrm>
              <a:off x="8798887" y="2643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760" name="tx2760"/>
            <p:cNvSpPr/>
            <p:nvPr/>
          </p:nvSpPr>
          <p:spPr>
            <a:xfrm>
              <a:off x="8798887" y="2326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61" name="tx2761"/>
            <p:cNvSpPr/>
            <p:nvPr/>
          </p:nvSpPr>
          <p:spPr>
            <a:xfrm>
              <a:off x="8798887" y="2008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2762" name="tx2762"/>
            <p:cNvSpPr/>
            <p:nvPr/>
          </p:nvSpPr>
          <p:spPr>
            <a:xfrm>
              <a:off x="8798887" y="1691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763" name="tx2763"/>
            <p:cNvSpPr/>
            <p:nvPr/>
          </p:nvSpPr>
          <p:spPr>
            <a:xfrm>
              <a:off x="8798887" y="1373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764" name="tx2764"/>
            <p:cNvSpPr/>
            <p:nvPr/>
          </p:nvSpPr>
          <p:spPr>
            <a:xfrm>
              <a:off x="8798887" y="1056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2026-09-10T15:10:53Z</dcterms:modified>
</cp:coreProperties>
</file>