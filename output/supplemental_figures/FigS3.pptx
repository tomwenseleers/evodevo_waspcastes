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038225"/>
            <a:ext cx="7315200" cy="5486400"/>
            <a:chOff x="1691481" y="1038225"/>
            <a:chExt cx="7315200" cy="5486400"/>
          </a:xfrm>
        </p:grpSpPr>
        <p:sp>
          <p:nvSpPr>
            <p:cNvPr id="3" name="rc3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754981" y="1101725"/>
              <a:ext cx="294295" cy="25979"/>
            </a:xfrm>
            <a:prstGeom prst="rect">
              <a:avLst/>
            </a:prstGeom>
            <a:solidFill>
              <a:srgbClr val="FFD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54981" y="1127704"/>
              <a:ext cx="294295" cy="25979"/>
            </a:xfrm>
            <a:prstGeom prst="rect">
              <a:avLst/>
            </a:prstGeom>
            <a:solidFill>
              <a:srgbClr val="FF6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754981" y="115368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754981" y="1179662"/>
              <a:ext cx="294295" cy="25979"/>
            </a:xfrm>
            <a:prstGeom prst="rect">
              <a:avLst/>
            </a:prstGeom>
            <a:solidFill>
              <a:srgbClr val="FFE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754981" y="1205642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754981" y="123162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754981" y="1257600"/>
              <a:ext cx="294295" cy="25979"/>
            </a:xfrm>
            <a:prstGeom prst="rect">
              <a:avLst/>
            </a:prstGeom>
            <a:solidFill>
              <a:srgbClr val="FFE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1754981" y="128358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754981" y="130955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754981" y="1335538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754981" y="1361518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754981" y="138749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754981" y="1413476"/>
              <a:ext cx="294295" cy="25979"/>
            </a:xfrm>
            <a:prstGeom prst="rect">
              <a:avLst/>
            </a:pr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754981" y="1439456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754981" y="146543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754981" y="1491414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754981" y="151739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754981" y="154337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754981" y="1569352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754981" y="1595332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754981" y="162131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1754981" y="1647290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1754981" y="1673270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754981" y="169924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754981" y="1725228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754981" y="1751208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754981" y="177718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754981" y="1803166"/>
              <a:ext cx="294295" cy="25979"/>
            </a:xfrm>
            <a:prstGeom prst="rect">
              <a:avLst/>
            </a:prstGeom>
            <a:solidFill>
              <a:srgbClr val="FFE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754981" y="1829146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754981" y="185512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754981" y="188110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754981" y="190708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754981" y="193306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754981" y="1959042"/>
              <a:ext cx="294295" cy="25979"/>
            </a:xfrm>
            <a:prstGeom prst="rect">
              <a:avLst/>
            </a:prstGeom>
            <a:solidFill>
              <a:srgbClr val="FFE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754981" y="198502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754981" y="201100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754981" y="2036980"/>
              <a:ext cx="294295" cy="25979"/>
            </a:xfrm>
            <a:prstGeom prst="rect">
              <a:avLst/>
            </a:prstGeom>
            <a:solidFill>
              <a:srgbClr val="FFE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754981" y="206295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754981" y="208893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754981" y="2114918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754981" y="214089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754981" y="216687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754981" y="2192856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754981" y="2218835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754981" y="224481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754981" y="2270794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754981" y="229677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754981" y="232275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754981" y="2348732"/>
              <a:ext cx="294295" cy="25979"/>
            </a:xfrm>
            <a:prstGeom prst="rect">
              <a:avLst/>
            </a:prstGeom>
            <a:solidFill>
              <a:srgbClr val="FFC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1754981" y="2374711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1754981" y="240069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1754981" y="242667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1754981" y="2452649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1754981" y="247862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1754981" y="2504608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1754981" y="253058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1754981" y="255656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1754981" y="2582546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1754981" y="2608525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1754981" y="263450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1754981" y="2660484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1754981" y="2686463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1754981" y="271244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1754981" y="2738422"/>
              <a:ext cx="294295" cy="25979"/>
            </a:xfrm>
            <a:prstGeom prst="rect">
              <a:avLst/>
            </a:prstGeom>
            <a:solidFill>
              <a:srgbClr val="FFE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1754981" y="276440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1754981" y="279038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1754981" y="281636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1754981" y="284233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1754981" y="286831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1754981" y="2894298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1754981" y="292027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754981" y="294625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1754981" y="2972236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1754981" y="2998215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1754981" y="302419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1754981" y="3050174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1754981" y="307615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1754981" y="310213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1754981" y="3128112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1754981" y="315409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1754981" y="318007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1754981" y="3206050"/>
              <a:ext cx="294295" cy="25979"/>
            </a:xfrm>
            <a:prstGeom prst="rect">
              <a:avLst/>
            </a:prstGeom>
            <a:solidFill>
              <a:srgbClr val="FFE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1754981" y="323202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1754981" y="325800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1754981" y="3283988"/>
              <a:ext cx="294295" cy="25979"/>
            </a:xfrm>
            <a:prstGeom prst="rect">
              <a:avLst/>
            </a:prstGeom>
            <a:solidFill>
              <a:srgbClr val="FFE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1754981" y="330996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1754981" y="333594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1754981" y="3361926"/>
              <a:ext cx="294295" cy="25979"/>
            </a:xfrm>
            <a:prstGeom prst="rect">
              <a:avLst/>
            </a:prstGeom>
            <a:solidFill>
              <a:srgbClr val="FFD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1754981" y="3387905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1754981" y="341388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1754981" y="3439864"/>
              <a:ext cx="294295" cy="25979"/>
            </a:xfrm>
            <a:prstGeom prst="rect">
              <a:avLst/>
            </a:prstGeom>
            <a:solidFill>
              <a:srgbClr val="FFE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1754981" y="346584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1754981" y="349182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1754981" y="3517802"/>
              <a:ext cx="294295" cy="25979"/>
            </a:xfrm>
            <a:prstGeom prst="rect">
              <a:avLst/>
            </a:prstGeom>
            <a:solidFill>
              <a:srgbClr val="FFE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1754981" y="354378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1754981" y="356976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1754981" y="3595740"/>
              <a:ext cx="294295" cy="25979"/>
            </a:xfrm>
            <a:prstGeom prst="rect">
              <a:avLst/>
            </a:prstGeom>
            <a:solidFill>
              <a:srgbClr val="FFE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1754981" y="3621719"/>
              <a:ext cx="294295" cy="25979"/>
            </a:xfrm>
            <a:prstGeom prst="rect">
              <a:avLst/>
            </a:prstGeom>
            <a:solidFill>
              <a:srgbClr val="FFD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1754981" y="364769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1754981" y="3673677"/>
              <a:ext cx="294295" cy="25979"/>
            </a:xfrm>
            <a:prstGeom prst="rect">
              <a:avLst/>
            </a:prstGeom>
            <a:solidFill>
              <a:srgbClr val="FFE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1754981" y="3699657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1754981" y="372563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1754981" y="3751615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1754981" y="3777595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1754981" y="380357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1754981" y="3829553"/>
              <a:ext cx="294295" cy="25979"/>
            </a:xfrm>
            <a:prstGeom prst="rect">
              <a:avLst/>
            </a:prstGeom>
            <a:solidFill>
              <a:srgbClr val="FFD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1754981" y="3855533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1754981" y="388151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1754981" y="3907491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1754981" y="3933471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1754981" y="395945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1754981" y="3985429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1754981" y="4011409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1754981" y="403738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754981" y="4063367"/>
              <a:ext cx="294295" cy="25979"/>
            </a:xfrm>
            <a:prstGeom prst="rect">
              <a:avLst/>
            </a:prstGeom>
            <a:solidFill>
              <a:srgbClr val="FFD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1754981" y="408934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1754981" y="411532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1754981" y="414130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1754981" y="4167285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1754981" y="419326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1754981" y="4219243"/>
              <a:ext cx="294295" cy="25979"/>
            </a:xfrm>
            <a:prstGeom prst="rect">
              <a:avLst/>
            </a:prstGeom>
            <a:solidFill>
              <a:srgbClr val="FFE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1754981" y="4245223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1754981" y="427120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1754981" y="4297181"/>
              <a:ext cx="294295" cy="25979"/>
            </a:xfrm>
            <a:prstGeom prst="rect">
              <a:avLst/>
            </a:prstGeom>
            <a:solidFill>
              <a:srgbClr val="FFE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1754981" y="4323161"/>
              <a:ext cx="294295" cy="25979"/>
            </a:xfrm>
            <a:prstGeom prst="rect">
              <a:avLst/>
            </a:prstGeom>
            <a:solidFill>
              <a:srgbClr val="FFE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1754981" y="434914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1754981" y="437511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1754981" y="440109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1754981" y="442707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1754981" y="445305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1754981" y="447903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1754981" y="450501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1754981" y="4530995"/>
              <a:ext cx="294295" cy="25979"/>
            </a:xfrm>
            <a:prstGeom prst="rect">
              <a:avLst/>
            </a:prstGeom>
            <a:solidFill>
              <a:srgbClr val="FFE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1754981" y="455697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1754981" y="458295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1754981" y="460893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1754981" y="4634912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1754981" y="466089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1754981" y="468687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1754981" y="471285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1754981" y="473883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1754981" y="4764809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1754981" y="4790788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1754981" y="481676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1754981" y="484274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1754981" y="4868726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1754981" y="489470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1754981" y="4920685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1754981" y="4946664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1754981" y="497264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1754981" y="499862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1754981" y="5024602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1754981" y="505058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1754981" y="5076561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1754981" y="5102540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1754981" y="512852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1754981" y="5154499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1754981" y="5180478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1754981" y="520645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1754981" y="5232437"/>
              <a:ext cx="294295" cy="25979"/>
            </a:xfrm>
            <a:prstGeom prst="rect">
              <a:avLst/>
            </a:prstGeom>
            <a:solidFill>
              <a:srgbClr val="FFE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1754981" y="5258416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1754981" y="528439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1754981" y="5310375"/>
              <a:ext cx="294295" cy="25979"/>
            </a:xfrm>
            <a:prstGeom prst="rect">
              <a:avLst/>
            </a:prstGeom>
            <a:solidFill>
              <a:srgbClr val="FFD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1754981" y="533635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1754981" y="536233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1754981" y="5388313"/>
              <a:ext cx="294295" cy="25979"/>
            </a:xfrm>
            <a:prstGeom prst="rect">
              <a:avLst/>
            </a:prstGeom>
            <a:solidFill>
              <a:srgbClr val="FFD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1754981" y="5414292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1754981" y="544027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1754981" y="5466251"/>
              <a:ext cx="294295" cy="25979"/>
            </a:xfrm>
            <a:prstGeom prst="rect">
              <a:avLst/>
            </a:prstGeom>
            <a:solidFill>
              <a:srgbClr val="FFE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1754981" y="5492230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1754981" y="551820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1754981" y="554418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1754981" y="5570168"/>
              <a:ext cx="294295" cy="25979"/>
            </a:xfrm>
            <a:prstGeom prst="rect">
              <a:avLst/>
            </a:prstGeom>
            <a:solidFill>
              <a:srgbClr val="FF7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1754981" y="559614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1754981" y="562212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1754981" y="5648106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1754981" y="567408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1754981" y="570006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1754981" y="5726044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1754981" y="575202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1754981" y="5778003"/>
              <a:ext cx="294295" cy="25979"/>
            </a:xfrm>
            <a:prstGeom prst="rect">
              <a:avLst/>
            </a:prstGeom>
            <a:solidFill>
              <a:srgbClr val="FFD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1754981" y="5803982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1754981" y="582996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1754981" y="5855941"/>
              <a:ext cx="294295" cy="25979"/>
            </a:xfrm>
            <a:prstGeom prst="rect">
              <a:avLst/>
            </a:prstGeom>
            <a:solidFill>
              <a:srgbClr val="FFE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1754981" y="588192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1754981" y="590789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1754981" y="5933879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1754981" y="5959858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1754981" y="598583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1754981" y="601181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1754981" y="6037796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1754981" y="606377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1754981" y="6089755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1754981" y="6115734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1754981" y="614171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1754981" y="6167693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1754981" y="6193672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1754981" y="621965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1754981" y="624563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1754981" y="627161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2049277" y="1101725"/>
              <a:ext cx="294295" cy="25979"/>
            </a:xfrm>
            <a:prstGeom prst="rect">
              <a:avLst/>
            </a:prstGeom>
            <a:solidFill>
              <a:srgbClr val="FFD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2049277" y="1127704"/>
              <a:ext cx="294295" cy="25979"/>
            </a:xfrm>
            <a:prstGeom prst="rect">
              <a:avLst/>
            </a:prstGeom>
            <a:solidFill>
              <a:srgbClr val="FFD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2049277" y="115368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2049277" y="1179662"/>
              <a:ext cx="294295" cy="25979"/>
            </a:xfrm>
            <a:prstGeom prst="rect">
              <a:avLst/>
            </a:prstGeom>
            <a:solidFill>
              <a:srgbClr val="FFE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2049277" y="1205642"/>
              <a:ext cx="294295" cy="25979"/>
            </a:xfrm>
            <a:prstGeom prst="rect">
              <a:avLst/>
            </a:prstGeom>
            <a:solidFill>
              <a:srgbClr val="FF7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2049277" y="123162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2049277" y="1257600"/>
              <a:ext cx="294295" cy="25979"/>
            </a:xfrm>
            <a:prstGeom prst="rect">
              <a:avLst/>
            </a:prstGeom>
            <a:solidFill>
              <a:srgbClr val="FFD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2049277" y="1283580"/>
              <a:ext cx="294295" cy="25979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2049277" y="130955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2049277" y="1335538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2049277" y="1361518"/>
              <a:ext cx="294295" cy="25979"/>
            </a:xfrm>
            <a:prstGeom prst="rect">
              <a:avLst/>
            </a:prstGeom>
            <a:solidFill>
              <a:srgbClr val="FF6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2049277" y="138749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2049277" y="1413476"/>
              <a:ext cx="294295" cy="25979"/>
            </a:xfrm>
            <a:prstGeom prst="rect">
              <a:avLst/>
            </a:prstGeom>
            <a:solidFill>
              <a:srgbClr val="FFE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2049277" y="1439456"/>
              <a:ext cx="294295" cy="25979"/>
            </a:xfrm>
            <a:prstGeom prst="rect">
              <a:avLst/>
            </a:prstGeom>
            <a:solidFill>
              <a:srgbClr val="FFA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2049277" y="146543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2049277" y="1491414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2049277" y="1517394"/>
              <a:ext cx="294295" cy="25979"/>
            </a:xfrm>
            <a:prstGeom prst="rect">
              <a:avLst/>
            </a:prstGeom>
            <a:solidFill>
              <a:srgbClr val="FFA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2049277" y="154337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2049277" y="1569352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2049277" y="1595332"/>
              <a:ext cx="294295" cy="25979"/>
            </a:xfrm>
            <a:prstGeom prst="rect">
              <a:avLst/>
            </a:prstGeom>
            <a:solidFill>
              <a:srgbClr val="FF9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2049277" y="162131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2049277" y="1647290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2049277" y="1673270"/>
              <a:ext cx="294295" cy="25979"/>
            </a:xfrm>
            <a:prstGeom prst="rect">
              <a:avLst/>
            </a:prstGeom>
            <a:solidFill>
              <a:srgbClr val="FFA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2049277" y="169924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2049277" y="1725228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2049277" y="1751208"/>
              <a:ext cx="294295" cy="25979"/>
            </a:xfrm>
            <a:prstGeom prst="rect">
              <a:avLst/>
            </a:prstGeom>
            <a:solidFill>
              <a:srgbClr val="FF2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2049277" y="177718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2049277" y="1803166"/>
              <a:ext cx="294295" cy="25979"/>
            </a:xfrm>
            <a:prstGeom prst="rect">
              <a:avLst/>
            </a:prstGeom>
            <a:solidFill>
              <a:srgbClr val="FFE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2049277" y="1829146"/>
              <a:ext cx="294295" cy="25979"/>
            </a:xfrm>
            <a:prstGeom prst="rect">
              <a:avLst/>
            </a:prstGeom>
            <a:solidFill>
              <a:srgbClr val="FFE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2049277" y="185512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2049277" y="1881104"/>
              <a:ext cx="294295" cy="25979"/>
            </a:xfrm>
            <a:prstGeom prst="rect">
              <a:avLst/>
            </a:prstGeom>
            <a:solidFill>
              <a:srgbClr val="FFE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2049277" y="1907084"/>
              <a:ext cx="294295" cy="25979"/>
            </a:xfrm>
            <a:prstGeom prst="rect">
              <a:avLst/>
            </a:prstGeom>
            <a:solidFill>
              <a:srgbClr val="FFE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2049277" y="193306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2049277" y="1959042"/>
              <a:ext cx="294295" cy="25979"/>
            </a:xfrm>
            <a:prstGeom prst="rect">
              <a:avLst/>
            </a:prstGeom>
            <a:solidFill>
              <a:srgbClr val="FFE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2049277" y="1985021"/>
              <a:ext cx="294295" cy="25979"/>
            </a:xfrm>
            <a:prstGeom prst="rect">
              <a:avLst/>
            </a:prstGeom>
            <a:solidFill>
              <a:srgbClr val="FFE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2049277" y="201100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2049277" y="2036980"/>
              <a:ext cx="294295" cy="25979"/>
            </a:xfrm>
            <a:prstGeom prst="rect">
              <a:avLst/>
            </a:prstGeom>
            <a:solidFill>
              <a:srgbClr val="FFE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2049277" y="206295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2049277" y="208893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2049277" y="2114918"/>
              <a:ext cx="294295" cy="25979"/>
            </a:xfrm>
            <a:prstGeom prst="rect">
              <a:avLst/>
            </a:prstGeom>
            <a:solidFill>
              <a:srgbClr val="FFE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2049277" y="2140897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2049277" y="216687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2049277" y="2192856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2049277" y="2218835"/>
              <a:ext cx="294295" cy="25979"/>
            </a:xfrm>
            <a:prstGeom prst="rect">
              <a:avLst/>
            </a:prstGeom>
            <a:solidFill>
              <a:srgbClr val="FF9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2049277" y="224481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2049277" y="2270794"/>
              <a:ext cx="294295" cy="25979"/>
            </a:xfrm>
            <a:prstGeom prst="rect">
              <a:avLst/>
            </a:prstGeom>
            <a:solidFill>
              <a:srgbClr val="FFE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2049277" y="2296773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2049277" y="232275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2049277" y="2348732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2049277" y="2374711"/>
              <a:ext cx="294295" cy="25979"/>
            </a:xfrm>
            <a:prstGeom prst="rect">
              <a:avLst/>
            </a:prstGeom>
            <a:solidFill>
              <a:srgbClr val="FFC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2049277" y="240069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2049277" y="2426670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2049277" y="245264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2049277" y="247862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2049277" y="2504608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2049277" y="2530587"/>
              <a:ext cx="294295" cy="25979"/>
            </a:xfrm>
            <a:prstGeom prst="rect">
              <a:avLst/>
            </a:prstGeom>
            <a:solidFill>
              <a:srgbClr val="FFE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2049277" y="255656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2049277" y="2582546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2049277" y="2608525"/>
              <a:ext cx="294295" cy="25979"/>
            </a:xfrm>
            <a:prstGeom prst="rect">
              <a:avLst/>
            </a:prstGeom>
            <a:solidFill>
              <a:srgbClr val="FF7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2049277" y="263450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2049277" y="2660484"/>
              <a:ext cx="294295" cy="25979"/>
            </a:xfrm>
            <a:prstGeom prst="rect">
              <a:avLst/>
            </a:prstGeom>
            <a:solidFill>
              <a:srgbClr val="FFC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2049277" y="2686463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2049277" y="271244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2049277" y="2738422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2049277" y="2764401"/>
              <a:ext cx="294295" cy="25979"/>
            </a:xfrm>
            <a:prstGeom prst="rect">
              <a:avLst/>
            </a:prstGeom>
            <a:solidFill>
              <a:srgbClr val="FFE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2049277" y="279038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2049277" y="281636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2049277" y="2842339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2049277" y="286831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2049277" y="2894298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2049277" y="2920277"/>
              <a:ext cx="294295" cy="25979"/>
            </a:xfrm>
            <a:prstGeom prst="rect">
              <a:avLst/>
            </a:prstGeom>
            <a:solidFill>
              <a:srgbClr val="FF9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2049277" y="294625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2049277" y="2972236"/>
              <a:ext cx="294295" cy="25979"/>
            </a:xfrm>
            <a:prstGeom prst="rect">
              <a:avLst/>
            </a:prstGeom>
            <a:solidFill>
              <a:srgbClr val="FFE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2049277" y="299821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2049277" y="302419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2049277" y="3050174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2049277" y="307615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2049277" y="310213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2049277" y="3128112"/>
              <a:ext cx="294295" cy="25979"/>
            </a:xfrm>
            <a:prstGeom prst="rect">
              <a:avLst/>
            </a:prstGeom>
            <a:solidFill>
              <a:srgbClr val="FFE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2049277" y="3154091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2049277" y="318007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2049277" y="3206050"/>
              <a:ext cx="294295" cy="25979"/>
            </a:xfrm>
            <a:prstGeom prst="rect">
              <a:avLst/>
            </a:prstGeom>
            <a:solidFill>
              <a:srgbClr val="FFE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2049277" y="3232029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2049277" y="325800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2049277" y="3283988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2049277" y="3309967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2049277" y="333594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2049277" y="3361926"/>
              <a:ext cx="294295" cy="25979"/>
            </a:xfrm>
            <a:prstGeom prst="rect">
              <a:avLst/>
            </a:prstGeom>
            <a:solidFill>
              <a:srgbClr val="FFD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2049277" y="3387905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2049277" y="341388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2049277" y="3439864"/>
              <a:ext cx="294295" cy="25979"/>
            </a:xfrm>
            <a:prstGeom prst="rect">
              <a:avLst/>
            </a:prstGeom>
            <a:solidFill>
              <a:srgbClr val="FFD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2049277" y="346584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2049277" y="349182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rc297"/>
            <p:cNvSpPr/>
            <p:nvPr/>
          </p:nvSpPr>
          <p:spPr>
            <a:xfrm>
              <a:off x="2049277" y="3517802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2049277" y="3543781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rc299"/>
            <p:cNvSpPr/>
            <p:nvPr/>
          </p:nvSpPr>
          <p:spPr>
            <a:xfrm>
              <a:off x="2049277" y="356976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2049277" y="3595740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2049277" y="362171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2049277" y="364769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2049277" y="3673677"/>
              <a:ext cx="294295" cy="25979"/>
            </a:xfrm>
            <a:prstGeom prst="rect">
              <a:avLst/>
            </a:prstGeom>
            <a:solidFill>
              <a:srgbClr val="FFE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2049277" y="3699657"/>
              <a:ext cx="294295" cy="25979"/>
            </a:xfrm>
            <a:prstGeom prst="rect">
              <a:avLst/>
            </a:prstGeom>
            <a:solidFill>
              <a:srgbClr val="FFE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2049277" y="372563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2049277" y="375161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2049277" y="3777595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2049277" y="380357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rc309"/>
            <p:cNvSpPr/>
            <p:nvPr/>
          </p:nvSpPr>
          <p:spPr>
            <a:xfrm>
              <a:off x="2049277" y="3829553"/>
              <a:ext cx="294295" cy="25979"/>
            </a:xfrm>
            <a:prstGeom prst="rect">
              <a:avLst/>
            </a:prstGeom>
            <a:solidFill>
              <a:srgbClr val="FFE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2049277" y="385553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2049277" y="388151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2049277" y="3907491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2049277" y="3933471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2049277" y="395945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2049277" y="398542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2049277" y="4011409"/>
              <a:ext cx="294295" cy="25979"/>
            </a:xfrm>
            <a:prstGeom prst="rect">
              <a:avLst/>
            </a:prstGeom>
            <a:solidFill>
              <a:srgbClr val="FFE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2049277" y="403738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2049277" y="4063367"/>
              <a:ext cx="294295" cy="25979"/>
            </a:xfrm>
            <a:prstGeom prst="rect">
              <a:avLst/>
            </a:prstGeom>
            <a:solidFill>
              <a:srgbClr val="FFE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2049277" y="4089347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2049277" y="411532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2049277" y="4141305"/>
              <a:ext cx="294295" cy="25979"/>
            </a:xfrm>
            <a:prstGeom prst="rect">
              <a:avLst/>
            </a:prstGeom>
            <a:solidFill>
              <a:srgbClr val="FFE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2049277" y="4167285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2049277" y="419326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rc324"/>
            <p:cNvSpPr/>
            <p:nvPr/>
          </p:nvSpPr>
          <p:spPr>
            <a:xfrm>
              <a:off x="2049277" y="4219243"/>
              <a:ext cx="294295" cy="25979"/>
            </a:xfrm>
            <a:prstGeom prst="rect">
              <a:avLst/>
            </a:prstGeom>
            <a:solidFill>
              <a:srgbClr val="FFD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2049277" y="424522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rc326"/>
            <p:cNvSpPr/>
            <p:nvPr/>
          </p:nvSpPr>
          <p:spPr>
            <a:xfrm>
              <a:off x="2049277" y="427120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2049277" y="4297181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2049277" y="4323161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2049277" y="434914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2049277" y="4375119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2049277" y="4401099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2049277" y="442707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2049277" y="445305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rc334"/>
            <p:cNvSpPr/>
            <p:nvPr/>
          </p:nvSpPr>
          <p:spPr>
            <a:xfrm>
              <a:off x="2049277" y="4479037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rc335"/>
            <p:cNvSpPr/>
            <p:nvPr/>
          </p:nvSpPr>
          <p:spPr>
            <a:xfrm>
              <a:off x="2049277" y="450501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" name="rc336"/>
            <p:cNvSpPr/>
            <p:nvPr/>
          </p:nvSpPr>
          <p:spPr>
            <a:xfrm>
              <a:off x="2049277" y="4530995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" name="rc337"/>
            <p:cNvSpPr/>
            <p:nvPr/>
          </p:nvSpPr>
          <p:spPr>
            <a:xfrm>
              <a:off x="2049277" y="4556974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rc338"/>
            <p:cNvSpPr/>
            <p:nvPr/>
          </p:nvSpPr>
          <p:spPr>
            <a:xfrm>
              <a:off x="2049277" y="458295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rc339"/>
            <p:cNvSpPr/>
            <p:nvPr/>
          </p:nvSpPr>
          <p:spPr>
            <a:xfrm>
              <a:off x="2049277" y="4608933"/>
              <a:ext cx="294295" cy="25979"/>
            </a:xfrm>
            <a:prstGeom prst="rect">
              <a:avLst/>
            </a:prstGeom>
            <a:solidFill>
              <a:srgbClr val="FFE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" name="rc340"/>
            <p:cNvSpPr/>
            <p:nvPr/>
          </p:nvSpPr>
          <p:spPr>
            <a:xfrm>
              <a:off x="2049277" y="4634912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2049277" y="466089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rc342"/>
            <p:cNvSpPr/>
            <p:nvPr/>
          </p:nvSpPr>
          <p:spPr>
            <a:xfrm>
              <a:off x="2049277" y="468687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rc343"/>
            <p:cNvSpPr/>
            <p:nvPr/>
          </p:nvSpPr>
          <p:spPr>
            <a:xfrm>
              <a:off x="2049277" y="471285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rc344"/>
            <p:cNvSpPr/>
            <p:nvPr/>
          </p:nvSpPr>
          <p:spPr>
            <a:xfrm>
              <a:off x="2049277" y="473883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rc345"/>
            <p:cNvSpPr/>
            <p:nvPr/>
          </p:nvSpPr>
          <p:spPr>
            <a:xfrm>
              <a:off x="2049277" y="4764809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rc346"/>
            <p:cNvSpPr/>
            <p:nvPr/>
          </p:nvSpPr>
          <p:spPr>
            <a:xfrm>
              <a:off x="2049277" y="4790788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rc347"/>
            <p:cNvSpPr/>
            <p:nvPr/>
          </p:nvSpPr>
          <p:spPr>
            <a:xfrm>
              <a:off x="2049277" y="481676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2049277" y="4842747"/>
              <a:ext cx="294295" cy="25979"/>
            </a:xfrm>
            <a:prstGeom prst="rect">
              <a:avLst/>
            </a:prstGeom>
            <a:solidFill>
              <a:srgbClr val="FFE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2049277" y="4868726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" name="rc350"/>
            <p:cNvSpPr/>
            <p:nvPr/>
          </p:nvSpPr>
          <p:spPr>
            <a:xfrm>
              <a:off x="2049277" y="489470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2049277" y="4920685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rc352"/>
            <p:cNvSpPr/>
            <p:nvPr/>
          </p:nvSpPr>
          <p:spPr>
            <a:xfrm>
              <a:off x="2049277" y="4946664"/>
              <a:ext cx="294295" cy="25979"/>
            </a:xfrm>
            <a:prstGeom prst="rect">
              <a:avLst/>
            </a:prstGeom>
            <a:solidFill>
              <a:srgbClr val="FFC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2049277" y="497264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2049277" y="4998623"/>
              <a:ext cx="294295" cy="25979"/>
            </a:xfrm>
            <a:prstGeom prst="rect">
              <a:avLst/>
            </a:prstGeom>
            <a:solidFill>
              <a:srgbClr val="FFE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2049277" y="5024602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2049277" y="505058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2049277" y="5076561"/>
              <a:ext cx="294295" cy="25979"/>
            </a:xfrm>
            <a:prstGeom prst="rect">
              <a:avLst/>
            </a:prstGeom>
            <a:solidFill>
              <a:srgbClr val="FFE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2049277" y="510254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2049277" y="512852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2049277" y="515449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2049277" y="5180478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2049277" y="520645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2049277" y="5232437"/>
              <a:ext cx="294295" cy="25979"/>
            </a:xfrm>
            <a:prstGeom prst="rect">
              <a:avLst/>
            </a:prstGeom>
            <a:solidFill>
              <a:srgbClr val="FFD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rc364"/>
            <p:cNvSpPr/>
            <p:nvPr/>
          </p:nvSpPr>
          <p:spPr>
            <a:xfrm>
              <a:off x="2049277" y="5258416"/>
              <a:ext cx="294295" cy="25979"/>
            </a:xfrm>
            <a:prstGeom prst="rect">
              <a:avLst/>
            </a:prstGeom>
            <a:solidFill>
              <a:srgbClr val="FFA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2049277" y="528439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2049277" y="5310375"/>
              <a:ext cx="294295" cy="25979"/>
            </a:xfrm>
            <a:prstGeom prst="rect">
              <a:avLst/>
            </a:prstGeom>
            <a:solidFill>
              <a:srgbClr val="FFE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2049277" y="5336354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" name="rc368"/>
            <p:cNvSpPr/>
            <p:nvPr/>
          </p:nvSpPr>
          <p:spPr>
            <a:xfrm>
              <a:off x="2049277" y="536233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rc369"/>
            <p:cNvSpPr/>
            <p:nvPr/>
          </p:nvSpPr>
          <p:spPr>
            <a:xfrm>
              <a:off x="2049277" y="5388313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rc370"/>
            <p:cNvSpPr/>
            <p:nvPr/>
          </p:nvSpPr>
          <p:spPr>
            <a:xfrm>
              <a:off x="2049277" y="5414292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2049277" y="544027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" name="rc372"/>
            <p:cNvSpPr/>
            <p:nvPr/>
          </p:nvSpPr>
          <p:spPr>
            <a:xfrm>
              <a:off x="2049277" y="5466251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2049277" y="549223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rc374"/>
            <p:cNvSpPr/>
            <p:nvPr/>
          </p:nvSpPr>
          <p:spPr>
            <a:xfrm>
              <a:off x="2049277" y="551820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2049277" y="554418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" name="rc376"/>
            <p:cNvSpPr/>
            <p:nvPr/>
          </p:nvSpPr>
          <p:spPr>
            <a:xfrm>
              <a:off x="2049277" y="5570168"/>
              <a:ext cx="294295" cy="25979"/>
            </a:xfrm>
            <a:prstGeom prst="rect">
              <a:avLst/>
            </a:prstGeom>
            <a:solidFill>
              <a:srgbClr val="FFC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" name="rc377"/>
            <p:cNvSpPr/>
            <p:nvPr/>
          </p:nvSpPr>
          <p:spPr>
            <a:xfrm>
              <a:off x="2049277" y="559614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rc378"/>
            <p:cNvSpPr/>
            <p:nvPr/>
          </p:nvSpPr>
          <p:spPr>
            <a:xfrm>
              <a:off x="2049277" y="5622127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" name="rc379"/>
            <p:cNvSpPr/>
            <p:nvPr/>
          </p:nvSpPr>
          <p:spPr>
            <a:xfrm>
              <a:off x="2049277" y="5648106"/>
              <a:ext cx="294295" cy="25979"/>
            </a:xfrm>
            <a:prstGeom prst="rect">
              <a:avLst/>
            </a:prstGeom>
            <a:solidFill>
              <a:srgbClr val="FFE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" name="rc380"/>
            <p:cNvSpPr/>
            <p:nvPr/>
          </p:nvSpPr>
          <p:spPr>
            <a:xfrm>
              <a:off x="2049277" y="567408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2049277" y="5700065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rc382"/>
            <p:cNvSpPr/>
            <p:nvPr/>
          </p:nvSpPr>
          <p:spPr>
            <a:xfrm>
              <a:off x="2049277" y="5726044"/>
              <a:ext cx="294295" cy="25979"/>
            </a:xfrm>
            <a:prstGeom prst="rect">
              <a:avLst/>
            </a:prstGeom>
            <a:solidFill>
              <a:srgbClr val="FFD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2049277" y="575202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" name="rc384"/>
            <p:cNvSpPr/>
            <p:nvPr/>
          </p:nvSpPr>
          <p:spPr>
            <a:xfrm>
              <a:off x="2049277" y="5778003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" name="rc385"/>
            <p:cNvSpPr/>
            <p:nvPr/>
          </p:nvSpPr>
          <p:spPr>
            <a:xfrm>
              <a:off x="2049277" y="5803982"/>
              <a:ext cx="294295" cy="25979"/>
            </a:xfrm>
            <a:prstGeom prst="rect">
              <a:avLst/>
            </a:prstGeom>
            <a:solidFill>
              <a:srgbClr val="FFE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2049277" y="582996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2049277" y="5855941"/>
              <a:ext cx="294295" cy="25979"/>
            </a:xfrm>
            <a:prstGeom prst="rect">
              <a:avLst/>
            </a:prstGeom>
            <a:solidFill>
              <a:srgbClr val="FFE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" name="rc388"/>
            <p:cNvSpPr/>
            <p:nvPr/>
          </p:nvSpPr>
          <p:spPr>
            <a:xfrm>
              <a:off x="2049277" y="5881920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2049277" y="590789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rc390"/>
            <p:cNvSpPr/>
            <p:nvPr/>
          </p:nvSpPr>
          <p:spPr>
            <a:xfrm>
              <a:off x="2049277" y="5933879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" name="rc391"/>
            <p:cNvSpPr/>
            <p:nvPr/>
          </p:nvSpPr>
          <p:spPr>
            <a:xfrm>
              <a:off x="2049277" y="5959858"/>
              <a:ext cx="294295" cy="25979"/>
            </a:xfrm>
            <a:prstGeom prst="rect">
              <a:avLst/>
            </a:prstGeom>
            <a:solidFill>
              <a:srgbClr val="FFD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" name="rc392"/>
            <p:cNvSpPr/>
            <p:nvPr/>
          </p:nvSpPr>
          <p:spPr>
            <a:xfrm>
              <a:off x="2049277" y="598583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" name="rc393"/>
            <p:cNvSpPr/>
            <p:nvPr/>
          </p:nvSpPr>
          <p:spPr>
            <a:xfrm>
              <a:off x="2049277" y="6011817"/>
              <a:ext cx="294295" cy="25979"/>
            </a:xfrm>
            <a:prstGeom prst="rect">
              <a:avLst/>
            </a:prstGeom>
            <a:solidFill>
              <a:srgbClr val="FFE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" name="rc394"/>
            <p:cNvSpPr/>
            <p:nvPr/>
          </p:nvSpPr>
          <p:spPr>
            <a:xfrm>
              <a:off x="2049277" y="6037796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" name="rc395"/>
            <p:cNvSpPr/>
            <p:nvPr/>
          </p:nvSpPr>
          <p:spPr>
            <a:xfrm>
              <a:off x="2049277" y="606377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" name="rc396"/>
            <p:cNvSpPr/>
            <p:nvPr/>
          </p:nvSpPr>
          <p:spPr>
            <a:xfrm>
              <a:off x="2049277" y="6089755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2049277" y="611573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" name="rc398"/>
            <p:cNvSpPr/>
            <p:nvPr/>
          </p:nvSpPr>
          <p:spPr>
            <a:xfrm>
              <a:off x="2049277" y="614171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" name="rc399"/>
            <p:cNvSpPr/>
            <p:nvPr/>
          </p:nvSpPr>
          <p:spPr>
            <a:xfrm>
              <a:off x="2049277" y="6167693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2049277" y="6193672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2049277" y="621965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2049277" y="6245630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2049277" y="6271610"/>
              <a:ext cx="294295" cy="25979"/>
            </a:xfrm>
            <a:prstGeom prst="rect">
              <a:avLst/>
            </a:prstGeom>
            <a:solidFill>
              <a:srgbClr val="FFE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" name="rc404"/>
            <p:cNvSpPr/>
            <p:nvPr/>
          </p:nvSpPr>
          <p:spPr>
            <a:xfrm>
              <a:off x="2343573" y="1101725"/>
              <a:ext cx="294295" cy="25979"/>
            </a:xfrm>
            <a:prstGeom prst="rect">
              <a:avLst/>
            </a:prstGeom>
            <a:solidFill>
              <a:srgbClr val="FFE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rc405"/>
            <p:cNvSpPr/>
            <p:nvPr/>
          </p:nvSpPr>
          <p:spPr>
            <a:xfrm>
              <a:off x="2343573" y="112770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2343573" y="115368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2343573" y="1179662"/>
              <a:ext cx="294295" cy="25979"/>
            </a:xfrm>
            <a:prstGeom prst="rect">
              <a:avLst/>
            </a:prstGeom>
            <a:solidFill>
              <a:srgbClr val="FFD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2343573" y="1205642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2343573" y="123162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2343573" y="1257600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2343573" y="1283580"/>
              <a:ext cx="294295" cy="25979"/>
            </a:xfrm>
            <a:prstGeom prst="rect">
              <a:avLst/>
            </a:prstGeom>
            <a:solidFill>
              <a:srgbClr val="FFE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2343573" y="130955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2343573" y="1335538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2343573" y="1361518"/>
              <a:ext cx="294295" cy="25979"/>
            </a:xfrm>
            <a:prstGeom prst="rect">
              <a:avLst/>
            </a:prstGeom>
            <a:solidFill>
              <a:srgbClr val="FF8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2343573" y="138749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2343573" y="1413476"/>
              <a:ext cx="294295" cy="25979"/>
            </a:xfrm>
            <a:prstGeom prst="rect">
              <a:avLst/>
            </a:prstGeom>
            <a:solidFill>
              <a:srgbClr val="FFE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2343573" y="1439456"/>
              <a:ext cx="294295" cy="25979"/>
            </a:xfrm>
            <a:prstGeom prst="rect">
              <a:avLst/>
            </a:prstGeom>
            <a:solidFill>
              <a:srgbClr val="FFA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2343573" y="146543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2343573" y="1491414"/>
              <a:ext cx="294295" cy="25979"/>
            </a:xfrm>
            <a:prstGeom prst="rect">
              <a:avLst/>
            </a:prstGeom>
            <a:solidFill>
              <a:srgbClr val="FFE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2343573" y="1517394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2343573" y="154337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2343573" y="1569352"/>
              <a:ext cx="294295" cy="25979"/>
            </a:xfrm>
            <a:prstGeom prst="rect">
              <a:avLst/>
            </a:prstGeom>
            <a:solidFill>
              <a:srgbClr val="FFE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2343573" y="1595332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2343573" y="162131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2343573" y="1647290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rc426"/>
            <p:cNvSpPr/>
            <p:nvPr/>
          </p:nvSpPr>
          <p:spPr>
            <a:xfrm>
              <a:off x="2343573" y="1673270"/>
              <a:ext cx="294295" cy="25979"/>
            </a:xfrm>
            <a:prstGeom prst="rect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" name="rc427"/>
            <p:cNvSpPr/>
            <p:nvPr/>
          </p:nvSpPr>
          <p:spPr>
            <a:xfrm>
              <a:off x="2343573" y="169924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2343573" y="1725228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2343573" y="1751208"/>
              <a:ext cx="294295" cy="25979"/>
            </a:xfrm>
            <a:prstGeom prst="rect">
              <a:avLst/>
            </a:prstGeom>
            <a:solidFill>
              <a:srgbClr val="FF0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2343573" y="177718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2343573" y="1803166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2343573" y="1829146"/>
              <a:ext cx="294295" cy="25979"/>
            </a:xfrm>
            <a:prstGeom prst="rect">
              <a:avLst/>
            </a:prstGeom>
            <a:solidFill>
              <a:srgbClr val="FF3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2343573" y="185512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2343573" y="1881104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2343573" y="1907084"/>
              <a:ext cx="294295" cy="25979"/>
            </a:xfrm>
            <a:prstGeom prst="rect">
              <a:avLst/>
            </a:prstGeom>
            <a:solidFill>
              <a:srgbClr val="FFA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2343573" y="193306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2343573" y="1959042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2343573" y="1985021"/>
              <a:ext cx="294295" cy="25979"/>
            </a:xfrm>
            <a:prstGeom prst="rect">
              <a:avLst/>
            </a:prstGeom>
            <a:solidFill>
              <a:srgbClr val="FFA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2343573" y="201100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2343573" y="203698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2343573" y="206295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2343573" y="208893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2343573" y="2114918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2343573" y="2140897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2343573" y="216687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2343573" y="2192856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2343573" y="2218835"/>
              <a:ext cx="294295" cy="25979"/>
            </a:xfrm>
            <a:prstGeom prst="rect">
              <a:avLst/>
            </a:prstGeom>
            <a:solidFill>
              <a:srgbClr val="FFC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2343573" y="224481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2343573" y="2270794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2343573" y="2296773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2343573" y="232275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2343573" y="2348732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2343573" y="2374711"/>
              <a:ext cx="294295" cy="25979"/>
            </a:xfrm>
            <a:prstGeom prst="rect">
              <a:avLst/>
            </a:prstGeom>
            <a:solidFill>
              <a:srgbClr val="FF8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2343573" y="240069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2343573" y="2426670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2343573" y="245264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2343573" y="247862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2343573" y="2504608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2343573" y="2530587"/>
              <a:ext cx="294295" cy="25979"/>
            </a:xfrm>
            <a:prstGeom prst="rect">
              <a:avLst/>
            </a:prstGeom>
            <a:solidFill>
              <a:srgbClr val="FF9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2343573" y="255656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2343573" y="2582546"/>
              <a:ext cx="294295" cy="25979"/>
            </a:xfrm>
            <a:prstGeom prst="rect">
              <a:avLst/>
            </a:prstGeom>
            <a:solidFill>
              <a:srgbClr val="FFE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2343573" y="2608525"/>
              <a:ext cx="294295" cy="25979"/>
            </a:xfrm>
            <a:prstGeom prst="rect">
              <a:avLst/>
            </a:prstGeom>
            <a:solidFill>
              <a:srgbClr val="FF9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2343573" y="263450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2343573" y="2660484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2343573" y="268646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2343573" y="271244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2343573" y="2738422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2343573" y="276440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2343573" y="279038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2343573" y="2816360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2343573" y="2842339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2343573" y="286831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2343573" y="2894298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2343573" y="2920277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2343573" y="294625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2343573" y="2972236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2343573" y="2998215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2343573" y="302419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2343573" y="3050174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2343573" y="3076153"/>
              <a:ext cx="294295" cy="25979"/>
            </a:xfrm>
            <a:prstGeom prst="rect">
              <a:avLst/>
            </a:prstGeom>
            <a:solidFill>
              <a:srgbClr val="FFE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2343573" y="310213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2343573" y="3128112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2343573" y="3154091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2343573" y="318007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2343573" y="3206050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2343573" y="3232029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2343573" y="325800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2343573" y="3283988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2343573" y="3309967"/>
              <a:ext cx="294295" cy="25979"/>
            </a:xfrm>
            <a:prstGeom prst="rect">
              <a:avLst/>
            </a:prstGeom>
            <a:solidFill>
              <a:srgbClr val="FFE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2343573" y="333594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2343573" y="3361926"/>
              <a:ext cx="294295" cy="25979"/>
            </a:xfrm>
            <a:prstGeom prst="rect">
              <a:avLst/>
            </a:prstGeom>
            <a:solidFill>
              <a:srgbClr val="FFE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2343573" y="338790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2343573" y="341388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2343573" y="3439864"/>
              <a:ext cx="294295" cy="25979"/>
            </a:xfrm>
            <a:prstGeom prst="rect">
              <a:avLst/>
            </a:prstGeom>
            <a:solidFill>
              <a:srgbClr val="FFE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2343573" y="3465843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2343573" y="349182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2343573" y="3517802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2343573" y="3543781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2343573" y="356976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2343573" y="3595740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2343573" y="362171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2343573" y="364769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2343573" y="3673677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2343573" y="369965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2343573" y="372563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2343573" y="375161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2343573" y="3777595"/>
              <a:ext cx="294295" cy="25979"/>
            </a:xfrm>
            <a:prstGeom prst="rect">
              <a:avLst/>
            </a:prstGeom>
            <a:solidFill>
              <a:srgbClr val="FFE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2343573" y="380357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2343573" y="382955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2343573" y="385553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2343573" y="388151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2343573" y="390749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2343573" y="3933471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2343573" y="395945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2343573" y="3985429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2343573" y="4011409"/>
              <a:ext cx="294295" cy="25979"/>
            </a:xfrm>
            <a:prstGeom prst="rect">
              <a:avLst/>
            </a:prstGeom>
            <a:solidFill>
              <a:srgbClr val="FFE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2343573" y="403738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2343573" y="4063367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2343573" y="4089347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2343573" y="411532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2343573" y="4141305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2343573" y="4167285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2343573" y="419326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2343573" y="4219243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2343573" y="424522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2343573" y="427120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2343573" y="429718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2343573" y="4323161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2343573" y="434914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2343573" y="4375119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2343573" y="4401099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rc532"/>
            <p:cNvSpPr/>
            <p:nvPr/>
          </p:nvSpPr>
          <p:spPr>
            <a:xfrm>
              <a:off x="2343573" y="442707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rc533"/>
            <p:cNvSpPr/>
            <p:nvPr/>
          </p:nvSpPr>
          <p:spPr>
            <a:xfrm>
              <a:off x="2343573" y="445305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2343573" y="4479037"/>
              <a:ext cx="294295" cy="25979"/>
            </a:xfrm>
            <a:prstGeom prst="rect">
              <a:avLst/>
            </a:prstGeom>
            <a:solidFill>
              <a:srgbClr val="FFE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2343573" y="450501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2343573" y="453099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rc537"/>
            <p:cNvSpPr/>
            <p:nvPr/>
          </p:nvSpPr>
          <p:spPr>
            <a:xfrm>
              <a:off x="2343573" y="4556974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2343573" y="458295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2343573" y="4608933"/>
              <a:ext cx="294295" cy="25979"/>
            </a:xfrm>
            <a:prstGeom prst="rect">
              <a:avLst/>
            </a:prstGeom>
            <a:solidFill>
              <a:srgbClr val="FFB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2343573" y="4634912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2343573" y="466089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rc542"/>
            <p:cNvSpPr/>
            <p:nvPr/>
          </p:nvSpPr>
          <p:spPr>
            <a:xfrm>
              <a:off x="2343573" y="468687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rc543"/>
            <p:cNvSpPr/>
            <p:nvPr/>
          </p:nvSpPr>
          <p:spPr>
            <a:xfrm>
              <a:off x="2343573" y="4712850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2343573" y="473883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2343573" y="4764809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2343573" y="4790788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2343573" y="481676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rc548"/>
            <p:cNvSpPr/>
            <p:nvPr/>
          </p:nvSpPr>
          <p:spPr>
            <a:xfrm>
              <a:off x="2343573" y="484274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rc549"/>
            <p:cNvSpPr/>
            <p:nvPr/>
          </p:nvSpPr>
          <p:spPr>
            <a:xfrm>
              <a:off x="2343573" y="4868726"/>
              <a:ext cx="294295" cy="25979"/>
            </a:xfrm>
            <a:prstGeom prst="rect">
              <a:avLst/>
            </a:prstGeom>
            <a:solidFill>
              <a:srgbClr val="FFE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rc550"/>
            <p:cNvSpPr/>
            <p:nvPr/>
          </p:nvSpPr>
          <p:spPr>
            <a:xfrm>
              <a:off x="2343573" y="489470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rc551"/>
            <p:cNvSpPr/>
            <p:nvPr/>
          </p:nvSpPr>
          <p:spPr>
            <a:xfrm>
              <a:off x="2343573" y="4920685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2343573" y="4946664"/>
              <a:ext cx="294295" cy="25979"/>
            </a:xfrm>
            <a:prstGeom prst="rect">
              <a:avLst/>
            </a:prstGeom>
            <a:solidFill>
              <a:srgbClr val="FFD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2343573" y="497264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rc554"/>
            <p:cNvSpPr/>
            <p:nvPr/>
          </p:nvSpPr>
          <p:spPr>
            <a:xfrm>
              <a:off x="2343573" y="499862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" name="rc555"/>
            <p:cNvSpPr/>
            <p:nvPr/>
          </p:nvSpPr>
          <p:spPr>
            <a:xfrm>
              <a:off x="2343573" y="5024602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" name="rc556"/>
            <p:cNvSpPr/>
            <p:nvPr/>
          </p:nvSpPr>
          <p:spPr>
            <a:xfrm>
              <a:off x="2343573" y="505058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rc557"/>
            <p:cNvSpPr/>
            <p:nvPr/>
          </p:nvSpPr>
          <p:spPr>
            <a:xfrm>
              <a:off x="2343573" y="507656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" name="rc558"/>
            <p:cNvSpPr/>
            <p:nvPr/>
          </p:nvSpPr>
          <p:spPr>
            <a:xfrm>
              <a:off x="2343573" y="5102540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" name="rc559"/>
            <p:cNvSpPr/>
            <p:nvPr/>
          </p:nvSpPr>
          <p:spPr>
            <a:xfrm>
              <a:off x="2343573" y="512852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" name="rc560"/>
            <p:cNvSpPr/>
            <p:nvPr/>
          </p:nvSpPr>
          <p:spPr>
            <a:xfrm>
              <a:off x="2343573" y="5154499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" name="rc561"/>
            <p:cNvSpPr/>
            <p:nvPr/>
          </p:nvSpPr>
          <p:spPr>
            <a:xfrm>
              <a:off x="2343573" y="5180478"/>
              <a:ext cx="294295" cy="25979"/>
            </a:xfrm>
            <a:prstGeom prst="rect">
              <a:avLst/>
            </a:prstGeom>
            <a:solidFill>
              <a:srgbClr val="FFE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" name="rc562"/>
            <p:cNvSpPr/>
            <p:nvPr/>
          </p:nvSpPr>
          <p:spPr>
            <a:xfrm>
              <a:off x="2343573" y="520645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" name="rc563"/>
            <p:cNvSpPr/>
            <p:nvPr/>
          </p:nvSpPr>
          <p:spPr>
            <a:xfrm>
              <a:off x="2343573" y="5232437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" name="rc564"/>
            <p:cNvSpPr/>
            <p:nvPr/>
          </p:nvSpPr>
          <p:spPr>
            <a:xfrm>
              <a:off x="2343573" y="5258416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" name="rc565"/>
            <p:cNvSpPr/>
            <p:nvPr/>
          </p:nvSpPr>
          <p:spPr>
            <a:xfrm>
              <a:off x="2343573" y="528439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" name="rc566"/>
            <p:cNvSpPr/>
            <p:nvPr/>
          </p:nvSpPr>
          <p:spPr>
            <a:xfrm>
              <a:off x="2343573" y="5310375"/>
              <a:ext cx="294295" cy="25979"/>
            </a:xfrm>
            <a:prstGeom prst="rect">
              <a:avLst/>
            </a:prstGeom>
            <a:solidFill>
              <a:srgbClr val="FFE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" name="rc567"/>
            <p:cNvSpPr/>
            <p:nvPr/>
          </p:nvSpPr>
          <p:spPr>
            <a:xfrm>
              <a:off x="2343573" y="5336354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" name="rc568"/>
            <p:cNvSpPr/>
            <p:nvPr/>
          </p:nvSpPr>
          <p:spPr>
            <a:xfrm>
              <a:off x="2343573" y="536233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" name="rc569"/>
            <p:cNvSpPr/>
            <p:nvPr/>
          </p:nvSpPr>
          <p:spPr>
            <a:xfrm>
              <a:off x="2343573" y="5388313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" name="rc570"/>
            <p:cNvSpPr/>
            <p:nvPr/>
          </p:nvSpPr>
          <p:spPr>
            <a:xfrm>
              <a:off x="2343573" y="5414292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" name="rc571"/>
            <p:cNvSpPr/>
            <p:nvPr/>
          </p:nvSpPr>
          <p:spPr>
            <a:xfrm>
              <a:off x="2343573" y="544027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" name="rc572"/>
            <p:cNvSpPr/>
            <p:nvPr/>
          </p:nvSpPr>
          <p:spPr>
            <a:xfrm>
              <a:off x="2343573" y="5466251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" name="rc573"/>
            <p:cNvSpPr/>
            <p:nvPr/>
          </p:nvSpPr>
          <p:spPr>
            <a:xfrm>
              <a:off x="2343573" y="5492230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" name="rc574"/>
            <p:cNvSpPr/>
            <p:nvPr/>
          </p:nvSpPr>
          <p:spPr>
            <a:xfrm>
              <a:off x="2343573" y="551820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" name="rc575"/>
            <p:cNvSpPr/>
            <p:nvPr/>
          </p:nvSpPr>
          <p:spPr>
            <a:xfrm>
              <a:off x="2343573" y="554418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" name="rc576"/>
            <p:cNvSpPr/>
            <p:nvPr/>
          </p:nvSpPr>
          <p:spPr>
            <a:xfrm>
              <a:off x="2343573" y="5570168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rc577"/>
            <p:cNvSpPr/>
            <p:nvPr/>
          </p:nvSpPr>
          <p:spPr>
            <a:xfrm>
              <a:off x="2343573" y="559614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2343573" y="562212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2343573" y="5648106"/>
              <a:ext cx="294295" cy="25979"/>
            </a:xfrm>
            <a:prstGeom prst="rect">
              <a:avLst/>
            </a:prstGeom>
            <a:solidFill>
              <a:srgbClr val="FFD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rc580"/>
            <p:cNvSpPr/>
            <p:nvPr/>
          </p:nvSpPr>
          <p:spPr>
            <a:xfrm>
              <a:off x="2343573" y="567408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" name="rc581"/>
            <p:cNvSpPr/>
            <p:nvPr/>
          </p:nvSpPr>
          <p:spPr>
            <a:xfrm>
              <a:off x="2343573" y="5700065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rc582"/>
            <p:cNvSpPr/>
            <p:nvPr/>
          </p:nvSpPr>
          <p:spPr>
            <a:xfrm>
              <a:off x="2343573" y="5726044"/>
              <a:ext cx="294295" cy="25979"/>
            </a:xfrm>
            <a:prstGeom prst="rect">
              <a:avLst/>
            </a:prstGeom>
            <a:solidFill>
              <a:srgbClr val="FFE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" name="rc583"/>
            <p:cNvSpPr/>
            <p:nvPr/>
          </p:nvSpPr>
          <p:spPr>
            <a:xfrm>
              <a:off x="2343573" y="575202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" name="rc584"/>
            <p:cNvSpPr/>
            <p:nvPr/>
          </p:nvSpPr>
          <p:spPr>
            <a:xfrm>
              <a:off x="2343573" y="5778003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rc585"/>
            <p:cNvSpPr/>
            <p:nvPr/>
          </p:nvSpPr>
          <p:spPr>
            <a:xfrm>
              <a:off x="2343573" y="5803982"/>
              <a:ext cx="294295" cy="25979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" name="rc586"/>
            <p:cNvSpPr/>
            <p:nvPr/>
          </p:nvSpPr>
          <p:spPr>
            <a:xfrm>
              <a:off x="2343573" y="582996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" name="rc587"/>
            <p:cNvSpPr/>
            <p:nvPr/>
          </p:nvSpPr>
          <p:spPr>
            <a:xfrm>
              <a:off x="2343573" y="5855941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" name="rc588"/>
            <p:cNvSpPr/>
            <p:nvPr/>
          </p:nvSpPr>
          <p:spPr>
            <a:xfrm>
              <a:off x="2343573" y="588192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" name="rc589"/>
            <p:cNvSpPr/>
            <p:nvPr/>
          </p:nvSpPr>
          <p:spPr>
            <a:xfrm>
              <a:off x="2343573" y="590789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" name="rc590"/>
            <p:cNvSpPr/>
            <p:nvPr/>
          </p:nvSpPr>
          <p:spPr>
            <a:xfrm>
              <a:off x="2343573" y="5933879"/>
              <a:ext cx="294295" cy="25979"/>
            </a:xfrm>
            <a:prstGeom prst="rect">
              <a:avLst/>
            </a:prstGeom>
            <a:solidFill>
              <a:srgbClr val="FFD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2343573" y="5959858"/>
              <a:ext cx="294295" cy="25979"/>
            </a:xfrm>
            <a:prstGeom prst="rect">
              <a:avLst/>
            </a:prstGeom>
            <a:solidFill>
              <a:srgbClr val="FFD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2343573" y="598583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rc593"/>
            <p:cNvSpPr/>
            <p:nvPr/>
          </p:nvSpPr>
          <p:spPr>
            <a:xfrm>
              <a:off x="2343573" y="601181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" name="rc594"/>
            <p:cNvSpPr/>
            <p:nvPr/>
          </p:nvSpPr>
          <p:spPr>
            <a:xfrm>
              <a:off x="2343573" y="6037796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" name="rc595"/>
            <p:cNvSpPr/>
            <p:nvPr/>
          </p:nvSpPr>
          <p:spPr>
            <a:xfrm>
              <a:off x="2343573" y="606377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rc596"/>
            <p:cNvSpPr/>
            <p:nvPr/>
          </p:nvSpPr>
          <p:spPr>
            <a:xfrm>
              <a:off x="2343573" y="608975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" name="rc597"/>
            <p:cNvSpPr/>
            <p:nvPr/>
          </p:nvSpPr>
          <p:spPr>
            <a:xfrm>
              <a:off x="2343573" y="611573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" name="rc598"/>
            <p:cNvSpPr/>
            <p:nvPr/>
          </p:nvSpPr>
          <p:spPr>
            <a:xfrm>
              <a:off x="2343573" y="614171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" name="rc599"/>
            <p:cNvSpPr/>
            <p:nvPr/>
          </p:nvSpPr>
          <p:spPr>
            <a:xfrm>
              <a:off x="2343573" y="616769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" name="rc600"/>
            <p:cNvSpPr/>
            <p:nvPr/>
          </p:nvSpPr>
          <p:spPr>
            <a:xfrm>
              <a:off x="2343573" y="6193672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" name="rc601"/>
            <p:cNvSpPr/>
            <p:nvPr/>
          </p:nvSpPr>
          <p:spPr>
            <a:xfrm>
              <a:off x="2343573" y="621965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" name="rc602"/>
            <p:cNvSpPr/>
            <p:nvPr/>
          </p:nvSpPr>
          <p:spPr>
            <a:xfrm>
              <a:off x="2343573" y="624563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" name="rc603"/>
            <p:cNvSpPr/>
            <p:nvPr/>
          </p:nvSpPr>
          <p:spPr>
            <a:xfrm>
              <a:off x="2343573" y="6271610"/>
              <a:ext cx="294295" cy="25979"/>
            </a:xfrm>
            <a:prstGeom prst="rect">
              <a:avLst/>
            </a:prstGeom>
            <a:solidFill>
              <a:srgbClr val="FFE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" name="rc604"/>
            <p:cNvSpPr/>
            <p:nvPr/>
          </p:nvSpPr>
          <p:spPr>
            <a:xfrm>
              <a:off x="2637869" y="1101725"/>
              <a:ext cx="294295" cy="25979"/>
            </a:xfrm>
            <a:prstGeom prst="rect">
              <a:avLst/>
            </a:prstGeom>
            <a:solidFill>
              <a:srgbClr val="FFD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" name="rc605"/>
            <p:cNvSpPr/>
            <p:nvPr/>
          </p:nvSpPr>
          <p:spPr>
            <a:xfrm>
              <a:off x="2637869" y="112770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" name="rc606"/>
            <p:cNvSpPr/>
            <p:nvPr/>
          </p:nvSpPr>
          <p:spPr>
            <a:xfrm>
              <a:off x="2637869" y="115368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" name="rc607"/>
            <p:cNvSpPr/>
            <p:nvPr/>
          </p:nvSpPr>
          <p:spPr>
            <a:xfrm>
              <a:off x="2637869" y="1179662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" name="rc608"/>
            <p:cNvSpPr/>
            <p:nvPr/>
          </p:nvSpPr>
          <p:spPr>
            <a:xfrm>
              <a:off x="2637869" y="1205642"/>
              <a:ext cx="294295" cy="25979"/>
            </a:xfrm>
            <a:prstGeom prst="rect">
              <a:avLst/>
            </a:prstGeom>
            <a:solidFill>
              <a:srgbClr val="FFE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" name="rc609"/>
            <p:cNvSpPr/>
            <p:nvPr/>
          </p:nvSpPr>
          <p:spPr>
            <a:xfrm>
              <a:off x="2637869" y="123162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" name="rc610"/>
            <p:cNvSpPr/>
            <p:nvPr/>
          </p:nvSpPr>
          <p:spPr>
            <a:xfrm>
              <a:off x="2637869" y="1257600"/>
              <a:ext cx="294295" cy="25979"/>
            </a:xfrm>
            <a:prstGeom prst="rect">
              <a:avLst/>
            </a:prstGeom>
            <a:solidFill>
              <a:srgbClr val="FFD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" name="rc611"/>
            <p:cNvSpPr/>
            <p:nvPr/>
          </p:nvSpPr>
          <p:spPr>
            <a:xfrm>
              <a:off x="2637869" y="1283580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" name="rc612"/>
            <p:cNvSpPr/>
            <p:nvPr/>
          </p:nvSpPr>
          <p:spPr>
            <a:xfrm>
              <a:off x="2637869" y="130955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" name="rc613"/>
            <p:cNvSpPr/>
            <p:nvPr/>
          </p:nvSpPr>
          <p:spPr>
            <a:xfrm>
              <a:off x="2637869" y="1335538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" name="rc614"/>
            <p:cNvSpPr/>
            <p:nvPr/>
          </p:nvSpPr>
          <p:spPr>
            <a:xfrm>
              <a:off x="2637869" y="1361518"/>
              <a:ext cx="294295" cy="25979"/>
            </a:xfrm>
            <a:prstGeom prst="rect">
              <a:avLst/>
            </a:prstGeom>
            <a:solidFill>
              <a:srgbClr val="FF9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" name="rc615"/>
            <p:cNvSpPr/>
            <p:nvPr/>
          </p:nvSpPr>
          <p:spPr>
            <a:xfrm>
              <a:off x="2637869" y="138749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2637869" y="1413476"/>
              <a:ext cx="294295" cy="25979"/>
            </a:xfrm>
            <a:prstGeom prst="rect">
              <a:avLst/>
            </a:prstGeom>
            <a:solidFill>
              <a:srgbClr val="FFC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rc617"/>
            <p:cNvSpPr/>
            <p:nvPr/>
          </p:nvSpPr>
          <p:spPr>
            <a:xfrm>
              <a:off x="2637869" y="1439456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rc618"/>
            <p:cNvSpPr/>
            <p:nvPr/>
          </p:nvSpPr>
          <p:spPr>
            <a:xfrm>
              <a:off x="2637869" y="146543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" name="rc619"/>
            <p:cNvSpPr/>
            <p:nvPr/>
          </p:nvSpPr>
          <p:spPr>
            <a:xfrm>
              <a:off x="2637869" y="1491414"/>
              <a:ext cx="294295" cy="25979"/>
            </a:xfrm>
            <a:prstGeom prst="rect">
              <a:avLst/>
            </a:prstGeom>
            <a:solidFill>
              <a:srgbClr val="FFA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rc620"/>
            <p:cNvSpPr/>
            <p:nvPr/>
          </p:nvSpPr>
          <p:spPr>
            <a:xfrm>
              <a:off x="2637869" y="1517394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" name="rc621"/>
            <p:cNvSpPr/>
            <p:nvPr/>
          </p:nvSpPr>
          <p:spPr>
            <a:xfrm>
              <a:off x="2637869" y="154337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2637869" y="1569352"/>
              <a:ext cx="294295" cy="25979"/>
            </a:xfrm>
            <a:prstGeom prst="rect">
              <a:avLst/>
            </a:prstGeom>
            <a:solidFill>
              <a:srgbClr val="FFC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2637869" y="1595332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rc624"/>
            <p:cNvSpPr/>
            <p:nvPr/>
          </p:nvSpPr>
          <p:spPr>
            <a:xfrm>
              <a:off x="2637869" y="162131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rc625"/>
            <p:cNvSpPr/>
            <p:nvPr/>
          </p:nvSpPr>
          <p:spPr>
            <a:xfrm>
              <a:off x="2637869" y="1647290"/>
              <a:ext cx="294295" cy="25979"/>
            </a:xfrm>
            <a:prstGeom prst="rect">
              <a:avLst/>
            </a:prstGeom>
            <a:solidFill>
              <a:srgbClr val="FFE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rc626"/>
            <p:cNvSpPr/>
            <p:nvPr/>
          </p:nvSpPr>
          <p:spPr>
            <a:xfrm>
              <a:off x="2637869" y="1673270"/>
              <a:ext cx="294295" cy="25979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rc627"/>
            <p:cNvSpPr/>
            <p:nvPr/>
          </p:nvSpPr>
          <p:spPr>
            <a:xfrm>
              <a:off x="2637869" y="169924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rc628"/>
            <p:cNvSpPr/>
            <p:nvPr/>
          </p:nvSpPr>
          <p:spPr>
            <a:xfrm>
              <a:off x="2637869" y="1725228"/>
              <a:ext cx="294295" cy="25979"/>
            </a:xfrm>
            <a:prstGeom prst="rect">
              <a:avLst/>
            </a:prstGeom>
            <a:solidFill>
              <a:srgbClr val="FFD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rc629"/>
            <p:cNvSpPr/>
            <p:nvPr/>
          </p:nvSpPr>
          <p:spPr>
            <a:xfrm>
              <a:off x="2637869" y="1751208"/>
              <a:ext cx="294295" cy="25979"/>
            </a:xfrm>
            <a:prstGeom prst="rect">
              <a:avLst/>
            </a:prstGeom>
            <a:solidFill>
              <a:srgbClr val="FFC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rc630"/>
            <p:cNvSpPr/>
            <p:nvPr/>
          </p:nvSpPr>
          <p:spPr>
            <a:xfrm>
              <a:off x="2637869" y="177718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" name="rc631"/>
            <p:cNvSpPr/>
            <p:nvPr/>
          </p:nvSpPr>
          <p:spPr>
            <a:xfrm>
              <a:off x="2637869" y="1803166"/>
              <a:ext cx="294295" cy="25979"/>
            </a:xfrm>
            <a:prstGeom prst="rect">
              <a:avLst/>
            </a:prstGeom>
            <a:solidFill>
              <a:srgbClr val="FFE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rc632"/>
            <p:cNvSpPr/>
            <p:nvPr/>
          </p:nvSpPr>
          <p:spPr>
            <a:xfrm>
              <a:off x="2637869" y="1829146"/>
              <a:ext cx="294295" cy="25979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" name="rc633"/>
            <p:cNvSpPr/>
            <p:nvPr/>
          </p:nvSpPr>
          <p:spPr>
            <a:xfrm>
              <a:off x="2637869" y="185512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" name="rc634"/>
            <p:cNvSpPr/>
            <p:nvPr/>
          </p:nvSpPr>
          <p:spPr>
            <a:xfrm>
              <a:off x="2637869" y="1881104"/>
              <a:ext cx="294295" cy="25979"/>
            </a:xfrm>
            <a:prstGeom prst="rect">
              <a:avLst/>
            </a:prstGeom>
            <a:solidFill>
              <a:srgbClr val="FFE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" name="rc635"/>
            <p:cNvSpPr/>
            <p:nvPr/>
          </p:nvSpPr>
          <p:spPr>
            <a:xfrm>
              <a:off x="2637869" y="190708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rc636"/>
            <p:cNvSpPr/>
            <p:nvPr/>
          </p:nvSpPr>
          <p:spPr>
            <a:xfrm>
              <a:off x="2637869" y="193306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" name="rc637"/>
            <p:cNvSpPr/>
            <p:nvPr/>
          </p:nvSpPr>
          <p:spPr>
            <a:xfrm>
              <a:off x="2637869" y="1959042"/>
              <a:ext cx="294295" cy="25979"/>
            </a:xfrm>
            <a:prstGeom prst="rect">
              <a:avLst/>
            </a:prstGeom>
            <a:solidFill>
              <a:srgbClr val="FFE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rc638"/>
            <p:cNvSpPr/>
            <p:nvPr/>
          </p:nvSpPr>
          <p:spPr>
            <a:xfrm>
              <a:off x="2637869" y="1985021"/>
              <a:ext cx="294295" cy="25979"/>
            </a:xfrm>
            <a:prstGeom prst="rect">
              <a:avLst/>
            </a:prstGeom>
            <a:solidFill>
              <a:srgbClr val="FF3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" name="rc639"/>
            <p:cNvSpPr/>
            <p:nvPr/>
          </p:nvSpPr>
          <p:spPr>
            <a:xfrm>
              <a:off x="2637869" y="201100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" name="rc640"/>
            <p:cNvSpPr/>
            <p:nvPr/>
          </p:nvSpPr>
          <p:spPr>
            <a:xfrm>
              <a:off x="2637869" y="2036980"/>
              <a:ext cx="294295" cy="25979"/>
            </a:xfrm>
            <a:prstGeom prst="rect">
              <a:avLst/>
            </a:prstGeom>
            <a:solidFill>
              <a:srgbClr val="FFD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" name="rc641"/>
            <p:cNvSpPr/>
            <p:nvPr/>
          </p:nvSpPr>
          <p:spPr>
            <a:xfrm>
              <a:off x="2637869" y="2062959"/>
              <a:ext cx="294295" cy="25979"/>
            </a:xfrm>
            <a:prstGeom prst="rect">
              <a:avLst/>
            </a:prstGeom>
            <a:solidFill>
              <a:srgbClr val="FF3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" name="rc642"/>
            <p:cNvSpPr/>
            <p:nvPr/>
          </p:nvSpPr>
          <p:spPr>
            <a:xfrm>
              <a:off x="2637869" y="208893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" name="rc643"/>
            <p:cNvSpPr/>
            <p:nvPr/>
          </p:nvSpPr>
          <p:spPr>
            <a:xfrm>
              <a:off x="2637869" y="2114918"/>
              <a:ext cx="294295" cy="25979"/>
            </a:xfrm>
            <a:prstGeom prst="rect">
              <a:avLst/>
            </a:prstGeom>
            <a:solidFill>
              <a:srgbClr val="FFD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" name="rc644"/>
            <p:cNvSpPr/>
            <p:nvPr/>
          </p:nvSpPr>
          <p:spPr>
            <a:xfrm>
              <a:off x="2637869" y="2140897"/>
              <a:ext cx="294295" cy="25979"/>
            </a:xfrm>
            <a:prstGeom prst="rect">
              <a:avLst/>
            </a:prstGeom>
            <a:solidFill>
              <a:srgbClr val="FF8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" name="rc645"/>
            <p:cNvSpPr/>
            <p:nvPr/>
          </p:nvSpPr>
          <p:spPr>
            <a:xfrm>
              <a:off x="2637869" y="216687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" name="rc646"/>
            <p:cNvSpPr/>
            <p:nvPr/>
          </p:nvSpPr>
          <p:spPr>
            <a:xfrm>
              <a:off x="2637869" y="2192856"/>
              <a:ext cx="294295" cy="25979"/>
            </a:xfrm>
            <a:prstGeom prst="rect">
              <a:avLst/>
            </a:prstGeom>
            <a:solidFill>
              <a:srgbClr val="FFE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" name="rc647"/>
            <p:cNvSpPr/>
            <p:nvPr/>
          </p:nvSpPr>
          <p:spPr>
            <a:xfrm>
              <a:off x="2637869" y="2218835"/>
              <a:ext cx="294295" cy="25979"/>
            </a:xfrm>
            <a:prstGeom prst="rect">
              <a:avLst/>
            </a:prstGeom>
            <a:solidFill>
              <a:srgbClr val="FF8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" name="rc648"/>
            <p:cNvSpPr/>
            <p:nvPr/>
          </p:nvSpPr>
          <p:spPr>
            <a:xfrm>
              <a:off x="2637869" y="224481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" name="rc649"/>
            <p:cNvSpPr/>
            <p:nvPr/>
          </p:nvSpPr>
          <p:spPr>
            <a:xfrm>
              <a:off x="2637869" y="2270794"/>
              <a:ext cx="294295" cy="25979"/>
            </a:xfrm>
            <a:prstGeom prst="rect">
              <a:avLst/>
            </a:prstGeom>
            <a:solidFill>
              <a:srgbClr val="F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" name="rc650"/>
            <p:cNvSpPr/>
            <p:nvPr/>
          </p:nvSpPr>
          <p:spPr>
            <a:xfrm>
              <a:off x="2637869" y="2296773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" name="rc651"/>
            <p:cNvSpPr/>
            <p:nvPr/>
          </p:nvSpPr>
          <p:spPr>
            <a:xfrm>
              <a:off x="2637869" y="232275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" name="rc652"/>
            <p:cNvSpPr/>
            <p:nvPr/>
          </p:nvSpPr>
          <p:spPr>
            <a:xfrm>
              <a:off x="2637869" y="2348732"/>
              <a:ext cx="294295" cy="25979"/>
            </a:xfrm>
            <a:prstGeom prst="rect">
              <a:avLst/>
            </a:prstGeom>
            <a:solidFill>
              <a:srgbClr val="FFD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" name="rc653"/>
            <p:cNvSpPr/>
            <p:nvPr/>
          </p:nvSpPr>
          <p:spPr>
            <a:xfrm>
              <a:off x="2637869" y="2374711"/>
              <a:ext cx="294295" cy="25979"/>
            </a:xfrm>
            <a:prstGeom prst="rect">
              <a:avLst/>
            </a:prstGeom>
            <a:solidFill>
              <a:srgbClr val="FF9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" name="rc654"/>
            <p:cNvSpPr/>
            <p:nvPr/>
          </p:nvSpPr>
          <p:spPr>
            <a:xfrm>
              <a:off x="2637869" y="240069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" name="rc655"/>
            <p:cNvSpPr/>
            <p:nvPr/>
          </p:nvSpPr>
          <p:spPr>
            <a:xfrm>
              <a:off x="2637869" y="2426670"/>
              <a:ext cx="294295" cy="25979"/>
            </a:xfrm>
            <a:prstGeom prst="rect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" name="rc656"/>
            <p:cNvSpPr/>
            <p:nvPr/>
          </p:nvSpPr>
          <p:spPr>
            <a:xfrm>
              <a:off x="2637869" y="2452649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" name="rc657"/>
            <p:cNvSpPr/>
            <p:nvPr/>
          </p:nvSpPr>
          <p:spPr>
            <a:xfrm>
              <a:off x="2637869" y="247862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" name="rc658"/>
            <p:cNvSpPr/>
            <p:nvPr/>
          </p:nvSpPr>
          <p:spPr>
            <a:xfrm>
              <a:off x="2637869" y="2504608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" name="rc659"/>
            <p:cNvSpPr/>
            <p:nvPr/>
          </p:nvSpPr>
          <p:spPr>
            <a:xfrm>
              <a:off x="2637869" y="2530587"/>
              <a:ext cx="294295" cy="25979"/>
            </a:xfrm>
            <a:prstGeom prst="rect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" name="rc660"/>
            <p:cNvSpPr/>
            <p:nvPr/>
          </p:nvSpPr>
          <p:spPr>
            <a:xfrm>
              <a:off x="2637869" y="255656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" name="rc661"/>
            <p:cNvSpPr/>
            <p:nvPr/>
          </p:nvSpPr>
          <p:spPr>
            <a:xfrm>
              <a:off x="2637869" y="2582546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" name="rc662"/>
            <p:cNvSpPr/>
            <p:nvPr/>
          </p:nvSpPr>
          <p:spPr>
            <a:xfrm>
              <a:off x="2637869" y="2608525"/>
              <a:ext cx="294295" cy="25979"/>
            </a:xfrm>
            <a:prstGeom prst="rect">
              <a:avLst/>
            </a:prstGeom>
            <a:solidFill>
              <a:srgbClr val="FF2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" name="rc663"/>
            <p:cNvSpPr/>
            <p:nvPr/>
          </p:nvSpPr>
          <p:spPr>
            <a:xfrm>
              <a:off x="2637869" y="263450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rc664"/>
            <p:cNvSpPr/>
            <p:nvPr/>
          </p:nvSpPr>
          <p:spPr>
            <a:xfrm>
              <a:off x="2637869" y="266048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" name="rc665"/>
            <p:cNvSpPr/>
            <p:nvPr/>
          </p:nvSpPr>
          <p:spPr>
            <a:xfrm>
              <a:off x="2637869" y="2686463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2637869" y="271244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2637869" y="2738422"/>
              <a:ext cx="294295" cy="25979"/>
            </a:xfrm>
            <a:prstGeom prst="rect">
              <a:avLst/>
            </a:prstGeom>
            <a:solidFill>
              <a:srgbClr val="FF9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rc668"/>
            <p:cNvSpPr/>
            <p:nvPr/>
          </p:nvSpPr>
          <p:spPr>
            <a:xfrm>
              <a:off x="2637869" y="2764401"/>
              <a:ext cx="294295" cy="25979"/>
            </a:xfrm>
            <a:prstGeom prst="rect">
              <a:avLst/>
            </a:prstGeom>
            <a:solidFill>
              <a:srgbClr val="FFB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" name="rc669"/>
            <p:cNvSpPr/>
            <p:nvPr/>
          </p:nvSpPr>
          <p:spPr>
            <a:xfrm>
              <a:off x="2637869" y="279038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rc670"/>
            <p:cNvSpPr/>
            <p:nvPr/>
          </p:nvSpPr>
          <p:spPr>
            <a:xfrm>
              <a:off x="2637869" y="2816360"/>
              <a:ext cx="294295" cy="25979"/>
            </a:xfrm>
            <a:prstGeom prst="rect">
              <a:avLst/>
            </a:prstGeom>
            <a:solidFill>
              <a:srgbClr val="FFB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rc671"/>
            <p:cNvSpPr/>
            <p:nvPr/>
          </p:nvSpPr>
          <p:spPr>
            <a:xfrm>
              <a:off x="2637869" y="2842339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" name="rc672"/>
            <p:cNvSpPr/>
            <p:nvPr/>
          </p:nvSpPr>
          <p:spPr>
            <a:xfrm>
              <a:off x="2637869" y="286831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" name="rc673"/>
            <p:cNvSpPr/>
            <p:nvPr/>
          </p:nvSpPr>
          <p:spPr>
            <a:xfrm>
              <a:off x="2637869" y="2894298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" name="rc674"/>
            <p:cNvSpPr/>
            <p:nvPr/>
          </p:nvSpPr>
          <p:spPr>
            <a:xfrm>
              <a:off x="2637869" y="2920277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" name="rc675"/>
            <p:cNvSpPr/>
            <p:nvPr/>
          </p:nvSpPr>
          <p:spPr>
            <a:xfrm>
              <a:off x="2637869" y="294625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" name="rc676"/>
            <p:cNvSpPr/>
            <p:nvPr/>
          </p:nvSpPr>
          <p:spPr>
            <a:xfrm>
              <a:off x="2637869" y="2972236"/>
              <a:ext cx="294295" cy="25979"/>
            </a:xfrm>
            <a:prstGeom prst="rect">
              <a:avLst/>
            </a:prstGeom>
            <a:solidFill>
              <a:srgbClr val="FFE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" name="rc677"/>
            <p:cNvSpPr/>
            <p:nvPr/>
          </p:nvSpPr>
          <p:spPr>
            <a:xfrm>
              <a:off x="2637869" y="2998215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2637869" y="302419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rc679"/>
            <p:cNvSpPr/>
            <p:nvPr/>
          </p:nvSpPr>
          <p:spPr>
            <a:xfrm>
              <a:off x="2637869" y="3050174"/>
              <a:ext cx="294295" cy="25979"/>
            </a:xfrm>
            <a:prstGeom prst="rect">
              <a:avLst/>
            </a:prstGeom>
            <a:solidFill>
              <a:srgbClr val="FFE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rc680"/>
            <p:cNvSpPr/>
            <p:nvPr/>
          </p:nvSpPr>
          <p:spPr>
            <a:xfrm>
              <a:off x="2637869" y="3076153"/>
              <a:ext cx="294295" cy="25979"/>
            </a:xfrm>
            <a:prstGeom prst="rect">
              <a:avLst/>
            </a:prstGeom>
            <a:solidFill>
              <a:srgbClr val="FFE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rc681"/>
            <p:cNvSpPr/>
            <p:nvPr/>
          </p:nvSpPr>
          <p:spPr>
            <a:xfrm>
              <a:off x="2637869" y="310213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rc682"/>
            <p:cNvSpPr/>
            <p:nvPr/>
          </p:nvSpPr>
          <p:spPr>
            <a:xfrm>
              <a:off x="2637869" y="3128112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rc683"/>
            <p:cNvSpPr/>
            <p:nvPr/>
          </p:nvSpPr>
          <p:spPr>
            <a:xfrm>
              <a:off x="2637869" y="3154091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rc684"/>
            <p:cNvSpPr/>
            <p:nvPr/>
          </p:nvSpPr>
          <p:spPr>
            <a:xfrm>
              <a:off x="2637869" y="318007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rc685"/>
            <p:cNvSpPr/>
            <p:nvPr/>
          </p:nvSpPr>
          <p:spPr>
            <a:xfrm>
              <a:off x="2637869" y="3206050"/>
              <a:ext cx="294295" cy="25979"/>
            </a:xfrm>
            <a:prstGeom prst="rect">
              <a:avLst/>
            </a:prstGeom>
            <a:solidFill>
              <a:srgbClr val="FFC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rc686"/>
            <p:cNvSpPr/>
            <p:nvPr/>
          </p:nvSpPr>
          <p:spPr>
            <a:xfrm>
              <a:off x="2637869" y="3232029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rc687"/>
            <p:cNvSpPr/>
            <p:nvPr/>
          </p:nvSpPr>
          <p:spPr>
            <a:xfrm>
              <a:off x="2637869" y="325800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rc688"/>
            <p:cNvSpPr/>
            <p:nvPr/>
          </p:nvSpPr>
          <p:spPr>
            <a:xfrm>
              <a:off x="2637869" y="3283988"/>
              <a:ext cx="294295" cy="25979"/>
            </a:xfrm>
            <a:prstGeom prst="rect">
              <a:avLst/>
            </a:prstGeom>
            <a:solidFill>
              <a:srgbClr val="FFB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rc689"/>
            <p:cNvSpPr/>
            <p:nvPr/>
          </p:nvSpPr>
          <p:spPr>
            <a:xfrm>
              <a:off x="2637869" y="3309967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rc690"/>
            <p:cNvSpPr/>
            <p:nvPr/>
          </p:nvSpPr>
          <p:spPr>
            <a:xfrm>
              <a:off x="2637869" y="333594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rc691"/>
            <p:cNvSpPr/>
            <p:nvPr/>
          </p:nvSpPr>
          <p:spPr>
            <a:xfrm>
              <a:off x="2637869" y="3361926"/>
              <a:ext cx="294295" cy="25979"/>
            </a:xfrm>
            <a:prstGeom prst="rect">
              <a:avLst/>
            </a:prstGeom>
            <a:solidFill>
              <a:srgbClr val="FFD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rc692"/>
            <p:cNvSpPr/>
            <p:nvPr/>
          </p:nvSpPr>
          <p:spPr>
            <a:xfrm>
              <a:off x="2637869" y="3387905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rc693"/>
            <p:cNvSpPr/>
            <p:nvPr/>
          </p:nvSpPr>
          <p:spPr>
            <a:xfrm>
              <a:off x="2637869" y="341388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rc694"/>
            <p:cNvSpPr/>
            <p:nvPr/>
          </p:nvSpPr>
          <p:spPr>
            <a:xfrm>
              <a:off x="2637869" y="3439864"/>
              <a:ext cx="294295" cy="25979"/>
            </a:xfrm>
            <a:prstGeom prst="rect">
              <a:avLst/>
            </a:prstGeom>
            <a:solidFill>
              <a:srgbClr val="FFD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rc695"/>
            <p:cNvSpPr/>
            <p:nvPr/>
          </p:nvSpPr>
          <p:spPr>
            <a:xfrm>
              <a:off x="2637869" y="346584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rc696"/>
            <p:cNvSpPr/>
            <p:nvPr/>
          </p:nvSpPr>
          <p:spPr>
            <a:xfrm>
              <a:off x="2637869" y="349182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rc697"/>
            <p:cNvSpPr/>
            <p:nvPr/>
          </p:nvSpPr>
          <p:spPr>
            <a:xfrm>
              <a:off x="2637869" y="3517802"/>
              <a:ext cx="294295" cy="25979"/>
            </a:xfrm>
            <a:prstGeom prst="rect">
              <a:avLst/>
            </a:prstGeom>
            <a:solidFill>
              <a:srgbClr val="FFE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rc698"/>
            <p:cNvSpPr/>
            <p:nvPr/>
          </p:nvSpPr>
          <p:spPr>
            <a:xfrm>
              <a:off x="2637869" y="3543781"/>
              <a:ext cx="294295" cy="25979"/>
            </a:xfrm>
            <a:prstGeom prst="rect">
              <a:avLst/>
            </a:prstGeom>
            <a:solidFill>
              <a:srgbClr val="FFE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rc699"/>
            <p:cNvSpPr/>
            <p:nvPr/>
          </p:nvSpPr>
          <p:spPr>
            <a:xfrm>
              <a:off x="2637869" y="356976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rc700"/>
            <p:cNvSpPr/>
            <p:nvPr/>
          </p:nvSpPr>
          <p:spPr>
            <a:xfrm>
              <a:off x="2637869" y="3595740"/>
              <a:ext cx="294295" cy="25979"/>
            </a:xfrm>
            <a:prstGeom prst="rect">
              <a:avLst/>
            </a:prstGeom>
            <a:solidFill>
              <a:srgbClr val="FFE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" name="rc701"/>
            <p:cNvSpPr/>
            <p:nvPr/>
          </p:nvSpPr>
          <p:spPr>
            <a:xfrm>
              <a:off x="2637869" y="3621719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" name="rc702"/>
            <p:cNvSpPr/>
            <p:nvPr/>
          </p:nvSpPr>
          <p:spPr>
            <a:xfrm>
              <a:off x="2637869" y="364769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" name="rc703"/>
            <p:cNvSpPr/>
            <p:nvPr/>
          </p:nvSpPr>
          <p:spPr>
            <a:xfrm>
              <a:off x="2637869" y="3673677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" name="rc704"/>
            <p:cNvSpPr/>
            <p:nvPr/>
          </p:nvSpPr>
          <p:spPr>
            <a:xfrm>
              <a:off x="2637869" y="3699657"/>
              <a:ext cx="294295" cy="25979"/>
            </a:xfrm>
            <a:prstGeom prst="rect">
              <a:avLst/>
            </a:prstGeom>
            <a:solidFill>
              <a:srgbClr val="FFE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" name="rc705"/>
            <p:cNvSpPr/>
            <p:nvPr/>
          </p:nvSpPr>
          <p:spPr>
            <a:xfrm>
              <a:off x="2637869" y="372563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" name="rc706"/>
            <p:cNvSpPr/>
            <p:nvPr/>
          </p:nvSpPr>
          <p:spPr>
            <a:xfrm>
              <a:off x="2637869" y="375161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" name="rc707"/>
            <p:cNvSpPr/>
            <p:nvPr/>
          </p:nvSpPr>
          <p:spPr>
            <a:xfrm>
              <a:off x="2637869" y="3777595"/>
              <a:ext cx="294295" cy="25979"/>
            </a:xfrm>
            <a:prstGeom prst="rect">
              <a:avLst/>
            </a:prstGeom>
            <a:solidFill>
              <a:srgbClr val="FFE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rc708"/>
            <p:cNvSpPr/>
            <p:nvPr/>
          </p:nvSpPr>
          <p:spPr>
            <a:xfrm>
              <a:off x="2637869" y="380357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" name="rc709"/>
            <p:cNvSpPr/>
            <p:nvPr/>
          </p:nvSpPr>
          <p:spPr>
            <a:xfrm>
              <a:off x="2637869" y="3829553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" name="rc710"/>
            <p:cNvSpPr/>
            <p:nvPr/>
          </p:nvSpPr>
          <p:spPr>
            <a:xfrm>
              <a:off x="2637869" y="3855533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" name="rc711"/>
            <p:cNvSpPr/>
            <p:nvPr/>
          </p:nvSpPr>
          <p:spPr>
            <a:xfrm>
              <a:off x="2637869" y="388151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" name="rc712"/>
            <p:cNvSpPr/>
            <p:nvPr/>
          </p:nvSpPr>
          <p:spPr>
            <a:xfrm>
              <a:off x="2637869" y="390749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" name="rc713"/>
            <p:cNvSpPr/>
            <p:nvPr/>
          </p:nvSpPr>
          <p:spPr>
            <a:xfrm>
              <a:off x="2637869" y="3933471"/>
              <a:ext cx="294295" cy="25979"/>
            </a:xfrm>
            <a:prstGeom prst="rect">
              <a:avLst/>
            </a:prstGeom>
            <a:solidFill>
              <a:srgbClr val="FFB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" name="rc714"/>
            <p:cNvSpPr/>
            <p:nvPr/>
          </p:nvSpPr>
          <p:spPr>
            <a:xfrm>
              <a:off x="2637869" y="395945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" name="rc715"/>
            <p:cNvSpPr/>
            <p:nvPr/>
          </p:nvSpPr>
          <p:spPr>
            <a:xfrm>
              <a:off x="2637869" y="3985429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" name="rc716"/>
            <p:cNvSpPr/>
            <p:nvPr/>
          </p:nvSpPr>
          <p:spPr>
            <a:xfrm>
              <a:off x="2637869" y="4011409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" name="rc717"/>
            <p:cNvSpPr/>
            <p:nvPr/>
          </p:nvSpPr>
          <p:spPr>
            <a:xfrm>
              <a:off x="2637869" y="403738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" name="rc718"/>
            <p:cNvSpPr/>
            <p:nvPr/>
          </p:nvSpPr>
          <p:spPr>
            <a:xfrm>
              <a:off x="2637869" y="4063367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" name="rc719"/>
            <p:cNvSpPr/>
            <p:nvPr/>
          </p:nvSpPr>
          <p:spPr>
            <a:xfrm>
              <a:off x="2637869" y="4089347"/>
              <a:ext cx="294295" cy="25979"/>
            </a:xfrm>
            <a:prstGeom prst="rect">
              <a:avLst/>
            </a:prstGeom>
            <a:solidFill>
              <a:srgbClr val="FFE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" name="rc720"/>
            <p:cNvSpPr/>
            <p:nvPr/>
          </p:nvSpPr>
          <p:spPr>
            <a:xfrm>
              <a:off x="2637869" y="411532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" name="rc721"/>
            <p:cNvSpPr/>
            <p:nvPr/>
          </p:nvSpPr>
          <p:spPr>
            <a:xfrm>
              <a:off x="2637869" y="414130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" name="rc722"/>
            <p:cNvSpPr/>
            <p:nvPr/>
          </p:nvSpPr>
          <p:spPr>
            <a:xfrm>
              <a:off x="2637869" y="4167285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" name="rc723"/>
            <p:cNvSpPr/>
            <p:nvPr/>
          </p:nvSpPr>
          <p:spPr>
            <a:xfrm>
              <a:off x="2637869" y="419326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" name="rc724"/>
            <p:cNvSpPr/>
            <p:nvPr/>
          </p:nvSpPr>
          <p:spPr>
            <a:xfrm>
              <a:off x="2637869" y="4219243"/>
              <a:ext cx="294295" cy="25979"/>
            </a:xfrm>
            <a:prstGeom prst="rect">
              <a:avLst/>
            </a:prstGeom>
            <a:solidFill>
              <a:srgbClr val="FFE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" name="rc725"/>
            <p:cNvSpPr/>
            <p:nvPr/>
          </p:nvSpPr>
          <p:spPr>
            <a:xfrm>
              <a:off x="2637869" y="424522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" name="rc726"/>
            <p:cNvSpPr/>
            <p:nvPr/>
          </p:nvSpPr>
          <p:spPr>
            <a:xfrm>
              <a:off x="2637869" y="427120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" name="rc727"/>
            <p:cNvSpPr/>
            <p:nvPr/>
          </p:nvSpPr>
          <p:spPr>
            <a:xfrm>
              <a:off x="2637869" y="429718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" name="rc728"/>
            <p:cNvSpPr/>
            <p:nvPr/>
          </p:nvSpPr>
          <p:spPr>
            <a:xfrm>
              <a:off x="2637869" y="4323161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" name="rc729"/>
            <p:cNvSpPr/>
            <p:nvPr/>
          </p:nvSpPr>
          <p:spPr>
            <a:xfrm>
              <a:off x="2637869" y="434914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" name="rc730"/>
            <p:cNvSpPr/>
            <p:nvPr/>
          </p:nvSpPr>
          <p:spPr>
            <a:xfrm>
              <a:off x="2637869" y="4375119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" name="rc731"/>
            <p:cNvSpPr/>
            <p:nvPr/>
          </p:nvSpPr>
          <p:spPr>
            <a:xfrm>
              <a:off x="2637869" y="4401099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" name="rc732"/>
            <p:cNvSpPr/>
            <p:nvPr/>
          </p:nvSpPr>
          <p:spPr>
            <a:xfrm>
              <a:off x="2637869" y="442707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" name="rc733"/>
            <p:cNvSpPr/>
            <p:nvPr/>
          </p:nvSpPr>
          <p:spPr>
            <a:xfrm>
              <a:off x="2637869" y="445305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" name="rc734"/>
            <p:cNvSpPr/>
            <p:nvPr/>
          </p:nvSpPr>
          <p:spPr>
            <a:xfrm>
              <a:off x="2637869" y="4479037"/>
              <a:ext cx="294295" cy="25979"/>
            </a:xfrm>
            <a:prstGeom prst="rect">
              <a:avLst/>
            </a:prstGeom>
            <a:solidFill>
              <a:srgbClr val="FF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" name="rc735"/>
            <p:cNvSpPr/>
            <p:nvPr/>
          </p:nvSpPr>
          <p:spPr>
            <a:xfrm>
              <a:off x="2637869" y="450501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" name="rc736"/>
            <p:cNvSpPr/>
            <p:nvPr/>
          </p:nvSpPr>
          <p:spPr>
            <a:xfrm>
              <a:off x="2637869" y="453099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" name="rc737"/>
            <p:cNvSpPr/>
            <p:nvPr/>
          </p:nvSpPr>
          <p:spPr>
            <a:xfrm>
              <a:off x="2637869" y="455697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" name="rc738"/>
            <p:cNvSpPr/>
            <p:nvPr/>
          </p:nvSpPr>
          <p:spPr>
            <a:xfrm>
              <a:off x="2637869" y="458295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" name="rc739"/>
            <p:cNvSpPr/>
            <p:nvPr/>
          </p:nvSpPr>
          <p:spPr>
            <a:xfrm>
              <a:off x="2637869" y="4608933"/>
              <a:ext cx="294295" cy="25979"/>
            </a:xfrm>
            <a:prstGeom prst="rect">
              <a:avLst/>
            </a:prstGeom>
            <a:solidFill>
              <a:srgbClr val="FFD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" name="rc740"/>
            <p:cNvSpPr/>
            <p:nvPr/>
          </p:nvSpPr>
          <p:spPr>
            <a:xfrm>
              <a:off x="2637869" y="4634912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" name="rc741"/>
            <p:cNvSpPr/>
            <p:nvPr/>
          </p:nvSpPr>
          <p:spPr>
            <a:xfrm>
              <a:off x="2637869" y="466089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" name="rc742"/>
            <p:cNvSpPr/>
            <p:nvPr/>
          </p:nvSpPr>
          <p:spPr>
            <a:xfrm>
              <a:off x="2637869" y="468687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" name="rc743"/>
            <p:cNvSpPr/>
            <p:nvPr/>
          </p:nvSpPr>
          <p:spPr>
            <a:xfrm>
              <a:off x="2637869" y="4712850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" name="rc744"/>
            <p:cNvSpPr/>
            <p:nvPr/>
          </p:nvSpPr>
          <p:spPr>
            <a:xfrm>
              <a:off x="2637869" y="473883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" name="rc745"/>
            <p:cNvSpPr/>
            <p:nvPr/>
          </p:nvSpPr>
          <p:spPr>
            <a:xfrm>
              <a:off x="2637869" y="4764809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" name="rc746"/>
            <p:cNvSpPr/>
            <p:nvPr/>
          </p:nvSpPr>
          <p:spPr>
            <a:xfrm>
              <a:off x="2637869" y="4790788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" name="rc747"/>
            <p:cNvSpPr/>
            <p:nvPr/>
          </p:nvSpPr>
          <p:spPr>
            <a:xfrm>
              <a:off x="2637869" y="481676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" name="rc748"/>
            <p:cNvSpPr/>
            <p:nvPr/>
          </p:nvSpPr>
          <p:spPr>
            <a:xfrm>
              <a:off x="2637869" y="4842747"/>
              <a:ext cx="294295" cy="25979"/>
            </a:xfrm>
            <a:prstGeom prst="rect">
              <a:avLst/>
            </a:prstGeom>
            <a:solidFill>
              <a:srgbClr val="FFE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" name="rc749"/>
            <p:cNvSpPr/>
            <p:nvPr/>
          </p:nvSpPr>
          <p:spPr>
            <a:xfrm>
              <a:off x="2637869" y="4868726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" name="rc750"/>
            <p:cNvSpPr/>
            <p:nvPr/>
          </p:nvSpPr>
          <p:spPr>
            <a:xfrm>
              <a:off x="2637869" y="489470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" name="rc751"/>
            <p:cNvSpPr/>
            <p:nvPr/>
          </p:nvSpPr>
          <p:spPr>
            <a:xfrm>
              <a:off x="2637869" y="4920685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" name="rc752"/>
            <p:cNvSpPr/>
            <p:nvPr/>
          </p:nvSpPr>
          <p:spPr>
            <a:xfrm>
              <a:off x="2637869" y="4946664"/>
              <a:ext cx="294295" cy="25979"/>
            </a:xfrm>
            <a:prstGeom prst="rect">
              <a:avLst/>
            </a:prstGeom>
            <a:solidFill>
              <a:srgbClr val="FFE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" name="rc753"/>
            <p:cNvSpPr/>
            <p:nvPr/>
          </p:nvSpPr>
          <p:spPr>
            <a:xfrm>
              <a:off x="2637869" y="497264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" name="rc754"/>
            <p:cNvSpPr/>
            <p:nvPr/>
          </p:nvSpPr>
          <p:spPr>
            <a:xfrm>
              <a:off x="2637869" y="499862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" name="rc755"/>
            <p:cNvSpPr/>
            <p:nvPr/>
          </p:nvSpPr>
          <p:spPr>
            <a:xfrm>
              <a:off x="2637869" y="5024602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" name="rc756"/>
            <p:cNvSpPr/>
            <p:nvPr/>
          </p:nvSpPr>
          <p:spPr>
            <a:xfrm>
              <a:off x="2637869" y="505058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" name="rc757"/>
            <p:cNvSpPr/>
            <p:nvPr/>
          </p:nvSpPr>
          <p:spPr>
            <a:xfrm>
              <a:off x="2637869" y="5076561"/>
              <a:ext cx="294295" cy="25979"/>
            </a:xfrm>
            <a:prstGeom prst="rect">
              <a:avLst/>
            </a:prstGeom>
            <a:solidFill>
              <a:srgbClr val="FFE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" name="rc758"/>
            <p:cNvSpPr/>
            <p:nvPr/>
          </p:nvSpPr>
          <p:spPr>
            <a:xfrm>
              <a:off x="2637869" y="5102540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" name="rc759"/>
            <p:cNvSpPr/>
            <p:nvPr/>
          </p:nvSpPr>
          <p:spPr>
            <a:xfrm>
              <a:off x="2637869" y="512852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" name="rc760"/>
            <p:cNvSpPr/>
            <p:nvPr/>
          </p:nvSpPr>
          <p:spPr>
            <a:xfrm>
              <a:off x="2637869" y="5154499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" name="rc761"/>
            <p:cNvSpPr/>
            <p:nvPr/>
          </p:nvSpPr>
          <p:spPr>
            <a:xfrm>
              <a:off x="2637869" y="5180478"/>
              <a:ext cx="294295" cy="25979"/>
            </a:xfrm>
            <a:prstGeom prst="rect">
              <a:avLst/>
            </a:prstGeom>
            <a:solidFill>
              <a:srgbClr val="FFE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" name="rc762"/>
            <p:cNvSpPr/>
            <p:nvPr/>
          </p:nvSpPr>
          <p:spPr>
            <a:xfrm>
              <a:off x="2637869" y="520645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" name="rc763"/>
            <p:cNvSpPr/>
            <p:nvPr/>
          </p:nvSpPr>
          <p:spPr>
            <a:xfrm>
              <a:off x="2637869" y="5232437"/>
              <a:ext cx="294295" cy="25979"/>
            </a:xfrm>
            <a:prstGeom prst="rect">
              <a:avLst/>
            </a:prstGeom>
            <a:solidFill>
              <a:srgbClr val="FFE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" name="rc764"/>
            <p:cNvSpPr/>
            <p:nvPr/>
          </p:nvSpPr>
          <p:spPr>
            <a:xfrm>
              <a:off x="2637869" y="5258416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" name="rc765"/>
            <p:cNvSpPr/>
            <p:nvPr/>
          </p:nvSpPr>
          <p:spPr>
            <a:xfrm>
              <a:off x="2637869" y="528439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" name="rc766"/>
            <p:cNvSpPr/>
            <p:nvPr/>
          </p:nvSpPr>
          <p:spPr>
            <a:xfrm>
              <a:off x="2637869" y="5310375"/>
              <a:ext cx="294295" cy="25979"/>
            </a:xfrm>
            <a:prstGeom prst="rect">
              <a:avLst/>
            </a:prstGeom>
            <a:solidFill>
              <a:srgbClr val="FF7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" name="rc767"/>
            <p:cNvSpPr/>
            <p:nvPr/>
          </p:nvSpPr>
          <p:spPr>
            <a:xfrm>
              <a:off x="2637869" y="5336354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" name="rc768"/>
            <p:cNvSpPr/>
            <p:nvPr/>
          </p:nvSpPr>
          <p:spPr>
            <a:xfrm>
              <a:off x="2637869" y="536233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" name="rc769"/>
            <p:cNvSpPr/>
            <p:nvPr/>
          </p:nvSpPr>
          <p:spPr>
            <a:xfrm>
              <a:off x="2637869" y="5388313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" name="rc770"/>
            <p:cNvSpPr/>
            <p:nvPr/>
          </p:nvSpPr>
          <p:spPr>
            <a:xfrm>
              <a:off x="2637869" y="5414292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" name="rc771"/>
            <p:cNvSpPr/>
            <p:nvPr/>
          </p:nvSpPr>
          <p:spPr>
            <a:xfrm>
              <a:off x="2637869" y="544027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" name="rc772"/>
            <p:cNvSpPr/>
            <p:nvPr/>
          </p:nvSpPr>
          <p:spPr>
            <a:xfrm>
              <a:off x="2637869" y="5466251"/>
              <a:ext cx="294295" cy="25979"/>
            </a:xfrm>
            <a:prstGeom prst="rect">
              <a:avLst/>
            </a:prstGeom>
            <a:solidFill>
              <a:srgbClr val="FFD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" name="rc773"/>
            <p:cNvSpPr/>
            <p:nvPr/>
          </p:nvSpPr>
          <p:spPr>
            <a:xfrm>
              <a:off x="2637869" y="5492230"/>
              <a:ext cx="294295" cy="25979"/>
            </a:xfrm>
            <a:prstGeom prst="rect">
              <a:avLst/>
            </a:prstGeom>
            <a:solidFill>
              <a:srgbClr val="FFD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" name="rc774"/>
            <p:cNvSpPr/>
            <p:nvPr/>
          </p:nvSpPr>
          <p:spPr>
            <a:xfrm>
              <a:off x="2637869" y="551820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" name="rc775"/>
            <p:cNvSpPr/>
            <p:nvPr/>
          </p:nvSpPr>
          <p:spPr>
            <a:xfrm>
              <a:off x="2637869" y="554418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" name="rc776"/>
            <p:cNvSpPr/>
            <p:nvPr/>
          </p:nvSpPr>
          <p:spPr>
            <a:xfrm>
              <a:off x="2637869" y="5570168"/>
              <a:ext cx="294295" cy="25979"/>
            </a:xfrm>
            <a:prstGeom prst="rect">
              <a:avLst/>
            </a:prstGeom>
            <a:solidFill>
              <a:srgbClr val="FFE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" name="rc777"/>
            <p:cNvSpPr/>
            <p:nvPr/>
          </p:nvSpPr>
          <p:spPr>
            <a:xfrm>
              <a:off x="2637869" y="559614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" name="rc778"/>
            <p:cNvSpPr/>
            <p:nvPr/>
          </p:nvSpPr>
          <p:spPr>
            <a:xfrm>
              <a:off x="2637869" y="562212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" name="rc779"/>
            <p:cNvSpPr/>
            <p:nvPr/>
          </p:nvSpPr>
          <p:spPr>
            <a:xfrm>
              <a:off x="2637869" y="5648106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" name="rc780"/>
            <p:cNvSpPr/>
            <p:nvPr/>
          </p:nvSpPr>
          <p:spPr>
            <a:xfrm>
              <a:off x="2637869" y="567408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" name="rc781"/>
            <p:cNvSpPr/>
            <p:nvPr/>
          </p:nvSpPr>
          <p:spPr>
            <a:xfrm>
              <a:off x="2637869" y="5700065"/>
              <a:ext cx="294295" cy="25979"/>
            </a:xfrm>
            <a:prstGeom prst="rect">
              <a:avLst/>
            </a:prstGeom>
            <a:solidFill>
              <a:srgbClr val="FFC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" name="rc782"/>
            <p:cNvSpPr/>
            <p:nvPr/>
          </p:nvSpPr>
          <p:spPr>
            <a:xfrm>
              <a:off x="2637869" y="5726044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" name="rc783"/>
            <p:cNvSpPr/>
            <p:nvPr/>
          </p:nvSpPr>
          <p:spPr>
            <a:xfrm>
              <a:off x="2637869" y="575202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" name="rc784"/>
            <p:cNvSpPr/>
            <p:nvPr/>
          </p:nvSpPr>
          <p:spPr>
            <a:xfrm>
              <a:off x="2637869" y="5778003"/>
              <a:ext cx="294295" cy="25979"/>
            </a:xfrm>
            <a:prstGeom prst="rect">
              <a:avLst/>
            </a:prstGeom>
            <a:solidFill>
              <a:srgbClr val="FFB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" name="rc785"/>
            <p:cNvSpPr/>
            <p:nvPr/>
          </p:nvSpPr>
          <p:spPr>
            <a:xfrm>
              <a:off x="2637869" y="5803982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" name="rc786"/>
            <p:cNvSpPr/>
            <p:nvPr/>
          </p:nvSpPr>
          <p:spPr>
            <a:xfrm>
              <a:off x="2637869" y="582996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" name="rc787"/>
            <p:cNvSpPr/>
            <p:nvPr/>
          </p:nvSpPr>
          <p:spPr>
            <a:xfrm>
              <a:off x="2637869" y="5855941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" name="rc788"/>
            <p:cNvSpPr/>
            <p:nvPr/>
          </p:nvSpPr>
          <p:spPr>
            <a:xfrm>
              <a:off x="2637869" y="588192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" name="rc789"/>
            <p:cNvSpPr/>
            <p:nvPr/>
          </p:nvSpPr>
          <p:spPr>
            <a:xfrm>
              <a:off x="2637869" y="590789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" name="rc790"/>
            <p:cNvSpPr/>
            <p:nvPr/>
          </p:nvSpPr>
          <p:spPr>
            <a:xfrm>
              <a:off x="2637869" y="5933879"/>
              <a:ext cx="294295" cy="25979"/>
            </a:xfrm>
            <a:prstGeom prst="rect">
              <a:avLst/>
            </a:prstGeom>
            <a:solidFill>
              <a:srgbClr val="FFE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" name="rc791"/>
            <p:cNvSpPr/>
            <p:nvPr/>
          </p:nvSpPr>
          <p:spPr>
            <a:xfrm>
              <a:off x="2637869" y="5959858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" name="rc792"/>
            <p:cNvSpPr/>
            <p:nvPr/>
          </p:nvSpPr>
          <p:spPr>
            <a:xfrm>
              <a:off x="2637869" y="598583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" name="rc793"/>
            <p:cNvSpPr/>
            <p:nvPr/>
          </p:nvSpPr>
          <p:spPr>
            <a:xfrm>
              <a:off x="2637869" y="601181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" name="rc794"/>
            <p:cNvSpPr/>
            <p:nvPr/>
          </p:nvSpPr>
          <p:spPr>
            <a:xfrm>
              <a:off x="2637869" y="6037796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" name="rc795"/>
            <p:cNvSpPr/>
            <p:nvPr/>
          </p:nvSpPr>
          <p:spPr>
            <a:xfrm>
              <a:off x="2637869" y="606377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" name="rc796"/>
            <p:cNvSpPr/>
            <p:nvPr/>
          </p:nvSpPr>
          <p:spPr>
            <a:xfrm>
              <a:off x="2637869" y="608975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" name="rc797"/>
            <p:cNvSpPr/>
            <p:nvPr/>
          </p:nvSpPr>
          <p:spPr>
            <a:xfrm>
              <a:off x="2637869" y="6115734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" name="rc798"/>
            <p:cNvSpPr/>
            <p:nvPr/>
          </p:nvSpPr>
          <p:spPr>
            <a:xfrm>
              <a:off x="2637869" y="614171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" name="rc799"/>
            <p:cNvSpPr/>
            <p:nvPr/>
          </p:nvSpPr>
          <p:spPr>
            <a:xfrm>
              <a:off x="2637869" y="6167693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" name="rc800"/>
            <p:cNvSpPr/>
            <p:nvPr/>
          </p:nvSpPr>
          <p:spPr>
            <a:xfrm>
              <a:off x="2637869" y="6193672"/>
              <a:ext cx="294295" cy="25979"/>
            </a:xfrm>
            <a:prstGeom prst="rect">
              <a:avLst/>
            </a:prstGeom>
            <a:solidFill>
              <a:srgbClr val="FFE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" name="rc801"/>
            <p:cNvSpPr/>
            <p:nvPr/>
          </p:nvSpPr>
          <p:spPr>
            <a:xfrm>
              <a:off x="2637869" y="621965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" name="rc802"/>
            <p:cNvSpPr/>
            <p:nvPr/>
          </p:nvSpPr>
          <p:spPr>
            <a:xfrm>
              <a:off x="2637869" y="624563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" name="rc803"/>
            <p:cNvSpPr/>
            <p:nvPr/>
          </p:nvSpPr>
          <p:spPr>
            <a:xfrm>
              <a:off x="2637869" y="6271610"/>
              <a:ext cx="294295" cy="25979"/>
            </a:xfrm>
            <a:prstGeom prst="rect">
              <a:avLst/>
            </a:prstGeom>
            <a:solidFill>
              <a:srgbClr val="FFA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" name="rc804"/>
            <p:cNvSpPr/>
            <p:nvPr/>
          </p:nvSpPr>
          <p:spPr>
            <a:xfrm>
              <a:off x="2932165" y="110172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" name="rc805"/>
            <p:cNvSpPr/>
            <p:nvPr/>
          </p:nvSpPr>
          <p:spPr>
            <a:xfrm>
              <a:off x="2932165" y="112770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" name="rc806"/>
            <p:cNvSpPr/>
            <p:nvPr/>
          </p:nvSpPr>
          <p:spPr>
            <a:xfrm>
              <a:off x="2932165" y="115368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" name="rc807"/>
            <p:cNvSpPr/>
            <p:nvPr/>
          </p:nvSpPr>
          <p:spPr>
            <a:xfrm>
              <a:off x="2932165" y="1179662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" name="rc808"/>
            <p:cNvSpPr/>
            <p:nvPr/>
          </p:nvSpPr>
          <p:spPr>
            <a:xfrm>
              <a:off x="2932165" y="1205642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" name="rc809"/>
            <p:cNvSpPr/>
            <p:nvPr/>
          </p:nvSpPr>
          <p:spPr>
            <a:xfrm>
              <a:off x="2932165" y="123162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" name="rc810"/>
            <p:cNvSpPr/>
            <p:nvPr/>
          </p:nvSpPr>
          <p:spPr>
            <a:xfrm>
              <a:off x="2932165" y="1257600"/>
              <a:ext cx="294295" cy="25979"/>
            </a:xfrm>
            <a:prstGeom prst="rect">
              <a:avLst/>
            </a:prstGeom>
            <a:solidFill>
              <a:srgbClr val="FFE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" name="rc811"/>
            <p:cNvSpPr/>
            <p:nvPr/>
          </p:nvSpPr>
          <p:spPr>
            <a:xfrm>
              <a:off x="2932165" y="1283580"/>
              <a:ext cx="294295" cy="25979"/>
            </a:xfrm>
            <a:prstGeom prst="rect">
              <a:avLst/>
            </a:prstGeom>
            <a:solidFill>
              <a:srgbClr val="FFC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" name="rc812"/>
            <p:cNvSpPr/>
            <p:nvPr/>
          </p:nvSpPr>
          <p:spPr>
            <a:xfrm>
              <a:off x="2932165" y="130955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" name="rc813"/>
            <p:cNvSpPr/>
            <p:nvPr/>
          </p:nvSpPr>
          <p:spPr>
            <a:xfrm>
              <a:off x="2932165" y="1335538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" name="rc814"/>
            <p:cNvSpPr/>
            <p:nvPr/>
          </p:nvSpPr>
          <p:spPr>
            <a:xfrm>
              <a:off x="2932165" y="1361518"/>
              <a:ext cx="294295" cy="25979"/>
            </a:xfrm>
            <a:prstGeom prst="rect">
              <a:avLst/>
            </a:prstGeom>
            <a:solidFill>
              <a:srgbClr val="FFD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" name="rc815"/>
            <p:cNvSpPr/>
            <p:nvPr/>
          </p:nvSpPr>
          <p:spPr>
            <a:xfrm>
              <a:off x="2932165" y="138749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" name="rc816"/>
            <p:cNvSpPr/>
            <p:nvPr/>
          </p:nvSpPr>
          <p:spPr>
            <a:xfrm>
              <a:off x="2932165" y="1413476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" name="rc817"/>
            <p:cNvSpPr/>
            <p:nvPr/>
          </p:nvSpPr>
          <p:spPr>
            <a:xfrm>
              <a:off x="2932165" y="1439456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" name="rc818"/>
            <p:cNvSpPr/>
            <p:nvPr/>
          </p:nvSpPr>
          <p:spPr>
            <a:xfrm>
              <a:off x="2932165" y="146543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" name="rc819"/>
            <p:cNvSpPr/>
            <p:nvPr/>
          </p:nvSpPr>
          <p:spPr>
            <a:xfrm>
              <a:off x="2932165" y="1491414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" name="rc820"/>
            <p:cNvSpPr/>
            <p:nvPr/>
          </p:nvSpPr>
          <p:spPr>
            <a:xfrm>
              <a:off x="2932165" y="1517394"/>
              <a:ext cx="294295" cy="25979"/>
            </a:xfrm>
            <a:prstGeom prst="rect">
              <a:avLst/>
            </a:pr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" name="rc821"/>
            <p:cNvSpPr/>
            <p:nvPr/>
          </p:nvSpPr>
          <p:spPr>
            <a:xfrm>
              <a:off x="2932165" y="154337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" name="rc822"/>
            <p:cNvSpPr/>
            <p:nvPr/>
          </p:nvSpPr>
          <p:spPr>
            <a:xfrm>
              <a:off x="2932165" y="1569352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" name="rc823"/>
            <p:cNvSpPr/>
            <p:nvPr/>
          </p:nvSpPr>
          <p:spPr>
            <a:xfrm>
              <a:off x="2932165" y="1595332"/>
              <a:ext cx="294295" cy="25979"/>
            </a:xfrm>
            <a:prstGeom prst="rect">
              <a:avLst/>
            </a:prstGeom>
            <a:solidFill>
              <a:srgbClr val="FFE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" name="rc824"/>
            <p:cNvSpPr/>
            <p:nvPr/>
          </p:nvSpPr>
          <p:spPr>
            <a:xfrm>
              <a:off x="2932165" y="162131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" name="rc825"/>
            <p:cNvSpPr/>
            <p:nvPr/>
          </p:nvSpPr>
          <p:spPr>
            <a:xfrm>
              <a:off x="2932165" y="1647290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" name="rc826"/>
            <p:cNvSpPr/>
            <p:nvPr/>
          </p:nvSpPr>
          <p:spPr>
            <a:xfrm>
              <a:off x="2932165" y="167327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" name="rc827"/>
            <p:cNvSpPr/>
            <p:nvPr/>
          </p:nvSpPr>
          <p:spPr>
            <a:xfrm>
              <a:off x="2932165" y="169924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" name="rc828"/>
            <p:cNvSpPr/>
            <p:nvPr/>
          </p:nvSpPr>
          <p:spPr>
            <a:xfrm>
              <a:off x="2932165" y="1725228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" name="rc829"/>
            <p:cNvSpPr/>
            <p:nvPr/>
          </p:nvSpPr>
          <p:spPr>
            <a:xfrm>
              <a:off x="2932165" y="1751208"/>
              <a:ext cx="294295" cy="25979"/>
            </a:xfrm>
            <a:prstGeom prst="rect">
              <a:avLst/>
            </a:prstGeom>
            <a:solidFill>
              <a:srgbClr val="FF7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" name="rc830"/>
            <p:cNvSpPr/>
            <p:nvPr/>
          </p:nvSpPr>
          <p:spPr>
            <a:xfrm>
              <a:off x="2932165" y="177718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" name="rc831"/>
            <p:cNvSpPr/>
            <p:nvPr/>
          </p:nvSpPr>
          <p:spPr>
            <a:xfrm>
              <a:off x="2932165" y="1803166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" name="rc832"/>
            <p:cNvSpPr/>
            <p:nvPr/>
          </p:nvSpPr>
          <p:spPr>
            <a:xfrm>
              <a:off x="2932165" y="1829146"/>
              <a:ext cx="294295" cy="25979"/>
            </a:xfrm>
            <a:prstGeom prst="rect">
              <a:avLst/>
            </a:prstGeom>
            <a:solidFill>
              <a:srgbClr val="FF7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" name="rc833"/>
            <p:cNvSpPr/>
            <p:nvPr/>
          </p:nvSpPr>
          <p:spPr>
            <a:xfrm>
              <a:off x="2932165" y="185512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" name="rc834"/>
            <p:cNvSpPr/>
            <p:nvPr/>
          </p:nvSpPr>
          <p:spPr>
            <a:xfrm>
              <a:off x="2932165" y="188110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" name="rc835"/>
            <p:cNvSpPr/>
            <p:nvPr/>
          </p:nvSpPr>
          <p:spPr>
            <a:xfrm>
              <a:off x="2932165" y="1907084"/>
              <a:ext cx="294295" cy="25979"/>
            </a:xfrm>
            <a:prstGeom prst="rect">
              <a:avLst/>
            </a:prstGeom>
            <a:solidFill>
              <a:srgbClr val="FFB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" name="rc836"/>
            <p:cNvSpPr/>
            <p:nvPr/>
          </p:nvSpPr>
          <p:spPr>
            <a:xfrm>
              <a:off x="2932165" y="193306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" name="rc837"/>
            <p:cNvSpPr/>
            <p:nvPr/>
          </p:nvSpPr>
          <p:spPr>
            <a:xfrm>
              <a:off x="2932165" y="1959042"/>
              <a:ext cx="294295" cy="25979"/>
            </a:xfrm>
            <a:prstGeom prst="rect">
              <a:avLst/>
            </a:prstGeom>
            <a:solidFill>
              <a:srgbClr val="FFB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" name="rc838"/>
            <p:cNvSpPr/>
            <p:nvPr/>
          </p:nvSpPr>
          <p:spPr>
            <a:xfrm>
              <a:off x="2932165" y="1985021"/>
              <a:ext cx="294295" cy="25979"/>
            </a:xfrm>
            <a:prstGeom prst="rect">
              <a:avLst/>
            </a:prstGeom>
            <a:solidFill>
              <a:srgbClr val="FFA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" name="rc839"/>
            <p:cNvSpPr/>
            <p:nvPr/>
          </p:nvSpPr>
          <p:spPr>
            <a:xfrm>
              <a:off x="2932165" y="201100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" name="rc840"/>
            <p:cNvSpPr/>
            <p:nvPr/>
          </p:nvSpPr>
          <p:spPr>
            <a:xfrm>
              <a:off x="2932165" y="2036980"/>
              <a:ext cx="294295" cy="25979"/>
            </a:xfrm>
            <a:prstGeom prst="rect">
              <a:avLst/>
            </a:prstGeom>
            <a:solidFill>
              <a:srgbClr val="FF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" name="rc841"/>
            <p:cNvSpPr/>
            <p:nvPr/>
          </p:nvSpPr>
          <p:spPr>
            <a:xfrm>
              <a:off x="2932165" y="2062959"/>
              <a:ext cx="294295" cy="25979"/>
            </a:xfrm>
            <a:prstGeom prst="rect">
              <a:avLst/>
            </a:prstGeom>
            <a:solidFill>
              <a:srgbClr val="FFC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" name="rc842"/>
            <p:cNvSpPr/>
            <p:nvPr/>
          </p:nvSpPr>
          <p:spPr>
            <a:xfrm>
              <a:off x="2932165" y="208893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" name="rc843"/>
            <p:cNvSpPr/>
            <p:nvPr/>
          </p:nvSpPr>
          <p:spPr>
            <a:xfrm>
              <a:off x="2932165" y="2114918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" name="rc844"/>
            <p:cNvSpPr/>
            <p:nvPr/>
          </p:nvSpPr>
          <p:spPr>
            <a:xfrm>
              <a:off x="2932165" y="214089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" name="rc845"/>
            <p:cNvSpPr/>
            <p:nvPr/>
          </p:nvSpPr>
          <p:spPr>
            <a:xfrm>
              <a:off x="2932165" y="216687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" name="rc846"/>
            <p:cNvSpPr/>
            <p:nvPr/>
          </p:nvSpPr>
          <p:spPr>
            <a:xfrm>
              <a:off x="2932165" y="2192856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" name="rc847"/>
            <p:cNvSpPr/>
            <p:nvPr/>
          </p:nvSpPr>
          <p:spPr>
            <a:xfrm>
              <a:off x="2932165" y="2218835"/>
              <a:ext cx="294295" cy="25979"/>
            </a:xfrm>
            <a:prstGeom prst="rect">
              <a:avLst/>
            </a:prstGeom>
            <a:solidFill>
              <a:srgbClr val="FFC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" name="rc848"/>
            <p:cNvSpPr/>
            <p:nvPr/>
          </p:nvSpPr>
          <p:spPr>
            <a:xfrm>
              <a:off x="2932165" y="224481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" name="rc849"/>
            <p:cNvSpPr/>
            <p:nvPr/>
          </p:nvSpPr>
          <p:spPr>
            <a:xfrm>
              <a:off x="2932165" y="2270794"/>
              <a:ext cx="294295" cy="25979"/>
            </a:xfrm>
            <a:prstGeom prst="rect">
              <a:avLst/>
            </a:prstGeom>
            <a:solidFill>
              <a:srgbClr val="FF6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" name="rc850"/>
            <p:cNvSpPr/>
            <p:nvPr/>
          </p:nvSpPr>
          <p:spPr>
            <a:xfrm>
              <a:off x="2932165" y="229677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" name="rc851"/>
            <p:cNvSpPr/>
            <p:nvPr/>
          </p:nvSpPr>
          <p:spPr>
            <a:xfrm>
              <a:off x="2932165" y="232275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" name="rc852"/>
            <p:cNvSpPr/>
            <p:nvPr/>
          </p:nvSpPr>
          <p:spPr>
            <a:xfrm>
              <a:off x="2932165" y="2348732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" name="rc853"/>
            <p:cNvSpPr/>
            <p:nvPr/>
          </p:nvSpPr>
          <p:spPr>
            <a:xfrm>
              <a:off x="2932165" y="2374711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" name="rc854"/>
            <p:cNvSpPr/>
            <p:nvPr/>
          </p:nvSpPr>
          <p:spPr>
            <a:xfrm>
              <a:off x="2932165" y="240069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" name="rc855"/>
            <p:cNvSpPr/>
            <p:nvPr/>
          </p:nvSpPr>
          <p:spPr>
            <a:xfrm>
              <a:off x="2932165" y="2426670"/>
              <a:ext cx="294295" cy="25979"/>
            </a:xfrm>
            <a:prstGeom prst="rect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" name="rc856"/>
            <p:cNvSpPr/>
            <p:nvPr/>
          </p:nvSpPr>
          <p:spPr>
            <a:xfrm>
              <a:off x="2932165" y="2452649"/>
              <a:ext cx="294295" cy="25979"/>
            </a:xfrm>
            <a:prstGeom prst="rect">
              <a:avLst/>
            </a:prstGeom>
            <a:solidFill>
              <a:srgbClr val="FF6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" name="rc857"/>
            <p:cNvSpPr/>
            <p:nvPr/>
          </p:nvSpPr>
          <p:spPr>
            <a:xfrm>
              <a:off x="2932165" y="247862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" name="rc858"/>
            <p:cNvSpPr/>
            <p:nvPr/>
          </p:nvSpPr>
          <p:spPr>
            <a:xfrm>
              <a:off x="2932165" y="2504608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" name="rc859"/>
            <p:cNvSpPr/>
            <p:nvPr/>
          </p:nvSpPr>
          <p:spPr>
            <a:xfrm>
              <a:off x="2932165" y="2530587"/>
              <a:ext cx="294295" cy="25979"/>
            </a:xfrm>
            <a:prstGeom prst="rect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" name="rc860"/>
            <p:cNvSpPr/>
            <p:nvPr/>
          </p:nvSpPr>
          <p:spPr>
            <a:xfrm>
              <a:off x="2932165" y="255656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" name="rc861"/>
            <p:cNvSpPr/>
            <p:nvPr/>
          </p:nvSpPr>
          <p:spPr>
            <a:xfrm>
              <a:off x="2932165" y="2582546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" name="rc862"/>
            <p:cNvSpPr/>
            <p:nvPr/>
          </p:nvSpPr>
          <p:spPr>
            <a:xfrm>
              <a:off x="2932165" y="2608525"/>
              <a:ext cx="294295" cy="25979"/>
            </a:xfrm>
            <a:prstGeom prst="rect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" name="rc863"/>
            <p:cNvSpPr/>
            <p:nvPr/>
          </p:nvSpPr>
          <p:spPr>
            <a:xfrm>
              <a:off x="2932165" y="263450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" name="rc864"/>
            <p:cNvSpPr/>
            <p:nvPr/>
          </p:nvSpPr>
          <p:spPr>
            <a:xfrm>
              <a:off x="2932165" y="266048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" name="rc865"/>
            <p:cNvSpPr/>
            <p:nvPr/>
          </p:nvSpPr>
          <p:spPr>
            <a:xfrm>
              <a:off x="2932165" y="2686463"/>
              <a:ext cx="294295" cy="25979"/>
            </a:xfrm>
            <a:prstGeom prst="rect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" name="rc866"/>
            <p:cNvSpPr/>
            <p:nvPr/>
          </p:nvSpPr>
          <p:spPr>
            <a:xfrm>
              <a:off x="2932165" y="271244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" name="rc867"/>
            <p:cNvSpPr/>
            <p:nvPr/>
          </p:nvSpPr>
          <p:spPr>
            <a:xfrm>
              <a:off x="2932165" y="2738422"/>
              <a:ext cx="294295" cy="25979"/>
            </a:xfrm>
            <a:prstGeom prst="rect">
              <a:avLst/>
            </a:prstGeom>
            <a:solidFill>
              <a:srgbClr val="FF7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" name="rc868"/>
            <p:cNvSpPr/>
            <p:nvPr/>
          </p:nvSpPr>
          <p:spPr>
            <a:xfrm>
              <a:off x="2932165" y="2764401"/>
              <a:ext cx="294295" cy="25979"/>
            </a:xfrm>
            <a:prstGeom prst="rect">
              <a:avLst/>
            </a:prstGeom>
            <a:solidFill>
              <a:srgbClr val="FF6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" name="rc869"/>
            <p:cNvSpPr/>
            <p:nvPr/>
          </p:nvSpPr>
          <p:spPr>
            <a:xfrm>
              <a:off x="2932165" y="279038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" name="rc870"/>
            <p:cNvSpPr/>
            <p:nvPr/>
          </p:nvSpPr>
          <p:spPr>
            <a:xfrm>
              <a:off x="2932165" y="2816360"/>
              <a:ext cx="294295" cy="25979"/>
            </a:xfrm>
            <a:prstGeom prst="rect">
              <a:avLst/>
            </a:prstGeom>
            <a:solidFill>
              <a:srgbClr val="FF4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" name="rc871"/>
            <p:cNvSpPr/>
            <p:nvPr/>
          </p:nvSpPr>
          <p:spPr>
            <a:xfrm>
              <a:off x="2932165" y="2842339"/>
              <a:ext cx="294295" cy="25979"/>
            </a:xfrm>
            <a:prstGeom prst="rect">
              <a:avLst/>
            </a:prstGeom>
            <a:solidFill>
              <a:srgbClr val="FFA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" name="rc872"/>
            <p:cNvSpPr/>
            <p:nvPr/>
          </p:nvSpPr>
          <p:spPr>
            <a:xfrm>
              <a:off x="2932165" y="286831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" name="rc873"/>
            <p:cNvSpPr/>
            <p:nvPr/>
          </p:nvSpPr>
          <p:spPr>
            <a:xfrm>
              <a:off x="2932165" y="2894298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" name="rc874"/>
            <p:cNvSpPr/>
            <p:nvPr/>
          </p:nvSpPr>
          <p:spPr>
            <a:xfrm>
              <a:off x="2932165" y="2920277"/>
              <a:ext cx="294295" cy="25979"/>
            </a:xfrm>
            <a:prstGeom prst="rect">
              <a:avLst/>
            </a:prstGeom>
            <a:solidFill>
              <a:srgbClr val="FF1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" name="rc875"/>
            <p:cNvSpPr/>
            <p:nvPr/>
          </p:nvSpPr>
          <p:spPr>
            <a:xfrm>
              <a:off x="2932165" y="294625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" name="rc876"/>
            <p:cNvSpPr/>
            <p:nvPr/>
          </p:nvSpPr>
          <p:spPr>
            <a:xfrm>
              <a:off x="2932165" y="2972236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" name="rc877"/>
            <p:cNvSpPr/>
            <p:nvPr/>
          </p:nvSpPr>
          <p:spPr>
            <a:xfrm>
              <a:off x="2932165" y="2998215"/>
              <a:ext cx="294295" cy="25979"/>
            </a:xfrm>
            <a:prstGeom prst="rect">
              <a:avLst/>
            </a:prstGeom>
            <a:solidFill>
              <a:srgbClr val="FF4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" name="rc878"/>
            <p:cNvSpPr/>
            <p:nvPr/>
          </p:nvSpPr>
          <p:spPr>
            <a:xfrm>
              <a:off x="2932165" y="302419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" name="rc879"/>
            <p:cNvSpPr/>
            <p:nvPr/>
          </p:nvSpPr>
          <p:spPr>
            <a:xfrm>
              <a:off x="2932165" y="305017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" name="rc880"/>
            <p:cNvSpPr/>
            <p:nvPr/>
          </p:nvSpPr>
          <p:spPr>
            <a:xfrm>
              <a:off x="2932165" y="3076153"/>
              <a:ext cx="294295" cy="25979"/>
            </a:xfrm>
            <a:prstGeom prst="rect">
              <a:avLst/>
            </a:prstGeom>
            <a:solidFill>
              <a:srgbClr val="FF5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" name="rc881"/>
            <p:cNvSpPr/>
            <p:nvPr/>
          </p:nvSpPr>
          <p:spPr>
            <a:xfrm>
              <a:off x="2932165" y="310213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" name="rc882"/>
            <p:cNvSpPr/>
            <p:nvPr/>
          </p:nvSpPr>
          <p:spPr>
            <a:xfrm>
              <a:off x="2932165" y="3128112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" name="rc883"/>
            <p:cNvSpPr/>
            <p:nvPr/>
          </p:nvSpPr>
          <p:spPr>
            <a:xfrm>
              <a:off x="2932165" y="3154091"/>
              <a:ext cx="294295" cy="25979"/>
            </a:xfrm>
            <a:prstGeom prst="rect">
              <a:avLst/>
            </a:prstGeom>
            <a:solidFill>
              <a:srgbClr val="FF7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" name="rc884"/>
            <p:cNvSpPr/>
            <p:nvPr/>
          </p:nvSpPr>
          <p:spPr>
            <a:xfrm>
              <a:off x="2932165" y="318007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" name="rc885"/>
            <p:cNvSpPr/>
            <p:nvPr/>
          </p:nvSpPr>
          <p:spPr>
            <a:xfrm>
              <a:off x="2932165" y="3206050"/>
              <a:ext cx="294295" cy="25979"/>
            </a:xfrm>
            <a:prstGeom prst="rect">
              <a:avLst/>
            </a:prstGeom>
            <a:solidFill>
              <a:srgbClr val="FFE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" name="rc886"/>
            <p:cNvSpPr/>
            <p:nvPr/>
          </p:nvSpPr>
          <p:spPr>
            <a:xfrm>
              <a:off x="2932165" y="3232029"/>
              <a:ext cx="294295" cy="25979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rc887"/>
            <p:cNvSpPr/>
            <p:nvPr/>
          </p:nvSpPr>
          <p:spPr>
            <a:xfrm>
              <a:off x="2932165" y="325800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" name="rc888"/>
            <p:cNvSpPr/>
            <p:nvPr/>
          </p:nvSpPr>
          <p:spPr>
            <a:xfrm>
              <a:off x="2932165" y="3283988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" name="rc889"/>
            <p:cNvSpPr/>
            <p:nvPr/>
          </p:nvSpPr>
          <p:spPr>
            <a:xfrm>
              <a:off x="2932165" y="3309967"/>
              <a:ext cx="294295" cy="25979"/>
            </a:xfrm>
            <a:prstGeom prst="rect">
              <a:avLst/>
            </a:prstGeom>
            <a:solidFill>
              <a:srgbClr val="FF8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" name="rc890"/>
            <p:cNvSpPr/>
            <p:nvPr/>
          </p:nvSpPr>
          <p:spPr>
            <a:xfrm>
              <a:off x="2932165" y="333594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" name="rc891"/>
            <p:cNvSpPr/>
            <p:nvPr/>
          </p:nvSpPr>
          <p:spPr>
            <a:xfrm>
              <a:off x="2932165" y="3361926"/>
              <a:ext cx="294295" cy="25979"/>
            </a:xfrm>
            <a:prstGeom prst="rect">
              <a:avLst/>
            </a:prstGeom>
            <a:solidFill>
              <a:srgbClr val="FFC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" name="rc892"/>
            <p:cNvSpPr/>
            <p:nvPr/>
          </p:nvSpPr>
          <p:spPr>
            <a:xfrm>
              <a:off x="2932165" y="3387905"/>
              <a:ext cx="294295" cy="25979"/>
            </a:xfrm>
            <a:prstGeom prst="rect">
              <a:avLst/>
            </a:prstGeom>
            <a:solidFill>
              <a:srgbClr val="FFC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" name="rc893"/>
            <p:cNvSpPr/>
            <p:nvPr/>
          </p:nvSpPr>
          <p:spPr>
            <a:xfrm>
              <a:off x="2932165" y="341388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" name="rc894"/>
            <p:cNvSpPr/>
            <p:nvPr/>
          </p:nvSpPr>
          <p:spPr>
            <a:xfrm>
              <a:off x="2932165" y="3439864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" name="rc895"/>
            <p:cNvSpPr/>
            <p:nvPr/>
          </p:nvSpPr>
          <p:spPr>
            <a:xfrm>
              <a:off x="2932165" y="3465843"/>
              <a:ext cx="294295" cy="25979"/>
            </a:xfrm>
            <a:prstGeom prst="rect">
              <a:avLst/>
            </a:prstGeom>
            <a:solidFill>
              <a:srgbClr val="FF9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" name="rc896"/>
            <p:cNvSpPr/>
            <p:nvPr/>
          </p:nvSpPr>
          <p:spPr>
            <a:xfrm>
              <a:off x="2932165" y="349182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" name="rc897"/>
            <p:cNvSpPr/>
            <p:nvPr/>
          </p:nvSpPr>
          <p:spPr>
            <a:xfrm>
              <a:off x="2932165" y="3517802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" name="rc898"/>
            <p:cNvSpPr/>
            <p:nvPr/>
          </p:nvSpPr>
          <p:spPr>
            <a:xfrm>
              <a:off x="2932165" y="3543781"/>
              <a:ext cx="294295" cy="25979"/>
            </a:xfrm>
            <a:prstGeom prst="rect">
              <a:avLst/>
            </a:prstGeom>
            <a:solidFill>
              <a:srgbClr val="FF9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" name="rc899"/>
            <p:cNvSpPr/>
            <p:nvPr/>
          </p:nvSpPr>
          <p:spPr>
            <a:xfrm>
              <a:off x="2932165" y="356976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0" name="rc900"/>
            <p:cNvSpPr/>
            <p:nvPr/>
          </p:nvSpPr>
          <p:spPr>
            <a:xfrm>
              <a:off x="2932165" y="3595740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1" name="rc901"/>
            <p:cNvSpPr/>
            <p:nvPr/>
          </p:nvSpPr>
          <p:spPr>
            <a:xfrm>
              <a:off x="2932165" y="3621719"/>
              <a:ext cx="294295" cy="25979"/>
            </a:xfrm>
            <a:prstGeom prst="rect">
              <a:avLst/>
            </a:prstGeom>
            <a:solidFill>
              <a:srgbClr val="FF9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2" name="rc902"/>
            <p:cNvSpPr/>
            <p:nvPr/>
          </p:nvSpPr>
          <p:spPr>
            <a:xfrm>
              <a:off x="2932165" y="364769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3" name="rc903"/>
            <p:cNvSpPr/>
            <p:nvPr/>
          </p:nvSpPr>
          <p:spPr>
            <a:xfrm>
              <a:off x="2932165" y="3673677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4" name="rc904"/>
            <p:cNvSpPr/>
            <p:nvPr/>
          </p:nvSpPr>
          <p:spPr>
            <a:xfrm>
              <a:off x="2932165" y="3699657"/>
              <a:ext cx="294295" cy="25979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5" name="rc905"/>
            <p:cNvSpPr/>
            <p:nvPr/>
          </p:nvSpPr>
          <p:spPr>
            <a:xfrm>
              <a:off x="2932165" y="372563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6" name="rc906"/>
            <p:cNvSpPr/>
            <p:nvPr/>
          </p:nvSpPr>
          <p:spPr>
            <a:xfrm>
              <a:off x="2932165" y="375161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7" name="rc907"/>
            <p:cNvSpPr/>
            <p:nvPr/>
          </p:nvSpPr>
          <p:spPr>
            <a:xfrm>
              <a:off x="2932165" y="3777595"/>
              <a:ext cx="294295" cy="25979"/>
            </a:xfrm>
            <a:prstGeom prst="rect">
              <a:avLst/>
            </a:prstGeom>
            <a:solidFill>
              <a:srgbClr val="FF8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8" name="rc908"/>
            <p:cNvSpPr/>
            <p:nvPr/>
          </p:nvSpPr>
          <p:spPr>
            <a:xfrm>
              <a:off x="2932165" y="380357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9" name="rc909"/>
            <p:cNvSpPr/>
            <p:nvPr/>
          </p:nvSpPr>
          <p:spPr>
            <a:xfrm>
              <a:off x="2932165" y="382955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0" name="rc910"/>
            <p:cNvSpPr/>
            <p:nvPr/>
          </p:nvSpPr>
          <p:spPr>
            <a:xfrm>
              <a:off x="2932165" y="3855533"/>
              <a:ext cx="294295" cy="25979"/>
            </a:xfrm>
            <a:prstGeom prst="rect">
              <a:avLst/>
            </a:prstGeom>
            <a:solidFill>
              <a:srgbClr val="FF9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1" name="rc911"/>
            <p:cNvSpPr/>
            <p:nvPr/>
          </p:nvSpPr>
          <p:spPr>
            <a:xfrm>
              <a:off x="2932165" y="388151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2" name="rc912"/>
            <p:cNvSpPr/>
            <p:nvPr/>
          </p:nvSpPr>
          <p:spPr>
            <a:xfrm>
              <a:off x="2932165" y="390749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3" name="rc913"/>
            <p:cNvSpPr/>
            <p:nvPr/>
          </p:nvSpPr>
          <p:spPr>
            <a:xfrm>
              <a:off x="2932165" y="3933471"/>
              <a:ext cx="294295" cy="25979"/>
            </a:xfrm>
            <a:prstGeom prst="rect">
              <a:avLst/>
            </a:prstGeom>
            <a:solidFill>
              <a:srgbClr val="FF9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4" name="rc914"/>
            <p:cNvSpPr/>
            <p:nvPr/>
          </p:nvSpPr>
          <p:spPr>
            <a:xfrm>
              <a:off x="2932165" y="395945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5" name="rc915"/>
            <p:cNvSpPr/>
            <p:nvPr/>
          </p:nvSpPr>
          <p:spPr>
            <a:xfrm>
              <a:off x="2932165" y="398542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6" name="rc916"/>
            <p:cNvSpPr/>
            <p:nvPr/>
          </p:nvSpPr>
          <p:spPr>
            <a:xfrm>
              <a:off x="2932165" y="4011409"/>
              <a:ext cx="294295" cy="25979"/>
            </a:xfrm>
            <a:prstGeom prst="rect">
              <a:avLst/>
            </a:prstGeom>
            <a:solidFill>
              <a:srgbClr val="FFA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7" name="rc917"/>
            <p:cNvSpPr/>
            <p:nvPr/>
          </p:nvSpPr>
          <p:spPr>
            <a:xfrm>
              <a:off x="2932165" y="403738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8" name="rc918"/>
            <p:cNvSpPr/>
            <p:nvPr/>
          </p:nvSpPr>
          <p:spPr>
            <a:xfrm>
              <a:off x="2932165" y="406336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9" name="rc919"/>
            <p:cNvSpPr/>
            <p:nvPr/>
          </p:nvSpPr>
          <p:spPr>
            <a:xfrm>
              <a:off x="2932165" y="4089347"/>
              <a:ext cx="294295" cy="25979"/>
            </a:xfrm>
            <a:prstGeom prst="rect">
              <a:avLst/>
            </a:prstGeom>
            <a:solidFill>
              <a:srgbClr val="FFA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0" name="rc920"/>
            <p:cNvSpPr/>
            <p:nvPr/>
          </p:nvSpPr>
          <p:spPr>
            <a:xfrm>
              <a:off x="2932165" y="411532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1" name="rc921"/>
            <p:cNvSpPr/>
            <p:nvPr/>
          </p:nvSpPr>
          <p:spPr>
            <a:xfrm>
              <a:off x="2932165" y="414130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2" name="rc922"/>
            <p:cNvSpPr/>
            <p:nvPr/>
          </p:nvSpPr>
          <p:spPr>
            <a:xfrm>
              <a:off x="2932165" y="4167285"/>
              <a:ext cx="294295" cy="25979"/>
            </a:xfrm>
            <a:prstGeom prst="rect">
              <a:avLst/>
            </a:prstGeom>
            <a:solidFill>
              <a:srgbClr val="FF8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3" name="rc923"/>
            <p:cNvSpPr/>
            <p:nvPr/>
          </p:nvSpPr>
          <p:spPr>
            <a:xfrm>
              <a:off x="2932165" y="419326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4" name="rc924"/>
            <p:cNvSpPr/>
            <p:nvPr/>
          </p:nvSpPr>
          <p:spPr>
            <a:xfrm>
              <a:off x="2932165" y="421924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5" name="rc925"/>
            <p:cNvSpPr/>
            <p:nvPr/>
          </p:nvSpPr>
          <p:spPr>
            <a:xfrm>
              <a:off x="2932165" y="4245223"/>
              <a:ext cx="294295" cy="25979"/>
            </a:xfrm>
            <a:prstGeom prst="rect">
              <a:avLst/>
            </a:prstGeom>
            <a:solidFill>
              <a:srgbClr val="FFA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6" name="rc926"/>
            <p:cNvSpPr/>
            <p:nvPr/>
          </p:nvSpPr>
          <p:spPr>
            <a:xfrm>
              <a:off x="2932165" y="427120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7" name="rc927"/>
            <p:cNvSpPr/>
            <p:nvPr/>
          </p:nvSpPr>
          <p:spPr>
            <a:xfrm>
              <a:off x="2932165" y="429718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8" name="rc928"/>
            <p:cNvSpPr/>
            <p:nvPr/>
          </p:nvSpPr>
          <p:spPr>
            <a:xfrm>
              <a:off x="2932165" y="4323161"/>
              <a:ext cx="294295" cy="25979"/>
            </a:xfrm>
            <a:prstGeom prst="rect">
              <a:avLst/>
            </a:prstGeom>
            <a:solidFill>
              <a:srgbClr val="FFA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9" name="rc929"/>
            <p:cNvSpPr/>
            <p:nvPr/>
          </p:nvSpPr>
          <p:spPr>
            <a:xfrm>
              <a:off x="2932165" y="434914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0" name="rc930"/>
            <p:cNvSpPr/>
            <p:nvPr/>
          </p:nvSpPr>
          <p:spPr>
            <a:xfrm>
              <a:off x="2932165" y="437511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1" name="rc931"/>
            <p:cNvSpPr/>
            <p:nvPr/>
          </p:nvSpPr>
          <p:spPr>
            <a:xfrm>
              <a:off x="2932165" y="440109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2" name="rc932"/>
            <p:cNvSpPr/>
            <p:nvPr/>
          </p:nvSpPr>
          <p:spPr>
            <a:xfrm>
              <a:off x="2932165" y="442707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3" name="rc933"/>
            <p:cNvSpPr/>
            <p:nvPr/>
          </p:nvSpPr>
          <p:spPr>
            <a:xfrm>
              <a:off x="2932165" y="445305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4" name="rc934"/>
            <p:cNvSpPr/>
            <p:nvPr/>
          </p:nvSpPr>
          <p:spPr>
            <a:xfrm>
              <a:off x="2932165" y="4479037"/>
              <a:ext cx="294295" cy="25979"/>
            </a:xfrm>
            <a:prstGeom prst="rect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5" name="rc935"/>
            <p:cNvSpPr/>
            <p:nvPr/>
          </p:nvSpPr>
          <p:spPr>
            <a:xfrm>
              <a:off x="2932165" y="450501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6" name="rc936"/>
            <p:cNvSpPr/>
            <p:nvPr/>
          </p:nvSpPr>
          <p:spPr>
            <a:xfrm>
              <a:off x="2932165" y="453099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7" name="rc937"/>
            <p:cNvSpPr/>
            <p:nvPr/>
          </p:nvSpPr>
          <p:spPr>
            <a:xfrm>
              <a:off x="2932165" y="4556974"/>
              <a:ext cx="294295" cy="25979"/>
            </a:xfrm>
            <a:prstGeom prst="rect">
              <a:avLst/>
            </a:prstGeom>
            <a:solidFill>
              <a:srgbClr val="FFA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8" name="rc938"/>
            <p:cNvSpPr/>
            <p:nvPr/>
          </p:nvSpPr>
          <p:spPr>
            <a:xfrm>
              <a:off x="2932165" y="458295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9" name="rc939"/>
            <p:cNvSpPr/>
            <p:nvPr/>
          </p:nvSpPr>
          <p:spPr>
            <a:xfrm>
              <a:off x="2932165" y="4608933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0" name="rc940"/>
            <p:cNvSpPr/>
            <p:nvPr/>
          </p:nvSpPr>
          <p:spPr>
            <a:xfrm>
              <a:off x="2932165" y="4634912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1" name="rc941"/>
            <p:cNvSpPr/>
            <p:nvPr/>
          </p:nvSpPr>
          <p:spPr>
            <a:xfrm>
              <a:off x="2932165" y="466089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2" name="rc942"/>
            <p:cNvSpPr/>
            <p:nvPr/>
          </p:nvSpPr>
          <p:spPr>
            <a:xfrm>
              <a:off x="2932165" y="468687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3" name="rc943"/>
            <p:cNvSpPr/>
            <p:nvPr/>
          </p:nvSpPr>
          <p:spPr>
            <a:xfrm>
              <a:off x="2932165" y="4712850"/>
              <a:ext cx="294295" cy="25979"/>
            </a:xfrm>
            <a:prstGeom prst="rect">
              <a:avLst/>
            </a:prstGeom>
            <a:solidFill>
              <a:srgbClr val="FFE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4" name="rc944"/>
            <p:cNvSpPr/>
            <p:nvPr/>
          </p:nvSpPr>
          <p:spPr>
            <a:xfrm>
              <a:off x="2932165" y="473883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5" name="rc945"/>
            <p:cNvSpPr/>
            <p:nvPr/>
          </p:nvSpPr>
          <p:spPr>
            <a:xfrm>
              <a:off x="2932165" y="476480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6" name="rc946"/>
            <p:cNvSpPr/>
            <p:nvPr/>
          </p:nvSpPr>
          <p:spPr>
            <a:xfrm>
              <a:off x="2932165" y="4790788"/>
              <a:ext cx="294295" cy="25979"/>
            </a:xfrm>
            <a:prstGeom prst="rect">
              <a:avLst/>
            </a:prstGeom>
            <a:solidFill>
              <a:srgbClr val="FFD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7" name="rc947"/>
            <p:cNvSpPr/>
            <p:nvPr/>
          </p:nvSpPr>
          <p:spPr>
            <a:xfrm>
              <a:off x="2932165" y="481676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8" name="rc948"/>
            <p:cNvSpPr/>
            <p:nvPr/>
          </p:nvSpPr>
          <p:spPr>
            <a:xfrm>
              <a:off x="2932165" y="4842747"/>
              <a:ext cx="294295" cy="25979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9" name="rc949"/>
            <p:cNvSpPr/>
            <p:nvPr/>
          </p:nvSpPr>
          <p:spPr>
            <a:xfrm>
              <a:off x="2932165" y="4868726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0" name="rc950"/>
            <p:cNvSpPr/>
            <p:nvPr/>
          </p:nvSpPr>
          <p:spPr>
            <a:xfrm>
              <a:off x="2932165" y="489470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1" name="rc951"/>
            <p:cNvSpPr/>
            <p:nvPr/>
          </p:nvSpPr>
          <p:spPr>
            <a:xfrm>
              <a:off x="2932165" y="4920685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2" name="rc952"/>
            <p:cNvSpPr/>
            <p:nvPr/>
          </p:nvSpPr>
          <p:spPr>
            <a:xfrm>
              <a:off x="2932165" y="4946664"/>
              <a:ext cx="294295" cy="25979"/>
            </a:xfrm>
            <a:prstGeom prst="rect">
              <a:avLst/>
            </a:prstGeom>
            <a:solidFill>
              <a:srgbClr val="FFC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3" name="rc953"/>
            <p:cNvSpPr/>
            <p:nvPr/>
          </p:nvSpPr>
          <p:spPr>
            <a:xfrm>
              <a:off x="2932165" y="497264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4" name="rc954"/>
            <p:cNvSpPr/>
            <p:nvPr/>
          </p:nvSpPr>
          <p:spPr>
            <a:xfrm>
              <a:off x="2932165" y="4998623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5" name="rc955"/>
            <p:cNvSpPr/>
            <p:nvPr/>
          </p:nvSpPr>
          <p:spPr>
            <a:xfrm>
              <a:off x="2932165" y="5024602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6" name="rc956"/>
            <p:cNvSpPr/>
            <p:nvPr/>
          </p:nvSpPr>
          <p:spPr>
            <a:xfrm>
              <a:off x="2932165" y="505058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7" name="rc957"/>
            <p:cNvSpPr/>
            <p:nvPr/>
          </p:nvSpPr>
          <p:spPr>
            <a:xfrm>
              <a:off x="2932165" y="5076561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8" name="rc958"/>
            <p:cNvSpPr/>
            <p:nvPr/>
          </p:nvSpPr>
          <p:spPr>
            <a:xfrm>
              <a:off x="2932165" y="5102540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9" name="rc959"/>
            <p:cNvSpPr/>
            <p:nvPr/>
          </p:nvSpPr>
          <p:spPr>
            <a:xfrm>
              <a:off x="2932165" y="512852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0" name="rc960"/>
            <p:cNvSpPr/>
            <p:nvPr/>
          </p:nvSpPr>
          <p:spPr>
            <a:xfrm>
              <a:off x="2932165" y="515449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1" name="rc961"/>
            <p:cNvSpPr/>
            <p:nvPr/>
          </p:nvSpPr>
          <p:spPr>
            <a:xfrm>
              <a:off x="2932165" y="5180478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2" name="rc962"/>
            <p:cNvSpPr/>
            <p:nvPr/>
          </p:nvSpPr>
          <p:spPr>
            <a:xfrm>
              <a:off x="2932165" y="520645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3" name="rc963"/>
            <p:cNvSpPr/>
            <p:nvPr/>
          </p:nvSpPr>
          <p:spPr>
            <a:xfrm>
              <a:off x="2932165" y="5232437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4" name="rc964"/>
            <p:cNvSpPr/>
            <p:nvPr/>
          </p:nvSpPr>
          <p:spPr>
            <a:xfrm>
              <a:off x="2932165" y="5258416"/>
              <a:ext cx="294295" cy="25979"/>
            </a:xfrm>
            <a:prstGeom prst="rect">
              <a:avLst/>
            </a:prstGeom>
            <a:solidFill>
              <a:srgbClr val="FF9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5" name="rc965"/>
            <p:cNvSpPr/>
            <p:nvPr/>
          </p:nvSpPr>
          <p:spPr>
            <a:xfrm>
              <a:off x="2932165" y="528439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6" name="rc966"/>
            <p:cNvSpPr/>
            <p:nvPr/>
          </p:nvSpPr>
          <p:spPr>
            <a:xfrm>
              <a:off x="2932165" y="5310375"/>
              <a:ext cx="294295" cy="25979"/>
            </a:xfrm>
            <a:prstGeom prst="rect">
              <a:avLst/>
            </a:prstGeom>
            <a:solidFill>
              <a:srgbClr val="FFA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7" name="rc967"/>
            <p:cNvSpPr/>
            <p:nvPr/>
          </p:nvSpPr>
          <p:spPr>
            <a:xfrm>
              <a:off x="2932165" y="5336354"/>
              <a:ext cx="294295" cy="25979"/>
            </a:xfrm>
            <a:prstGeom prst="rect">
              <a:avLst/>
            </a:prstGeom>
            <a:solidFill>
              <a:srgbClr val="FFE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8" name="rc968"/>
            <p:cNvSpPr/>
            <p:nvPr/>
          </p:nvSpPr>
          <p:spPr>
            <a:xfrm>
              <a:off x="2932165" y="536233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9" name="rc969"/>
            <p:cNvSpPr/>
            <p:nvPr/>
          </p:nvSpPr>
          <p:spPr>
            <a:xfrm>
              <a:off x="2932165" y="5388313"/>
              <a:ext cx="294295" cy="25979"/>
            </a:xfrm>
            <a:prstGeom prst="rect">
              <a:avLst/>
            </a:prstGeom>
            <a:solidFill>
              <a:srgbClr val="FFD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0" name="rc970"/>
            <p:cNvSpPr/>
            <p:nvPr/>
          </p:nvSpPr>
          <p:spPr>
            <a:xfrm>
              <a:off x="2932165" y="5414292"/>
              <a:ext cx="294295" cy="25979"/>
            </a:xfrm>
            <a:prstGeom prst="rect">
              <a:avLst/>
            </a:prstGeom>
            <a:solidFill>
              <a:srgbClr val="FFC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1" name="rc971"/>
            <p:cNvSpPr/>
            <p:nvPr/>
          </p:nvSpPr>
          <p:spPr>
            <a:xfrm>
              <a:off x="2932165" y="544027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2" name="rc972"/>
            <p:cNvSpPr/>
            <p:nvPr/>
          </p:nvSpPr>
          <p:spPr>
            <a:xfrm>
              <a:off x="2932165" y="5466251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3" name="rc973"/>
            <p:cNvSpPr/>
            <p:nvPr/>
          </p:nvSpPr>
          <p:spPr>
            <a:xfrm>
              <a:off x="2932165" y="549223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4" name="rc974"/>
            <p:cNvSpPr/>
            <p:nvPr/>
          </p:nvSpPr>
          <p:spPr>
            <a:xfrm>
              <a:off x="2932165" y="551820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5" name="rc975"/>
            <p:cNvSpPr/>
            <p:nvPr/>
          </p:nvSpPr>
          <p:spPr>
            <a:xfrm>
              <a:off x="2932165" y="554418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6" name="rc976"/>
            <p:cNvSpPr/>
            <p:nvPr/>
          </p:nvSpPr>
          <p:spPr>
            <a:xfrm>
              <a:off x="2932165" y="5570168"/>
              <a:ext cx="294295" cy="25979"/>
            </a:xfrm>
            <a:prstGeom prst="rect">
              <a:avLst/>
            </a:prstGeom>
            <a:solidFill>
              <a:srgbClr val="FFC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7" name="rc977"/>
            <p:cNvSpPr/>
            <p:nvPr/>
          </p:nvSpPr>
          <p:spPr>
            <a:xfrm>
              <a:off x="2932165" y="559614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8" name="rc978"/>
            <p:cNvSpPr/>
            <p:nvPr/>
          </p:nvSpPr>
          <p:spPr>
            <a:xfrm>
              <a:off x="2932165" y="562212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9" name="rc979"/>
            <p:cNvSpPr/>
            <p:nvPr/>
          </p:nvSpPr>
          <p:spPr>
            <a:xfrm>
              <a:off x="2932165" y="5648106"/>
              <a:ext cx="294295" cy="25979"/>
            </a:xfrm>
            <a:prstGeom prst="rect">
              <a:avLst/>
            </a:prstGeom>
            <a:solidFill>
              <a:srgbClr val="FFC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0" name="rc980"/>
            <p:cNvSpPr/>
            <p:nvPr/>
          </p:nvSpPr>
          <p:spPr>
            <a:xfrm>
              <a:off x="2932165" y="567408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1" name="rc981"/>
            <p:cNvSpPr/>
            <p:nvPr/>
          </p:nvSpPr>
          <p:spPr>
            <a:xfrm>
              <a:off x="2932165" y="5700065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2" name="rc982"/>
            <p:cNvSpPr/>
            <p:nvPr/>
          </p:nvSpPr>
          <p:spPr>
            <a:xfrm>
              <a:off x="2932165" y="5726044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3" name="rc983"/>
            <p:cNvSpPr/>
            <p:nvPr/>
          </p:nvSpPr>
          <p:spPr>
            <a:xfrm>
              <a:off x="2932165" y="575202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4" name="rc984"/>
            <p:cNvSpPr/>
            <p:nvPr/>
          </p:nvSpPr>
          <p:spPr>
            <a:xfrm>
              <a:off x="2932165" y="5778003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5" name="rc985"/>
            <p:cNvSpPr/>
            <p:nvPr/>
          </p:nvSpPr>
          <p:spPr>
            <a:xfrm>
              <a:off x="2932165" y="5803982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6" name="rc986"/>
            <p:cNvSpPr/>
            <p:nvPr/>
          </p:nvSpPr>
          <p:spPr>
            <a:xfrm>
              <a:off x="2932165" y="582996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7" name="rc987"/>
            <p:cNvSpPr/>
            <p:nvPr/>
          </p:nvSpPr>
          <p:spPr>
            <a:xfrm>
              <a:off x="2932165" y="5855941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8" name="rc988"/>
            <p:cNvSpPr/>
            <p:nvPr/>
          </p:nvSpPr>
          <p:spPr>
            <a:xfrm>
              <a:off x="2932165" y="5881920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9" name="rc989"/>
            <p:cNvSpPr/>
            <p:nvPr/>
          </p:nvSpPr>
          <p:spPr>
            <a:xfrm>
              <a:off x="2932165" y="590789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0" name="rc990"/>
            <p:cNvSpPr/>
            <p:nvPr/>
          </p:nvSpPr>
          <p:spPr>
            <a:xfrm>
              <a:off x="2932165" y="5933879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1" name="rc991"/>
            <p:cNvSpPr/>
            <p:nvPr/>
          </p:nvSpPr>
          <p:spPr>
            <a:xfrm>
              <a:off x="2932165" y="5959858"/>
              <a:ext cx="294295" cy="25979"/>
            </a:xfrm>
            <a:prstGeom prst="rect">
              <a:avLst/>
            </a:prstGeom>
            <a:solidFill>
              <a:srgbClr val="FFD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2" name="rc992"/>
            <p:cNvSpPr/>
            <p:nvPr/>
          </p:nvSpPr>
          <p:spPr>
            <a:xfrm>
              <a:off x="2932165" y="598583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3" name="rc993"/>
            <p:cNvSpPr/>
            <p:nvPr/>
          </p:nvSpPr>
          <p:spPr>
            <a:xfrm>
              <a:off x="2932165" y="6011817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4" name="rc994"/>
            <p:cNvSpPr/>
            <p:nvPr/>
          </p:nvSpPr>
          <p:spPr>
            <a:xfrm>
              <a:off x="2932165" y="6037796"/>
              <a:ext cx="294295" cy="25979"/>
            </a:xfrm>
            <a:prstGeom prst="rect">
              <a:avLst/>
            </a:prstGeom>
            <a:solidFill>
              <a:srgbClr val="FF9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5" name="rc995"/>
            <p:cNvSpPr/>
            <p:nvPr/>
          </p:nvSpPr>
          <p:spPr>
            <a:xfrm>
              <a:off x="2932165" y="606377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6" name="rc996"/>
            <p:cNvSpPr/>
            <p:nvPr/>
          </p:nvSpPr>
          <p:spPr>
            <a:xfrm>
              <a:off x="2932165" y="608975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7" name="rc997"/>
            <p:cNvSpPr/>
            <p:nvPr/>
          </p:nvSpPr>
          <p:spPr>
            <a:xfrm>
              <a:off x="2932165" y="6115734"/>
              <a:ext cx="294295" cy="25979"/>
            </a:xfrm>
            <a:prstGeom prst="rect">
              <a:avLst/>
            </a:prstGeom>
            <a:solidFill>
              <a:srgbClr val="FFC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8" name="rc998"/>
            <p:cNvSpPr/>
            <p:nvPr/>
          </p:nvSpPr>
          <p:spPr>
            <a:xfrm>
              <a:off x="2932165" y="614171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9" name="rc999"/>
            <p:cNvSpPr/>
            <p:nvPr/>
          </p:nvSpPr>
          <p:spPr>
            <a:xfrm>
              <a:off x="2932165" y="6167693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0" name="rc1000"/>
            <p:cNvSpPr/>
            <p:nvPr/>
          </p:nvSpPr>
          <p:spPr>
            <a:xfrm>
              <a:off x="2932165" y="6193672"/>
              <a:ext cx="294295" cy="25979"/>
            </a:xfrm>
            <a:prstGeom prst="rect">
              <a:avLst/>
            </a:prstGeom>
            <a:solidFill>
              <a:srgbClr val="FFC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1" name="rc1001"/>
            <p:cNvSpPr/>
            <p:nvPr/>
          </p:nvSpPr>
          <p:spPr>
            <a:xfrm>
              <a:off x="2932165" y="621965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2" name="rc1002"/>
            <p:cNvSpPr/>
            <p:nvPr/>
          </p:nvSpPr>
          <p:spPr>
            <a:xfrm>
              <a:off x="2932165" y="624563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3" name="rc1003"/>
            <p:cNvSpPr/>
            <p:nvPr/>
          </p:nvSpPr>
          <p:spPr>
            <a:xfrm>
              <a:off x="2932165" y="6271610"/>
              <a:ext cx="294295" cy="25979"/>
            </a:xfrm>
            <a:prstGeom prst="rect">
              <a:avLst/>
            </a:prstGeom>
            <a:solidFill>
              <a:srgbClr val="FFC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4" name="rc1004"/>
            <p:cNvSpPr/>
            <p:nvPr/>
          </p:nvSpPr>
          <p:spPr>
            <a:xfrm>
              <a:off x="3226461" y="110172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5" name="rc1005"/>
            <p:cNvSpPr/>
            <p:nvPr/>
          </p:nvSpPr>
          <p:spPr>
            <a:xfrm>
              <a:off x="3226461" y="1127704"/>
              <a:ext cx="294295" cy="25979"/>
            </a:xfrm>
            <a:prstGeom prst="rect">
              <a:avLst/>
            </a:prstGeom>
            <a:solidFill>
              <a:srgbClr val="FFE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6" name="rc1006"/>
            <p:cNvSpPr/>
            <p:nvPr/>
          </p:nvSpPr>
          <p:spPr>
            <a:xfrm>
              <a:off x="3226461" y="115368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7" name="rc1007"/>
            <p:cNvSpPr/>
            <p:nvPr/>
          </p:nvSpPr>
          <p:spPr>
            <a:xfrm>
              <a:off x="3226461" y="1179662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8" name="rc1008"/>
            <p:cNvSpPr/>
            <p:nvPr/>
          </p:nvSpPr>
          <p:spPr>
            <a:xfrm>
              <a:off x="3226461" y="1205642"/>
              <a:ext cx="294295" cy="25979"/>
            </a:xfrm>
            <a:prstGeom prst="rect">
              <a:avLst/>
            </a:prstGeom>
            <a:solidFill>
              <a:srgbClr val="FFE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9" name="rc1009"/>
            <p:cNvSpPr/>
            <p:nvPr/>
          </p:nvSpPr>
          <p:spPr>
            <a:xfrm>
              <a:off x="3226461" y="123162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0" name="rc1010"/>
            <p:cNvSpPr/>
            <p:nvPr/>
          </p:nvSpPr>
          <p:spPr>
            <a:xfrm>
              <a:off x="3226461" y="125760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1" name="rc1011"/>
            <p:cNvSpPr/>
            <p:nvPr/>
          </p:nvSpPr>
          <p:spPr>
            <a:xfrm>
              <a:off x="3226461" y="128358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2" name="rc1012"/>
            <p:cNvSpPr/>
            <p:nvPr/>
          </p:nvSpPr>
          <p:spPr>
            <a:xfrm>
              <a:off x="3226461" y="130955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3" name="rc1013"/>
            <p:cNvSpPr/>
            <p:nvPr/>
          </p:nvSpPr>
          <p:spPr>
            <a:xfrm>
              <a:off x="3226461" y="1335538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4" name="rc1014"/>
            <p:cNvSpPr/>
            <p:nvPr/>
          </p:nvSpPr>
          <p:spPr>
            <a:xfrm>
              <a:off x="3226461" y="1361518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5" name="rc1015"/>
            <p:cNvSpPr/>
            <p:nvPr/>
          </p:nvSpPr>
          <p:spPr>
            <a:xfrm>
              <a:off x="3226461" y="138749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6" name="rc1016"/>
            <p:cNvSpPr/>
            <p:nvPr/>
          </p:nvSpPr>
          <p:spPr>
            <a:xfrm>
              <a:off x="3226461" y="1413476"/>
              <a:ext cx="294295" cy="25979"/>
            </a:xfrm>
            <a:prstGeom prst="rect">
              <a:avLst/>
            </a:prstGeom>
            <a:solidFill>
              <a:srgbClr val="FFE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7" name="rc1017"/>
            <p:cNvSpPr/>
            <p:nvPr/>
          </p:nvSpPr>
          <p:spPr>
            <a:xfrm>
              <a:off x="3226461" y="1439456"/>
              <a:ext cx="294295" cy="25979"/>
            </a:xfrm>
            <a:prstGeom prst="rect">
              <a:avLst/>
            </a:prstGeom>
            <a:solidFill>
              <a:srgbClr val="FFA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8" name="rc1018"/>
            <p:cNvSpPr/>
            <p:nvPr/>
          </p:nvSpPr>
          <p:spPr>
            <a:xfrm>
              <a:off x="3226461" y="146543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9" name="rc1019"/>
            <p:cNvSpPr/>
            <p:nvPr/>
          </p:nvSpPr>
          <p:spPr>
            <a:xfrm>
              <a:off x="3226461" y="149141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0" name="rc1020"/>
            <p:cNvSpPr/>
            <p:nvPr/>
          </p:nvSpPr>
          <p:spPr>
            <a:xfrm>
              <a:off x="3226461" y="1517394"/>
              <a:ext cx="294295" cy="25979"/>
            </a:xfrm>
            <a:prstGeom prst="rect">
              <a:avLst/>
            </a:prstGeom>
            <a:solidFill>
              <a:srgbClr val="FFE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1" name="rc1021"/>
            <p:cNvSpPr/>
            <p:nvPr/>
          </p:nvSpPr>
          <p:spPr>
            <a:xfrm>
              <a:off x="3226461" y="154337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2" name="rc1022"/>
            <p:cNvSpPr/>
            <p:nvPr/>
          </p:nvSpPr>
          <p:spPr>
            <a:xfrm>
              <a:off x="3226461" y="1569352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3" name="rc1023"/>
            <p:cNvSpPr/>
            <p:nvPr/>
          </p:nvSpPr>
          <p:spPr>
            <a:xfrm>
              <a:off x="3226461" y="1595332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4" name="rc1024"/>
            <p:cNvSpPr/>
            <p:nvPr/>
          </p:nvSpPr>
          <p:spPr>
            <a:xfrm>
              <a:off x="3226461" y="162131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5" name="rc1025"/>
            <p:cNvSpPr/>
            <p:nvPr/>
          </p:nvSpPr>
          <p:spPr>
            <a:xfrm>
              <a:off x="3226461" y="164729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6" name="rc1026"/>
            <p:cNvSpPr/>
            <p:nvPr/>
          </p:nvSpPr>
          <p:spPr>
            <a:xfrm>
              <a:off x="3226461" y="167327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7" name="rc1027"/>
            <p:cNvSpPr/>
            <p:nvPr/>
          </p:nvSpPr>
          <p:spPr>
            <a:xfrm>
              <a:off x="3226461" y="169924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8" name="rc1028"/>
            <p:cNvSpPr/>
            <p:nvPr/>
          </p:nvSpPr>
          <p:spPr>
            <a:xfrm>
              <a:off x="3226461" y="1725228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9" name="rc1029"/>
            <p:cNvSpPr/>
            <p:nvPr/>
          </p:nvSpPr>
          <p:spPr>
            <a:xfrm>
              <a:off x="3226461" y="1751208"/>
              <a:ext cx="294295" cy="25979"/>
            </a:xfrm>
            <a:prstGeom prst="rect">
              <a:avLst/>
            </a:prstGeom>
            <a:solidFill>
              <a:srgbClr val="FFE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0" name="rc1030"/>
            <p:cNvSpPr/>
            <p:nvPr/>
          </p:nvSpPr>
          <p:spPr>
            <a:xfrm>
              <a:off x="3226461" y="177718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1" name="rc1031"/>
            <p:cNvSpPr/>
            <p:nvPr/>
          </p:nvSpPr>
          <p:spPr>
            <a:xfrm>
              <a:off x="3226461" y="1803166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2" name="rc1032"/>
            <p:cNvSpPr/>
            <p:nvPr/>
          </p:nvSpPr>
          <p:spPr>
            <a:xfrm>
              <a:off x="3226461" y="1829146"/>
              <a:ext cx="294295" cy="25979"/>
            </a:xfrm>
            <a:prstGeom prst="rect">
              <a:avLst/>
            </a:prstGeom>
            <a:solidFill>
              <a:srgbClr val="FFC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3" name="rc1033"/>
            <p:cNvSpPr/>
            <p:nvPr/>
          </p:nvSpPr>
          <p:spPr>
            <a:xfrm>
              <a:off x="3226461" y="185512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4" name="rc1034"/>
            <p:cNvSpPr/>
            <p:nvPr/>
          </p:nvSpPr>
          <p:spPr>
            <a:xfrm>
              <a:off x="3226461" y="188110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5" name="rc1035"/>
            <p:cNvSpPr/>
            <p:nvPr/>
          </p:nvSpPr>
          <p:spPr>
            <a:xfrm>
              <a:off x="3226461" y="1907084"/>
              <a:ext cx="294295" cy="25979"/>
            </a:xfrm>
            <a:prstGeom prst="rect">
              <a:avLst/>
            </a:prstGeom>
            <a:solidFill>
              <a:srgbClr val="FFD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6" name="rc1036"/>
            <p:cNvSpPr/>
            <p:nvPr/>
          </p:nvSpPr>
          <p:spPr>
            <a:xfrm>
              <a:off x="3226461" y="193306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7" name="rc1037"/>
            <p:cNvSpPr/>
            <p:nvPr/>
          </p:nvSpPr>
          <p:spPr>
            <a:xfrm>
              <a:off x="3226461" y="1959042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8" name="rc1038"/>
            <p:cNvSpPr/>
            <p:nvPr/>
          </p:nvSpPr>
          <p:spPr>
            <a:xfrm>
              <a:off x="3226461" y="1985021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9" name="rc1039"/>
            <p:cNvSpPr/>
            <p:nvPr/>
          </p:nvSpPr>
          <p:spPr>
            <a:xfrm>
              <a:off x="3226461" y="201100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0" name="rc1040"/>
            <p:cNvSpPr/>
            <p:nvPr/>
          </p:nvSpPr>
          <p:spPr>
            <a:xfrm>
              <a:off x="3226461" y="203698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1" name="rc1041"/>
            <p:cNvSpPr/>
            <p:nvPr/>
          </p:nvSpPr>
          <p:spPr>
            <a:xfrm>
              <a:off x="3226461" y="206295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2" name="rc1042"/>
            <p:cNvSpPr/>
            <p:nvPr/>
          </p:nvSpPr>
          <p:spPr>
            <a:xfrm>
              <a:off x="3226461" y="208893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3" name="rc1043"/>
            <p:cNvSpPr/>
            <p:nvPr/>
          </p:nvSpPr>
          <p:spPr>
            <a:xfrm>
              <a:off x="3226461" y="2114918"/>
              <a:ext cx="294295" cy="25979"/>
            </a:xfrm>
            <a:prstGeom prst="rect">
              <a:avLst/>
            </a:prstGeom>
            <a:solidFill>
              <a:srgbClr val="FFD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4" name="rc1044"/>
            <p:cNvSpPr/>
            <p:nvPr/>
          </p:nvSpPr>
          <p:spPr>
            <a:xfrm>
              <a:off x="3226461" y="2140897"/>
              <a:ext cx="294295" cy="25979"/>
            </a:xfrm>
            <a:prstGeom prst="rect">
              <a:avLst/>
            </a:prstGeom>
            <a:solidFill>
              <a:srgbClr val="FFB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5" name="rc1045"/>
            <p:cNvSpPr/>
            <p:nvPr/>
          </p:nvSpPr>
          <p:spPr>
            <a:xfrm>
              <a:off x="3226461" y="216687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6" name="rc1046"/>
            <p:cNvSpPr/>
            <p:nvPr/>
          </p:nvSpPr>
          <p:spPr>
            <a:xfrm>
              <a:off x="3226461" y="2192856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7" name="rc1047"/>
            <p:cNvSpPr/>
            <p:nvPr/>
          </p:nvSpPr>
          <p:spPr>
            <a:xfrm>
              <a:off x="3226461" y="2218835"/>
              <a:ext cx="294295" cy="25979"/>
            </a:xfrm>
            <a:prstGeom prst="rect">
              <a:avLst/>
            </a:prstGeom>
            <a:solidFill>
              <a:srgbClr val="FF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8" name="rc1048"/>
            <p:cNvSpPr/>
            <p:nvPr/>
          </p:nvSpPr>
          <p:spPr>
            <a:xfrm>
              <a:off x="3226461" y="224481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9" name="rc1049"/>
            <p:cNvSpPr/>
            <p:nvPr/>
          </p:nvSpPr>
          <p:spPr>
            <a:xfrm>
              <a:off x="3226461" y="227079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0" name="rc1050"/>
            <p:cNvSpPr/>
            <p:nvPr/>
          </p:nvSpPr>
          <p:spPr>
            <a:xfrm>
              <a:off x="3226461" y="2296773"/>
              <a:ext cx="294295" cy="25979"/>
            </a:xfrm>
            <a:prstGeom prst="rect">
              <a:avLst/>
            </a:prstGeom>
            <a:solidFill>
              <a:srgbClr val="FFA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1" name="rc1051"/>
            <p:cNvSpPr/>
            <p:nvPr/>
          </p:nvSpPr>
          <p:spPr>
            <a:xfrm>
              <a:off x="3226461" y="232275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2" name="rc1052"/>
            <p:cNvSpPr/>
            <p:nvPr/>
          </p:nvSpPr>
          <p:spPr>
            <a:xfrm>
              <a:off x="3226461" y="2348732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3" name="rc1053"/>
            <p:cNvSpPr/>
            <p:nvPr/>
          </p:nvSpPr>
          <p:spPr>
            <a:xfrm>
              <a:off x="3226461" y="2374711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4" name="rc1054"/>
            <p:cNvSpPr/>
            <p:nvPr/>
          </p:nvSpPr>
          <p:spPr>
            <a:xfrm>
              <a:off x="3226461" y="240069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5" name="rc1055"/>
            <p:cNvSpPr/>
            <p:nvPr/>
          </p:nvSpPr>
          <p:spPr>
            <a:xfrm>
              <a:off x="3226461" y="2426670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6" name="rc1056"/>
            <p:cNvSpPr/>
            <p:nvPr/>
          </p:nvSpPr>
          <p:spPr>
            <a:xfrm>
              <a:off x="3226461" y="245264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7" name="rc1057"/>
            <p:cNvSpPr/>
            <p:nvPr/>
          </p:nvSpPr>
          <p:spPr>
            <a:xfrm>
              <a:off x="3226461" y="247862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8" name="rc1058"/>
            <p:cNvSpPr/>
            <p:nvPr/>
          </p:nvSpPr>
          <p:spPr>
            <a:xfrm>
              <a:off x="3226461" y="2504608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9" name="rc1059"/>
            <p:cNvSpPr/>
            <p:nvPr/>
          </p:nvSpPr>
          <p:spPr>
            <a:xfrm>
              <a:off x="3226461" y="2530587"/>
              <a:ext cx="294295" cy="25979"/>
            </a:xfrm>
            <a:prstGeom prst="rect">
              <a:avLst/>
            </a:prstGeom>
            <a:solidFill>
              <a:srgbClr val="FF2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0" name="rc1060"/>
            <p:cNvSpPr/>
            <p:nvPr/>
          </p:nvSpPr>
          <p:spPr>
            <a:xfrm>
              <a:off x="3226461" y="255656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1" name="rc1061"/>
            <p:cNvSpPr/>
            <p:nvPr/>
          </p:nvSpPr>
          <p:spPr>
            <a:xfrm>
              <a:off x="3226461" y="2582546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2" name="rc1062"/>
            <p:cNvSpPr/>
            <p:nvPr/>
          </p:nvSpPr>
          <p:spPr>
            <a:xfrm>
              <a:off x="3226461" y="2608525"/>
              <a:ext cx="294295" cy="25979"/>
            </a:xfrm>
            <a:prstGeom prst="rect">
              <a:avLst/>
            </a:prstGeom>
            <a:solidFill>
              <a:srgbClr val="FFD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3" name="rc1063"/>
            <p:cNvSpPr/>
            <p:nvPr/>
          </p:nvSpPr>
          <p:spPr>
            <a:xfrm>
              <a:off x="3226461" y="263450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4" name="rc1064"/>
            <p:cNvSpPr/>
            <p:nvPr/>
          </p:nvSpPr>
          <p:spPr>
            <a:xfrm>
              <a:off x="3226461" y="266048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5" name="rc1065"/>
            <p:cNvSpPr/>
            <p:nvPr/>
          </p:nvSpPr>
          <p:spPr>
            <a:xfrm>
              <a:off x="3226461" y="2686463"/>
              <a:ext cx="294295" cy="25979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6" name="rc1066"/>
            <p:cNvSpPr/>
            <p:nvPr/>
          </p:nvSpPr>
          <p:spPr>
            <a:xfrm>
              <a:off x="3226461" y="271244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7" name="rc1067"/>
            <p:cNvSpPr/>
            <p:nvPr/>
          </p:nvSpPr>
          <p:spPr>
            <a:xfrm>
              <a:off x="3226461" y="2738422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8" name="rc1068"/>
            <p:cNvSpPr/>
            <p:nvPr/>
          </p:nvSpPr>
          <p:spPr>
            <a:xfrm>
              <a:off x="3226461" y="2764401"/>
              <a:ext cx="294295" cy="25979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9" name="rc1069"/>
            <p:cNvSpPr/>
            <p:nvPr/>
          </p:nvSpPr>
          <p:spPr>
            <a:xfrm>
              <a:off x="3226461" y="279038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0" name="rc1070"/>
            <p:cNvSpPr/>
            <p:nvPr/>
          </p:nvSpPr>
          <p:spPr>
            <a:xfrm>
              <a:off x="3226461" y="281636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1" name="rc1071"/>
            <p:cNvSpPr/>
            <p:nvPr/>
          </p:nvSpPr>
          <p:spPr>
            <a:xfrm>
              <a:off x="3226461" y="2842339"/>
              <a:ext cx="294295" cy="25979"/>
            </a:xfrm>
            <a:prstGeom prst="rect">
              <a:avLst/>
            </a:prstGeom>
            <a:solidFill>
              <a:srgbClr val="FFA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2" name="rc1072"/>
            <p:cNvSpPr/>
            <p:nvPr/>
          </p:nvSpPr>
          <p:spPr>
            <a:xfrm>
              <a:off x="3226461" y="286831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3" name="rc1073"/>
            <p:cNvSpPr/>
            <p:nvPr/>
          </p:nvSpPr>
          <p:spPr>
            <a:xfrm>
              <a:off x="3226461" y="2894298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4" name="rc1074"/>
            <p:cNvSpPr/>
            <p:nvPr/>
          </p:nvSpPr>
          <p:spPr>
            <a:xfrm>
              <a:off x="3226461" y="2920277"/>
              <a:ext cx="294295" cy="25979"/>
            </a:xfrm>
            <a:prstGeom prst="rect">
              <a:avLst/>
            </a:prstGeom>
            <a:solidFill>
              <a:srgbClr val="FFB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5" name="rc1075"/>
            <p:cNvSpPr/>
            <p:nvPr/>
          </p:nvSpPr>
          <p:spPr>
            <a:xfrm>
              <a:off x="3226461" y="294625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6" name="rc1076"/>
            <p:cNvSpPr/>
            <p:nvPr/>
          </p:nvSpPr>
          <p:spPr>
            <a:xfrm>
              <a:off x="3226461" y="2972236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7" name="rc1077"/>
            <p:cNvSpPr/>
            <p:nvPr/>
          </p:nvSpPr>
          <p:spPr>
            <a:xfrm>
              <a:off x="3226461" y="2998215"/>
              <a:ext cx="294295" cy="25979"/>
            </a:xfrm>
            <a:prstGeom prst="rect">
              <a:avLst/>
            </a:prstGeom>
            <a:solidFill>
              <a:srgbClr val="FFE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8" name="rc1078"/>
            <p:cNvSpPr/>
            <p:nvPr/>
          </p:nvSpPr>
          <p:spPr>
            <a:xfrm>
              <a:off x="3226461" y="302419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9" name="rc1079"/>
            <p:cNvSpPr/>
            <p:nvPr/>
          </p:nvSpPr>
          <p:spPr>
            <a:xfrm>
              <a:off x="3226461" y="305017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0" name="rc1080"/>
            <p:cNvSpPr/>
            <p:nvPr/>
          </p:nvSpPr>
          <p:spPr>
            <a:xfrm>
              <a:off x="3226461" y="3076153"/>
              <a:ext cx="294295" cy="25979"/>
            </a:xfrm>
            <a:prstGeom prst="rect">
              <a:avLst/>
            </a:prstGeom>
            <a:solidFill>
              <a:srgbClr val="FFC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1" name="rc1081"/>
            <p:cNvSpPr/>
            <p:nvPr/>
          </p:nvSpPr>
          <p:spPr>
            <a:xfrm>
              <a:off x="3226461" y="310213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2" name="rc1082"/>
            <p:cNvSpPr/>
            <p:nvPr/>
          </p:nvSpPr>
          <p:spPr>
            <a:xfrm>
              <a:off x="3226461" y="3128112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3" name="rc1083"/>
            <p:cNvSpPr/>
            <p:nvPr/>
          </p:nvSpPr>
          <p:spPr>
            <a:xfrm>
              <a:off x="3226461" y="3154091"/>
              <a:ext cx="294295" cy="25979"/>
            </a:xfrm>
            <a:prstGeom prst="rect">
              <a:avLst/>
            </a:prstGeom>
            <a:solidFill>
              <a:srgbClr val="FF8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4" name="rc1084"/>
            <p:cNvSpPr/>
            <p:nvPr/>
          </p:nvSpPr>
          <p:spPr>
            <a:xfrm>
              <a:off x="3226461" y="318007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5" name="rc1085"/>
            <p:cNvSpPr/>
            <p:nvPr/>
          </p:nvSpPr>
          <p:spPr>
            <a:xfrm>
              <a:off x="3226461" y="3206050"/>
              <a:ext cx="294295" cy="25979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6" name="rc1086"/>
            <p:cNvSpPr/>
            <p:nvPr/>
          </p:nvSpPr>
          <p:spPr>
            <a:xfrm>
              <a:off x="3226461" y="3232029"/>
              <a:ext cx="294295" cy="25979"/>
            </a:xfrm>
            <a:prstGeom prst="rect">
              <a:avLst/>
            </a:prstGeom>
            <a:solidFill>
              <a:srgbClr val="FFD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7" name="rc1087"/>
            <p:cNvSpPr/>
            <p:nvPr/>
          </p:nvSpPr>
          <p:spPr>
            <a:xfrm>
              <a:off x="3226461" y="325800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8" name="rc1088"/>
            <p:cNvSpPr/>
            <p:nvPr/>
          </p:nvSpPr>
          <p:spPr>
            <a:xfrm>
              <a:off x="3226461" y="3283988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9" name="rc1089"/>
            <p:cNvSpPr/>
            <p:nvPr/>
          </p:nvSpPr>
          <p:spPr>
            <a:xfrm>
              <a:off x="3226461" y="3309967"/>
              <a:ext cx="294295" cy="25979"/>
            </a:xfrm>
            <a:prstGeom prst="rect">
              <a:avLst/>
            </a:prstGeom>
            <a:solidFill>
              <a:srgbClr val="FFE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0" name="rc1090"/>
            <p:cNvSpPr/>
            <p:nvPr/>
          </p:nvSpPr>
          <p:spPr>
            <a:xfrm>
              <a:off x="3226461" y="333594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1" name="rc1091"/>
            <p:cNvSpPr/>
            <p:nvPr/>
          </p:nvSpPr>
          <p:spPr>
            <a:xfrm>
              <a:off x="3226461" y="3361926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2" name="rc1092"/>
            <p:cNvSpPr/>
            <p:nvPr/>
          </p:nvSpPr>
          <p:spPr>
            <a:xfrm>
              <a:off x="3226461" y="3387905"/>
              <a:ext cx="294295" cy="25979"/>
            </a:xfrm>
            <a:prstGeom prst="rect">
              <a:avLst/>
            </a:prstGeom>
            <a:solidFill>
              <a:srgbClr val="FFA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3" name="rc1093"/>
            <p:cNvSpPr/>
            <p:nvPr/>
          </p:nvSpPr>
          <p:spPr>
            <a:xfrm>
              <a:off x="3226461" y="341388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4" name="rc1094"/>
            <p:cNvSpPr/>
            <p:nvPr/>
          </p:nvSpPr>
          <p:spPr>
            <a:xfrm>
              <a:off x="3226461" y="3439864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5" name="rc1095"/>
            <p:cNvSpPr/>
            <p:nvPr/>
          </p:nvSpPr>
          <p:spPr>
            <a:xfrm>
              <a:off x="3226461" y="3465843"/>
              <a:ext cx="294295" cy="25979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6" name="rc1096"/>
            <p:cNvSpPr/>
            <p:nvPr/>
          </p:nvSpPr>
          <p:spPr>
            <a:xfrm>
              <a:off x="3226461" y="349182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7" name="rc1097"/>
            <p:cNvSpPr/>
            <p:nvPr/>
          </p:nvSpPr>
          <p:spPr>
            <a:xfrm>
              <a:off x="3226461" y="3517802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8" name="rc1098"/>
            <p:cNvSpPr/>
            <p:nvPr/>
          </p:nvSpPr>
          <p:spPr>
            <a:xfrm>
              <a:off x="3226461" y="3543781"/>
              <a:ext cx="294295" cy="25979"/>
            </a:xfrm>
            <a:prstGeom prst="rect">
              <a:avLst/>
            </a:prstGeom>
            <a:solidFill>
              <a:srgbClr val="FFA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9" name="rc1099"/>
            <p:cNvSpPr/>
            <p:nvPr/>
          </p:nvSpPr>
          <p:spPr>
            <a:xfrm>
              <a:off x="3226461" y="356976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0" name="rc1100"/>
            <p:cNvSpPr/>
            <p:nvPr/>
          </p:nvSpPr>
          <p:spPr>
            <a:xfrm>
              <a:off x="3226461" y="3595740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1" name="rc1101"/>
            <p:cNvSpPr/>
            <p:nvPr/>
          </p:nvSpPr>
          <p:spPr>
            <a:xfrm>
              <a:off x="3226461" y="3621719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2" name="rc1102"/>
            <p:cNvSpPr/>
            <p:nvPr/>
          </p:nvSpPr>
          <p:spPr>
            <a:xfrm>
              <a:off x="3226461" y="364769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3" name="rc1103"/>
            <p:cNvSpPr/>
            <p:nvPr/>
          </p:nvSpPr>
          <p:spPr>
            <a:xfrm>
              <a:off x="3226461" y="3673677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4" name="rc1104"/>
            <p:cNvSpPr/>
            <p:nvPr/>
          </p:nvSpPr>
          <p:spPr>
            <a:xfrm>
              <a:off x="3226461" y="3699657"/>
              <a:ext cx="294295" cy="25979"/>
            </a:xfrm>
            <a:prstGeom prst="rect">
              <a:avLst/>
            </a:prstGeom>
            <a:solidFill>
              <a:srgbClr val="FFC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5" name="rc1105"/>
            <p:cNvSpPr/>
            <p:nvPr/>
          </p:nvSpPr>
          <p:spPr>
            <a:xfrm>
              <a:off x="3226461" y="372563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6" name="rc1106"/>
            <p:cNvSpPr/>
            <p:nvPr/>
          </p:nvSpPr>
          <p:spPr>
            <a:xfrm>
              <a:off x="3226461" y="375161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7" name="rc1107"/>
            <p:cNvSpPr/>
            <p:nvPr/>
          </p:nvSpPr>
          <p:spPr>
            <a:xfrm>
              <a:off x="3226461" y="3777595"/>
              <a:ext cx="294295" cy="25979"/>
            </a:xfrm>
            <a:prstGeom prst="rect">
              <a:avLst/>
            </a:prstGeom>
            <a:solidFill>
              <a:srgbClr val="FFA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8" name="rc1108"/>
            <p:cNvSpPr/>
            <p:nvPr/>
          </p:nvSpPr>
          <p:spPr>
            <a:xfrm>
              <a:off x="3226461" y="380357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9" name="rc1109"/>
            <p:cNvSpPr/>
            <p:nvPr/>
          </p:nvSpPr>
          <p:spPr>
            <a:xfrm>
              <a:off x="3226461" y="3829553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0" name="rc1110"/>
            <p:cNvSpPr/>
            <p:nvPr/>
          </p:nvSpPr>
          <p:spPr>
            <a:xfrm>
              <a:off x="3226461" y="3855533"/>
              <a:ext cx="294295" cy="25979"/>
            </a:xfrm>
            <a:prstGeom prst="rect">
              <a:avLst/>
            </a:prstGeom>
            <a:solidFill>
              <a:srgbClr val="FFE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1" name="rc1111"/>
            <p:cNvSpPr/>
            <p:nvPr/>
          </p:nvSpPr>
          <p:spPr>
            <a:xfrm>
              <a:off x="3226461" y="388151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2" name="rc1112"/>
            <p:cNvSpPr/>
            <p:nvPr/>
          </p:nvSpPr>
          <p:spPr>
            <a:xfrm>
              <a:off x="3226461" y="390749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3" name="rc1113"/>
            <p:cNvSpPr/>
            <p:nvPr/>
          </p:nvSpPr>
          <p:spPr>
            <a:xfrm>
              <a:off x="3226461" y="3933471"/>
              <a:ext cx="294295" cy="25979"/>
            </a:xfrm>
            <a:prstGeom prst="rect">
              <a:avLst/>
            </a:prstGeom>
            <a:solidFill>
              <a:srgbClr val="FFD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4" name="rc1114"/>
            <p:cNvSpPr/>
            <p:nvPr/>
          </p:nvSpPr>
          <p:spPr>
            <a:xfrm>
              <a:off x="3226461" y="395945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5" name="rc1115"/>
            <p:cNvSpPr/>
            <p:nvPr/>
          </p:nvSpPr>
          <p:spPr>
            <a:xfrm>
              <a:off x="3226461" y="3985429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6" name="rc1116"/>
            <p:cNvSpPr/>
            <p:nvPr/>
          </p:nvSpPr>
          <p:spPr>
            <a:xfrm>
              <a:off x="3226461" y="4011409"/>
              <a:ext cx="294295" cy="25979"/>
            </a:xfrm>
            <a:prstGeom prst="rect">
              <a:avLst/>
            </a:prstGeom>
            <a:solidFill>
              <a:srgbClr val="FFC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7" name="rc1117"/>
            <p:cNvSpPr/>
            <p:nvPr/>
          </p:nvSpPr>
          <p:spPr>
            <a:xfrm>
              <a:off x="3226461" y="403738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8" name="rc1118"/>
            <p:cNvSpPr/>
            <p:nvPr/>
          </p:nvSpPr>
          <p:spPr>
            <a:xfrm>
              <a:off x="3226461" y="4063367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9" name="rc1119"/>
            <p:cNvSpPr/>
            <p:nvPr/>
          </p:nvSpPr>
          <p:spPr>
            <a:xfrm>
              <a:off x="3226461" y="4089347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0" name="rc1120"/>
            <p:cNvSpPr/>
            <p:nvPr/>
          </p:nvSpPr>
          <p:spPr>
            <a:xfrm>
              <a:off x="3226461" y="411532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1" name="rc1121"/>
            <p:cNvSpPr/>
            <p:nvPr/>
          </p:nvSpPr>
          <p:spPr>
            <a:xfrm>
              <a:off x="3226461" y="4141305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2" name="rc1122"/>
            <p:cNvSpPr/>
            <p:nvPr/>
          </p:nvSpPr>
          <p:spPr>
            <a:xfrm>
              <a:off x="3226461" y="4167285"/>
              <a:ext cx="294295" cy="25979"/>
            </a:xfrm>
            <a:prstGeom prst="rect">
              <a:avLst/>
            </a:prstGeom>
            <a:solidFill>
              <a:srgbClr val="FFD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3" name="rc1123"/>
            <p:cNvSpPr/>
            <p:nvPr/>
          </p:nvSpPr>
          <p:spPr>
            <a:xfrm>
              <a:off x="3226461" y="419326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4" name="rc1124"/>
            <p:cNvSpPr/>
            <p:nvPr/>
          </p:nvSpPr>
          <p:spPr>
            <a:xfrm>
              <a:off x="3226461" y="4219243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5" name="rc1125"/>
            <p:cNvSpPr/>
            <p:nvPr/>
          </p:nvSpPr>
          <p:spPr>
            <a:xfrm>
              <a:off x="3226461" y="4245223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6" name="rc1126"/>
            <p:cNvSpPr/>
            <p:nvPr/>
          </p:nvSpPr>
          <p:spPr>
            <a:xfrm>
              <a:off x="3226461" y="427120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7" name="rc1127"/>
            <p:cNvSpPr/>
            <p:nvPr/>
          </p:nvSpPr>
          <p:spPr>
            <a:xfrm>
              <a:off x="3226461" y="4297181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8" name="rc1128"/>
            <p:cNvSpPr/>
            <p:nvPr/>
          </p:nvSpPr>
          <p:spPr>
            <a:xfrm>
              <a:off x="3226461" y="4323161"/>
              <a:ext cx="294295" cy="25979"/>
            </a:xfrm>
            <a:prstGeom prst="rect">
              <a:avLst/>
            </a:prstGeom>
            <a:solidFill>
              <a:srgbClr val="FFE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9" name="rc1129"/>
            <p:cNvSpPr/>
            <p:nvPr/>
          </p:nvSpPr>
          <p:spPr>
            <a:xfrm>
              <a:off x="3226461" y="434914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0" name="rc1130"/>
            <p:cNvSpPr/>
            <p:nvPr/>
          </p:nvSpPr>
          <p:spPr>
            <a:xfrm>
              <a:off x="3226461" y="4375119"/>
              <a:ext cx="294295" cy="25979"/>
            </a:xfrm>
            <a:prstGeom prst="rect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1" name="rc1131"/>
            <p:cNvSpPr/>
            <p:nvPr/>
          </p:nvSpPr>
          <p:spPr>
            <a:xfrm>
              <a:off x="3226461" y="4401099"/>
              <a:ext cx="294295" cy="25979"/>
            </a:xfrm>
            <a:prstGeom prst="rect">
              <a:avLst/>
            </a:prstGeom>
            <a:solidFill>
              <a:srgbClr val="FF2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2" name="rc1132"/>
            <p:cNvSpPr/>
            <p:nvPr/>
          </p:nvSpPr>
          <p:spPr>
            <a:xfrm>
              <a:off x="3226461" y="442707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3" name="rc1133"/>
            <p:cNvSpPr/>
            <p:nvPr/>
          </p:nvSpPr>
          <p:spPr>
            <a:xfrm>
              <a:off x="3226461" y="4453057"/>
              <a:ext cx="294295" cy="25979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4" name="rc1134"/>
            <p:cNvSpPr/>
            <p:nvPr/>
          </p:nvSpPr>
          <p:spPr>
            <a:xfrm>
              <a:off x="3226461" y="4479037"/>
              <a:ext cx="294295" cy="25979"/>
            </a:xfrm>
            <a:prstGeom prst="rect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5" name="rc1135"/>
            <p:cNvSpPr/>
            <p:nvPr/>
          </p:nvSpPr>
          <p:spPr>
            <a:xfrm>
              <a:off x="3226461" y="450501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6" name="rc1136"/>
            <p:cNvSpPr/>
            <p:nvPr/>
          </p:nvSpPr>
          <p:spPr>
            <a:xfrm>
              <a:off x="3226461" y="4530995"/>
              <a:ext cx="294295" cy="25979"/>
            </a:xfrm>
            <a:prstGeom prst="rect">
              <a:avLst/>
            </a:prstGeom>
            <a:solidFill>
              <a:srgbClr val="FF4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7" name="rc1137"/>
            <p:cNvSpPr/>
            <p:nvPr/>
          </p:nvSpPr>
          <p:spPr>
            <a:xfrm>
              <a:off x="3226461" y="4556974"/>
              <a:ext cx="294295" cy="25979"/>
            </a:xfrm>
            <a:prstGeom prst="rect">
              <a:avLst/>
            </a:prstGeom>
            <a:solidFill>
              <a:srgbClr val="FF3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8" name="rc1138"/>
            <p:cNvSpPr/>
            <p:nvPr/>
          </p:nvSpPr>
          <p:spPr>
            <a:xfrm>
              <a:off x="3226461" y="458295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9" name="rc1139"/>
            <p:cNvSpPr/>
            <p:nvPr/>
          </p:nvSpPr>
          <p:spPr>
            <a:xfrm>
              <a:off x="3226461" y="4608933"/>
              <a:ext cx="294295" cy="25979"/>
            </a:xfrm>
            <a:prstGeom prst="rect">
              <a:avLst/>
            </a:prstGeom>
            <a:solidFill>
              <a:srgbClr val="FF2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0" name="rc1140"/>
            <p:cNvSpPr/>
            <p:nvPr/>
          </p:nvSpPr>
          <p:spPr>
            <a:xfrm>
              <a:off x="3226461" y="4634912"/>
              <a:ext cx="294295" cy="25979"/>
            </a:xfrm>
            <a:prstGeom prst="rect">
              <a:avLst/>
            </a:prstGeom>
            <a:solidFill>
              <a:srgbClr val="FF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1" name="rc1141"/>
            <p:cNvSpPr/>
            <p:nvPr/>
          </p:nvSpPr>
          <p:spPr>
            <a:xfrm>
              <a:off x="3226461" y="466089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2" name="rc1142"/>
            <p:cNvSpPr/>
            <p:nvPr/>
          </p:nvSpPr>
          <p:spPr>
            <a:xfrm>
              <a:off x="3226461" y="4686871"/>
              <a:ext cx="294295" cy="25979"/>
            </a:xfrm>
            <a:prstGeom prst="rect">
              <a:avLst/>
            </a:prstGeom>
            <a:solidFill>
              <a:srgbClr val="FF7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3" name="rc1143"/>
            <p:cNvSpPr/>
            <p:nvPr/>
          </p:nvSpPr>
          <p:spPr>
            <a:xfrm>
              <a:off x="3226461" y="4712850"/>
              <a:ext cx="294295" cy="25979"/>
            </a:xfrm>
            <a:prstGeom prst="rect">
              <a:avLst/>
            </a:prstGeom>
            <a:solidFill>
              <a:srgbClr val="FF6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4" name="rc1144"/>
            <p:cNvSpPr/>
            <p:nvPr/>
          </p:nvSpPr>
          <p:spPr>
            <a:xfrm>
              <a:off x="3226461" y="473883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5" name="rc1145"/>
            <p:cNvSpPr/>
            <p:nvPr/>
          </p:nvSpPr>
          <p:spPr>
            <a:xfrm>
              <a:off x="3226461" y="4764809"/>
              <a:ext cx="294295" cy="25979"/>
            </a:xfrm>
            <a:prstGeom prst="rect">
              <a:avLst/>
            </a:prstGeom>
            <a:solidFill>
              <a:srgbClr val="FF6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6" name="rc1146"/>
            <p:cNvSpPr/>
            <p:nvPr/>
          </p:nvSpPr>
          <p:spPr>
            <a:xfrm>
              <a:off x="3226461" y="4790788"/>
              <a:ext cx="294295" cy="25979"/>
            </a:xfrm>
            <a:prstGeom prst="rect">
              <a:avLst/>
            </a:prstGeom>
            <a:solidFill>
              <a:srgbClr val="FF8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7" name="rc1147"/>
            <p:cNvSpPr/>
            <p:nvPr/>
          </p:nvSpPr>
          <p:spPr>
            <a:xfrm>
              <a:off x="3226461" y="481676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8" name="rc1148"/>
            <p:cNvSpPr/>
            <p:nvPr/>
          </p:nvSpPr>
          <p:spPr>
            <a:xfrm>
              <a:off x="3226461" y="4842747"/>
              <a:ext cx="294295" cy="25979"/>
            </a:xfrm>
            <a:prstGeom prst="rect">
              <a:avLst/>
            </a:prstGeom>
            <a:solidFill>
              <a:srgbClr val="FFB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9" name="rc1149"/>
            <p:cNvSpPr/>
            <p:nvPr/>
          </p:nvSpPr>
          <p:spPr>
            <a:xfrm>
              <a:off x="3226461" y="4868726"/>
              <a:ext cx="294295" cy="25979"/>
            </a:xfrm>
            <a:prstGeom prst="rect">
              <a:avLst/>
            </a:prstGeom>
            <a:solidFill>
              <a:srgbClr val="FF6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0" name="rc1150"/>
            <p:cNvSpPr/>
            <p:nvPr/>
          </p:nvSpPr>
          <p:spPr>
            <a:xfrm>
              <a:off x="3226461" y="489470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1" name="rc1151"/>
            <p:cNvSpPr/>
            <p:nvPr/>
          </p:nvSpPr>
          <p:spPr>
            <a:xfrm>
              <a:off x="3226461" y="4920685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2" name="rc1152"/>
            <p:cNvSpPr/>
            <p:nvPr/>
          </p:nvSpPr>
          <p:spPr>
            <a:xfrm>
              <a:off x="3226461" y="4946664"/>
              <a:ext cx="294295" cy="25979"/>
            </a:xfrm>
            <a:prstGeom prst="rect">
              <a:avLst/>
            </a:prstGeom>
            <a:solidFill>
              <a:srgbClr val="FF4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3" name="rc1153"/>
            <p:cNvSpPr/>
            <p:nvPr/>
          </p:nvSpPr>
          <p:spPr>
            <a:xfrm>
              <a:off x="3226461" y="497264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4" name="rc1154"/>
            <p:cNvSpPr/>
            <p:nvPr/>
          </p:nvSpPr>
          <p:spPr>
            <a:xfrm>
              <a:off x="3226461" y="4998623"/>
              <a:ext cx="294295" cy="25979"/>
            </a:xfrm>
            <a:prstGeom prst="rect">
              <a:avLst/>
            </a:prstGeom>
            <a:solidFill>
              <a:srgbClr val="FFB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5" name="rc1155"/>
            <p:cNvSpPr/>
            <p:nvPr/>
          </p:nvSpPr>
          <p:spPr>
            <a:xfrm>
              <a:off x="3226461" y="5024602"/>
              <a:ext cx="294295" cy="25979"/>
            </a:xfrm>
            <a:prstGeom prst="rect">
              <a:avLst/>
            </a:prstGeom>
            <a:solidFill>
              <a:srgbClr val="FFA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6" name="rc1156"/>
            <p:cNvSpPr/>
            <p:nvPr/>
          </p:nvSpPr>
          <p:spPr>
            <a:xfrm>
              <a:off x="3226461" y="5050582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7" name="rc1157"/>
            <p:cNvSpPr/>
            <p:nvPr/>
          </p:nvSpPr>
          <p:spPr>
            <a:xfrm>
              <a:off x="3226461" y="5076561"/>
              <a:ext cx="294295" cy="25979"/>
            </a:xfrm>
            <a:prstGeom prst="rect">
              <a:avLst/>
            </a:prstGeom>
            <a:solidFill>
              <a:srgbClr val="FF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8" name="rc1158"/>
            <p:cNvSpPr/>
            <p:nvPr/>
          </p:nvSpPr>
          <p:spPr>
            <a:xfrm>
              <a:off x="3226461" y="5102540"/>
              <a:ext cx="294295" cy="25979"/>
            </a:xfrm>
            <a:prstGeom prst="rect">
              <a:avLst/>
            </a:prstGeom>
            <a:solidFill>
              <a:srgbClr val="FF7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9" name="rc1159"/>
            <p:cNvSpPr/>
            <p:nvPr/>
          </p:nvSpPr>
          <p:spPr>
            <a:xfrm>
              <a:off x="3226461" y="5128520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0" name="rc1160"/>
            <p:cNvSpPr/>
            <p:nvPr/>
          </p:nvSpPr>
          <p:spPr>
            <a:xfrm>
              <a:off x="3226461" y="5154499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1" name="rc1161"/>
            <p:cNvSpPr/>
            <p:nvPr/>
          </p:nvSpPr>
          <p:spPr>
            <a:xfrm>
              <a:off x="3226461" y="5180478"/>
              <a:ext cx="294295" cy="25979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2" name="rc1162"/>
            <p:cNvSpPr/>
            <p:nvPr/>
          </p:nvSpPr>
          <p:spPr>
            <a:xfrm>
              <a:off x="3226461" y="5206458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3" name="rc1163"/>
            <p:cNvSpPr/>
            <p:nvPr/>
          </p:nvSpPr>
          <p:spPr>
            <a:xfrm>
              <a:off x="3226461" y="5232437"/>
              <a:ext cx="294295" cy="25979"/>
            </a:xfrm>
            <a:prstGeom prst="rect">
              <a:avLst/>
            </a:prstGeom>
            <a:solidFill>
              <a:srgbClr val="FF9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4" name="rc1164"/>
            <p:cNvSpPr/>
            <p:nvPr/>
          </p:nvSpPr>
          <p:spPr>
            <a:xfrm>
              <a:off x="3226461" y="5258416"/>
              <a:ext cx="294295" cy="25979"/>
            </a:xfrm>
            <a:prstGeom prst="rect">
              <a:avLst/>
            </a:prstGeom>
            <a:solidFill>
              <a:srgbClr val="FFD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5" name="rc1165"/>
            <p:cNvSpPr/>
            <p:nvPr/>
          </p:nvSpPr>
          <p:spPr>
            <a:xfrm>
              <a:off x="3226461" y="5284396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6" name="rc1166"/>
            <p:cNvSpPr/>
            <p:nvPr/>
          </p:nvSpPr>
          <p:spPr>
            <a:xfrm>
              <a:off x="3226461" y="5310375"/>
              <a:ext cx="294295" cy="25979"/>
            </a:xfrm>
            <a:prstGeom prst="rect">
              <a:avLst/>
            </a:prstGeom>
            <a:solidFill>
              <a:srgbClr val="FFD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7" name="rc1167"/>
            <p:cNvSpPr/>
            <p:nvPr/>
          </p:nvSpPr>
          <p:spPr>
            <a:xfrm>
              <a:off x="3226461" y="5336354"/>
              <a:ext cx="294295" cy="25979"/>
            </a:xfrm>
            <a:prstGeom prst="rect">
              <a:avLst/>
            </a:prstGeom>
            <a:solidFill>
              <a:srgbClr val="FF9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8" name="rc1168"/>
            <p:cNvSpPr/>
            <p:nvPr/>
          </p:nvSpPr>
          <p:spPr>
            <a:xfrm>
              <a:off x="3226461" y="5362334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9" name="rc1169"/>
            <p:cNvSpPr/>
            <p:nvPr/>
          </p:nvSpPr>
          <p:spPr>
            <a:xfrm>
              <a:off x="3226461" y="5388313"/>
              <a:ext cx="294295" cy="25979"/>
            </a:xfrm>
            <a:prstGeom prst="rect">
              <a:avLst/>
            </a:prstGeom>
            <a:solidFill>
              <a:srgbClr val="FFE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0" name="rc1170"/>
            <p:cNvSpPr/>
            <p:nvPr/>
          </p:nvSpPr>
          <p:spPr>
            <a:xfrm>
              <a:off x="3226461" y="5414292"/>
              <a:ext cx="294295" cy="25979"/>
            </a:xfrm>
            <a:prstGeom prst="rect">
              <a:avLst/>
            </a:prstGeom>
            <a:solidFill>
              <a:srgbClr val="FF8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1" name="rc1171"/>
            <p:cNvSpPr/>
            <p:nvPr/>
          </p:nvSpPr>
          <p:spPr>
            <a:xfrm>
              <a:off x="3226461" y="544027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2" name="rc1172"/>
            <p:cNvSpPr/>
            <p:nvPr/>
          </p:nvSpPr>
          <p:spPr>
            <a:xfrm>
              <a:off x="3226461" y="5466251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3" name="rc1173"/>
            <p:cNvSpPr/>
            <p:nvPr/>
          </p:nvSpPr>
          <p:spPr>
            <a:xfrm>
              <a:off x="3226461" y="5492230"/>
              <a:ext cx="294295" cy="25979"/>
            </a:xfrm>
            <a:prstGeom prst="rect">
              <a:avLst/>
            </a:prstGeom>
            <a:solidFill>
              <a:srgbClr val="FF6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4" name="rc1174"/>
            <p:cNvSpPr/>
            <p:nvPr/>
          </p:nvSpPr>
          <p:spPr>
            <a:xfrm>
              <a:off x="3226461" y="551820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5" name="rc1175"/>
            <p:cNvSpPr/>
            <p:nvPr/>
          </p:nvSpPr>
          <p:spPr>
            <a:xfrm>
              <a:off x="3226461" y="5544189"/>
              <a:ext cx="294295" cy="25979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6" name="rc1176"/>
            <p:cNvSpPr/>
            <p:nvPr/>
          </p:nvSpPr>
          <p:spPr>
            <a:xfrm>
              <a:off x="3226461" y="5570168"/>
              <a:ext cx="294295" cy="25979"/>
            </a:xfrm>
            <a:prstGeom prst="rect">
              <a:avLst/>
            </a:prstGeom>
            <a:solidFill>
              <a:srgbClr val="FF6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7" name="rc1177"/>
            <p:cNvSpPr/>
            <p:nvPr/>
          </p:nvSpPr>
          <p:spPr>
            <a:xfrm>
              <a:off x="3226461" y="559614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8" name="rc1178"/>
            <p:cNvSpPr/>
            <p:nvPr/>
          </p:nvSpPr>
          <p:spPr>
            <a:xfrm>
              <a:off x="3226461" y="5622127"/>
              <a:ext cx="294295" cy="25979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9" name="rc1179"/>
            <p:cNvSpPr/>
            <p:nvPr/>
          </p:nvSpPr>
          <p:spPr>
            <a:xfrm>
              <a:off x="3226461" y="5648106"/>
              <a:ext cx="294295" cy="25979"/>
            </a:xfrm>
            <a:prstGeom prst="rect">
              <a:avLst/>
            </a:prstGeom>
            <a:solidFill>
              <a:srgbClr val="FF8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0" name="rc1180"/>
            <p:cNvSpPr/>
            <p:nvPr/>
          </p:nvSpPr>
          <p:spPr>
            <a:xfrm>
              <a:off x="3226461" y="567408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1" name="rc1181"/>
            <p:cNvSpPr/>
            <p:nvPr/>
          </p:nvSpPr>
          <p:spPr>
            <a:xfrm>
              <a:off x="3226461" y="5700065"/>
              <a:ext cx="294295" cy="25979"/>
            </a:xfrm>
            <a:prstGeom prst="rect">
              <a:avLst/>
            </a:prstGeom>
            <a:solidFill>
              <a:srgbClr val="FFE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2" name="rc1182"/>
            <p:cNvSpPr/>
            <p:nvPr/>
          </p:nvSpPr>
          <p:spPr>
            <a:xfrm>
              <a:off x="3226461" y="5726044"/>
              <a:ext cx="294295" cy="25979"/>
            </a:xfrm>
            <a:prstGeom prst="rect">
              <a:avLst/>
            </a:prstGeom>
            <a:solidFill>
              <a:srgbClr val="FF9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3" name="rc1183"/>
            <p:cNvSpPr/>
            <p:nvPr/>
          </p:nvSpPr>
          <p:spPr>
            <a:xfrm>
              <a:off x="3226461" y="575202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4" name="rc1184"/>
            <p:cNvSpPr/>
            <p:nvPr/>
          </p:nvSpPr>
          <p:spPr>
            <a:xfrm>
              <a:off x="3226461" y="5778003"/>
              <a:ext cx="294295" cy="25979"/>
            </a:xfrm>
            <a:prstGeom prst="rect">
              <a:avLst/>
            </a:prstGeom>
            <a:solidFill>
              <a:srgbClr val="FFE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5" name="rc1185"/>
            <p:cNvSpPr/>
            <p:nvPr/>
          </p:nvSpPr>
          <p:spPr>
            <a:xfrm>
              <a:off x="3226461" y="5803982"/>
              <a:ext cx="294295" cy="25979"/>
            </a:xfrm>
            <a:prstGeom prst="rect">
              <a:avLst/>
            </a:prstGeom>
            <a:solidFill>
              <a:srgbClr val="FF9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6" name="rc1186"/>
            <p:cNvSpPr/>
            <p:nvPr/>
          </p:nvSpPr>
          <p:spPr>
            <a:xfrm>
              <a:off x="3226461" y="582996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7" name="rc1187"/>
            <p:cNvSpPr/>
            <p:nvPr/>
          </p:nvSpPr>
          <p:spPr>
            <a:xfrm>
              <a:off x="3226461" y="5855941"/>
              <a:ext cx="294295" cy="25979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8" name="rc1188"/>
            <p:cNvSpPr/>
            <p:nvPr/>
          </p:nvSpPr>
          <p:spPr>
            <a:xfrm>
              <a:off x="3226461" y="5881920"/>
              <a:ext cx="294295" cy="25979"/>
            </a:xfrm>
            <a:prstGeom prst="rect">
              <a:avLst/>
            </a:prstGeom>
            <a:solidFill>
              <a:srgbClr val="FF8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9" name="rc1189"/>
            <p:cNvSpPr/>
            <p:nvPr/>
          </p:nvSpPr>
          <p:spPr>
            <a:xfrm>
              <a:off x="3226461" y="5907899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0" name="rc1190"/>
            <p:cNvSpPr/>
            <p:nvPr/>
          </p:nvSpPr>
          <p:spPr>
            <a:xfrm>
              <a:off x="3226461" y="5933879"/>
              <a:ext cx="294295" cy="25979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1" name="rc1191"/>
            <p:cNvSpPr/>
            <p:nvPr/>
          </p:nvSpPr>
          <p:spPr>
            <a:xfrm>
              <a:off x="3226461" y="5959858"/>
              <a:ext cx="294295" cy="25979"/>
            </a:xfrm>
            <a:prstGeom prst="rect">
              <a:avLst/>
            </a:prstGeom>
            <a:solidFill>
              <a:srgbClr val="FF8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2" name="rc1192"/>
            <p:cNvSpPr/>
            <p:nvPr/>
          </p:nvSpPr>
          <p:spPr>
            <a:xfrm>
              <a:off x="3226461" y="5985837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3" name="rc1193"/>
            <p:cNvSpPr/>
            <p:nvPr/>
          </p:nvSpPr>
          <p:spPr>
            <a:xfrm>
              <a:off x="3226461" y="6011817"/>
              <a:ext cx="294295" cy="25979"/>
            </a:xfrm>
            <a:prstGeom prst="rect">
              <a:avLst/>
            </a:prstGeom>
            <a:solidFill>
              <a:srgbClr val="FFE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4" name="rc1194"/>
            <p:cNvSpPr/>
            <p:nvPr/>
          </p:nvSpPr>
          <p:spPr>
            <a:xfrm>
              <a:off x="3226461" y="6037796"/>
              <a:ext cx="294295" cy="25979"/>
            </a:xfrm>
            <a:prstGeom prst="rect">
              <a:avLst/>
            </a:prstGeom>
            <a:solidFill>
              <a:srgbClr val="FF9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5" name="rc1195"/>
            <p:cNvSpPr/>
            <p:nvPr/>
          </p:nvSpPr>
          <p:spPr>
            <a:xfrm>
              <a:off x="3226461" y="6063775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6" name="rc1196"/>
            <p:cNvSpPr/>
            <p:nvPr/>
          </p:nvSpPr>
          <p:spPr>
            <a:xfrm>
              <a:off x="3226461" y="6089755"/>
              <a:ext cx="294295" cy="25979"/>
            </a:xfrm>
            <a:prstGeom prst="rect">
              <a:avLst/>
            </a:prstGeom>
            <a:solidFill>
              <a:srgbClr val="FFE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7" name="rc1197"/>
            <p:cNvSpPr/>
            <p:nvPr/>
          </p:nvSpPr>
          <p:spPr>
            <a:xfrm>
              <a:off x="3226461" y="6115734"/>
              <a:ext cx="294295" cy="25979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8" name="rc1198"/>
            <p:cNvSpPr/>
            <p:nvPr/>
          </p:nvSpPr>
          <p:spPr>
            <a:xfrm>
              <a:off x="3226461" y="6141713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9" name="rc1199"/>
            <p:cNvSpPr/>
            <p:nvPr/>
          </p:nvSpPr>
          <p:spPr>
            <a:xfrm>
              <a:off x="3226461" y="6167693"/>
              <a:ext cx="294295" cy="2597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0" name="rc1200"/>
            <p:cNvSpPr/>
            <p:nvPr/>
          </p:nvSpPr>
          <p:spPr>
            <a:xfrm>
              <a:off x="3226461" y="6193672"/>
              <a:ext cx="294295" cy="25979"/>
            </a:xfrm>
            <a:prstGeom prst="rect">
              <a:avLst/>
            </a:prstGeom>
            <a:solidFill>
              <a:srgbClr val="FFA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1" name="rc1201"/>
            <p:cNvSpPr/>
            <p:nvPr/>
          </p:nvSpPr>
          <p:spPr>
            <a:xfrm>
              <a:off x="3226461" y="6219651"/>
              <a:ext cx="294295" cy="2597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2" name="rc1202"/>
            <p:cNvSpPr/>
            <p:nvPr/>
          </p:nvSpPr>
          <p:spPr>
            <a:xfrm>
              <a:off x="3226461" y="6245630"/>
              <a:ext cx="294295" cy="25979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3" name="rc1203"/>
            <p:cNvSpPr/>
            <p:nvPr/>
          </p:nvSpPr>
          <p:spPr>
            <a:xfrm>
              <a:off x="3226461" y="6271610"/>
              <a:ext cx="294295" cy="25979"/>
            </a:xfrm>
            <a:prstGeom prst="rect">
              <a:avLst/>
            </a:prstGeom>
            <a:solidFill>
              <a:srgbClr val="FFA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1899282" y="1111867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1899282" y="1423619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1899282" y="3242172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1899282" y="3372068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1899282" y="3839696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1899282" y="4073510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1899282" y="4333303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1899282" y="5320518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1899282" y="5502373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1899282" y="5788146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2193578" y="1189805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2193578" y="1423619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2193578" y="1813309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2193578" y="3138255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2193578" y="4073510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2193578" y="5008766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2193578" y="5866083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2487874" y="1423619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2487874" y="2592689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2487874" y="3320110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2487874" y="3787738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2487874" y="4021552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2487874" y="4489179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2487874" y="5190621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2487874" y="5320518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2782170" y="1215785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2782170" y="1579495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2782170" y="3216193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2782170" y="3372068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2782170" y="3553924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2782170" y="3787738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2782170" y="4099490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6" name="pt1236"/>
            <p:cNvSpPr/>
            <p:nvPr/>
          </p:nvSpPr>
          <p:spPr>
            <a:xfrm>
              <a:off x="2782170" y="4956807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7" name="pt1237"/>
            <p:cNvSpPr/>
            <p:nvPr/>
          </p:nvSpPr>
          <p:spPr>
            <a:xfrm>
              <a:off x="2782170" y="5580311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8" name="pt1238"/>
            <p:cNvSpPr/>
            <p:nvPr/>
          </p:nvSpPr>
          <p:spPr>
            <a:xfrm>
              <a:off x="3076466" y="4151448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9" name="pt1239"/>
            <p:cNvSpPr/>
            <p:nvPr/>
          </p:nvSpPr>
          <p:spPr>
            <a:xfrm>
              <a:off x="3076466" y="5580311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0" name="pt1240"/>
            <p:cNvSpPr/>
            <p:nvPr/>
          </p:nvSpPr>
          <p:spPr>
            <a:xfrm>
              <a:off x="3370762" y="1917226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1" name="pt1241"/>
            <p:cNvSpPr/>
            <p:nvPr/>
          </p:nvSpPr>
          <p:spPr>
            <a:xfrm>
              <a:off x="3370762" y="2125061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2" name="pt1242"/>
            <p:cNvSpPr/>
            <p:nvPr/>
          </p:nvSpPr>
          <p:spPr>
            <a:xfrm>
              <a:off x="3370762" y="3761758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3" name="pt1243"/>
            <p:cNvSpPr/>
            <p:nvPr/>
          </p:nvSpPr>
          <p:spPr>
            <a:xfrm>
              <a:off x="3370762" y="4177427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4" name="pt1244"/>
            <p:cNvSpPr/>
            <p:nvPr/>
          </p:nvSpPr>
          <p:spPr>
            <a:xfrm>
              <a:off x="3370762" y="5710208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5" name="pt1245"/>
            <p:cNvSpPr/>
            <p:nvPr/>
          </p:nvSpPr>
          <p:spPr>
            <a:xfrm>
              <a:off x="3370762" y="6099897"/>
              <a:ext cx="5693" cy="5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1878089" y="113246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1870967" y="113658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1870967" y="113658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1902129" y="113246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1895007" y="113658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1895007" y="113658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1926169" y="113246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1919047" y="113658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l1254"/>
            <p:cNvSpPr/>
            <p:nvPr/>
          </p:nvSpPr>
          <p:spPr>
            <a:xfrm>
              <a:off x="1919047" y="113658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5"/>
            <p:cNvSpPr/>
            <p:nvPr/>
          </p:nvSpPr>
          <p:spPr>
            <a:xfrm>
              <a:off x="1890109" y="230153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l1256"/>
            <p:cNvSpPr/>
            <p:nvPr/>
          </p:nvSpPr>
          <p:spPr>
            <a:xfrm>
              <a:off x="1882987" y="230565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l1257"/>
            <p:cNvSpPr/>
            <p:nvPr/>
          </p:nvSpPr>
          <p:spPr>
            <a:xfrm>
              <a:off x="1882987" y="230565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l1258"/>
            <p:cNvSpPr/>
            <p:nvPr/>
          </p:nvSpPr>
          <p:spPr>
            <a:xfrm>
              <a:off x="1914149" y="230153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l1259"/>
            <p:cNvSpPr/>
            <p:nvPr/>
          </p:nvSpPr>
          <p:spPr>
            <a:xfrm>
              <a:off x="1907027" y="230565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1907027" y="230565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l1261"/>
            <p:cNvSpPr/>
            <p:nvPr/>
          </p:nvSpPr>
          <p:spPr>
            <a:xfrm>
              <a:off x="1902129" y="235349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l1262"/>
            <p:cNvSpPr/>
            <p:nvPr/>
          </p:nvSpPr>
          <p:spPr>
            <a:xfrm>
              <a:off x="1895007" y="235761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l1263"/>
            <p:cNvSpPr/>
            <p:nvPr/>
          </p:nvSpPr>
          <p:spPr>
            <a:xfrm>
              <a:off x="1895007" y="235761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l1264"/>
            <p:cNvSpPr/>
            <p:nvPr/>
          </p:nvSpPr>
          <p:spPr>
            <a:xfrm>
              <a:off x="1902129" y="362648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l1265"/>
            <p:cNvSpPr/>
            <p:nvPr/>
          </p:nvSpPr>
          <p:spPr>
            <a:xfrm>
              <a:off x="1895007" y="363059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l1266"/>
            <p:cNvSpPr/>
            <p:nvPr/>
          </p:nvSpPr>
          <p:spPr>
            <a:xfrm>
              <a:off x="1895007" y="363059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l1267"/>
            <p:cNvSpPr/>
            <p:nvPr/>
          </p:nvSpPr>
          <p:spPr>
            <a:xfrm>
              <a:off x="1902129" y="539307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l1268"/>
            <p:cNvSpPr/>
            <p:nvPr/>
          </p:nvSpPr>
          <p:spPr>
            <a:xfrm>
              <a:off x="1895007" y="539719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l1269"/>
            <p:cNvSpPr/>
            <p:nvPr/>
          </p:nvSpPr>
          <p:spPr>
            <a:xfrm>
              <a:off x="1895007" y="539719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l1270"/>
            <p:cNvSpPr/>
            <p:nvPr/>
          </p:nvSpPr>
          <p:spPr>
            <a:xfrm>
              <a:off x="1878089" y="557493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l1271"/>
            <p:cNvSpPr/>
            <p:nvPr/>
          </p:nvSpPr>
          <p:spPr>
            <a:xfrm>
              <a:off x="1870967" y="557904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l1272"/>
            <p:cNvSpPr/>
            <p:nvPr/>
          </p:nvSpPr>
          <p:spPr>
            <a:xfrm>
              <a:off x="1870967" y="557904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l1273"/>
            <p:cNvSpPr/>
            <p:nvPr/>
          </p:nvSpPr>
          <p:spPr>
            <a:xfrm>
              <a:off x="1902129" y="557493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l1274"/>
            <p:cNvSpPr/>
            <p:nvPr/>
          </p:nvSpPr>
          <p:spPr>
            <a:xfrm>
              <a:off x="1895007" y="557904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l1275"/>
            <p:cNvSpPr/>
            <p:nvPr/>
          </p:nvSpPr>
          <p:spPr>
            <a:xfrm>
              <a:off x="1895007" y="557904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l1276"/>
            <p:cNvSpPr/>
            <p:nvPr/>
          </p:nvSpPr>
          <p:spPr>
            <a:xfrm>
              <a:off x="1926169" y="557493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l1277"/>
            <p:cNvSpPr/>
            <p:nvPr/>
          </p:nvSpPr>
          <p:spPr>
            <a:xfrm>
              <a:off x="1919047" y="557904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l1278"/>
            <p:cNvSpPr/>
            <p:nvPr/>
          </p:nvSpPr>
          <p:spPr>
            <a:xfrm>
              <a:off x="1919047" y="557904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l1279"/>
            <p:cNvSpPr/>
            <p:nvPr/>
          </p:nvSpPr>
          <p:spPr>
            <a:xfrm>
              <a:off x="1902129" y="588668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l1280"/>
            <p:cNvSpPr/>
            <p:nvPr/>
          </p:nvSpPr>
          <p:spPr>
            <a:xfrm>
              <a:off x="1895007" y="589079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l1281"/>
            <p:cNvSpPr/>
            <p:nvPr/>
          </p:nvSpPr>
          <p:spPr>
            <a:xfrm>
              <a:off x="1895007" y="589079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l1282"/>
            <p:cNvSpPr/>
            <p:nvPr/>
          </p:nvSpPr>
          <p:spPr>
            <a:xfrm>
              <a:off x="2196425" y="110649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l1283"/>
            <p:cNvSpPr/>
            <p:nvPr/>
          </p:nvSpPr>
          <p:spPr>
            <a:xfrm>
              <a:off x="2189303" y="111060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l1284"/>
            <p:cNvSpPr/>
            <p:nvPr/>
          </p:nvSpPr>
          <p:spPr>
            <a:xfrm>
              <a:off x="2189303" y="111060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l1285"/>
            <p:cNvSpPr/>
            <p:nvPr/>
          </p:nvSpPr>
          <p:spPr>
            <a:xfrm>
              <a:off x="2196425" y="113246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l1286"/>
            <p:cNvSpPr/>
            <p:nvPr/>
          </p:nvSpPr>
          <p:spPr>
            <a:xfrm>
              <a:off x="2189303" y="113658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l1287"/>
            <p:cNvSpPr/>
            <p:nvPr/>
          </p:nvSpPr>
          <p:spPr>
            <a:xfrm>
              <a:off x="2189303" y="113658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l1288"/>
            <p:cNvSpPr/>
            <p:nvPr/>
          </p:nvSpPr>
          <p:spPr>
            <a:xfrm>
              <a:off x="2172385" y="121040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l1289"/>
            <p:cNvSpPr/>
            <p:nvPr/>
          </p:nvSpPr>
          <p:spPr>
            <a:xfrm>
              <a:off x="2165263" y="121451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l1290"/>
            <p:cNvSpPr/>
            <p:nvPr/>
          </p:nvSpPr>
          <p:spPr>
            <a:xfrm>
              <a:off x="2165263" y="121451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l1291"/>
            <p:cNvSpPr/>
            <p:nvPr/>
          </p:nvSpPr>
          <p:spPr>
            <a:xfrm>
              <a:off x="2196425" y="121040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l1292"/>
            <p:cNvSpPr/>
            <p:nvPr/>
          </p:nvSpPr>
          <p:spPr>
            <a:xfrm>
              <a:off x="2189303" y="121451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l1293"/>
            <p:cNvSpPr/>
            <p:nvPr/>
          </p:nvSpPr>
          <p:spPr>
            <a:xfrm>
              <a:off x="2189303" y="121451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l1294"/>
            <p:cNvSpPr/>
            <p:nvPr/>
          </p:nvSpPr>
          <p:spPr>
            <a:xfrm>
              <a:off x="2220465" y="121040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l1295"/>
            <p:cNvSpPr/>
            <p:nvPr/>
          </p:nvSpPr>
          <p:spPr>
            <a:xfrm>
              <a:off x="2213342" y="121451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l1296"/>
            <p:cNvSpPr/>
            <p:nvPr/>
          </p:nvSpPr>
          <p:spPr>
            <a:xfrm>
              <a:off x="2213342" y="121451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l1297"/>
            <p:cNvSpPr/>
            <p:nvPr/>
          </p:nvSpPr>
          <p:spPr>
            <a:xfrm>
              <a:off x="2196425" y="126236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l1298"/>
            <p:cNvSpPr/>
            <p:nvPr/>
          </p:nvSpPr>
          <p:spPr>
            <a:xfrm>
              <a:off x="2189303" y="126647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l1299"/>
            <p:cNvSpPr/>
            <p:nvPr/>
          </p:nvSpPr>
          <p:spPr>
            <a:xfrm>
              <a:off x="2189303" y="126647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l1300"/>
            <p:cNvSpPr/>
            <p:nvPr/>
          </p:nvSpPr>
          <p:spPr>
            <a:xfrm>
              <a:off x="2184405" y="128834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l1301"/>
            <p:cNvSpPr/>
            <p:nvPr/>
          </p:nvSpPr>
          <p:spPr>
            <a:xfrm>
              <a:off x="2177283" y="129245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l1302"/>
            <p:cNvSpPr/>
            <p:nvPr/>
          </p:nvSpPr>
          <p:spPr>
            <a:xfrm>
              <a:off x="2177283" y="129245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l1303"/>
            <p:cNvSpPr/>
            <p:nvPr/>
          </p:nvSpPr>
          <p:spPr>
            <a:xfrm>
              <a:off x="2208445" y="128834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l1304"/>
            <p:cNvSpPr/>
            <p:nvPr/>
          </p:nvSpPr>
          <p:spPr>
            <a:xfrm>
              <a:off x="2201323" y="129245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l1305"/>
            <p:cNvSpPr/>
            <p:nvPr/>
          </p:nvSpPr>
          <p:spPr>
            <a:xfrm>
              <a:off x="2201323" y="129245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l1306"/>
            <p:cNvSpPr/>
            <p:nvPr/>
          </p:nvSpPr>
          <p:spPr>
            <a:xfrm>
              <a:off x="2172385" y="136628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l1307"/>
            <p:cNvSpPr/>
            <p:nvPr/>
          </p:nvSpPr>
          <p:spPr>
            <a:xfrm>
              <a:off x="2165263" y="137039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l1308"/>
            <p:cNvSpPr/>
            <p:nvPr/>
          </p:nvSpPr>
          <p:spPr>
            <a:xfrm>
              <a:off x="2165263" y="137039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l1309"/>
            <p:cNvSpPr/>
            <p:nvPr/>
          </p:nvSpPr>
          <p:spPr>
            <a:xfrm>
              <a:off x="2196425" y="136628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l1310"/>
            <p:cNvSpPr/>
            <p:nvPr/>
          </p:nvSpPr>
          <p:spPr>
            <a:xfrm>
              <a:off x="2189303" y="137039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l1311"/>
            <p:cNvSpPr/>
            <p:nvPr/>
          </p:nvSpPr>
          <p:spPr>
            <a:xfrm>
              <a:off x="2189303" y="137039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l1312"/>
            <p:cNvSpPr/>
            <p:nvPr/>
          </p:nvSpPr>
          <p:spPr>
            <a:xfrm>
              <a:off x="2220465" y="136628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l1313"/>
            <p:cNvSpPr/>
            <p:nvPr/>
          </p:nvSpPr>
          <p:spPr>
            <a:xfrm>
              <a:off x="2213342" y="137039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l1314"/>
            <p:cNvSpPr/>
            <p:nvPr/>
          </p:nvSpPr>
          <p:spPr>
            <a:xfrm>
              <a:off x="2213342" y="137039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l1315"/>
            <p:cNvSpPr/>
            <p:nvPr/>
          </p:nvSpPr>
          <p:spPr>
            <a:xfrm>
              <a:off x="2184405" y="144422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l1316"/>
            <p:cNvSpPr/>
            <p:nvPr/>
          </p:nvSpPr>
          <p:spPr>
            <a:xfrm>
              <a:off x="2177283" y="144833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l1317"/>
            <p:cNvSpPr/>
            <p:nvPr/>
          </p:nvSpPr>
          <p:spPr>
            <a:xfrm>
              <a:off x="2177283" y="144833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l1318"/>
            <p:cNvSpPr/>
            <p:nvPr/>
          </p:nvSpPr>
          <p:spPr>
            <a:xfrm>
              <a:off x="2208445" y="144422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l1319"/>
            <p:cNvSpPr/>
            <p:nvPr/>
          </p:nvSpPr>
          <p:spPr>
            <a:xfrm>
              <a:off x="2201323" y="144833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l1320"/>
            <p:cNvSpPr/>
            <p:nvPr/>
          </p:nvSpPr>
          <p:spPr>
            <a:xfrm>
              <a:off x="2201323" y="144833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l1321"/>
            <p:cNvSpPr/>
            <p:nvPr/>
          </p:nvSpPr>
          <p:spPr>
            <a:xfrm>
              <a:off x="2172385" y="152215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l1322"/>
            <p:cNvSpPr/>
            <p:nvPr/>
          </p:nvSpPr>
          <p:spPr>
            <a:xfrm>
              <a:off x="2165263" y="152627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l1323"/>
            <p:cNvSpPr/>
            <p:nvPr/>
          </p:nvSpPr>
          <p:spPr>
            <a:xfrm>
              <a:off x="2165263" y="152627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l1324"/>
            <p:cNvSpPr/>
            <p:nvPr/>
          </p:nvSpPr>
          <p:spPr>
            <a:xfrm>
              <a:off x="2196425" y="152215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l1325"/>
            <p:cNvSpPr/>
            <p:nvPr/>
          </p:nvSpPr>
          <p:spPr>
            <a:xfrm>
              <a:off x="2189303" y="152627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l1326"/>
            <p:cNvSpPr/>
            <p:nvPr/>
          </p:nvSpPr>
          <p:spPr>
            <a:xfrm>
              <a:off x="2189303" y="152627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l1327"/>
            <p:cNvSpPr/>
            <p:nvPr/>
          </p:nvSpPr>
          <p:spPr>
            <a:xfrm>
              <a:off x="2220465" y="152215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l1328"/>
            <p:cNvSpPr/>
            <p:nvPr/>
          </p:nvSpPr>
          <p:spPr>
            <a:xfrm>
              <a:off x="2213342" y="152627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l1329"/>
            <p:cNvSpPr/>
            <p:nvPr/>
          </p:nvSpPr>
          <p:spPr>
            <a:xfrm>
              <a:off x="2213342" y="152627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l1330"/>
            <p:cNvSpPr/>
            <p:nvPr/>
          </p:nvSpPr>
          <p:spPr>
            <a:xfrm>
              <a:off x="2172385" y="160009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l1331"/>
            <p:cNvSpPr/>
            <p:nvPr/>
          </p:nvSpPr>
          <p:spPr>
            <a:xfrm>
              <a:off x="2165263" y="160420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l1332"/>
            <p:cNvSpPr/>
            <p:nvPr/>
          </p:nvSpPr>
          <p:spPr>
            <a:xfrm>
              <a:off x="2165263" y="160420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l1333"/>
            <p:cNvSpPr/>
            <p:nvPr/>
          </p:nvSpPr>
          <p:spPr>
            <a:xfrm>
              <a:off x="2196425" y="160009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l1334"/>
            <p:cNvSpPr/>
            <p:nvPr/>
          </p:nvSpPr>
          <p:spPr>
            <a:xfrm>
              <a:off x="2189303" y="160420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l1335"/>
            <p:cNvSpPr/>
            <p:nvPr/>
          </p:nvSpPr>
          <p:spPr>
            <a:xfrm>
              <a:off x="2189303" y="160420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l1336"/>
            <p:cNvSpPr/>
            <p:nvPr/>
          </p:nvSpPr>
          <p:spPr>
            <a:xfrm>
              <a:off x="2220465" y="160009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l1337"/>
            <p:cNvSpPr/>
            <p:nvPr/>
          </p:nvSpPr>
          <p:spPr>
            <a:xfrm>
              <a:off x="2213342" y="160420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l1338"/>
            <p:cNvSpPr/>
            <p:nvPr/>
          </p:nvSpPr>
          <p:spPr>
            <a:xfrm>
              <a:off x="2213342" y="160420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l1339"/>
            <p:cNvSpPr/>
            <p:nvPr/>
          </p:nvSpPr>
          <p:spPr>
            <a:xfrm>
              <a:off x="2184405" y="167803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l1340"/>
            <p:cNvSpPr/>
            <p:nvPr/>
          </p:nvSpPr>
          <p:spPr>
            <a:xfrm>
              <a:off x="2177283" y="168214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l1341"/>
            <p:cNvSpPr/>
            <p:nvPr/>
          </p:nvSpPr>
          <p:spPr>
            <a:xfrm>
              <a:off x="2177283" y="168214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l1342"/>
            <p:cNvSpPr/>
            <p:nvPr/>
          </p:nvSpPr>
          <p:spPr>
            <a:xfrm>
              <a:off x="2208445" y="167803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l1343"/>
            <p:cNvSpPr/>
            <p:nvPr/>
          </p:nvSpPr>
          <p:spPr>
            <a:xfrm>
              <a:off x="2201323" y="168214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l1344"/>
            <p:cNvSpPr/>
            <p:nvPr/>
          </p:nvSpPr>
          <p:spPr>
            <a:xfrm>
              <a:off x="2201323" y="168214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l1345"/>
            <p:cNvSpPr/>
            <p:nvPr/>
          </p:nvSpPr>
          <p:spPr>
            <a:xfrm>
              <a:off x="2172385" y="175597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l1346"/>
            <p:cNvSpPr/>
            <p:nvPr/>
          </p:nvSpPr>
          <p:spPr>
            <a:xfrm>
              <a:off x="2165263" y="176008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l1347"/>
            <p:cNvSpPr/>
            <p:nvPr/>
          </p:nvSpPr>
          <p:spPr>
            <a:xfrm>
              <a:off x="2165263" y="176008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l1348"/>
            <p:cNvSpPr/>
            <p:nvPr/>
          </p:nvSpPr>
          <p:spPr>
            <a:xfrm>
              <a:off x="2196425" y="175597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l1349"/>
            <p:cNvSpPr/>
            <p:nvPr/>
          </p:nvSpPr>
          <p:spPr>
            <a:xfrm>
              <a:off x="2189303" y="176008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l1350"/>
            <p:cNvSpPr/>
            <p:nvPr/>
          </p:nvSpPr>
          <p:spPr>
            <a:xfrm>
              <a:off x="2189303" y="176008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l1351"/>
            <p:cNvSpPr/>
            <p:nvPr/>
          </p:nvSpPr>
          <p:spPr>
            <a:xfrm>
              <a:off x="2220465" y="175597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l1352"/>
            <p:cNvSpPr/>
            <p:nvPr/>
          </p:nvSpPr>
          <p:spPr>
            <a:xfrm>
              <a:off x="2213342" y="176008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l1353"/>
            <p:cNvSpPr/>
            <p:nvPr/>
          </p:nvSpPr>
          <p:spPr>
            <a:xfrm>
              <a:off x="2213342" y="176008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l1354"/>
            <p:cNvSpPr/>
            <p:nvPr/>
          </p:nvSpPr>
          <p:spPr>
            <a:xfrm>
              <a:off x="2172385" y="222360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l1355"/>
            <p:cNvSpPr/>
            <p:nvPr/>
          </p:nvSpPr>
          <p:spPr>
            <a:xfrm>
              <a:off x="2165263" y="222771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l1356"/>
            <p:cNvSpPr/>
            <p:nvPr/>
          </p:nvSpPr>
          <p:spPr>
            <a:xfrm>
              <a:off x="2165263" y="222771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l1357"/>
            <p:cNvSpPr/>
            <p:nvPr/>
          </p:nvSpPr>
          <p:spPr>
            <a:xfrm>
              <a:off x="2196425" y="222360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l1358"/>
            <p:cNvSpPr/>
            <p:nvPr/>
          </p:nvSpPr>
          <p:spPr>
            <a:xfrm>
              <a:off x="2189303" y="222771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l1359"/>
            <p:cNvSpPr/>
            <p:nvPr/>
          </p:nvSpPr>
          <p:spPr>
            <a:xfrm>
              <a:off x="2189303" y="222771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l1360"/>
            <p:cNvSpPr/>
            <p:nvPr/>
          </p:nvSpPr>
          <p:spPr>
            <a:xfrm>
              <a:off x="2220465" y="222360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l1361"/>
            <p:cNvSpPr/>
            <p:nvPr/>
          </p:nvSpPr>
          <p:spPr>
            <a:xfrm>
              <a:off x="2213342" y="222771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l1362"/>
            <p:cNvSpPr/>
            <p:nvPr/>
          </p:nvSpPr>
          <p:spPr>
            <a:xfrm>
              <a:off x="2213342" y="222771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l1363"/>
            <p:cNvSpPr/>
            <p:nvPr/>
          </p:nvSpPr>
          <p:spPr>
            <a:xfrm>
              <a:off x="2196425" y="237947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l1364"/>
            <p:cNvSpPr/>
            <p:nvPr/>
          </p:nvSpPr>
          <p:spPr>
            <a:xfrm>
              <a:off x="2189303" y="238358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l1365"/>
            <p:cNvSpPr/>
            <p:nvPr/>
          </p:nvSpPr>
          <p:spPr>
            <a:xfrm>
              <a:off x="2189303" y="238358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l1366"/>
            <p:cNvSpPr/>
            <p:nvPr/>
          </p:nvSpPr>
          <p:spPr>
            <a:xfrm>
              <a:off x="2184405" y="261329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l1367"/>
            <p:cNvSpPr/>
            <p:nvPr/>
          </p:nvSpPr>
          <p:spPr>
            <a:xfrm>
              <a:off x="2177283" y="261740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l1368"/>
            <p:cNvSpPr/>
            <p:nvPr/>
          </p:nvSpPr>
          <p:spPr>
            <a:xfrm>
              <a:off x="2177283" y="261740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l1369"/>
            <p:cNvSpPr/>
            <p:nvPr/>
          </p:nvSpPr>
          <p:spPr>
            <a:xfrm>
              <a:off x="2208445" y="261329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l1370"/>
            <p:cNvSpPr/>
            <p:nvPr/>
          </p:nvSpPr>
          <p:spPr>
            <a:xfrm>
              <a:off x="2201323" y="261740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l1371"/>
            <p:cNvSpPr/>
            <p:nvPr/>
          </p:nvSpPr>
          <p:spPr>
            <a:xfrm>
              <a:off x="2201323" y="261740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l1372"/>
            <p:cNvSpPr/>
            <p:nvPr/>
          </p:nvSpPr>
          <p:spPr>
            <a:xfrm>
              <a:off x="2196425" y="266524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l1373"/>
            <p:cNvSpPr/>
            <p:nvPr/>
          </p:nvSpPr>
          <p:spPr>
            <a:xfrm>
              <a:off x="2189303" y="266936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2189303" y="266936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l1375"/>
            <p:cNvSpPr/>
            <p:nvPr/>
          </p:nvSpPr>
          <p:spPr>
            <a:xfrm>
              <a:off x="2172385" y="292504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l1376"/>
            <p:cNvSpPr/>
            <p:nvPr/>
          </p:nvSpPr>
          <p:spPr>
            <a:xfrm>
              <a:off x="2165263" y="292915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l1377"/>
            <p:cNvSpPr/>
            <p:nvPr/>
          </p:nvSpPr>
          <p:spPr>
            <a:xfrm>
              <a:off x="2165263" y="292915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l1378"/>
            <p:cNvSpPr/>
            <p:nvPr/>
          </p:nvSpPr>
          <p:spPr>
            <a:xfrm>
              <a:off x="2196425" y="292504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l1379"/>
            <p:cNvSpPr/>
            <p:nvPr/>
          </p:nvSpPr>
          <p:spPr>
            <a:xfrm>
              <a:off x="2189303" y="292915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l1380"/>
            <p:cNvSpPr/>
            <p:nvPr/>
          </p:nvSpPr>
          <p:spPr>
            <a:xfrm>
              <a:off x="2189303" y="292915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l1381"/>
            <p:cNvSpPr/>
            <p:nvPr/>
          </p:nvSpPr>
          <p:spPr>
            <a:xfrm>
              <a:off x="2220465" y="292504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l1382"/>
            <p:cNvSpPr/>
            <p:nvPr/>
          </p:nvSpPr>
          <p:spPr>
            <a:xfrm>
              <a:off x="2213342" y="292915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l1383"/>
            <p:cNvSpPr/>
            <p:nvPr/>
          </p:nvSpPr>
          <p:spPr>
            <a:xfrm>
              <a:off x="2213342" y="292915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l1384"/>
            <p:cNvSpPr/>
            <p:nvPr/>
          </p:nvSpPr>
          <p:spPr>
            <a:xfrm>
              <a:off x="2184405" y="336669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l1385"/>
            <p:cNvSpPr/>
            <p:nvPr/>
          </p:nvSpPr>
          <p:spPr>
            <a:xfrm>
              <a:off x="2177283" y="337080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l1386"/>
            <p:cNvSpPr/>
            <p:nvPr/>
          </p:nvSpPr>
          <p:spPr>
            <a:xfrm>
              <a:off x="2177283" y="337080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l1387"/>
            <p:cNvSpPr/>
            <p:nvPr/>
          </p:nvSpPr>
          <p:spPr>
            <a:xfrm>
              <a:off x="2208445" y="336669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l1388"/>
            <p:cNvSpPr/>
            <p:nvPr/>
          </p:nvSpPr>
          <p:spPr>
            <a:xfrm>
              <a:off x="2201323" y="337080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l1389"/>
            <p:cNvSpPr/>
            <p:nvPr/>
          </p:nvSpPr>
          <p:spPr>
            <a:xfrm>
              <a:off x="2201323" y="337080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l1390"/>
            <p:cNvSpPr/>
            <p:nvPr/>
          </p:nvSpPr>
          <p:spPr>
            <a:xfrm>
              <a:off x="2196425" y="344462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l1391"/>
            <p:cNvSpPr/>
            <p:nvPr/>
          </p:nvSpPr>
          <p:spPr>
            <a:xfrm>
              <a:off x="2189303" y="344874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l1392"/>
            <p:cNvSpPr/>
            <p:nvPr/>
          </p:nvSpPr>
          <p:spPr>
            <a:xfrm>
              <a:off x="2189303" y="344874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l1393"/>
            <p:cNvSpPr/>
            <p:nvPr/>
          </p:nvSpPr>
          <p:spPr>
            <a:xfrm>
              <a:off x="2196425" y="422400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l1394"/>
            <p:cNvSpPr/>
            <p:nvPr/>
          </p:nvSpPr>
          <p:spPr>
            <a:xfrm>
              <a:off x="2189303" y="422812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l1395"/>
            <p:cNvSpPr/>
            <p:nvPr/>
          </p:nvSpPr>
          <p:spPr>
            <a:xfrm>
              <a:off x="2189303" y="422812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l1396"/>
            <p:cNvSpPr/>
            <p:nvPr/>
          </p:nvSpPr>
          <p:spPr>
            <a:xfrm>
              <a:off x="2196425" y="495143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l1397"/>
            <p:cNvSpPr/>
            <p:nvPr/>
          </p:nvSpPr>
          <p:spPr>
            <a:xfrm>
              <a:off x="2189303" y="495554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l1398"/>
            <p:cNvSpPr/>
            <p:nvPr/>
          </p:nvSpPr>
          <p:spPr>
            <a:xfrm>
              <a:off x="2189303" y="495554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l1399"/>
            <p:cNvSpPr/>
            <p:nvPr/>
          </p:nvSpPr>
          <p:spPr>
            <a:xfrm>
              <a:off x="2196425" y="523720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l1400"/>
            <p:cNvSpPr/>
            <p:nvPr/>
          </p:nvSpPr>
          <p:spPr>
            <a:xfrm>
              <a:off x="2189303" y="524131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l1401"/>
            <p:cNvSpPr/>
            <p:nvPr/>
          </p:nvSpPr>
          <p:spPr>
            <a:xfrm>
              <a:off x="2189303" y="524131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l1402"/>
            <p:cNvSpPr/>
            <p:nvPr/>
          </p:nvSpPr>
          <p:spPr>
            <a:xfrm>
              <a:off x="2184405" y="526318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2177283" y="526729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l1404"/>
            <p:cNvSpPr/>
            <p:nvPr/>
          </p:nvSpPr>
          <p:spPr>
            <a:xfrm>
              <a:off x="2177283" y="526729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l1405"/>
            <p:cNvSpPr/>
            <p:nvPr/>
          </p:nvSpPr>
          <p:spPr>
            <a:xfrm>
              <a:off x="2208445" y="526318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l1406"/>
            <p:cNvSpPr/>
            <p:nvPr/>
          </p:nvSpPr>
          <p:spPr>
            <a:xfrm>
              <a:off x="2201323" y="526729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l1407"/>
            <p:cNvSpPr/>
            <p:nvPr/>
          </p:nvSpPr>
          <p:spPr>
            <a:xfrm>
              <a:off x="2201323" y="526729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l1408"/>
            <p:cNvSpPr/>
            <p:nvPr/>
          </p:nvSpPr>
          <p:spPr>
            <a:xfrm>
              <a:off x="2196425" y="557493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l1409"/>
            <p:cNvSpPr/>
            <p:nvPr/>
          </p:nvSpPr>
          <p:spPr>
            <a:xfrm>
              <a:off x="2189303" y="557904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l1410"/>
            <p:cNvSpPr/>
            <p:nvPr/>
          </p:nvSpPr>
          <p:spPr>
            <a:xfrm>
              <a:off x="2189303" y="557904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l1411"/>
            <p:cNvSpPr/>
            <p:nvPr/>
          </p:nvSpPr>
          <p:spPr>
            <a:xfrm>
              <a:off x="2196425" y="565287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l1412"/>
            <p:cNvSpPr/>
            <p:nvPr/>
          </p:nvSpPr>
          <p:spPr>
            <a:xfrm>
              <a:off x="2189303" y="565698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l1413"/>
            <p:cNvSpPr/>
            <p:nvPr/>
          </p:nvSpPr>
          <p:spPr>
            <a:xfrm>
              <a:off x="2189303" y="565698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l1414"/>
            <p:cNvSpPr/>
            <p:nvPr/>
          </p:nvSpPr>
          <p:spPr>
            <a:xfrm>
              <a:off x="2184405" y="573081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l1415"/>
            <p:cNvSpPr/>
            <p:nvPr/>
          </p:nvSpPr>
          <p:spPr>
            <a:xfrm>
              <a:off x="2177283" y="573492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l1416"/>
            <p:cNvSpPr/>
            <p:nvPr/>
          </p:nvSpPr>
          <p:spPr>
            <a:xfrm>
              <a:off x="2177283" y="573492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l1417"/>
            <p:cNvSpPr/>
            <p:nvPr/>
          </p:nvSpPr>
          <p:spPr>
            <a:xfrm>
              <a:off x="2208445" y="573081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l1418"/>
            <p:cNvSpPr/>
            <p:nvPr/>
          </p:nvSpPr>
          <p:spPr>
            <a:xfrm>
              <a:off x="2201323" y="573492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l1419"/>
            <p:cNvSpPr/>
            <p:nvPr/>
          </p:nvSpPr>
          <p:spPr>
            <a:xfrm>
              <a:off x="2201323" y="573492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l1420"/>
            <p:cNvSpPr/>
            <p:nvPr/>
          </p:nvSpPr>
          <p:spPr>
            <a:xfrm>
              <a:off x="2196425" y="596462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l1421"/>
            <p:cNvSpPr/>
            <p:nvPr/>
          </p:nvSpPr>
          <p:spPr>
            <a:xfrm>
              <a:off x="2189303" y="596873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l1422"/>
            <p:cNvSpPr/>
            <p:nvPr/>
          </p:nvSpPr>
          <p:spPr>
            <a:xfrm>
              <a:off x="2189303" y="596873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l1423"/>
            <p:cNvSpPr/>
            <p:nvPr/>
          </p:nvSpPr>
          <p:spPr>
            <a:xfrm>
              <a:off x="2196425" y="627637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l1424"/>
            <p:cNvSpPr/>
            <p:nvPr/>
          </p:nvSpPr>
          <p:spPr>
            <a:xfrm>
              <a:off x="2189303" y="628048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l1425"/>
            <p:cNvSpPr/>
            <p:nvPr/>
          </p:nvSpPr>
          <p:spPr>
            <a:xfrm>
              <a:off x="2189303" y="628048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l1426"/>
            <p:cNvSpPr/>
            <p:nvPr/>
          </p:nvSpPr>
          <p:spPr>
            <a:xfrm>
              <a:off x="2478701" y="118442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l1427"/>
            <p:cNvSpPr/>
            <p:nvPr/>
          </p:nvSpPr>
          <p:spPr>
            <a:xfrm>
              <a:off x="2471579" y="118854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l1428"/>
            <p:cNvSpPr/>
            <p:nvPr/>
          </p:nvSpPr>
          <p:spPr>
            <a:xfrm>
              <a:off x="2471579" y="118854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l1429"/>
            <p:cNvSpPr/>
            <p:nvPr/>
          </p:nvSpPr>
          <p:spPr>
            <a:xfrm>
              <a:off x="2502741" y="118442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l1430"/>
            <p:cNvSpPr/>
            <p:nvPr/>
          </p:nvSpPr>
          <p:spPr>
            <a:xfrm>
              <a:off x="2495619" y="118854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l1431"/>
            <p:cNvSpPr/>
            <p:nvPr/>
          </p:nvSpPr>
          <p:spPr>
            <a:xfrm>
              <a:off x="2495619" y="118854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l1432"/>
            <p:cNvSpPr/>
            <p:nvPr/>
          </p:nvSpPr>
          <p:spPr>
            <a:xfrm>
              <a:off x="2478701" y="136628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l1433"/>
            <p:cNvSpPr/>
            <p:nvPr/>
          </p:nvSpPr>
          <p:spPr>
            <a:xfrm>
              <a:off x="2471579" y="137039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l1434"/>
            <p:cNvSpPr/>
            <p:nvPr/>
          </p:nvSpPr>
          <p:spPr>
            <a:xfrm>
              <a:off x="2471579" y="137039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l1435"/>
            <p:cNvSpPr/>
            <p:nvPr/>
          </p:nvSpPr>
          <p:spPr>
            <a:xfrm>
              <a:off x="2502741" y="136628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l1436"/>
            <p:cNvSpPr/>
            <p:nvPr/>
          </p:nvSpPr>
          <p:spPr>
            <a:xfrm>
              <a:off x="2495619" y="137039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l1437"/>
            <p:cNvSpPr/>
            <p:nvPr/>
          </p:nvSpPr>
          <p:spPr>
            <a:xfrm>
              <a:off x="2495619" y="137039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l1438"/>
            <p:cNvSpPr/>
            <p:nvPr/>
          </p:nvSpPr>
          <p:spPr>
            <a:xfrm>
              <a:off x="2478701" y="144422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l1439"/>
            <p:cNvSpPr/>
            <p:nvPr/>
          </p:nvSpPr>
          <p:spPr>
            <a:xfrm>
              <a:off x="2471579" y="144833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l1440"/>
            <p:cNvSpPr/>
            <p:nvPr/>
          </p:nvSpPr>
          <p:spPr>
            <a:xfrm>
              <a:off x="2471579" y="144833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l1441"/>
            <p:cNvSpPr/>
            <p:nvPr/>
          </p:nvSpPr>
          <p:spPr>
            <a:xfrm>
              <a:off x="2502741" y="144422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l1442"/>
            <p:cNvSpPr/>
            <p:nvPr/>
          </p:nvSpPr>
          <p:spPr>
            <a:xfrm>
              <a:off x="2495619" y="144833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l1443"/>
            <p:cNvSpPr/>
            <p:nvPr/>
          </p:nvSpPr>
          <p:spPr>
            <a:xfrm>
              <a:off x="2495619" y="144833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l1444"/>
            <p:cNvSpPr/>
            <p:nvPr/>
          </p:nvSpPr>
          <p:spPr>
            <a:xfrm>
              <a:off x="2466681" y="167803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l1445"/>
            <p:cNvSpPr/>
            <p:nvPr/>
          </p:nvSpPr>
          <p:spPr>
            <a:xfrm>
              <a:off x="2459559" y="168214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l1446"/>
            <p:cNvSpPr/>
            <p:nvPr/>
          </p:nvSpPr>
          <p:spPr>
            <a:xfrm>
              <a:off x="2459559" y="168214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l1447"/>
            <p:cNvSpPr/>
            <p:nvPr/>
          </p:nvSpPr>
          <p:spPr>
            <a:xfrm>
              <a:off x="2490721" y="167803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l1448"/>
            <p:cNvSpPr/>
            <p:nvPr/>
          </p:nvSpPr>
          <p:spPr>
            <a:xfrm>
              <a:off x="2483599" y="168214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l1449"/>
            <p:cNvSpPr/>
            <p:nvPr/>
          </p:nvSpPr>
          <p:spPr>
            <a:xfrm>
              <a:off x="2483599" y="168214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l1450"/>
            <p:cNvSpPr/>
            <p:nvPr/>
          </p:nvSpPr>
          <p:spPr>
            <a:xfrm>
              <a:off x="2514761" y="167803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l1451"/>
            <p:cNvSpPr/>
            <p:nvPr/>
          </p:nvSpPr>
          <p:spPr>
            <a:xfrm>
              <a:off x="2507638" y="168214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l1452"/>
            <p:cNvSpPr/>
            <p:nvPr/>
          </p:nvSpPr>
          <p:spPr>
            <a:xfrm>
              <a:off x="2507638" y="168214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l1453"/>
            <p:cNvSpPr/>
            <p:nvPr/>
          </p:nvSpPr>
          <p:spPr>
            <a:xfrm>
              <a:off x="2466681" y="175597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l1454"/>
            <p:cNvSpPr/>
            <p:nvPr/>
          </p:nvSpPr>
          <p:spPr>
            <a:xfrm>
              <a:off x="2459559" y="176008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l1455"/>
            <p:cNvSpPr/>
            <p:nvPr/>
          </p:nvSpPr>
          <p:spPr>
            <a:xfrm>
              <a:off x="2459559" y="176008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l1456"/>
            <p:cNvSpPr/>
            <p:nvPr/>
          </p:nvSpPr>
          <p:spPr>
            <a:xfrm>
              <a:off x="2490721" y="175597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l1457"/>
            <p:cNvSpPr/>
            <p:nvPr/>
          </p:nvSpPr>
          <p:spPr>
            <a:xfrm>
              <a:off x="2483599" y="176008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l1458"/>
            <p:cNvSpPr/>
            <p:nvPr/>
          </p:nvSpPr>
          <p:spPr>
            <a:xfrm>
              <a:off x="2483599" y="176008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l1459"/>
            <p:cNvSpPr/>
            <p:nvPr/>
          </p:nvSpPr>
          <p:spPr>
            <a:xfrm>
              <a:off x="2514761" y="175597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l1460"/>
            <p:cNvSpPr/>
            <p:nvPr/>
          </p:nvSpPr>
          <p:spPr>
            <a:xfrm>
              <a:off x="2507638" y="176008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l1461"/>
            <p:cNvSpPr/>
            <p:nvPr/>
          </p:nvSpPr>
          <p:spPr>
            <a:xfrm>
              <a:off x="2507638" y="176008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l1462"/>
            <p:cNvSpPr/>
            <p:nvPr/>
          </p:nvSpPr>
          <p:spPr>
            <a:xfrm>
              <a:off x="2466681" y="183391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l1463"/>
            <p:cNvSpPr/>
            <p:nvPr/>
          </p:nvSpPr>
          <p:spPr>
            <a:xfrm>
              <a:off x="2459559" y="183802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l1464"/>
            <p:cNvSpPr/>
            <p:nvPr/>
          </p:nvSpPr>
          <p:spPr>
            <a:xfrm>
              <a:off x="2459559" y="183802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l1465"/>
            <p:cNvSpPr/>
            <p:nvPr/>
          </p:nvSpPr>
          <p:spPr>
            <a:xfrm>
              <a:off x="2490721" y="183391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l1466"/>
            <p:cNvSpPr/>
            <p:nvPr/>
          </p:nvSpPr>
          <p:spPr>
            <a:xfrm>
              <a:off x="2483599" y="183802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l1467"/>
            <p:cNvSpPr/>
            <p:nvPr/>
          </p:nvSpPr>
          <p:spPr>
            <a:xfrm>
              <a:off x="2483599" y="183802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l1468"/>
            <p:cNvSpPr/>
            <p:nvPr/>
          </p:nvSpPr>
          <p:spPr>
            <a:xfrm>
              <a:off x="2514761" y="183391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l1469"/>
            <p:cNvSpPr/>
            <p:nvPr/>
          </p:nvSpPr>
          <p:spPr>
            <a:xfrm>
              <a:off x="2507638" y="183802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l1470"/>
            <p:cNvSpPr/>
            <p:nvPr/>
          </p:nvSpPr>
          <p:spPr>
            <a:xfrm>
              <a:off x="2507638" y="183802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l1471"/>
            <p:cNvSpPr/>
            <p:nvPr/>
          </p:nvSpPr>
          <p:spPr>
            <a:xfrm>
              <a:off x="2466681" y="191184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l1472"/>
            <p:cNvSpPr/>
            <p:nvPr/>
          </p:nvSpPr>
          <p:spPr>
            <a:xfrm>
              <a:off x="2459559" y="191596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l1473"/>
            <p:cNvSpPr/>
            <p:nvPr/>
          </p:nvSpPr>
          <p:spPr>
            <a:xfrm>
              <a:off x="2459559" y="191596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l1474"/>
            <p:cNvSpPr/>
            <p:nvPr/>
          </p:nvSpPr>
          <p:spPr>
            <a:xfrm>
              <a:off x="2490721" y="191184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l1475"/>
            <p:cNvSpPr/>
            <p:nvPr/>
          </p:nvSpPr>
          <p:spPr>
            <a:xfrm>
              <a:off x="2483599" y="191596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l1476"/>
            <p:cNvSpPr/>
            <p:nvPr/>
          </p:nvSpPr>
          <p:spPr>
            <a:xfrm>
              <a:off x="2483599" y="191596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l1477"/>
            <p:cNvSpPr/>
            <p:nvPr/>
          </p:nvSpPr>
          <p:spPr>
            <a:xfrm>
              <a:off x="2514761" y="191184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l1478"/>
            <p:cNvSpPr/>
            <p:nvPr/>
          </p:nvSpPr>
          <p:spPr>
            <a:xfrm>
              <a:off x="2507638" y="191596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l1479"/>
            <p:cNvSpPr/>
            <p:nvPr/>
          </p:nvSpPr>
          <p:spPr>
            <a:xfrm>
              <a:off x="2507638" y="191596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l1480"/>
            <p:cNvSpPr/>
            <p:nvPr/>
          </p:nvSpPr>
          <p:spPr>
            <a:xfrm>
              <a:off x="2478701" y="198978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l1481"/>
            <p:cNvSpPr/>
            <p:nvPr/>
          </p:nvSpPr>
          <p:spPr>
            <a:xfrm>
              <a:off x="2471579" y="199389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l1482"/>
            <p:cNvSpPr/>
            <p:nvPr/>
          </p:nvSpPr>
          <p:spPr>
            <a:xfrm>
              <a:off x="2471579" y="199389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l1483"/>
            <p:cNvSpPr/>
            <p:nvPr/>
          </p:nvSpPr>
          <p:spPr>
            <a:xfrm>
              <a:off x="2502741" y="198978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l1484"/>
            <p:cNvSpPr/>
            <p:nvPr/>
          </p:nvSpPr>
          <p:spPr>
            <a:xfrm>
              <a:off x="2495619" y="199389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l1485"/>
            <p:cNvSpPr/>
            <p:nvPr/>
          </p:nvSpPr>
          <p:spPr>
            <a:xfrm>
              <a:off x="2495619" y="199389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l1486"/>
            <p:cNvSpPr/>
            <p:nvPr/>
          </p:nvSpPr>
          <p:spPr>
            <a:xfrm>
              <a:off x="2478701" y="222360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l1487"/>
            <p:cNvSpPr/>
            <p:nvPr/>
          </p:nvSpPr>
          <p:spPr>
            <a:xfrm>
              <a:off x="2471579" y="222771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l1488"/>
            <p:cNvSpPr/>
            <p:nvPr/>
          </p:nvSpPr>
          <p:spPr>
            <a:xfrm>
              <a:off x="2471579" y="222771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l1489"/>
            <p:cNvSpPr/>
            <p:nvPr/>
          </p:nvSpPr>
          <p:spPr>
            <a:xfrm>
              <a:off x="2502741" y="222360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l1490"/>
            <p:cNvSpPr/>
            <p:nvPr/>
          </p:nvSpPr>
          <p:spPr>
            <a:xfrm>
              <a:off x="2495619" y="222771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l1491"/>
            <p:cNvSpPr/>
            <p:nvPr/>
          </p:nvSpPr>
          <p:spPr>
            <a:xfrm>
              <a:off x="2495619" y="222771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l1492"/>
            <p:cNvSpPr/>
            <p:nvPr/>
          </p:nvSpPr>
          <p:spPr>
            <a:xfrm>
              <a:off x="2466681" y="237947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l1493"/>
            <p:cNvSpPr/>
            <p:nvPr/>
          </p:nvSpPr>
          <p:spPr>
            <a:xfrm>
              <a:off x="2459559" y="238358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l1494"/>
            <p:cNvSpPr/>
            <p:nvPr/>
          </p:nvSpPr>
          <p:spPr>
            <a:xfrm>
              <a:off x="2459559" y="238358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l1495"/>
            <p:cNvSpPr/>
            <p:nvPr/>
          </p:nvSpPr>
          <p:spPr>
            <a:xfrm>
              <a:off x="2490721" y="237947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l1496"/>
            <p:cNvSpPr/>
            <p:nvPr/>
          </p:nvSpPr>
          <p:spPr>
            <a:xfrm>
              <a:off x="2483599" y="238358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l1497"/>
            <p:cNvSpPr/>
            <p:nvPr/>
          </p:nvSpPr>
          <p:spPr>
            <a:xfrm>
              <a:off x="2483599" y="238358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l1498"/>
            <p:cNvSpPr/>
            <p:nvPr/>
          </p:nvSpPr>
          <p:spPr>
            <a:xfrm>
              <a:off x="2514761" y="237947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l1499"/>
            <p:cNvSpPr/>
            <p:nvPr/>
          </p:nvSpPr>
          <p:spPr>
            <a:xfrm>
              <a:off x="2507638" y="238358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l1500"/>
            <p:cNvSpPr/>
            <p:nvPr/>
          </p:nvSpPr>
          <p:spPr>
            <a:xfrm>
              <a:off x="2507638" y="238358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l1501"/>
            <p:cNvSpPr/>
            <p:nvPr/>
          </p:nvSpPr>
          <p:spPr>
            <a:xfrm>
              <a:off x="2478701" y="253535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l1502"/>
            <p:cNvSpPr/>
            <p:nvPr/>
          </p:nvSpPr>
          <p:spPr>
            <a:xfrm>
              <a:off x="2471579" y="253946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l1503"/>
            <p:cNvSpPr/>
            <p:nvPr/>
          </p:nvSpPr>
          <p:spPr>
            <a:xfrm>
              <a:off x="2471579" y="253946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l1504"/>
            <p:cNvSpPr/>
            <p:nvPr/>
          </p:nvSpPr>
          <p:spPr>
            <a:xfrm>
              <a:off x="2502741" y="253535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l1505"/>
            <p:cNvSpPr/>
            <p:nvPr/>
          </p:nvSpPr>
          <p:spPr>
            <a:xfrm>
              <a:off x="2495619" y="253946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l1506"/>
            <p:cNvSpPr/>
            <p:nvPr/>
          </p:nvSpPr>
          <p:spPr>
            <a:xfrm>
              <a:off x="2495619" y="253946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l1507"/>
            <p:cNvSpPr/>
            <p:nvPr/>
          </p:nvSpPr>
          <p:spPr>
            <a:xfrm>
              <a:off x="2478701" y="261329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l1508"/>
            <p:cNvSpPr/>
            <p:nvPr/>
          </p:nvSpPr>
          <p:spPr>
            <a:xfrm>
              <a:off x="2471579" y="261740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l1509"/>
            <p:cNvSpPr/>
            <p:nvPr/>
          </p:nvSpPr>
          <p:spPr>
            <a:xfrm>
              <a:off x="2471579" y="261740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l1510"/>
            <p:cNvSpPr/>
            <p:nvPr/>
          </p:nvSpPr>
          <p:spPr>
            <a:xfrm>
              <a:off x="2502741" y="261329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l1511"/>
            <p:cNvSpPr/>
            <p:nvPr/>
          </p:nvSpPr>
          <p:spPr>
            <a:xfrm>
              <a:off x="2495619" y="261740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l1512"/>
            <p:cNvSpPr/>
            <p:nvPr/>
          </p:nvSpPr>
          <p:spPr>
            <a:xfrm>
              <a:off x="2495619" y="261740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l1513"/>
            <p:cNvSpPr/>
            <p:nvPr/>
          </p:nvSpPr>
          <p:spPr>
            <a:xfrm>
              <a:off x="2478701" y="461369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l1514"/>
            <p:cNvSpPr/>
            <p:nvPr/>
          </p:nvSpPr>
          <p:spPr>
            <a:xfrm>
              <a:off x="2471579" y="461781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l1515"/>
            <p:cNvSpPr/>
            <p:nvPr/>
          </p:nvSpPr>
          <p:spPr>
            <a:xfrm>
              <a:off x="2471579" y="461781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l1516"/>
            <p:cNvSpPr/>
            <p:nvPr/>
          </p:nvSpPr>
          <p:spPr>
            <a:xfrm>
              <a:off x="2502741" y="461369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l1517"/>
            <p:cNvSpPr/>
            <p:nvPr/>
          </p:nvSpPr>
          <p:spPr>
            <a:xfrm>
              <a:off x="2495619" y="461781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l1518"/>
            <p:cNvSpPr/>
            <p:nvPr/>
          </p:nvSpPr>
          <p:spPr>
            <a:xfrm>
              <a:off x="2495619" y="461781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l1519"/>
            <p:cNvSpPr/>
            <p:nvPr/>
          </p:nvSpPr>
          <p:spPr>
            <a:xfrm>
              <a:off x="2490721" y="487349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l1520"/>
            <p:cNvSpPr/>
            <p:nvPr/>
          </p:nvSpPr>
          <p:spPr>
            <a:xfrm>
              <a:off x="2483599" y="487760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l1521"/>
            <p:cNvSpPr/>
            <p:nvPr/>
          </p:nvSpPr>
          <p:spPr>
            <a:xfrm>
              <a:off x="2483599" y="487760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l1522"/>
            <p:cNvSpPr/>
            <p:nvPr/>
          </p:nvSpPr>
          <p:spPr>
            <a:xfrm>
              <a:off x="2490721" y="495143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l1523"/>
            <p:cNvSpPr/>
            <p:nvPr/>
          </p:nvSpPr>
          <p:spPr>
            <a:xfrm>
              <a:off x="2483599" y="495554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l1524"/>
            <p:cNvSpPr/>
            <p:nvPr/>
          </p:nvSpPr>
          <p:spPr>
            <a:xfrm>
              <a:off x="2483599" y="495554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l1525"/>
            <p:cNvSpPr/>
            <p:nvPr/>
          </p:nvSpPr>
          <p:spPr>
            <a:xfrm>
              <a:off x="2478701" y="565287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l1526"/>
            <p:cNvSpPr/>
            <p:nvPr/>
          </p:nvSpPr>
          <p:spPr>
            <a:xfrm>
              <a:off x="2471579" y="565698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l1527"/>
            <p:cNvSpPr/>
            <p:nvPr/>
          </p:nvSpPr>
          <p:spPr>
            <a:xfrm>
              <a:off x="2471579" y="565698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l1528"/>
            <p:cNvSpPr/>
            <p:nvPr/>
          </p:nvSpPr>
          <p:spPr>
            <a:xfrm>
              <a:off x="2502741" y="565287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l1529"/>
            <p:cNvSpPr/>
            <p:nvPr/>
          </p:nvSpPr>
          <p:spPr>
            <a:xfrm>
              <a:off x="2495619" y="565698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l1530"/>
            <p:cNvSpPr/>
            <p:nvPr/>
          </p:nvSpPr>
          <p:spPr>
            <a:xfrm>
              <a:off x="2495619" y="565698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l1531"/>
            <p:cNvSpPr/>
            <p:nvPr/>
          </p:nvSpPr>
          <p:spPr>
            <a:xfrm>
              <a:off x="2490721" y="573081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l1532"/>
            <p:cNvSpPr/>
            <p:nvPr/>
          </p:nvSpPr>
          <p:spPr>
            <a:xfrm>
              <a:off x="2483599" y="573492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l1533"/>
            <p:cNvSpPr/>
            <p:nvPr/>
          </p:nvSpPr>
          <p:spPr>
            <a:xfrm>
              <a:off x="2483599" y="573492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l1534"/>
            <p:cNvSpPr/>
            <p:nvPr/>
          </p:nvSpPr>
          <p:spPr>
            <a:xfrm>
              <a:off x="2478701" y="580874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l1535"/>
            <p:cNvSpPr/>
            <p:nvPr/>
          </p:nvSpPr>
          <p:spPr>
            <a:xfrm>
              <a:off x="2471579" y="581286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l1536"/>
            <p:cNvSpPr/>
            <p:nvPr/>
          </p:nvSpPr>
          <p:spPr>
            <a:xfrm>
              <a:off x="2471579" y="581286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l1537"/>
            <p:cNvSpPr/>
            <p:nvPr/>
          </p:nvSpPr>
          <p:spPr>
            <a:xfrm>
              <a:off x="2502741" y="580874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l1538"/>
            <p:cNvSpPr/>
            <p:nvPr/>
          </p:nvSpPr>
          <p:spPr>
            <a:xfrm>
              <a:off x="2495619" y="581286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l1539"/>
            <p:cNvSpPr/>
            <p:nvPr/>
          </p:nvSpPr>
          <p:spPr>
            <a:xfrm>
              <a:off x="2495619" y="581286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l1540"/>
            <p:cNvSpPr/>
            <p:nvPr/>
          </p:nvSpPr>
          <p:spPr>
            <a:xfrm>
              <a:off x="2490721" y="593864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l1541"/>
            <p:cNvSpPr/>
            <p:nvPr/>
          </p:nvSpPr>
          <p:spPr>
            <a:xfrm>
              <a:off x="2483599" y="594275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l1542"/>
            <p:cNvSpPr/>
            <p:nvPr/>
          </p:nvSpPr>
          <p:spPr>
            <a:xfrm>
              <a:off x="2483599" y="594275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l1543"/>
            <p:cNvSpPr/>
            <p:nvPr/>
          </p:nvSpPr>
          <p:spPr>
            <a:xfrm>
              <a:off x="2490721" y="596462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l1544"/>
            <p:cNvSpPr/>
            <p:nvPr/>
          </p:nvSpPr>
          <p:spPr>
            <a:xfrm>
              <a:off x="2483599" y="596873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l1545"/>
            <p:cNvSpPr/>
            <p:nvPr/>
          </p:nvSpPr>
          <p:spPr>
            <a:xfrm>
              <a:off x="2483599" y="596873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l1546"/>
            <p:cNvSpPr/>
            <p:nvPr/>
          </p:nvSpPr>
          <p:spPr>
            <a:xfrm>
              <a:off x="2490721" y="627637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l1547"/>
            <p:cNvSpPr/>
            <p:nvPr/>
          </p:nvSpPr>
          <p:spPr>
            <a:xfrm>
              <a:off x="2483599" y="628048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l1548"/>
            <p:cNvSpPr/>
            <p:nvPr/>
          </p:nvSpPr>
          <p:spPr>
            <a:xfrm>
              <a:off x="2483599" y="628048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l1549"/>
            <p:cNvSpPr/>
            <p:nvPr/>
          </p:nvSpPr>
          <p:spPr>
            <a:xfrm>
              <a:off x="2772997" y="136628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l1550"/>
            <p:cNvSpPr/>
            <p:nvPr/>
          </p:nvSpPr>
          <p:spPr>
            <a:xfrm>
              <a:off x="2765875" y="137039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l1551"/>
            <p:cNvSpPr/>
            <p:nvPr/>
          </p:nvSpPr>
          <p:spPr>
            <a:xfrm>
              <a:off x="2765875" y="137039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l1552"/>
            <p:cNvSpPr/>
            <p:nvPr/>
          </p:nvSpPr>
          <p:spPr>
            <a:xfrm>
              <a:off x="2797037" y="136628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l1553"/>
            <p:cNvSpPr/>
            <p:nvPr/>
          </p:nvSpPr>
          <p:spPr>
            <a:xfrm>
              <a:off x="2789915" y="137039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l1554"/>
            <p:cNvSpPr/>
            <p:nvPr/>
          </p:nvSpPr>
          <p:spPr>
            <a:xfrm>
              <a:off x="2789915" y="137039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l1555"/>
            <p:cNvSpPr/>
            <p:nvPr/>
          </p:nvSpPr>
          <p:spPr>
            <a:xfrm>
              <a:off x="2785017" y="141824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l1556"/>
            <p:cNvSpPr/>
            <p:nvPr/>
          </p:nvSpPr>
          <p:spPr>
            <a:xfrm>
              <a:off x="2777895" y="142235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l1557"/>
            <p:cNvSpPr/>
            <p:nvPr/>
          </p:nvSpPr>
          <p:spPr>
            <a:xfrm>
              <a:off x="2777895" y="142235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l1558"/>
            <p:cNvSpPr/>
            <p:nvPr/>
          </p:nvSpPr>
          <p:spPr>
            <a:xfrm>
              <a:off x="2772997" y="149618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l1559"/>
            <p:cNvSpPr/>
            <p:nvPr/>
          </p:nvSpPr>
          <p:spPr>
            <a:xfrm>
              <a:off x="2765875" y="150029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l1560"/>
            <p:cNvSpPr/>
            <p:nvPr/>
          </p:nvSpPr>
          <p:spPr>
            <a:xfrm>
              <a:off x="2765875" y="150029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l1561"/>
            <p:cNvSpPr/>
            <p:nvPr/>
          </p:nvSpPr>
          <p:spPr>
            <a:xfrm>
              <a:off x="2797037" y="149618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l1562"/>
            <p:cNvSpPr/>
            <p:nvPr/>
          </p:nvSpPr>
          <p:spPr>
            <a:xfrm>
              <a:off x="2789915" y="150029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l1563"/>
            <p:cNvSpPr/>
            <p:nvPr/>
          </p:nvSpPr>
          <p:spPr>
            <a:xfrm>
              <a:off x="2789915" y="150029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l1564"/>
            <p:cNvSpPr/>
            <p:nvPr/>
          </p:nvSpPr>
          <p:spPr>
            <a:xfrm>
              <a:off x="2772997" y="167803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l1565"/>
            <p:cNvSpPr/>
            <p:nvPr/>
          </p:nvSpPr>
          <p:spPr>
            <a:xfrm>
              <a:off x="2765875" y="168214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l1566"/>
            <p:cNvSpPr/>
            <p:nvPr/>
          </p:nvSpPr>
          <p:spPr>
            <a:xfrm>
              <a:off x="2765875" y="168214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l1567"/>
            <p:cNvSpPr/>
            <p:nvPr/>
          </p:nvSpPr>
          <p:spPr>
            <a:xfrm>
              <a:off x="2797037" y="167803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l1568"/>
            <p:cNvSpPr/>
            <p:nvPr/>
          </p:nvSpPr>
          <p:spPr>
            <a:xfrm>
              <a:off x="2789915" y="168214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l1569"/>
            <p:cNvSpPr/>
            <p:nvPr/>
          </p:nvSpPr>
          <p:spPr>
            <a:xfrm>
              <a:off x="2789915" y="168214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l1570"/>
            <p:cNvSpPr/>
            <p:nvPr/>
          </p:nvSpPr>
          <p:spPr>
            <a:xfrm>
              <a:off x="2785017" y="175597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l1571"/>
            <p:cNvSpPr/>
            <p:nvPr/>
          </p:nvSpPr>
          <p:spPr>
            <a:xfrm>
              <a:off x="2777895" y="176008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l1572"/>
            <p:cNvSpPr/>
            <p:nvPr/>
          </p:nvSpPr>
          <p:spPr>
            <a:xfrm>
              <a:off x="2777895" y="176008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l1573"/>
            <p:cNvSpPr/>
            <p:nvPr/>
          </p:nvSpPr>
          <p:spPr>
            <a:xfrm>
              <a:off x="2760977" y="183391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l1574"/>
            <p:cNvSpPr/>
            <p:nvPr/>
          </p:nvSpPr>
          <p:spPr>
            <a:xfrm>
              <a:off x="2753855" y="183802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l1575"/>
            <p:cNvSpPr/>
            <p:nvPr/>
          </p:nvSpPr>
          <p:spPr>
            <a:xfrm>
              <a:off x="2753855" y="183802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l1576"/>
            <p:cNvSpPr/>
            <p:nvPr/>
          </p:nvSpPr>
          <p:spPr>
            <a:xfrm>
              <a:off x="2785017" y="183391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l1577"/>
            <p:cNvSpPr/>
            <p:nvPr/>
          </p:nvSpPr>
          <p:spPr>
            <a:xfrm>
              <a:off x="2777895" y="183802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l1578"/>
            <p:cNvSpPr/>
            <p:nvPr/>
          </p:nvSpPr>
          <p:spPr>
            <a:xfrm>
              <a:off x="2777895" y="183802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l1579"/>
            <p:cNvSpPr/>
            <p:nvPr/>
          </p:nvSpPr>
          <p:spPr>
            <a:xfrm>
              <a:off x="2809057" y="183391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l1580"/>
            <p:cNvSpPr/>
            <p:nvPr/>
          </p:nvSpPr>
          <p:spPr>
            <a:xfrm>
              <a:off x="2801934" y="183802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l1581"/>
            <p:cNvSpPr/>
            <p:nvPr/>
          </p:nvSpPr>
          <p:spPr>
            <a:xfrm>
              <a:off x="2801934" y="183802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l1582"/>
            <p:cNvSpPr/>
            <p:nvPr/>
          </p:nvSpPr>
          <p:spPr>
            <a:xfrm>
              <a:off x="2760977" y="198978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l1583"/>
            <p:cNvSpPr/>
            <p:nvPr/>
          </p:nvSpPr>
          <p:spPr>
            <a:xfrm>
              <a:off x="2753855" y="199389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l1584"/>
            <p:cNvSpPr/>
            <p:nvPr/>
          </p:nvSpPr>
          <p:spPr>
            <a:xfrm>
              <a:off x="2753855" y="199389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l1585"/>
            <p:cNvSpPr/>
            <p:nvPr/>
          </p:nvSpPr>
          <p:spPr>
            <a:xfrm>
              <a:off x="2785017" y="198978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l1586"/>
            <p:cNvSpPr/>
            <p:nvPr/>
          </p:nvSpPr>
          <p:spPr>
            <a:xfrm>
              <a:off x="2777895" y="199389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l1587"/>
            <p:cNvSpPr/>
            <p:nvPr/>
          </p:nvSpPr>
          <p:spPr>
            <a:xfrm>
              <a:off x="2777895" y="199389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l1588"/>
            <p:cNvSpPr/>
            <p:nvPr/>
          </p:nvSpPr>
          <p:spPr>
            <a:xfrm>
              <a:off x="2809057" y="198978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l1589"/>
            <p:cNvSpPr/>
            <p:nvPr/>
          </p:nvSpPr>
          <p:spPr>
            <a:xfrm>
              <a:off x="2801934" y="199389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l1590"/>
            <p:cNvSpPr/>
            <p:nvPr/>
          </p:nvSpPr>
          <p:spPr>
            <a:xfrm>
              <a:off x="2801934" y="199389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l1591"/>
            <p:cNvSpPr/>
            <p:nvPr/>
          </p:nvSpPr>
          <p:spPr>
            <a:xfrm>
              <a:off x="2760977" y="206772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l1592"/>
            <p:cNvSpPr/>
            <p:nvPr/>
          </p:nvSpPr>
          <p:spPr>
            <a:xfrm>
              <a:off x="2753855" y="207183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l1593"/>
            <p:cNvSpPr/>
            <p:nvPr/>
          </p:nvSpPr>
          <p:spPr>
            <a:xfrm>
              <a:off x="2753855" y="207183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l1594"/>
            <p:cNvSpPr/>
            <p:nvPr/>
          </p:nvSpPr>
          <p:spPr>
            <a:xfrm>
              <a:off x="2785017" y="206772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l1595"/>
            <p:cNvSpPr/>
            <p:nvPr/>
          </p:nvSpPr>
          <p:spPr>
            <a:xfrm>
              <a:off x="2777895" y="207183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l1596"/>
            <p:cNvSpPr/>
            <p:nvPr/>
          </p:nvSpPr>
          <p:spPr>
            <a:xfrm>
              <a:off x="2777895" y="207183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l1597"/>
            <p:cNvSpPr/>
            <p:nvPr/>
          </p:nvSpPr>
          <p:spPr>
            <a:xfrm>
              <a:off x="2809057" y="206772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l1598"/>
            <p:cNvSpPr/>
            <p:nvPr/>
          </p:nvSpPr>
          <p:spPr>
            <a:xfrm>
              <a:off x="2801934" y="207183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l1599"/>
            <p:cNvSpPr/>
            <p:nvPr/>
          </p:nvSpPr>
          <p:spPr>
            <a:xfrm>
              <a:off x="2801934" y="207183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l1600"/>
            <p:cNvSpPr/>
            <p:nvPr/>
          </p:nvSpPr>
          <p:spPr>
            <a:xfrm>
              <a:off x="2772997" y="214566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l1601"/>
            <p:cNvSpPr/>
            <p:nvPr/>
          </p:nvSpPr>
          <p:spPr>
            <a:xfrm>
              <a:off x="2765875" y="214977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l1602"/>
            <p:cNvSpPr/>
            <p:nvPr/>
          </p:nvSpPr>
          <p:spPr>
            <a:xfrm>
              <a:off x="2765875" y="214977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l1603"/>
            <p:cNvSpPr/>
            <p:nvPr/>
          </p:nvSpPr>
          <p:spPr>
            <a:xfrm>
              <a:off x="2797037" y="214566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l1604"/>
            <p:cNvSpPr/>
            <p:nvPr/>
          </p:nvSpPr>
          <p:spPr>
            <a:xfrm>
              <a:off x="2789915" y="214977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l1605"/>
            <p:cNvSpPr/>
            <p:nvPr/>
          </p:nvSpPr>
          <p:spPr>
            <a:xfrm>
              <a:off x="2789915" y="214977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l1606"/>
            <p:cNvSpPr/>
            <p:nvPr/>
          </p:nvSpPr>
          <p:spPr>
            <a:xfrm>
              <a:off x="2760977" y="222360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l1607"/>
            <p:cNvSpPr/>
            <p:nvPr/>
          </p:nvSpPr>
          <p:spPr>
            <a:xfrm>
              <a:off x="2753855" y="222771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l1608"/>
            <p:cNvSpPr/>
            <p:nvPr/>
          </p:nvSpPr>
          <p:spPr>
            <a:xfrm>
              <a:off x="2753855" y="222771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l1609"/>
            <p:cNvSpPr/>
            <p:nvPr/>
          </p:nvSpPr>
          <p:spPr>
            <a:xfrm>
              <a:off x="2785017" y="222360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l1610"/>
            <p:cNvSpPr/>
            <p:nvPr/>
          </p:nvSpPr>
          <p:spPr>
            <a:xfrm>
              <a:off x="2777895" y="222771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l1611"/>
            <p:cNvSpPr/>
            <p:nvPr/>
          </p:nvSpPr>
          <p:spPr>
            <a:xfrm>
              <a:off x="2777895" y="222771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l1612"/>
            <p:cNvSpPr/>
            <p:nvPr/>
          </p:nvSpPr>
          <p:spPr>
            <a:xfrm>
              <a:off x="2809057" y="222360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l1613"/>
            <p:cNvSpPr/>
            <p:nvPr/>
          </p:nvSpPr>
          <p:spPr>
            <a:xfrm>
              <a:off x="2801934" y="222771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l1614"/>
            <p:cNvSpPr/>
            <p:nvPr/>
          </p:nvSpPr>
          <p:spPr>
            <a:xfrm>
              <a:off x="2801934" y="222771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l1615"/>
            <p:cNvSpPr/>
            <p:nvPr/>
          </p:nvSpPr>
          <p:spPr>
            <a:xfrm>
              <a:off x="2760977" y="227556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l1616"/>
            <p:cNvSpPr/>
            <p:nvPr/>
          </p:nvSpPr>
          <p:spPr>
            <a:xfrm>
              <a:off x="2753855" y="227967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l1617"/>
            <p:cNvSpPr/>
            <p:nvPr/>
          </p:nvSpPr>
          <p:spPr>
            <a:xfrm>
              <a:off x="2753855" y="227967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l1618"/>
            <p:cNvSpPr/>
            <p:nvPr/>
          </p:nvSpPr>
          <p:spPr>
            <a:xfrm>
              <a:off x="2785017" y="227556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l1619"/>
            <p:cNvSpPr/>
            <p:nvPr/>
          </p:nvSpPr>
          <p:spPr>
            <a:xfrm>
              <a:off x="2777895" y="227967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l1620"/>
            <p:cNvSpPr/>
            <p:nvPr/>
          </p:nvSpPr>
          <p:spPr>
            <a:xfrm>
              <a:off x="2777895" y="227967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l1621"/>
            <p:cNvSpPr/>
            <p:nvPr/>
          </p:nvSpPr>
          <p:spPr>
            <a:xfrm>
              <a:off x="2809057" y="227556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l1622"/>
            <p:cNvSpPr/>
            <p:nvPr/>
          </p:nvSpPr>
          <p:spPr>
            <a:xfrm>
              <a:off x="2801934" y="227967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l1623"/>
            <p:cNvSpPr/>
            <p:nvPr/>
          </p:nvSpPr>
          <p:spPr>
            <a:xfrm>
              <a:off x="2801934" y="227967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l1624"/>
            <p:cNvSpPr/>
            <p:nvPr/>
          </p:nvSpPr>
          <p:spPr>
            <a:xfrm>
              <a:off x="2772997" y="237947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l1625"/>
            <p:cNvSpPr/>
            <p:nvPr/>
          </p:nvSpPr>
          <p:spPr>
            <a:xfrm>
              <a:off x="2765875" y="238358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l1626"/>
            <p:cNvSpPr/>
            <p:nvPr/>
          </p:nvSpPr>
          <p:spPr>
            <a:xfrm>
              <a:off x="2765875" y="238358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l1627"/>
            <p:cNvSpPr/>
            <p:nvPr/>
          </p:nvSpPr>
          <p:spPr>
            <a:xfrm>
              <a:off x="2797037" y="237947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l1628"/>
            <p:cNvSpPr/>
            <p:nvPr/>
          </p:nvSpPr>
          <p:spPr>
            <a:xfrm>
              <a:off x="2789915" y="238358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l1629"/>
            <p:cNvSpPr/>
            <p:nvPr/>
          </p:nvSpPr>
          <p:spPr>
            <a:xfrm>
              <a:off x="2789915" y="238358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l1630"/>
            <p:cNvSpPr/>
            <p:nvPr/>
          </p:nvSpPr>
          <p:spPr>
            <a:xfrm>
              <a:off x="2760977" y="243143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l1631"/>
            <p:cNvSpPr/>
            <p:nvPr/>
          </p:nvSpPr>
          <p:spPr>
            <a:xfrm>
              <a:off x="2753855" y="243554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l1632"/>
            <p:cNvSpPr/>
            <p:nvPr/>
          </p:nvSpPr>
          <p:spPr>
            <a:xfrm>
              <a:off x="2753855" y="243554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l1633"/>
            <p:cNvSpPr/>
            <p:nvPr/>
          </p:nvSpPr>
          <p:spPr>
            <a:xfrm>
              <a:off x="2785017" y="243143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l1634"/>
            <p:cNvSpPr/>
            <p:nvPr/>
          </p:nvSpPr>
          <p:spPr>
            <a:xfrm>
              <a:off x="2777895" y="243554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l1635"/>
            <p:cNvSpPr/>
            <p:nvPr/>
          </p:nvSpPr>
          <p:spPr>
            <a:xfrm>
              <a:off x="2777895" y="243554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l1636"/>
            <p:cNvSpPr/>
            <p:nvPr/>
          </p:nvSpPr>
          <p:spPr>
            <a:xfrm>
              <a:off x="2809057" y="243143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l1637"/>
            <p:cNvSpPr/>
            <p:nvPr/>
          </p:nvSpPr>
          <p:spPr>
            <a:xfrm>
              <a:off x="2801934" y="243554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l1638"/>
            <p:cNvSpPr/>
            <p:nvPr/>
          </p:nvSpPr>
          <p:spPr>
            <a:xfrm>
              <a:off x="2801934" y="243554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l1639"/>
            <p:cNvSpPr/>
            <p:nvPr/>
          </p:nvSpPr>
          <p:spPr>
            <a:xfrm>
              <a:off x="2760977" y="253535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l1640"/>
            <p:cNvSpPr/>
            <p:nvPr/>
          </p:nvSpPr>
          <p:spPr>
            <a:xfrm>
              <a:off x="2753855" y="253946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l1641"/>
            <p:cNvSpPr/>
            <p:nvPr/>
          </p:nvSpPr>
          <p:spPr>
            <a:xfrm>
              <a:off x="2753855" y="253946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l1642"/>
            <p:cNvSpPr/>
            <p:nvPr/>
          </p:nvSpPr>
          <p:spPr>
            <a:xfrm>
              <a:off x="2785017" y="253535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l1643"/>
            <p:cNvSpPr/>
            <p:nvPr/>
          </p:nvSpPr>
          <p:spPr>
            <a:xfrm>
              <a:off x="2777895" y="253946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l1644"/>
            <p:cNvSpPr/>
            <p:nvPr/>
          </p:nvSpPr>
          <p:spPr>
            <a:xfrm>
              <a:off x="2777895" y="253946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l1645"/>
            <p:cNvSpPr/>
            <p:nvPr/>
          </p:nvSpPr>
          <p:spPr>
            <a:xfrm>
              <a:off x="2809057" y="253535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l1646"/>
            <p:cNvSpPr/>
            <p:nvPr/>
          </p:nvSpPr>
          <p:spPr>
            <a:xfrm>
              <a:off x="2801934" y="253946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l1647"/>
            <p:cNvSpPr/>
            <p:nvPr/>
          </p:nvSpPr>
          <p:spPr>
            <a:xfrm>
              <a:off x="2801934" y="253946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l1648"/>
            <p:cNvSpPr/>
            <p:nvPr/>
          </p:nvSpPr>
          <p:spPr>
            <a:xfrm>
              <a:off x="2760977" y="261329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l1649"/>
            <p:cNvSpPr/>
            <p:nvPr/>
          </p:nvSpPr>
          <p:spPr>
            <a:xfrm>
              <a:off x="2753855" y="261740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l1650"/>
            <p:cNvSpPr/>
            <p:nvPr/>
          </p:nvSpPr>
          <p:spPr>
            <a:xfrm>
              <a:off x="2753855" y="261740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l1651"/>
            <p:cNvSpPr/>
            <p:nvPr/>
          </p:nvSpPr>
          <p:spPr>
            <a:xfrm>
              <a:off x="2785017" y="261329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l1652"/>
            <p:cNvSpPr/>
            <p:nvPr/>
          </p:nvSpPr>
          <p:spPr>
            <a:xfrm>
              <a:off x="2777895" y="261740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l1653"/>
            <p:cNvSpPr/>
            <p:nvPr/>
          </p:nvSpPr>
          <p:spPr>
            <a:xfrm>
              <a:off x="2777895" y="261740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l1654"/>
            <p:cNvSpPr/>
            <p:nvPr/>
          </p:nvSpPr>
          <p:spPr>
            <a:xfrm>
              <a:off x="2809057" y="261329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l1655"/>
            <p:cNvSpPr/>
            <p:nvPr/>
          </p:nvSpPr>
          <p:spPr>
            <a:xfrm>
              <a:off x="2801934" y="261740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l1656"/>
            <p:cNvSpPr/>
            <p:nvPr/>
          </p:nvSpPr>
          <p:spPr>
            <a:xfrm>
              <a:off x="2801934" y="261740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l1657"/>
            <p:cNvSpPr/>
            <p:nvPr/>
          </p:nvSpPr>
          <p:spPr>
            <a:xfrm>
              <a:off x="2772997" y="274318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l1658"/>
            <p:cNvSpPr/>
            <p:nvPr/>
          </p:nvSpPr>
          <p:spPr>
            <a:xfrm>
              <a:off x="2765875" y="274729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l1659"/>
            <p:cNvSpPr/>
            <p:nvPr/>
          </p:nvSpPr>
          <p:spPr>
            <a:xfrm>
              <a:off x="2765875" y="274729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l1660"/>
            <p:cNvSpPr/>
            <p:nvPr/>
          </p:nvSpPr>
          <p:spPr>
            <a:xfrm>
              <a:off x="2797037" y="274318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l1661"/>
            <p:cNvSpPr/>
            <p:nvPr/>
          </p:nvSpPr>
          <p:spPr>
            <a:xfrm>
              <a:off x="2789915" y="274729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l1662"/>
            <p:cNvSpPr/>
            <p:nvPr/>
          </p:nvSpPr>
          <p:spPr>
            <a:xfrm>
              <a:off x="2789915" y="274729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l1663"/>
            <p:cNvSpPr/>
            <p:nvPr/>
          </p:nvSpPr>
          <p:spPr>
            <a:xfrm>
              <a:off x="2772997" y="276916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l1664"/>
            <p:cNvSpPr/>
            <p:nvPr/>
          </p:nvSpPr>
          <p:spPr>
            <a:xfrm>
              <a:off x="2765875" y="277327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l1665"/>
            <p:cNvSpPr/>
            <p:nvPr/>
          </p:nvSpPr>
          <p:spPr>
            <a:xfrm>
              <a:off x="2765875" y="277327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l1666"/>
            <p:cNvSpPr/>
            <p:nvPr/>
          </p:nvSpPr>
          <p:spPr>
            <a:xfrm>
              <a:off x="2797037" y="276916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l1667"/>
            <p:cNvSpPr/>
            <p:nvPr/>
          </p:nvSpPr>
          <p:spPr>
            <a:xfrm>
              <a:off x="2789915" y="277327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l1668"/>
            <p:cNvSpPr/>
            <p:nvPr/>
          </p:nvSpPr>
          <p:spPr>
            <a:xfrm>
              <a:off x="2789915" y="277327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l1669"/>
            <p:cNvSpPr/>
            <p:nvPr/>
          </p:nvSpPr>
          <p:spPr>
            <a:xfrm>
              <a:off x="2785017" y="282112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l1670"/>
            <p:cNvSpPr/>
            <p:nvPr/>
          </p:nvSpPr>
          <p:spPr>
            <a:xfrm>
              <a:off x="2777895" y="282523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l1671"/>
            <p:cNvSpPr/>
            <p:nvPr/>
          </p:nvSpPr>
          <p:spPr>
            <a:xfrm>
              <a:off x="2777895" y="282523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l1672"/>
            <p:cNvSpPr/>
            <p:nvPr/>
          </p:nvSpPr>
          <p:spPr>
            <a:xfrm>
              <a:off x="2785017" y="328875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l1673"/>
            <p:cNvSpPr/>
            <p:nvPr/>
          </p:nvSpPr>
          <p:spPr>
            <a:xfrm>
              <a:off x="2777895" y="329286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l1674"/>
            <p:cNvSpPr/>
            <p:nvPr/>
          </p:nvSpPr>
          <p:spPr>
            <a:xfrm>
              <a:off x="2777895" y="329286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l1675"/>
            <p:cNvSpPr/>
            <p:nvPr/>
          </p:nvSpPr>
          <p:spPr>
            <a:xfrm>
              <a:off x="2785017" y="370442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l1676"/>
            <p:cNvSpPr/>
            <p:nvPr/>
          </p:nvSpPr>
          <p:spPr>
            <a:xfrm>
              <a:off x="2777895" y="370853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l1677"/>
            <p:cNvSpPr/>
            <p:nvPr/>
          </p:nvSpPr>
          <p:spPr>
            <a:xfrm>
              <a:off x="2777895" y="370853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l1678"/>
            <p:cNvSpPr/>
            <p:nvPr/>
          </p:nvSpPr>
          <p:spPr>
            <a:xfrm>
              <a:off x="2760977" y="393823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l1679"/>
            <p:cNvSpPr/>
            <p:nvPr/>
          </p:nvSpPr>
          <p:spPr>
            <a:xfrm>
              <a:off x="2753855" y="394234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l1680"/>
            <p:cNvSpPr/>
            <p:nvPr/>
          </p:nvSpPr>
          <p:spPr>
            <a:xfrm>
              <a:off x="2753855" y="394234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l1681"/>
            <p:cNvSpPr/>
            <p:nvPr/>
          </p:nvSpPr>
          <p:spPr>
            <a:xfrm>
              <a:off x="2785017" y="393823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l1682"/>
            <p:cNvSpPr/>
            <p:nvPr/>
          </p:nvSpPr>
          <p:spPr>
            <a:xfrm>
              <a:off x="2777895" y="394234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l1683"/>
            <p:cNvSpPr/>
            <p:nvPr/>
          </p:nvSpPr>
          <p:spPr>
            <a:xfrm>
              <a:off x="2777895" y="394234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l1684"/>
            <p:cNvSpPr/>
            <p:nvPr/>
          </p:nvSpPr>
          <p:spPr>
            <a:xfrm>
              <a:off x="2809057" y="393823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l1685"/>
            <p:cNvSpPr/>
            <p:nvPr/>
          </p:nvSpPr>
          <p:spPr>
            <a:xfrm>
              <a:off x="2801934" y="394234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l1686"/>
            <p:cNvSpPr/>
            <p:nvPr/>
          </p:nvSpPr>
          <p:spPr>
            <a:xfrm>
              <a:off x="2801934" y="394234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l1687"/>
            <p:cNvSpPr/>
            <p:nvPr/>
          </p:nvSpPr>
          <p:spPr>
            <a:xfrm>
              <a:off x="2772997" y="448380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l1688"/>
            <p:cNvSpPr/>
            <p:nvPr/>
          </p:nvSpPr>
          <p:spPr>
            <a:xfrm>
              <a:off x="2765875" y="448791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l1689"/>
            <p:cNvSpPr/>
            <p:nvPr/>
          </p:nvSpPr>
          <p:spPr>
            <a:xfrm>
              <a:off x="2765875" y="448791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l1690"/>
            <p:cNvSpPr/>
            <p:nvPr/>
          </p:nvSpPr>
          <p:spPr>
            <a:xfrm>
              <a:off x="2797037" y="448380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l1691"/>
            <p:cNvSpPr/>
            <p:nvPr/>
          </p:nvSpPr>
          <p:spPr>
            <a:xfrm>
              <a:off x="2789915" y="448791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l1692"/>
            <p:cNvSpPr/>
            <p:nvPr/>
          </p:nvSpPr>
          <p:spPr>
            <a:xfrm>
              <a:off x="2789915" y="448791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l1693"/>
            <p:cNvSpPr/>
            <p:nvPr/>
          </p:nvSpPr>
          <p:spPr>
            <a:xfrm>
              <a:off x="2785017" y="518524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l1694"/>
            <p:cNvSpPr/>
            <p:nvPr/>
          </p:nvSpPr>
          <p:spPr>
            <a:xfrm>
              <a:off x="2777895" y="518935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l1695"/>
            <p:cNvSpPr/>
            <p:nvPr/>
          </p:nvSpPr>
          <p:spPr>
            <a:xfrm>
              <a:off x="2777895" y="518935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l1696"/>
            <p:cNvSpPr/>
            <p:nvPr/>
          </p:nvSpPr>
          <p:spPr>
            <a:xfrm>
              <a:off x="2760977" y="531514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l1697"/>
            <p:cNvSpPr/>
            <p:nvPr/>
          </p:nvSpPr>
          <p:spPr>
            <a:xfrm>
              <a:off x="2753855" y="531925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l1698"/>
            <p:cNvSpPr/>
            <p:nvPr/>
          </p:nvSpPr>
          <p:spPr>
            <a:xfrm>
              <a:off x="2753855" y="531925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l1699"/>
            <p:cNvSpPr/>
            <p:nvPr/>
          </p:nvSpPr>
          <p:spPr>
            <a:xfrm>
              <a:off x="2785017" y="531514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l1700"/>
            <p:cNvSpPr/>
            <p:nvPr/>
          </p:nvSpPr>
          <p:spPr>
            <a:xfrm>
              <a:off x="2777895" y="531925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l1701"/>
            <p:cNvSpPr/>
            <p:nvPr/>
          </p:nvSpPr>
          <p:spPr>
            <a:xfrm>
              <a:off x="2777895" y="531925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l1702"/>
            <p:cNvSpPr/>
            <p:nvPr/>
          </p:nvSpPr>
          <p:spPr>
            <a:xfrm>
              <a:off x="2809057" y="531514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l1703"/>
            <p:cNvSpPr/>
            <p:nvPr/>
          </p:nvSpPr>
          <p:spPr>
            <a:xfrm>
              <a:off x="2801934" y="531925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l1704"/>
            <p:cNvSpPr/>
            <p:nvPr/>
          </p:nvSpPr>
          <p:spPr>
            <a:xfrm>
              <a:off x="2801934" y="531925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l1705"/>
            <p:cNvSpPr/>
            <p:nvPr/>
          </p:nvSpPr>
          <p:spPr>
            <a:xfrm>
              <a:off x="2785017" y="549699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l1706"/>
            <p:cNvSpPr/>
            <p:nvPr/>
          </p:nvSpPr>
          <p:spPr>
            <a:xfrm>
              <a:off x="2777895" y="550110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l1707"/>
            <p:cNvSpPr/>
            <p:nvPr/>
          </p:nvSpPr>
          <p:spPr>
            <a:xfrm>
              <a:off x="2777895" y="550110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l1708"/>
            <p:cNvSpPr/>
            <p:nvPr/>
          </p:nvSpPr>
          <p:spPr>
            <a:xfrm>
              <a:off x="2785017" y="570483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l1709"/>
            <p:cNvSpPr/>
            <p:nvPr/>
          </p:nvSpPr>
          <p:spPr>
            <a:xfrm>
              <a:off x="2777895" y="570894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l1710"/>
            <p:cNvSpPr/>
            <p:nvPr/>
          </p:nvSpPr>
          <p:spPr>
            <a:xfrm>
              <a:off x="2777895" y="570894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l1711"/>
            <p:cNvSpPr/>
            <p:nvPr/>
          </p:nvSpPr>
          <p:spPr>
            <a:xfrm>
              <a:off x="2785017" y="578276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l1712"/>
            <p:cNvSpPr/>
            <p:nvPr/>
          </p:nvSpPr>
          <p:spPr>
            <a:xfrm>
              <a:off x="2777895" y="578688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l1713"/>
            <p:cNvSpPr/>
            <p:nvPr/>
          </p:nvSpPr>
          <p:spPr>
            <a:xfrm>
              <a:off x="2777895" y="578688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l1714"/>
            <p:cNvSpPr/>
            <p:nvPr/>
          </p:nvSpPr>
          <p:spPr>
            <a:xfrm>
              <a:off x="2785017" y="619843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l1715"/>
            <p:cNvSpPr/>
            <p:nvPr/>
          </p:nvSpPr>
          <p:spPr>
            <a:xfrm>
              <a:off x="2777895" y="620254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l1716"/>
            <p:cNvSpPr/>
            <p:nvPr/>
          </p:nvSpPr>
          <p:spPr>
            <a:xfrm>
              <a:off x="2777895" y="620254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l1717"/>
            <p:cNvSpPr/>
            <p:nvPr/>
          </p:nvSpPr>
          <p:spPr>
            <a:xfrm>
              <a:off x="2772997" y="625039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l1718"/>
            <p:cNvSpPr/>
            <p:nvPr/>
          </p:nvSpPr>
          <p:spPr>
            <a:xfrm>
              <a:off x="2765875" y="625450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l1719"/>
            <p:cNvSpPr/>
            <p:nvPr/>
          </p:nvSpPr>
          <p:spPr>
            <a:xfrm>
              <a:off x="2765875" y="625450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l1720"/>
            <p:cNvSpPr/>
            <p:nvPr/>
          </p:nvSpPr>
          <p:spPr>
            <a:xfrm>
              <a:off x="2797037" y="625039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l1721"/>
            <p:cNvSpPr/>
            <p:nvPr/>
          </p:nvSpPr>
          <p:spPr>
            <a:xfrm>
              <a:off x="2789915" y="625450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l1722"/>
            <p:cNvSpPr/>
            <p:nvPr/>
          </p:nvSpPr>
          <p:spPr>
            <a:xfrm>
              <a:off x="2789915" y="625450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l1723"/>
            <p:cNvSpPr/>
            <p:nvPr/>
          </p:nvSpPr>
          <p:spPr>
            <a:xfrm>
              <a:off x="2760977" y="627637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l1724"/>
            <p:cNvSpPr/>
            <p:nvPr/>
          </p:nvSpPr>
          <p:spPr>
            <a:xfrm>
              <a:off x="2753855" y="628048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l1725"/>
            <p:cNvSpPr/>
            <p:nvPr/>
          </p:nvSpPr>
          <p:spPr>
            <a:xfrm>
              <a:off x="2753855" y="628048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l1726"/>
            <p:cNvSpPr/>
            <p:nvPr/>
          </p:nvSpPr>
          <p:spPr>
            <a:xfrm>
              <a:off x="2785017" y="627637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l1727"/>
            <p:cNvSpPr/>
            <p:nvPr/>
          </p:nvSpPr>
          <p:spPr>
            <a:xfrm>
              <a:off x="2777895" y="628048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l1728"/>
            <p:cNvSpPr/>
            <p:nvPr/>
          </p:nvSpPr>
          <p:spPr>
            <a:xfrm>
              <a:off x="2777895" y="628048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l1729"/>
            <p:cNvSpPr/>
            <p:nvPr/>
          </p:nvSpPr>
          <p:spPr>
            <a:xfrm>
              <a:off x="2809057" y="627637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l1730"/>
            <p:cNvSpPr/>
            <p:nvPr/>
          </p:nvSpPr>
          <p:spPr>
            <a:xfrm>
              <a:off x="2801934" y="628048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l1731"/>
            <p:cNvSpPr/>
            <p:nvPr/>
          </p:nvSpPr>
          <p:spPr>
            <a:xfrm>
              <a:off x="2801934" y="628048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l1732"/>
            <p:cNvSpPr/>
            <p:nvPr/>
          </p:nvSpPr>
          <p:spPr>
            <a:xfrm>
              <a:off x="3067293" y="175597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l1733"/>
            <p:cNvSpPr/>
            <p:nvPr/>
          </p:nvSpPr>
          <p:spPr>
            <a:xfrm>
              <a:off x="3060171" y="176008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l1734"/>
            <p:cNvSpPr/>
            <p:nvPr/>
          </p:nvSpPr>
          <p:spPr>
            <a:xfrm>
              <a:off x="3060171" y="176008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l1735"/>
            <p:cNvSpPr/>
            <p:nvPr/>
          </p:nvSpPr>
          <p:spPr>
            <a:xfrm>
              <a:off x="3091333" y="175597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l1736"/>
            <p:cNvSpPr/>
            <p:nvPr/>
          </p:nvSpPr>
          <p:spPr>
            <a:xfrm>
              <a:off x="3084211" y="176008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l1737"/>
            <p:cNvSpPr/>
            <p:nvPr/>
          </p:nvSpPr>
          <p:spPr>
            <a:xfrm>
              <a:off x="3084211" y="176008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l1738"/>
            <p:cNvSpPr/>
            <p:nvPr/>
          </p:nvSpPr>
          <p:spPr>
            <a:xfrm>
              <a:off x="3055273" y="183391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l1739"/>
            <p:cNvSpPr/>
            <p:nvPr/>
          </p:nvSpPr>
          <p:spPr>
            <a:xfrm>
              <a:off x="3048151" y="183802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l1740"/>
            <p:cNvSpPr/>
            <p:nvPr/>
          </p:nvSpPr>
          <p:spPr>
            <a:xfrm>
              <a:off x="3048151" y="183802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l1741"/>
            <p:cNvSpPr/>
            <p:nvPr/>
          </p:nvSpPr>
          <p:spPr>
            <a:xfrm>
              <a:off x="3079313" y="183391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l1742"/>
            <p:cNvSpPr/>
            <p:nvPr/>
          </p:nvSpPr>
          <p:spPr>
            <a:xfrm>
              <a:off x="3072191" y="183802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l1743"/>
            <p:cNvSpPr/>
            <p:nvPr/>
          </p:nvSpPr>
          <p:spPr>
            <a:xfrm>
              <a:off x="3072191" y="183802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l1744"/>
            <p:cNvSpPr/>
            <p:nvPr/>
          </p:nvSpPr>
          <p:spPr>
            <a:xfrm>
              <a:off x="3103353" y="183391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l1745"/>
            <p:cNvSpPr/>
            <p:nvPr/>
          </p:nvSpPr>
          <p:spPr>
            <a:xfrm>
              <a:off x="3096230" y="183802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l1746"/>
            <p:cNvSpPr/>
            <p:nvPr/>
          </p:nvSpPr>
          <p:spPr>
            <a:xfrm>
              <a:off x="3096230" y="183802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l1747"/>
            <p:cNvSpPr/>
            <p:nvPr/>
          </p:nvSpPr>
          <p:spPr>
            <a:xfrm>
              <a:off x="3055273" y="191184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l1748"/>
            <p:cNvSpPr/>
            <p:nvPr/>
          </p:nvSpPr>
          <p:spPr>
            <a:xfrm>
              <a:off x="3048151" y="191596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l1749"/>
            <p:cNvSpPr/>
            <p:nvPr/>
          </p:nvSpPr>
          <p:spPr>
            <a:xfrm>
              <a:off x="3048151" y="191596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l1750"/>
            <p:cNvSpPr/>
            <p:nvPr/>
          </p:nvSpPr>
          <p:spPr>
            <a:xfrm>
              <a:off x="3079313" y="191184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l1751"/>
            <p:cNvSpPr/>
            <p:nvPr/>
          </p:nvSpPr>
          <p:spPr>
            <a:xfrm>
              <a:off x="3072191" y="191596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l1752"/>
            <p:cNvSpPr/>
            <p:nvPr/>
          </p:nvSpPr>
          <p:spPr>
            <a:xfrm>
              <a:off x="3072191" y="191596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l1753"/>
            <p:cNvSpPr/>
            <p:nvPr/>
          </p:nvSpPr>
          <p:spPr>
            <a:xfrm>
              <a:off x="3103353" y="191184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l1754"/>
            <p:cNvSpPr/>
            <p:nvPr/>
          </p:nvSpPr>
          <p:spPr>
            <a:xfrm>
              <a:off x="3096230" y="191596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l1755"/>
            <p:cNvSpPr/>
            <p:nvPr/>
          </p:nvSpPr>
          <p:spPr>
            <a:xfrm>
              <a:off x="3096230" y="191596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l1756"/>
            <p:cNvSpPr/>
            <p:nvPr/>
          </p:nvSpPr>
          <p:spPr>
            <a:xfrm>
              <a:off x="3079313" y="196380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l1757"/>
            <p:cNvSpPr/>
            <p:nvPr/>
          </p:nvSpPr>
          <p:spPr>
            <a:xfrm>
              <a:off x="3072191" y="196792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l1758"/>
            <p:cNvSpPr/>
            <p:nvPr/>
          </p:nvSpPr>
          <p:spPr>
            <a:xfrm>
              <a:off x="3072191" y="196792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l1759"/>
            <p:cNvSpPr/>
            <p:nvPr/>
          </p:nvSpPr>
          <p:spPr>
            <a:xfrm>
              <a:off x="3067293" y="198978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l1760"/>
            <p:cNvSpPr/>
            <p:nvPr/>
          </p:nvSpPr>
          <p:spPr>
            <a:xfrm>
              <a:off x="3060171" y="199389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l1761"/>
            <p:cNvSpPr/>
            <p:nvPr/>
          </p:nvSpPr>
          <p:spPr>
            <a:xfrm>
              <a:off x="3060171" y="199389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l1762"/>
            <p:cNvSpPr/>
            <p:nvPr/>
          </p:nvSpPr>
          <p:spPr>
            <a:xfrm>
              <a:off x="3091333" y="198978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l1763"/>
            <p:cNvSpPr/>
            <p:nvPr/>
          </p:nvSpPr>
          <p:spPr>
            <a:xfrm>
              <a:off x="3084211" y="199389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l1764"/>
            <p:cNvSpPr/>
            <p:nvPr/>
          </p:nvSpPr>
          <p:spPr>
            <a:xfrm>
              <a:off x="3084211" y="199389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l1765"/>
            <p:cNvSpPr/>
            <p:nvPr/>
          </p:nvSpPr>
          <p:spPr>
            <a:xfrm>
              <a:off x="3079313" y="222360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l1766"/>
            <p:cNvSpPr/>
            <p:nvPr/>
          </p:nvSpPr>
          <p:spPr>
            <a:xfrm>
              <a:off x="3072191" y="222771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l1767"/>
            <p:cNvSpPr/>
            <p:nvPr/>
          </p:nvSpPr>
          <p:spPr>
            <a:xfrm>
              <a:off x="3072191" y="222771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l1768"/>
            <p:cNvSpPr/>
            <p:nvPr/>
          </p:nvSpPr>
          <p:spPr>
            <a:xfrm>
              <a:off x="3055273" y="227556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l1769"/>
            <p:cNvSpPr/>
            <p:nvPr/>
          </p:nvSpPr>
          <p:spPr>
            <a:xfrm>
              <a:off x="3048151" y="227967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l1770"/>
            <p:cNvSpPr/>
            <p:nvPr/>
          </p:nvSpPr>
          <p:spPr>
            <a:xfrm>
              <a:off x="3048151" y="227967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l1771"/>
            <p:cNvSpPr/>
            <p:nvPr/>
          </p:nvSpPr>
          <p:spPr>
            <a:xfrm>
              <a:off x="3079313" y="227556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l1772"/>
            <p:cNvSpPr/>
            <p:nvPr/>
          </p:nvSpPr>
          <p:spPr>
            <a:xfrm>
              <a:off x="3072191" y="227967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l1773"/>
            <p:cNvSpPr/>
            <p:nvPr/>
          </p:nvSpPr>
          <p:spPr>
            <a:xfrm>
              <a:off x="3072191" y="227967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l1774"/>
            <p:cNvSpPr/>
            <p:nvPr/>
          </p:nvSpPr>
          <p:spPr>
            <a:xfrm>
              <a:off x="3103353" y="227556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l1775"/>
            <p:cNvSpPr/>
            <p:nvPr/>
          </p:nvSpPr>
          <p:spPr>
            <a:xfrm>
              <a:off x="3096230" y="227967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l1776"/>
            <p:cNvSpPr/>
            <p:nvPr/>
          </p:nvSpPr>
          <p:spPr>
            <a:xfrm>
              <a:off x="3096230" y="227967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l1777"/>
            <p:cNvSpPr/>
            <p:nvPr/>
          </p:nvSpPr>
          <p:spPr>
            <a:xfrm>
              <a:off x="3055273" y="243143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l1778"/>
            <p:cNvSpPr/>
            <p:nvPr/>
          </p:nvSpPr>
          <p:spPr>
            <a:xfrm>
              <a:off x="3048151" y="243554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l1779"/>
            <p:cNvSpPr/>
            <p:nvPr/>
          </p:nvSpPr>
          <p:spPr>
            <a:xfrm>
              <a:off x="3048151" y="243554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l1780"/>
            <p:cNvSpPr/>
            <p:nvPr/>
          </p:nvSpPr>
          <p:spPr>
            <a:xfrm>
              <a:off x="3079313" y="243143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l1781"/>
            <p:cNvSpPr/>
            <p:nvPr/>
          </p:nvSpPr>
          <p:spPr>
            <a:xfrm>
              <a:off x="3072191" y="243554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l1782"/>
            <p:cNvSpPr/>
            <p:nvPr/>
          </p:nvSpPr>
          <p:spPr>
            <a:xfrm>
              <a:off x="3072191" y="243554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l1783"/>
            <p:cNvSpPr/>
            <p:nvPr/>
          </p:nvSpPr>
          <p:spPr>
            <a:xfrm>
              <a:off x="3103353" y="243143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l1784"/>
            <p:cNvSpPr/>
            <p:nvPr/>
          </p:nvSpPr>
          <p:spPr>
            <a:xfrm>
              <a:off x="3096230" y="243554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l1785"/>
            <p:cNvSpPr/>
            <p:nvPr/>
          </p:nvSpPr>
          <p:spPr>
            <a:xfrm>
              <a:off x="3096230" y="243554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l1786"/>
            <p:cNvSpPr/>
            <p:nvPr/>
          </p:nvSpPr>
          <p:spPr>
            <a:xfrm>
              <a:off x="3055273" y="245741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l1787"/>
            <p:cNvSpPr/>
            <p:nvPr/>
          </p:nvSpPr>
          <p:spPr>
            <a:xfrm>
              <a:off x="3048151" y="246152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l1788"/>
            <p:cNvSpPr/>
            <p:nvPr/>
          </p:nvSpPr>
          <p:spPr>
            <a:xfrm>
              <a:off x="3048151" y="246152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l1789"/>
            <p:cNvSpPr/>
            <p:nvPr/>
          </p:nvSpPr>
          <p:spPr>
            <a:xfrm>
              <a:off x="3079313" y="245741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l1790"/>
            <p:cNvSpPr/>
            <p:nvPr/>
          </p:nvSpPr>
          <p:spPr>
            <a:xfrm>
              <a:off x="3072191" y="246152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l1791"/>
            <p:cNvSpPr/>
            <p:nvPr/>
          </p:nvSpPr>
          <p:spPr>
            <a:xfrm>
              <a:off x="3072191" y="246152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l1792"/>
            <p:cNvSpPr/>
            <p:nvPr/>
          </p:nvSpPr>
          <p:spPr>
            <a:xfrm>
              <a:off x="3103353" y="245741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l1793"/>
            <p:cNvSpPr/>
            <p:nvPr/>
          </p:nvSpPr>
          <p:spPr>
            <a:xfrm>
              <a:off x="3096230" y="246152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l1794"/>
            <p:cNvSpPr/>
            <p:nvPr/>
          </p:nvSpPr>
          <p:spPr>
            <a:xfrm>
              <a:off x="3096230" y="246152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l1795"/>
            <p:cNvSpPr/>
            <p:nvPr/>
          </p:nvSpPr>
          <p:spPr>
            <a:xfrm>
              <a:off x="3055273" y="253535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l1796"/>
            <p:cNvSpPr/>
            <p:nvPr/>
          </p:nvSpPr>
          <p:spPr>
            <a:xfrm>
              <a:off x="3048151" y="253946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l1797"/>
            <p:cNvSpPr/>
            <p:nvPr/>
          </p:nvSpPr>
          <p:spPr>
            <a:xfrm>
              <a:off x="3048151" y="253946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l1798"/>
            <p:cNvSpPr/>
            <p:nvPr/>
          </p:nvSpPr>
          <p:spPr>
            <a:xfrm>
              <a:off x="3079313" y="253535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l1799"/>
            <p:cNvSpPr/>
            <p:nvPr/>
          </p:nvSpPr>
          <p:spPr>
            <a:xfrm>
              <a:off x="3072191" y="253946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l1800"/>
            <p:cNvSpPr/>
            <p:nvPr/>
          </p:nvSpPr>
          <p:spPr>
            <a:xfrm>
              <a:off x="3072191" y="253946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l1801"/>
            <p:cNvSpPr/>
            <p:nvPr/>
          </p:nvSpPr>
          <p:spPr>
            <a:xfrm>
              <a:off x="3103353" y="253535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l1802"/>
            <p:cNvSpPr/>
            <p:nvPr/>
          </p:nvSpPr>
          <p:spPr>
            <a:xfrm>
              <a:off x="3096230" y="253946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l1803"/>
            <p:cNvSpPr/>
            <p:nvPr/>
          </p:nvSpPr>
          <p:spPr>
            <a:xfrm>
              <a:off x="3096230" y="253946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l1804"/>
            <p:cNvSpPr/>
            <p:nvPr/>
          </p:nvSpPr>
          <p:spPr>
            <a:xfrm>
              <a:off x="3055273" y="261329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l1805"/>
            <p:cNvSpPr/>
            <p:nvPr/>
          </p:nvSpPr>
          <p:spPr>
            <a:xfrm>
              <a:off x="3048151" y="261740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l1806"/>
            <p:cNvSpPr/>
            <p:nvPr/>
          </p:nvSpPr>
          <p:spPr>
            <a:xfrm>
              <a:off x="3048151" y="261740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l1807"/>
            <p:cNvSpPr/>
            <p:nvPr/>
          </p:nvSpPr>
          <p:spPr>
            <a:xfrm>
              <a:off x="3079313" y="261329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l1808"/>
            <p:cNvSpPr/>
            <p:nvPr/>
          </p:nvSpPr>
          <p:spPr>
            <a:xfrm>
              <a:off x="3072191" y="261740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l1809"/>
            <p:cNvSpPr/>
            <p:nvPr/>
          </p:nvSpPr>
          <p:spPr>
            <a:xfrm>
              <a:off x="3072191" y="261740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l1810"/>
            <p:cNvSpPr/>
            <p:nvPr/>
          </p:nvSpPr>
          <p:spPr>
            <a:xfrm>
              <a:off x="3103353" y="261329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l1811"/>
            <p:cNvSpPr/>
            <p:nvPr/>
          </p:nvSpPr>
          <p:spPr>
            <a:xfrm>
              <a:off x="3096230" y="261740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l1812"/>
            <p:cNvSpPr/>
            <p:nvPr/>
          </p:nvSpPr>
          <p:spPr>
            <a:xfrm>
              <a:off x="3096230" y="261740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l1813"/>
            <p:cNvSpPr/>
            <p:nvPr/>
          </p:nvSpPr>
          <p:spPr>
            <a:xfrm>
              <a:off x="3055273" y="269122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l1814"/>
            <p:cNvSpPr/>
            <p:nvPr/>
          </p:nvSpPr>
          <p:spPr>
            <a:xfrm>
              <a:off x="3048151" y="269534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l1815"/>
            <p:cNvSpPr/>
            <p:nvPr/>
          </p:nvSpPr>
          <p:spPr>
            <a:xfrm>
              <a:off x="3048151" y="269534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l1816"/>
            <p:cNvSpPr/>
            <p:nvPr/>
          </p:nvSpPr>
          <p:spPr>
            <a:xfrm>
              <a:off x="3079313" y="269122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l1817"/>
            <p:cNvSpPr/>
            <p:nvPr/>
          </p:nvSpPr>
          <p:spPr>
            <a:xfrm>
              <a:off x="3072191" y="269534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l1818"/>
            <p:cNvSpPr/>
            <p:nvPr/>
          </p:nvSpPr>
          <p:spPr>
            <a:xfrm>
              <a:off x="3072191" y="269534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l1819"/>
            <p:cNvSpPr/>
            <p:nvPr/>
          </p:nvSpPr>
          <p:spPr>
            <a:xfrm>
              <a:off x="3103353" y="269122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l1820"/>
            <p:cNvSpPr/>
            <p:nvPr/>
          </p:nvSpPr>
          <p:spPr>
            <a:xfrm>
              <a:off x="3096230" y="269534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l1821"/>
            <p:cNvSpPr/>
            <p:nvPr/>
          </p:nvSpPr>
          <p:spPr>
            <a:xfrm>
              <a:off x="3096230" y="269534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l1822"/>
            <p:cNvSpPr/>
            <p:nvPr/>
          </p:nvSpPr>
          <p:spPr>
            <a:xfrm>
              <a:off x="3067293" y="274318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l1823"/>
            <p:cNvSpPr/>
            <p:nvPr/>
          </p:nvSpPr>
          <p:spPr>
            <a:xfrm>
              <a:off x="3060171" y="274729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l1824"/>
            <p:cNvSpPr/>
            <p:nvPr/>
          </p:nvSpPr>
          <p:spPr>
            <a:xfrm>
              <a:off x="3060171" y="274729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l1825"/>
            <p:cNvSpPr/>
            <p:nvPr/>
          </p:nvSpPr>
          <p:spPr>
            <a:xfrm>
              <a:off x="3091333" y="274318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l1826"/>
            <p:cNvSpPr/>
            <p:nvPr/>
          </p:nvSpPr>
          <p:spPr>
            <a:xfrm>
              <a:off x="3084211" y="274729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l1827"/>
            <p:cNvSpPr/>
            <p:nvPr/>
          </p:nvSpPr>
          <p:spPr>
            <a:xfrm>
              <a:off x="3084211" y="274729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l1828"/>
            <p:cNvSpPr/>
            <p:nvPr/>
          </p:nvSpPr>
          <p:spPr>
            <a:xfrm>
              <a:off x="3055273" y="276916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l1829"/>
            <p:cNvSpPr/>
            <p:nvPr/>
          </p:nvSpPr>
          <p:spPr>
            <a:xfrm>
              <a:off x="3048151" y="277327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l1830"/>
            <p:cNvSpPr/>
            <p:nvPr/>
          </p:nvSpPr>
          <p:spPr>
            <a:xfrm>
              <a:off x="3048151" y="277327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l1831"/>
            <p:cNvSpPr/>
            <p:nvPr/>
          </p:nvSpPr>
          <p:spPr>
            <a:xfrm>
              <a:off x="3079313" y="276916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l1832"/>
            <p:cNvSpPr/>
            <p:nvPr/>
          </p:nvSpPr>
          <p:spPr>
            <a:xfrm>
              <a:off x="3072191" y="277327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l1833"/>
            <p:cNvSpPr/>
            <p:nvPr/>
          </p:nvSpPr>
          <p:spPr>
            <a:xfrm>
              <a:off x="3072191" y="277327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l1834"/>
            <p:cNvSpPr/>
            <p:nvPr/>
          </p:nvSpPr>
          <p:spPr>
            <a:xfrm>
              <a:off x="3103353" y="276916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l1835"/>
            <p:cNvSpPr/>
            <p:nvPr/>
          </p:nvSpPr>
          <p:spPr>
            <a:xfrm>
              <a:off x="3096230" y="277327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l1836"/>
            <p:cNvSpPr/>
            <p:nvPr/>
          </p:nvSpPr>
          <p:spPr>
            <a:xfrm>
              <a:off x="3096230" y="277327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l1837"/>
            <p:cNvSpPr/>
            <p:nvPr/>
          </p:nvSpPr>
          <p:spPr>
            <a:xfrm>
              <a:off x="3055273" y="282112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l1838"/>
            <p:cNvSpPr/>
            <p:nvPr/>
          </p:nvSpPr>
          <p:spPr>
            <a:xfrm>
              <a:off x="3048151" y="282523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l1839"/>
            <p:cNvSpPr/>
            <p:nvPr/>
          </p:nvSpPr>
          <p:spPr>
            <a:xfrm>
              <a:off x="3048151" y="282523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l1840"/>
            <p:cNvSpPr/>
            <p:nvPr/>
          </p:nvSpPr>
          <p:spPr>
            <a:xfrm>
              <a:off x="3079313" y="282112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l1841"/>
            <p:cNvSpPr/>
            <p:nvPr/>
          </p:nvSpPr>
          <p:spPr>
            <a:xfrm>
              <a:off x="3072191" y="282523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l1842"/>
            <p:cNvSpPr/>
            <p:nvPr/>
          </p:nvSpPr>
          <p:spPr>
            <a:xfrm>
              <a:off x="3072191" y="282523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l1843"/>
            <p:cNvSpPr/>
            <p:nvPr/>
          </p:nvSpPr>
          <p:spPr>
            <a:xfrm>
              <a:off x="3103353" y="282112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l1844"/>
            <p:cNvSpPr/>
            <p:nvPr/>
          </p:nvSpPr>
          <p:spPr>
            <a:xfrm>
              <a:off x="3096230" y="282523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l1845"/>
            <p:cNvSpPr/>
            <p:nvPr/>
          </p:nvSpPr>
          <p:spPr>
            <a:xfrm>
              <a:off x="3096230" y="282523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l1846"/>
            <p:cNvSpPr/>
            <p:nvPr/>
          </p:nvSpPr>
          <p:spPr>
            <a:xfrm>
              <a:off x="3055273" y="284710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l1847"/>
            <p:cNvSpPr/>
            <p:nvPr/>
          </p:nvSpPr>
          <p:spPr>
            <a:xfrm>
              <a:off x="3048151" y="285121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l1848"/>
            <p:cNvSpPr/>
            <p:nvPr/>
          </p:nvSpPr>
          <p:spPr>
            <a:xfrm>
              <a:off x="3048151" y="285121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l1849"/>
            <p:cNvSpPr/>
            <p:nvPr/>
          </p:nvSpPr>
          <p:spPr>
            <a:xfrm>
              <a:off x="3079313" y="284710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l1850"/>
            <p:cNvSpPr/>
            <p:nvPr/>
          </p:nvSpPr>
          <p:spPr>
            <a:xfrm>
              <a:off x="3072191" y="285121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l1851"/>
            <p:cNvSpPr/>
            <p:nvPr/>
          </p:nvSpPr>
          <p:spPr>
            <a:xfrm>
              <a:off x="3072191" y="285121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l1852"/>
            <p:cNvSpPr/>
            <p:nvPr/>
          </p:nvSpPr>
          <p:spPr>
            <a:xfrm>
              <a:off x="3103353" y="284710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l1853"/>
            <p:cNvSpPr/>
            <p:nvPr/>
          </p:nvSpPr>
          <p:spPr>
            <a:xfrm>
              <a:off x="3096230" y="285121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l1854"/>
            <p:cNvSpPr/>
            <p:nvPr/>
          </p:nvSpPr>
          <p:spPr>
            <a:xfrm>
              <a:off x="3096230" y="285121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l1855"/>
            <p:cNvSpPr/>
            <p:nvPr/>
          </p:nvSpPr>
          <p:spPr>
            <a:xfrm>
              <a:off x="3055273" y="292504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l1856"/>
            <p:cNvSpPr/>
            <p:nvPr/>
          </p:nvSpPr>
          <p:spPr>
            <a:xfrm>
              <a:off x="3048151" y="292915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l1857"/>
            <p:cNvSpPr/>
            <p:nvPr/>
          </p:nvSpPr>
          <p:spPr>
            <a:xfrm>
              <a:off x="3048151" y="292915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l1858"/>
            <p:cNvSpPr/>
            <p:nvPr/>
          </p:nvSpPr>
          <p:spPr>
            <a:xfrm>
              <a:off x="3079313" y="292504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l1859"/>
            <p:cNvSpPr/>
            <p:nvPr/>
          </p:nvSpPr>
          <p:spPr>
            <a:xfrm>
              <a:off x="3072191" y="292915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l1860"/>
            <p:cNvSpPr/>
            <p:nvPr/>
          </p:nvSpPr>
          <p:spPr>
            <a:xfrm>
              <a:off x="3072191" y="292915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l1861"/>
            <p:cNvSpPr/>
            <p:nvPr/>
          </p:nvSpPr>
          <p:spPr>
            <a:xfrm>
              <a:off x="3103353" y="292504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l1862"/>
            <p:cNvSpPr/>
            <p:nvPr/>
          </p:nvSpPr>
          <p:spPr>
            <a:xfrm>
              <a:off x="3096230" y="292915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l1863"/>
            <p:cNvSpPr/>
            <p:nvPr/>
          </p:nvSpPr>
          <p:spPr>
            <a:xfrm>
              <a:off x="3096230" y="292915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l1864"/>
            <p:cNvSpPr/>
            <p:nvPr/>
          </p:nvSpPr>
          <p:spPr>
            <a:xfrm>
              <a:off x="3055273" y="300298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l1865"/>
            <p:cNvSpPr/>
            <p:nvPr/>
          </p:nvSpPr>
          <p:spPr>
            <a:xfrm>
              <a:off x="3048151" y="300709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l1866"/>
            <p:cNvSpPr/>
            <p:nvPr/>
          </p:nvSpPr>
          <p:spPr>
            <a:xfrm>
              <a:off x="3048151" y="300709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l1867"/>
            <p:cNvSpPr/>
            <p:nvPr/>
          </p:nvSpPr>
          <p:spPr>
            <a:xfrm>
              <a:off x="3079313" y="300298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l1868"/>
            <p:cNvSpPr/>
            <p:nvPr/>
          </p:nvSpPr>
          <p:spPr>
            <a:xfrm>
              <a:off x="3072191" y="300709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l1869"/>
            <p:cNvSpPr/>
            <p:nvPr/>
          </p:nvSpPr>
          <p:spPr>
            <a:xfrm>
              <a:off x="3072191" y="300709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l1870"/>
            <p:cNvSpPr/>
            <p:nvPr/>
          </p:nvSpPr>
          <p:spPr>
            <a:xfrm>
              <a:off x="3103353" y="300298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l1871"/>
            <p:cNvSpPr/>
            <p:nvPr/>
          </p:nvSpPr>
          <p:spPr>
            <a:xfrm>
              <a:off x="3096230" y="300709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l1872"/>
            <p:cNvSpPr/>
            <p:nvPr/>
          </p:nvSpPr>
          <p:spPr>
            <a:xfrm>
              <a:off x="3096230" y="300709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l1873"/>
            <p:cNvSpPr/>
            <p:nvPr/>
          </p:nvSpPr>
          <p:spPr>
            <a:xfrm>
              <a:off x="3055273" y="308091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l1874"/>
            <p:cNvSpPr/>
            <p:nvPr/>
          </p:nvSpPr>
          <p:spPr>
            <a:xfrm>
              <a:off x="3048151" y="308503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l1875"/>
            <p:cNvSpPr/>
            <p:nvPr/>
          </p:nvSpPr>
          <p:spPr>
            <a:xfrm>
              <a:off x="3048151" y="308503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l1876"/>
            <p:cNvSpPr/>
            <p:nvPr/>
          </p:nvSpPr>
          <p:spPr>
            <a:xfrm>
              <a:off x="3079313" y="308091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l1877"/>
            <p:cNvSpPr/>
            <p:nvPr/>
          </p:nvSpPr>
          <p:spPr>
            <a:xfrm>
              <a:off x="3072191" y="308503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l1878"/>
            <p:cNvSpPr/>
            <p:nvPr/>
          </p:nvSpPr>
          <p:spPr>
            <a:xfrm>
              <a:off x="3072191" y="308503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l1879"/>
            <p:cNvSpPr/>
            <p:nvPr/>
          </p:nvSpPr>
          <p:spPr>
            <a:xfrm>
              <a:off x="3103353" y="308091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l1880"/>
            <p:cNvSpPr/>
            <p:nvPr/>
          </p:nvSpPr>
          <p:spPr>
            <a:xfrm>
              <a:off x="3096230" y="308503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l1881"/>
            <p:cNvSpPr/>
            <p:nvPr/>
          </p:nvSpPr>
          <p:spPr>
            <a:xfrm>
              <a:off x="3096230" y="308503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l1882"/>
            <p:cNvSpPr/>
            <p:nvPr/>
          </p:nvSpPr>
          <p:spPr>
            <a:xfrm>
              <a:off x="3055273" y="315885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l1883"/>
            <p:cNvSpPr/>
            <p:nvPr/>
          </p:nvSpPr>
          <p:spPr>
            <a:xfrm>
              <a:off x="3048151" y="316296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l1884"/>
            <p:cNvSpPr/>
            <p:nvPr/>
          </p:nvSpPr>
          <p:spPr>
            <a:xfrm>
              <a:off x="3048151" y="316296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l1885"/>
            <p:cNvSpPr/>
            <p:nvPr/>
          </p:nvSpPr>
          <p:spPr>
            <a:xfrm>
              <a:off x="3079313" y="315885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l1886"/>
            <p:cNvSpPr/>
            <p:nvPr/>
          </p:nvSpPr>
          <p:spPr>
            <a:xfrm>
              <a:off x="3072191" y="316296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l1887"/>
            <p:cNvSpPr/>
            <p:nvPr/>
          </p:nvSpPr>
          <p:spPr>
            <a:xfrm>
              <a:off x="3072191" y="316296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l1888"/>
            <p:cNvSpPr/>
            <p:nvPr/>
          </p:nvSpPr>
          <p:spPr>
            <a:xfrm>
              <a:off x="3103353" y="315885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l1889"/>
            <p:cNvSpPr/>
            <p:nvPr/>
          </p:nvSpPr>
          <p:spPr>
            <a:xfrm>
              <a:off x="3096230" y="316296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l1890"/>
            <p:cNvSpPr/>
            <p:nvPr/>
          </p:nvSpPr>
          <p:spPr>
            <a:xfrm>
              <a:off x="3096230" y="316296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l1891"/>
            <p:cNvSpPr/>
            <p:nvPr/>
          </p:nvSpPr>
          <p:spPr>
            <a:xfrm>
              <a:off x="3055273" y="323679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l1892"/>
            <p:cNvSpPr/>
            <p:nvPr/>
          </p:nvSpPr>
          <p:spPr>
            <a:xfrm>
              <a:off x="3048151" y="324090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l1893"/>
            <p:cNvSpPr/>
            <p:nvPr/>
          </p:nvSpPr>
          <p:spPr>
            <a:xfrm>
              <a:off x="3048151" y="324090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l1894"/>
            <p:cNvSpPr/>
            <p:nvPr/>
          </p:nvSpPr>
          <p:spPr>
            <a:xfrm>
              <a:off x="3079313" y="323679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l1895"/>
            <p:cNvSpPr/>
            <p:nvPr/>
          </p:nvSpPr>
          <p:spPr>
            <a:xfrm>
              <a:off x="3072191" y="324090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l1896"/>
            <p:cNvSpPr/>
            <p:nvPr/>
          </p:nvSpPr>
          <p:spPr>
            <a:xfrm>
              <a:off x="3072191" y="324090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l1897"/>
            <p:cNvSpPr/>
            <p:nvPr/>
          </p:nvSpPr>
          <p:spPr>
            <a:xfrm>
              <a:off x="3103353" y="323679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l1898"/>
            <p:cNvSpPr/>
            <p:nvPr/>
          </p:nvSpPr>
          <p:spPr>
            <a:xfrm>
              <a:off x="3096230" y="324090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l1899"/>
            <p:cNvSpPr/>
            <p:nvPr/>
          </p:nvSpPr>
          <p:spPr>
            <a:xfrm>
              <a:off x="3096230" y="324090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l1900"/>
            <p:cNvSpPr/>
            <p:nvPr/>
          </p:nvSpPr>
          <p:spPr>
            <a:xfrm>
              <a:off x="3055273" y="331473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l1901"/>
            <p:cNvSpPr/>
            <p:nvPr/>
          </p:nvSpPr>
          <p:spPr>
            <a:xfrm>
              <a:off x="3048151" y="331884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l1902"/>
            <p:cNvSpPr/>
            <p:nvPr/>
          </p:nvSpPr>
          <p:spPr>
            <a:xfrm>
              <a:off x="3048151" y="331884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l1903"/>
            <p:cNvSpPr/>
            <p:nvPr/>
          </p:nvSpPr>
          <p:spPr>
            <a:xfrm>
              <a:off x="3079313" y="331473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l1904"/>
            <p:cNvSpPr/>
            <p:nvPr/>
          </p:nvSpPr>
          <p:spPr>
            <a:xfrm>
              <a:off x="3072191" y="331884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l1905"/>
            <p:cNvSpPr/>
            <p:nvPr/>
          </p:nvSpPr>
          <p:spPr>
            <a:xfrm>
              <a:off x="3072191" y="331884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l1906"/>
            <p:cNvSpPr/>
            <p:nvPr/>
          </p:nvSpPr>
          <p:spPr>
            <a:xfrm>
              <a:off x="3103353" y="331473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l1907"/>
            <p:cNvSpPr/>
            <p:nvPr/>
          </p:nvSpPr>
          <p:spPr>
            <a:xfrm>
              <a:off x="3096230" y="331884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l1908"/>
            <p:cNvSpPr/>
            <p:nvPr/>
          </p:nvSpPr>
          <p:spPr>
            <a:xfrm>
              <a:off x="3096230" y="331884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l1909"/>
            <p:cNvSpPr/>
            <p:nvPr/>
          </p:nvSpPr>
          <p:spPr>
            <a:xfrm>
              <a:off x="3067293" y="336669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l1910"/>
            <p:cNvSpPr/>
            <p:nvPr/>
          </p:nvSpPr>
          <p:spPr>
            <a:xfrm>
              <a:off x="3060171" y="337080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l1911"/>
            <p:cNvSpPr/>
            <p:nvPr/>
          </p:nvSpPr>
          <p:spPr>
            <a:xfrm>
              <a:off x="3060171" y="337080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l1912"/>
            <p:cNvSpPr/>
            <p:nvPr/>
          </p:nvSpPr>
          <p:spPr>
            <a:xfrm>
              <a:off x="3091333" y="336669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l1913"/>
            <p:cNvSpPr/>
            <p:nvPr/>
          </p:nvSpPr>
          <p:spPr>
            <a:xfrm>
              <a:off x="3084211" y="337080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l1914"/>
            <p:cNvSpPr/>
            <p:nvPr/>
          </p:nvSpPr>
          <p:spPr>
            <a:xfrm>
              <a:off x="3084211" y="337080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l1915"/>
            <p:cNvSpPr/>
            <p:nvPr/>
          </p:nvSpPr>
          <p:spPr>
            <a:xfrm>
              <a:off x="3067293" y="339267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l1916"/>
            <p:cNvSpPr/>
            <p:nvPr/>
          </p:nvSpPr>
          <p:spPr>
            <a:xfrm>
              <a:off x="3060171" y="339678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l1917"/>
            <p:cNvSpPr/>
            <p:nvPr/>
          </p:nvSpPr>
          <p:spPr>
            <a:xfrm>
              <a:off x="3060171" y="339678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l1918"/>
            <p:cNvSpPr/>
            <p:nvPr/>
          </p:nvSpPr>
          <p:spPr>
            <a:xfrm>
              <a:off x="3091333" y="339267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l1919"/>
            <p:cNvSpPr/>
            <p:nvPr/>
          </p:nvSpPr>
          <p:spPr>
            <a:xfrm>
              <a:off x="3084211" y="339678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l1920"/>
            <p:cNvSpPr/>
            <p:nvPr/>
          </p:nvSpPr>
          <p:spPr>
            <a:xfrm>
              <a:off x="3084211" y="339678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l1921"/>
            <p:cNvSpPr/>
            <p:nvPr/>
          </p:nvSpPr>
          <p:spPr>
            <a:xfrm>
              <a:off x="3055273" y="347060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l1922"/>
            <p:cNvSpPr/>
            <p:nvPr/>
          </p:nvSpPr>
          <p:spPr>
            <a:xfrm>
              <a:off x="3048151" y="347472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l1923"/>
            <p:cNvSpPr/>
            <p:nvPr/>
          </p:nvSpPr>
          <p:spPr>
            <a:xfrm>
              <a:off x="3048151" y="347472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l1924"/>
            <p:cNvSpPr/>
            <p:nvPr/>
          </p:nvSpPr>
          <p:spPr>
            <a:xfrm>
              <a:off x="3079313" y="347060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l1925"/>
            <p:cNvSpPr/>
            <p:nvPr/>
          </p:nvSpPr>
          <p:spPr>
            <a:xfrm>
              <a:off x="3072191" y="347472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l1926"/>
            <p:cNvSpPr/>
            <p:nvPr/>
          </p:nvSpPr>
          <p:spPr>
            <a:xfrm>
              <a:off x="3072191" y="347472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l1927"/>
            <p:cNvSpPr/>
            <p:nvPr/>
          </p:nvSpPr>
          <p:spPr>
            <a:xfrm>
              <a:off x="3103353" y="347060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l1928"/>
            <p:cNvSpPr/>
            <p:nvPr/>
          </p:nvSpPr>
          <p:spPr>
            <a:xfrm>
              <a:off x="3096230" y="347472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l1929"/>
            <p:cNvSpPr/>
            <p:nvPr/>
          </p:nvSpPr>
          <p:spPr>
            <a:xfrm>
              <a:off x="3096230" y="347472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l1930"/>
            <p:cNvSpPr/>
            <p:nvPr/>
          </p:nvSpPr>
          <p:spPr>
            <a:xfrm>
              <a:off x="3055273" y="354854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l1931"/>
            <p:cNvSpPr/>
            <p:nvPr/>
          </p:nvSpPr>
          <p:spPr>
            <a:xfrm>
              <a:off x="3048151" y="355265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l1932"/>
            <p:cNvSpPr/>
            <p:nvPr/>
          </p:nvSpPr>
          <p:spPr>
            <a:xfrm>
              <a:off x="3048151" y="355265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l1933"/>
            <p:cNvSpPr/>
            <p:nvPr/>
          </p:nvSpPr>
          <p:spPr>
            <a:xfrm>
              <a:off x="3079313" y="354854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l1934"/>
            <p:cNvSpPr/>
            <p:nvPr/>
          </p:nvSpPr>
          <p:spPr>
            <a:xfrm>
              <a:off x="3072191" y="355265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l1935"/>
            <p:cNvSpPr/>
            <p:nvPr/>
          </p:nvSpPr>
          <p:spPr>
            <a:xfrm>
              <a:off x="3072191" y="355265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l1936"/>
            <p:cNvSpPr/>
            <p:nvPr/>
          </p:nvSpPr>
          <p:spPr>
            <a:xfrm>
              <a:off x="3103353" y="354854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l1937"/>
            <p:cNvSpPr/>
            <p:nvPr/>
          </p:nvSpPr>
          <p:spPr>
            <a:xfrm>
              <a:off x="3096230" y="355265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l1938"/>
            <p:cNvSpPr/>
            <p:nvPr/>
          </p:nvSpPr>
          <p:spPr>
            <a:xfrm>
              <a:off x="3096230" y="355265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l1939"/>
            <p:cNvSpPr/>
            <p:nvPr/>
          </p:nvSpPr>
          <p:spPr>
            <a:xfrm>
              <a:off x="3055273" y="362648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l1940"/>
            <p:cNvSpPr/>
            <p:nvPr/>
          </p:nvSpPr>
          <p:spPr>
            <a:xfrm>
              <a:off x="3048151" y="363059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l1941"/>
            <p:cNvSpPr/>
            <p:nvPr/>
          </p:nvSpPr>
          <p:spPr>
            <a:xfrm>
              <a:off x="3048151" y="363059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l1942"/>
            <p:cNvSpPr/>
            <p:nvPr/>
          </p:nvSpPr>
          <p:spPr>
            <a:xfrm>
              <a:off x="3079313" y="362648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l1943"/>
            <p:cNvSpPr/>
            <p:nvPr/>
          </p:nvSpPr>
          <p:spPr>
            <a:xfrm>
              <a:off x="3072191" y="363059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l1944"/>
            <p:cNvSpPr/>
            <p:nvPr/>
          </p:nvSpPr>
          <p:spPr>
            <a:xfrm>
              <a:off x="3072191" y="363059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l1945"/>
            <p:cNvSpPr/>
            <p:nvPr/>
          </p:nvSpPr>
          <p:spPr>
            <a:xfrm>
              <a:off x="3103353" y="362648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l1946"/>
            <p:cNvSpPr/>
            <p:nvPr/>
          </p:nvSpPr>
          <p:spPr>
            <a:xfrm>
              <a:off x="3096230" y="363059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l1947"/>
            <p:cNvSpPr/>
            <p:nvPr/>
          </p:nvSpPr>
          <p:spPr>
            <a:xfrm>
              <a:off x="3096230" y="363059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l1948"/>
            <p:cNvSpPr/>
            <p:nvPr/>
          </p:nvSpPr>
          <p:spPr>
            <a:xfrm>
              <a:off x="3055273" y="370442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l1949"/>
            <p:cNvSpPr/>
            <p:nvPr/>
          </p:nvSpPr>
          <p:spPr>
            <a:xfrm>
              <a:off x="3048151" y="370853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l1950"/>
            <p:cNvSpPr/>
            <p:nvPr/>
          </p:nvSpPr>
          <p:spPr>
            <a:xfrm>
              <a:off x="3048151" y="370853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l1951"/>
            <p:cNvSpPr/>
            <p:nvPr/>
          </p:nvSpPr>
          <p:spPr>
            <a:xfrm>
              <a:off x="3079313" y="370442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l1952"/>
            <p:cNvSpPr/>
            <p:nvPr/>
          </p:nvSpPr>
          <p:spPr>
            <a:xfrm>
              <a:off x="3072191" y="370853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l1953"/>
            <p:cNvSpPr/>
            <p:nvPr/>
          </p:nvSpPr>
          <p:spPr>
            <a:xfrm>
              <a:off x="3072191" y="370853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l1954"/>
            <p:cNvSpPr/>
            <p:nvPr/>
          </p:nvSpPr>
          <p:spPr>
            <a:xfrm>
              <a:off x="3103353" y="370442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l1955"/>
            <p:cNvSpPr/>
            <p:nvPr/>
          </p:nvSpPr>
          <p:spPr>
            <a:xfrm>
              <a:off x="3096230" y="370853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l1956"/>
            <p:cNvSpPr/>
            <p:nvPr/>
          </p:nvSpPr>
          <p:spPr>
            <a:xfrm>
              <a:off x="3096230" y="370853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l1957"/>
            <p:cNvSpPr/>
            <p:nvPr/>
          </p:nvSpPr>
          <p:spPr>
            <a:xfrm>
              <a:off x="3067293" y="378236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l1958"/>
            <p:cNvSpPr/>
            <p:nvPr/>
          </p:nvSpPr>
          <p:spPr>
            <a:xfrm>
              <a:off x="3060171" y="378647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l1959"/>
            <p:cNvSpPr/>
            <p:nvPr/>
          </p:nvSpPr>
          <p:spPr>
            <a:xfrm>
              <a:off x="3060171" y="378647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l1960"/>
            <p:cNvSpPr/>
            <p:nvPr/>
          </p:nvSpPr>
          <p:spPr>
            <a:xfrm>
              <a:off x="3091333" y="378236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l1961"/>
            <p:cNvSpPr/>
            <p:nvPr/>
          </p:nvSpPr>
          <p:spPr>
            <a:xfrm>
              <a:off x="3084211" y="378647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l1962"/>
            <p:cNvSpPr/>
            <p:nvPr/>
          </p:nvSpPr>
          <p:spPr>
            <a:xfrm>
              <a:off x="3084211" y="378647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l1963"/>
            <p:cNvSpPr/>
            <p:nvPr/>
          </p:nvSpPr>
          <p:spPr>
            <a:xfrm>
              <a:off x="3055273" y="386029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l1964"/>
            <p:cNvSpPr/>
            <p:nvPr/>
          </p:nvSpPr>
          <p:spPr>
            <a:xfrm>
              <a:off x="3048151" y="386441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l1965"/>
            <p:cNvSpPr/>
            <p:nvPr/>
          </p:nvSpPr>
          <p:spPr>
            <a:xfrm>
              <a:off x="3048151" y="386441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l1966"/>
            <p:cNvSpPr/>
            <p:nvPr/>
          </p:nvSpPr>
          <p:spPr>
            <a:xfrm>
              <a:off x="3079313" y="386029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l1967"/>
            <p:cNvSpPr/>
            <p:nvPr/>
          </p:nvSpPr>
          <p:spPr>
            <a:xfrm>
              <a:off x="3072191" y="386441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l1968"/>
            <p:cNvSpPr/>
            <p:nvPr/>
          </p:nvSpPr>
          <p:spPr>
            <a:xfrm>
              <a:off x="3072191" y="386441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l1969"/>
            <p:cNvSpPr/>
            <p:nvPr/>
          </p:nvSpPr>
          <p:spPr>
            <a:xfrm>
              <a:off x="3103353" y="386029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l1970"/>
            <p:cNvSpPr/>
            <p:nvPr/>
          </p:nvSpPr>
          <p:spPr>
            <a:xfrm>
              <a:off x="3096230" y="386441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l1971"/>
            <p:cNvSpPr/>
            <p:nvPr/>
          </p:nvSpPr>
          <p:spPr>
            <a:xfrm>
              <a:off x="3096230" y="386441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l1972"/>
            <p:cNvSpPr/>
            <p:nvPr/>
          </p:nvSpPr>
          <p:spPr>
            <a:xfrm>
              <a:off x="3055273" y="393823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l1973"/>
            <p:cNvSpPr/>
            <p:nvPr/>
          </p:nvSpPr>
          <p:spPr>
            <a:xfrm>
              <a:off x="3048151" y="394234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l1974"/>
            <p:cNvSpPr/>
            <p:nvPr/>
          </p:nvSpPr>
          <p:spPr>
            <a:xfrm>
              <a:off x="3048151" y="394234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l1975"/>
            <p:cNvSpPr/>
            <p:nvPr/>
          </p:nvSpPr>
          <p:spPr>
            <a:xfrm>
              <a:off x="3079313" y="393823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l1976"/>
            <p:cNvSpPr/>
            <p:nvPr/>
          </p:nvSpPr>
          <p:spPr>
            <a:xfrm>
              <a:off x="3072191" y="394234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l1977"/>
            <p:cNvSpPr/>
            <p:nvPr/>
          </p:nvSpPr>
          <p:spPr>
            <a:xfrm>
              <a:off x="3072191" y="394234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l1978"/>
            <p:cNvSpPr/>
            <p:nvPr/>
          </p:nvSpPr>
          <p:spPr>
            <a:xfrm>
              <a:off x="3103353" y="393823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l1979"/>
            <p:cNvSpPr/>
            <p:nvPr/>
          </p:nvSpPr>
          <p:spPr>
            <a:xfrm>
              <a:off x="3096230" y="394234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l1980"/>
            <p:cNvSpPr/>
            <p:nvPr/>
          </p:nvSpPr>
          <p:spPr>
            <a:xfrm>
              <a:off x="3096230" y="394234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l1981"/>
            <p:cNvSpPr/>
            <p:nvPr/>
          </p:nvSpPr>
          <p:spPr>
            <a:xfrm>
              <a:off x="3055273" y="401617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l1982"/>
            <p:cNvSpPr/>
            <p:nvPr/>
          </p:nvSpPr>
          <p:spPr>
            <a:xfrm>
              <a:off x="3048151" y="402028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l1983"/>
            <p:cNvSpPr/>
            <p:nvPr/>
          </p:nvSpPr>
          <p:spPr>
            <a:xfrm>
              <a:off x="3048151" y="402028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l1984"/>
            <p:cNvSpPr/>
            <p:nvPr/>
          </p:nvSpPr>
          <p:spPr>
            <a:xfrm>
              <a:off x="3079313" y="401617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l1985"/>
            <p:cNvSpPr/>
            <p:nvPr/>
          </p:nvSpPr>
          <p:spPr>
            <a:xfrm>
              <a:off x="3072191" y="402028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l1986"/>
            <p:cNvSpPr/>
            <p:nvPr/>
          </p:nvSpPr>
          <p:spPr>
            <a:xfrm>
              <a:off x="3072191" y="402028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l1987"/>
            <p:cNvSpPr/>
            <p:nvPr/>
          </p:nvSpPr>
          <p:spPr>
            <a:xfrm>
              <a:off x="3103353" y="401617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l1988"/>
            <p:cNvSpPr/>
            <p:nvPr/>
          </p:nvSpPr>
          <p:spPr>
            <a:xfrm>
              <a:off x="3096230" y="402028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l1989"/>
            <p:cNvSpPr/>
            <p:nvPr/>
          </p:nvSpPr>
          <p:spPr>
            <a:xfrm>
              <a:off x="3096230" y="402028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l1990"/>
            <p:cNvSpPr/>
            <p:nvPr/>
          </p:nvSpPr>
          <p:spPr>
            <a:xfrm>
              <a:off x="3055273" y="409411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l1991"/>
            <p:cNvSpPr/>
            <p:nvPr/>
          </p:nvSpPr>
          <p:spPr>
            <a:xfrm>
              <a:off x="3048151" y="409822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l1992"/>
            <p:cNvSpPr/>
            <p:nvPr/>
          </p:nvSpPr>
          <p:spPr>
            <a:xfrm>
              <a:off x="3048151" y="409822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l1993"/>
            <p:cNvSpPr/>
            <p:nvPr/>
          </p:nvSpPr>
          <p:spPr>
            <a:xfrm>
              <a:off x="3079313" y="409411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l1994"/>
            <p:cNvSpPr/>
            <p:nvPr/>
          </p:nvSpPr>
          <p:spPr>
            <a:xfrm>
              <a:off x="3072191" y="409822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l1995"/>
            <p:cNvSpPr/>
            <p:nvPr/>
          </p:nvSpPr>
          <p:spPr>
            <a:xfrm>
              <a:off x="3072191" y="409822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l1996"/>
            <p:cNvSpPr/>
            <p:nvPr/>
          </p:nvSpPr>
          <p:spPr>
            <a:xfrm>
              <a:off x="3103353" y="409411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l1997"/>
            <p:cNvSpPr/>
            <p:nvPr/>
          </p:nvSpPr>
          <p:spPr>
            <a:xfrm>
              <a:off x="3096230" y="409822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l1998"/>
            <p:cNvSpPr/>
            <p:nvPr/>
          </p:nvSpPr>
          <p:spPr>
            <a:xfrm>
              <a:off x="3096230" y="409822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l1999"/>
            <p:cNvSpPr/>
            <p:nvPr/>
          </p:nvSpPr>
          <p:spPr>
            <a:xfrm>
              <a:off x="3055273" y="417205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l2000"/>
            <p:cNvSpPr/>
            <p:nvPr/>
          </p:nvSpPr>
          <p:spPr>
            <a:xfrm>
              <a:off x="3048151" y="417616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l2001"/>
            <p:cNvSpPr/>
            <p:nvPr/>
          </p:nvSpPr>
          <p:spPr>
            <a:xfrm>
              <a:off x="3048151" y="417616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l2002"/>
            <p:cNvSpPr/>
            <p:nvPr/>
          </p:nvSpPr>
          <p:spPr>
            <a:xfrm>
              <a:off x="3079313" y="417205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l2003"/>
            <p:cNvSpPr/>
            <p:nvPr/>
          </p:nvSpPr>
          <p:spPr>
            <a:xfrm>
              <a:off x="3072191" y="417616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l2004"/>
            <p:cNvSpPr/>
            <p:nvPr/>
          </p:nvSpPr>
          <p:spPr>
            <a:xfrm>
              <a:off x="3072191" y="417616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l2005"/>
            <p:cNvSpPr/>
            <p:nvPr/>
          </p:nvSpPr>
          <p:spPr>
            <a:xfrm>
              <a:off x="3103353" y="417205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l2006"/>
            <p:cNvSpPr/>
            <p:nvPr/>
          </p:nvSpPr>
          <p:spPr>
            <a:xfrm>
              <a:off x="3096230" y="417616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l2007"/>
            <p:cNvSpPr/>
            <p:nvPr/>
          </p:nvSpPr>
          <p:spPr>
            <a:xfrm>
              <a:off x="3096230" y="417616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l2008"/>
            <p:cNvSpPr/>
            <p:nvPr/>
          </p:nvSpPr>
          <p:spPr>
            <a:xfrm>
              <a:off x="3067293" y="424998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l2009"/>
            <p:cNvSpPr/>
            <p:nvPr/>
          </p:nvSpPr>
          <p:spPr>
            <a:xfrm>
              <a:off x="3060171" y="425410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l2010"/>
            <p:cNvSpPr/>
            <p:nvPr/>
          </p:nvSpPr>
          <p:spPr>
            <a:xfrm>
              <a:off x="3060171" y="425410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l2011"/>
            <p:cNvSpPr/>
            <p:nvPr/>
          </p:nvSpPr>
          <p:spPr>
            <a:xfrm>
              <a:off x="3091333" y="424998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l2012"/>
            <p:cNvSpPr/>
            <p:nvPr/>
          </p:nvSpPr>
          <p:spPr>
            <a:xfrm>
              <a:off x="3084211" y="425410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l2013"/>
            <p:cNvSpPr/>
            <p:nvPr/>
          </p:nvSpPr>
          <p:spPr>
            <a:xfrm>
              <a:off x="3084211" y="425410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l2014"/>
            <p:cNvSpPr/>
            <p:nvPr/>
          </p:nvSpPr>
          <p:spPr>
            <a:xfrm>
              <a:off x="3055273" y="432792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l2015"/>
            <p:cNvSpPr/>
            <p:nvPr/>
          </p:nvSpPr>
          <p:spPr>
            <a:xfrm>
              <a:off x="3048151" y="433203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l2016"/>
            <p:cNvSpPr/>
            <p:nvPr/>
          </p:nvSpPr>
          <p:spPr>
            <a:xfrm>
              <a:off x="3048151" y="433203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l2017"/>
            <p:cNvSpPr/>
            <p:nvPr/>
          </p:nvSpPr>
          <p:spPr>
            <a:xfrm>
              <a:off x="3079313" y="432792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l2018"/>
            <p:cNvSpPr/>
            <p:nvPr/>
          </p:nvSpPr>
          <p:spPr>
            <a:xfrm>
              <a:off x="3072191" y="433203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l2019"/>
            <p:cNvSpPr/>
            <p:nvPr/>
          </p:nvSpPr>
          <p:spPr>
            <a:xfrm>
              <a:off x="3072191" y="433203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l2020"/>
            <p:cNvSpPr/>
            <p:nvPr/>
          </p:nvSpPr>
          <p:spPr>
            <a:xfrm>
              <a:off x="3103353" y="432792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l2021"/>
            <p:cNvSpPr/>
            <p:nvPr/>
          </p:nvSpPr>
          <p:spPr>
            <a:xfrm>
              <a:off x="3096230" y="433203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l2022"/>
            <p:cNvSpPr/>
            <p:nvPr/>
          </p:nvSpPr>
          <p:spPr>
            <a:xfrm>
              <a:off x="3096230" y="433203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l2023"/>
            <p:cNvSpPr/>
            <p:nvPr/>
          </p:nvSpPr>
          <p:spPr>
            <a:xfrm>
              <a:off x="3055273" y="445782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l2024"/>
            <p:cNvSpPr/>
            <p:nvPr/>
          </p:nvSpPr>
          <p:spPr>
            <a:xfrm>
              <a:off x="3048151" y="446193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l2025"/>
            <p:cNvSpPr/>
            <p:nvPr/>
          </p:nvSpPr>
          <p:spPr>
            <a:xfrm>
              <a:off x="3048151" y="446193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l2026"/>
            <p:cNvSpPr/>
            <p:nvPr/>
          </p:nvSpPr>
          <p:spPr>
            <a:xfrm>
              <a:off x="3079313" y="445782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l2027"/>
            <p:cNvSpPr/>
            <p:nvPr/>
          </p:nvSpPr>
          <p:spPr>
            <a:xfrm>
              <a:off x="3072191" y="446193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l2028"/>
            <p:cNvSpPr/>
            <p:nvPr/>
          </p:nvSpPr>
          <p:spPr>
            <a:xfrm>
              <a:off x="3072191" y="446193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l2029"/>
            <p:cNvSpPr/>
            <p:nvPr/>
          </p:nvSpPr>
          <p:spPr>
            <a:xfrm>
              <a:off x="3103353" y="445782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l2030"/>
            <p:cNvSpPr/>
            <p:nvPr/>
          </p:nvSpPr>
          <p:spPr>
            <a:xfrm>
              <a:off x="3096230" y="446193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l2031"/>
            <p:cNvSpPr/>
            <p:nvPr/>
          </p:nvSpPr>
          <p:spPr>
            <a:xfrm>
              <a:off x="3096230" y="446193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l2032"/>
            <p:cNvSpPr/>
            <p:nvPr/>
          </p:nvSpPr>
          <p:spPr>
            <a:xfrm>
              <a:off x="3055273" y="448380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l2033"/>
            <p:cNvSpPr/>
            <p:nvPr/>
          </p:nvSpPr>
          <p:spPr>
            <a:xfrm>
              <a:off x="3048151" y="448791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l2034"/>
            <p:cNvSpPr/>
            <p:nvPr/>
          </p:nvSpPr>
          <p:spPr>
            <a:xfrm>
              <a:off x="3048151" y="448791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l2035"/>
            <p:cNvSpPr/>
            <p:nvPr/>
          </p:nvSpPr>
          <p:spPr>
            <a:xfrm>
              <a:off x="3079313" y="448380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l2036"/>
            <p:cNvSpPr/>
            <p:nvPr/>
          </p:nvSpPr>
          <p:spPr>
            <a:xfrm>
              <a:off x="3072191" y="448791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l2037"/>
            <p:cNvSpPr/>
            <p:nvPr/>
          </p:nvSpPr>
          <p:spPr>
            <a:xfrm>
              <a:off x="3072191" y="448791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l2038"/>
            <p:cNvSpPr/>
            <p:nvPr/>
          </p:nvSpPr>
          <p:spPr>
            <a:xfrm>
              <a:off x="3103353" y="448380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l2039"/>
            <p:cNvSpPr/>
            <p:nvPr/>
          </p:nvSpPr>
          <p:spPr>
            <a:xfrm>
              <a:off x="3096230" y="448791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l2040"/>
            <p:cNvSpPr/>
            <p:nvPr/>
          </p:nvSpPr>
          <p:spPr>
            <a:xfrm>
              <a:off x="3096230" y="448791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l2041"/>
            <p:cNvSpPr/>
            <p:nvPr/>
          </p:nvSpPr>
          <p:spPr>
            <a:xfrm>
              <a:off x="3079313" y="456174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l2042"/>
            <p:cNvSpPr/>
            <p:nvPr/>
          </p:nvSpPr>
          <p:spPr>
            <a:xfrm>
              <a:off x="3072191" y="456585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l2043"/>
            <p:cNvSpPr/>
            <p:nvPr/>
          </p:nvSpPr>
          <p:spPr>
            <a:xfrm>
              <a:off x="3072191" y="456585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l2044"/>
            <p:cNvSpPr/>
            <p:nvPr/>
          </p:nvSpPr>
          <p:spPr>
            <a:xfrm>
              <a:off x="3067293" y="526318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l2045"/>
            <p:cNvSpPr/>
            <p:nvPr/>
          </p:nvSpPr>
          <p:spPr>
            <a:xfrm>
              <a:off x="3060171" y="526729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l2046"/>
            <p:cNvSpPr/>
            <p:nvPr/>
          </p:nvSpPr>
          <p:spPr>
            <a:xfrm>
              <a:off x="3060171" y="526729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l2047"/>
            <p:cNvSpPr/>
            <p:nvPr/>
          </p:nvSpPr>
          <p:spPr>
            <a:xfrm>
              <a:off x="3091333" y="526318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l2048"/>
            <p:cNvSpPr/>
            <p:nvPr/>
          </p:nvSpPr>
          <p:spPr>
            <a:xfrm>
              <a:off x="3084211" y="526729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l2049"/>
            <p:cNvSpPr/>
            <p:nvPr/>
          </p:nvSpPr>
          <p:spPr>
            <a:xfrm>
              <a:off x="3084211" y="526729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l2050"/>
            <p:cNvSpPr/>
            <p:nvPr/>
          </p:nvSpPr>
          <p:spPr>
            <a:xfrm>
              <a:off x="3055273" y="531514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l2051"/>
            <p:cNvSpPr/>
            <p:nvPr/>
          </p:nvSpPr>
          <p:spPr>
            <a:xfrm>
              <a:off x="3048151" y="531925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l2052"/>
            <p:cNvSpPr/>
            <p:nvPr/>
          </p:nvSpPr>
          <p:spPr>
            <a:xfrm>
              <a:off x="3048151" y="531925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l2053"/>
            <p:cNvSpPr/>
            <p:nvPr/>
          </p:nvSpPr>
          <p:spPr>
            <a:xfrm>
              <a:off x="3079313" y="531514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l2054"/>
            <p:cNvSpPr/>
            <p:nvPr/>
          </p:nvSpPr>
          <p:spPr>
            <a:xfrm>
              <a:off x="3072191" y="531925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l2055"/>
            <p:cNvSpPr/>
            <p:nvPr/>
          </p:nvSpPr>
          <p:spPr>
            <a:xfrm>
              <a:off x="3072191" y="531925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l2056"/>
            <p:cNvSpPr/>
            <p:nvPr/>
          </p:nvSpPr>
          <p:spPr>
            <a:xfrm>
              <a:off x="3103353" y="531514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l2057"/>
            <p:cNvSpPr/>
            <p:nvPr/>
          </p:nvSpPr>
          <p:spPr>
            <a:xfrm>
              <a:off x="3096230" y="531925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l2058"/>
            <p:cNvSpPr/>
            <p:nvPr/>
          </p:nvSpPr>
          <p:spPr>
            <a:xfrm>
              <a:off x="3096230" y="531925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l2059"/>
            <p:cNvSpPr/>
            <p:nvPr/>
          </p:nvSpPr>
          <p:spPr>
            <a:xfrm>
              <a:off x="3079313" y="539307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l2060"/>
            <p:cNvSpPr/>
            <p:nvPr/>
          </p:nvSpPr>
          <p:spPr>
            <a:xfrm>
              <a:off x="3072191" y="539719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l2061"/>
            <p:cNvSpPr/>
            <p:nvPr/>
          </p:nvSpPr>
          <p:spPr>
            <a:xfrm>
              <a:off x="3072191" y="539719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l2062"/>
            <p:cNvSpPr/>
            <p:nvPr/>
          </p:nvSpPr>
          <p:spPr>
            <a:xfrm>
              <a:off x="3067293" y="541905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l2063"/>
            <p:cNvSpPr/>
            <p:nvPr/>
          </p:nvSpPr>
          <p:spPr>
            <a:xfrm>
              <a:off x="3060171" y="542317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l2064"/>
            <p:cNvSpPr/>
            <p:nvPr/>
          </p:nvSpPr>
          <p:spPr>
            <a:xfrm>
              <a:off x="3060171" y="542317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l2065"/>
            <p:cNvSpPr/>
            <p:nvPr/>
          </p:nvSpPr>
          <p:spPr>
            <a:xfrm>
              <a:off x="3091333" y="541905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l2066"/>
            <p:cNvSpPr/>
            <p:nvPr/>
          </p:nvSpPr>
          <p:spPr>
            <a:xfrm>
              <a:off x="3084211" y="542317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l2067"/>
            <p:cNvSpPr/>
            <p:nvPr/>
          </p:nvSpPr>
          <p:spPr>
            <a:xfrm>
              <a:off x="3084211" y="542317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l2068"/>
            <p:cNvSpPr/>
            <p:nvPr/>
          </p:nvSpPr>
          <p:spPr>
            <a:xfrm>
              <a:off x="3067293" y="565287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l2069"/>
            <p:cNvSpPr/>
            <p:nvPr/>
          </p:nvSpPr>
          <p:spPr>
            <a:xfrm>
              <a:off x="3060171" y="565698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l2070"/>
            <p:cNvSpPr/>
            <p:nvPr/>
          </p:nvSpPr>
          <p:spPr>
            <a:xfrm>
              <a:off x="3060171" y="565698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l2071"/>
            <p:cNvSpPr/>
            <p:nvPr/>
          </p:nvSpPr>
          <p:spPr>
            <a:xfrm>
              <a:off x="3091333" y="565287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l2072"/>
            <p:cNvSpPr/>
            <p:nvPr/>
          </p:nvSpPr>
          <p:spPr>
            <a:xfrm>
              <a:off x="3084211" y="565698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l2073"/>
            <p:cNvSpPr/>
            <p:nvPr/>
          </p:nvSpPr>
          <p:spPr>
            <a:xfrm>
              <a:off x="3084211" y="565698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l2074"/>
            <p:cNvSpPr/>
            <p:nvPr/>
          </p:nvSpPr>
          <p:spPr>
            <a:xfrm>
              <a:off x="3055273" y="604256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l2075"/>
            <p:cNvSpPr/>
            <p:nvPr/>
          </p:nvSpPr>
          <p:spPr>
            <a:xfrm>
              <a:off x="3048151" y="604667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l2076"/>
            <p:cNvSpPr/>
            <p:nvPr/>
          </p:nvSpPr>
          <p:spPr>
            <a:xfrm>
              <a:off x="3048151" y="604667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l2077"/>
            <p:cNvSpPr/>
            <p:nvPr/>
          </p:nvSpPr>
          <p:spPr>
            <a:xfrm>
              <a:off x="3079313" y="604256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l2078"/>
            <p:cNvSpPr/>
            <p:nvPr/>
          </p:nvSpPr>
          <p:spPr>
            <a:xfrm>
              <a:off x="3072191" y="604667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l2079"/>
            <p:cNvSpPr/>
            <p:nvPr/>
          </p:nvSpPr>
          <p:spPr>
            <a:xfrm>
              <a:off x="3072191" y="604667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l2080"/>
            <p:cNvSpPr/>
            <p:nvPr/>
          </p:nvSpPr>
          <p:spPr>
            <a:xfrm>
              <a:off x="3103353" y="604256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l2081"/>
            <p:cNvSpPr/>
            <p:nvPr/>
          </p:nvSpPr>
          <p:spPr>
            <a:xfrm>
              <a:off x="3096230" y="604667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l2082"/>
            <p:cNvSpPr/>
            <p:nvPr/>
          </p:nvSpPr>
          <p:spPr>
            <a:xfrm>
              <a:off x="3096230" y="604667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l2083"/>
            <p:cNvSpPr/>
            <p:nvPr/>
          </p:nvSpPr>
          <p:spPr>
            <a:xfrm>
              <a:off x="3055273" y="612049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l2084"/>
            <p:cNvSpPr/>
            <p:nvPr/>
          </p:nvSpPr>
          <p:spPr>
            <a:xfrm>
              <a:off x="3048151" y="612461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l2085"/>
            <p:cNvSpPr/>
            <p:nvPr/>
          </p:nvSpPr>
          <p:spPr>
            <a:xfrm>
              <a:off x="3048151" y="612461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l2086"/>
            <p:cNvSpPr/>
            <p:nvPr/>
          </p:nvSpPr>
          <p:spPr>
            <a:xfrm>
              <a:off x="3079313" y="612049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l2087"/>
            <p:cNvSpPr/>
            <p:nvPr/>
          </p:nvSpPr>
          <p:spPr>
            <a:xfrm>
              <a:off x="3072191" y="612461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l2088"/>
            <p:cNvSpPr/>
            <p:nvPr/>
          </p:nvSpPr>
          <p:spPr>
            <a:xfrm>
              <a:off x="3072191" y="612461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l2089"/>
            <p:cNvSpPr/>
            <p:nvPr/>
          </p:nvSpPr>
          <p:spPr>
            <a:xfrm>
              <a:off x="3103353" y="612049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l2090"/>
            <p:cNvSpPr/>
            <p:nvPr/>
          </p:nvSpPr>
          <p:spPr>
            <a:xfrm>
              <a:off x="3096230" y="612461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l2091"/>
            <p:cNvSpPr/>
            <p:nvPr/>
          </p:nvSpPr>
          <p:spPr>
            <a:xfrm>
              <a:off x="3096230" y="612461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l2092"/>
            <p:cNvSpPr/>
            <p:nvPr/>
          </p:nvSpPr>
          <p:spPr>
            <a:xfrm>
              <a:off x="3055273" y="619843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l2093"/>
            <p:cNvSpPr/>
            <p:nvPr/>
          </p:nvSpPr>
          <p:spPr>
            <a:xfrm>
              <a:off x="3048151" y="620254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l2094"/>
            <p:cNvSpPr/>
            <p:nvPr/>
          </p:nvSpPr>
          <p:spPr>
            <a:xfrm>
              <a:off x="3048151" y="620254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l2095"/>
            <p:cNvSpPr/>
            <p:nvPr/>
          </p:nvSpPr>
          <p:spPr>
            <a:xfrm>
              <a:off x="3079313" y="619843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l2096"/>
            <p:cNvSpPr/>
            <p:nvPr/>
          </p:nvSpPr>
          <p:spPr>
            <a:xfrm>
              <a:off x="3072191" y="620254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l2097"/>
            <p:cNvSpPr/>
            <p:nvPr/>
          </p:nvSpPr>
          <p:spPr>
            <a:xfrm>
              <a:off x="3072191" y="620254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l2098"/>
            <p:cNvSpPr/>
            <p:nvPr/>
          </p:nvSpPr>
          <p:spPr>
            <a:xfrm>
              <a:off x="3103353" y="619843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l2099"/>
            <p:cNvSpPr/>
            <p:nvPr/>
          </p:nvSpPr>
          <p:spPr>
            <a:xfrm>
              <a:off x="3096230" y="620254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l2100"/>
            <p:cNvSpPr/>
            <p:nvPr/>
          </p:nvSpPr>
          <p:spPr>
            <a:xfrm>
              <a:off x="3096230" y="620254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l2101"/>
            <p:cNvSpPr/>
            <p:nvPr/>
          </p:nvSpPr>
          <p:spPr>
            <a:xfrm>
              <a:off x="3055273" y="627637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l2102"/>
            <p:cNvSpPr/>
            <p:nvPr/>
          </p:nvSpPr>
          <p:spPr>
            <a:xfrm>
              <a:off x="3048151" y="628048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l2103"/>
            <p:cNvSpPr/>
            <p:nvPr/>
          </p:nvSpPr>
          <p:spPr>
            <a:xfrm>
              <a:off x="3048151" y="628048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l2104"/>
            <p:cNvSpPr/>
            <p:nvPr/>
          </p:nvSpPr>
          <p:spPr>
            <a:xfrm>
              <a:off x="3079313" y="627637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l2105"/>
            <p:cNvSpPr/>
            <p:nvPr/>
          </p:nvSpPr>
          <p:spPr>
            <a:xfrm>
              <a:off x="3072191" y="628048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l2106"/>
            <p:cNvSpPr/>
            <p:nvPr/>
          </p:nvSpPr>
          <p:spPr>
            <a:xfrm>
              <a:off x="3072191" y="628048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l2107"/>
            <p:cNvSpPr/>
            <p:nvPr/>
          </p:nvSpPr>
          <p:spPr>
            <a:xfrm>
              <a:off x="3103353" y="627637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l2108"/>
            <p:cNvSpPr/>
            <p:nvPr/>
          </p:nvSpPr>
          <p:spPr>
            <a:xfrm>
              <a:off x="3096230" y="628048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l2109"/>
            <p:cNvSpPr/>
            <p:nvPr/>
          </p:nvSpPr>
          <p:spPr>
            <a:xfrm>
              <a:off x="3096230" y="628048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l2110"/>
            <p:cNvSpPr/>
            <p:nvPr/>
          </p:nvSpPr>
          <p:spPr>
            <a:xfrm>
              <a:off x="3361589" y="128834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l2111"/>
            <p:cNvSpPr/>
            <p:nvPr/>
          </p:nvSpPr>
          <p:spPr>
            <a:xfrm>
              <a:off x="3354467" y="129245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l2112"/>
            <p:cNvSpPr/>
            <p:nvPr/>
          </p:nvSpPr>
          <p:spPr>
            <a:xfrm>
              <a:off x="3354467" y="129245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l2113"/>
            <p:cNvSpPr/>
            <p:nvPr/>
          </p:nvSpPr>
          <p:spPr>
            <a:xfrm>
              <a:off x="3385629" y="128834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l2114"/>
            <p:cNvSpPr/>
            <p:nvPr/>
          </p:nvSpPr>
          <p:spPr>
            <a:xfrm>
              <a:off x="3378506" y="129245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l2115"/>
            <p:cNvSpPr/>
            <p:nvPr/>
          </p:nvSpPr>
          <p:spPr>
            <a:xfrm>
              <a:off x="3378506" y="129245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l2116"/>
            <p:cNvSpPr/>
            <p:nvPr/>
          </p:nvSpPr>
          <p:spPr>
            <a:xfrm>
              <a:off x="3361589" y="144422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l2117"/>
            <p:cNvSpPr/>
            <p:nvPr/>
          </p:nvSpPr>
          <p:spPr>
            <a:xfrm>
              <a:off x="3354467" y="144833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l2118"/>
            <p:cNvSpPr/>
            <p:nvPr/>
          </p:nvSpPr>
          <p:spPr>
            <a:xfrm>
              <a:off x="3354467" y="144833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l2119"/>
            <p:cNvSpPr/>
            <p:nvPr/>
          </p:nvSpPr>
          <p:spPr>
            <a:xfrm>
              <a:off x="3385629" y="144422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l2120"/>
            <p:cNvSpPr/>
            <p:nvPr/>
          </p:nvSpPr>
          <p:spPr>
            <a:xfrm>
              <a:off x="3378506" y="144833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l2121"/>
            <p:cNvSpPr/>
            <p:nvPr/>
          </p:nvSpPr>
          <p:spPr>
            <a:xfrm>
              <a:off x="3378506" y="144833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l2122"/>
            <p:cNvSpPr/>
            <p:nvPr/>
          </p:nvSpPr>
          <p:spPr>
            <a:xfrm>
              <a:off x="3373609" y="183391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l2123"/>
            <p:cNvSpPr/>
            <p:nvPr/>
          </p:nvSpPr>
          <p:spPr>
            <a:xfrm>
              <a:off x="3366487" y="183802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l2124"/>
            <p:cNvSpPr/>
            <p:nvPr/>
          </p:nvSpPr>
          <p:spPr>
            <a:xfrm>
              <a:off x="3366487" y="183802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l2125"/>
            <p:cNvSpPr/>
            <p:nvPr/>
          </p:nvSpPr>
          <p:spPr>
            <a:xfrm>
              <a:off x="3373609" y="214566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l2126"/>
            <p:cNvSpPr/>
            <p:nvPr/>
          </p:nvSpPr>
          <p:spPr>
            <a:xfrm>
              <a:off x="3366487" y="214977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l2127"/>
            <p:cNvSpPr/>
            <p:nvPr/>
          </p:nvSpPr>
          <p:spPr>
            <a:xfrm>
              <a:off x="3366487" y="214977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l2128"/>
            <p:cNvSpPr/>
            <p:nvPr/>
          </p:nvSpPr>
          <p:spPr>
            <a:xfrm>
              <a:off x="3349569" y="230153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l2129"/>
            <p:cNvSpPr/>
            <p:nvPr/>
          </p:nvSpPr>
          <p:spPr>
            <a:xfrm>
              <a:off x="3342447" y="230565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l2130"/>
            <p:cNvSpPr/>
            <p:nvPr/>
          </p:nvSpPr>
          <p:spPr>
            <a:xfrm>
              <a:off x="3342447" y="230565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l2131"/>
            <p:cNvSpPr/>
            <p:nvPr/>
          </p:nvSpPr>
          <p:spPr>
            <a:xfrm>
              <a:off x="3373609" y="230153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l2132"/>
            <p:cNvSpPr/>
            <p:nvPr/>
          </p:nvSpPr>
          <p:spPr>
            <a:xfrm>
              <a:off x="3366487" y="230565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l2133"/>
            <p:cNvSpPr/>
            <p:nvPr/>
          </p:nvSpPr>
          <p:spPr>
            <a:xfrm>
              <a:off x="3366487" y="230565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l2134"/>
            <p:cNvSpPr/>
            <p:nvPr/>
          </p:nvSpPr>
          <p:spPr>
            <a:xfrm>
              <a:off x="3397649" y="230153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l2135"/>
            <p:cNvSpPr/>
            <p:nvPr/>
          </p:nvSpPr>
          <p:spPr>
            <a:xfrm>
              <a:off x="3390526" y="230565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l2136"/>
            <p:cNvSpPr/>
            <p:nvPr/>
          </p:nvSpPr>
          <p:spPr>
            <a:xfrm>
              <a:off x="3390526" y="230565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l2137"/>
            <p:cNvSpPr/>
            <p:nvPr/>
          </p:nvSpPr>
          <p:spPr>
            <a:xfrm>
              <a:off x="3349569" y="253535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l2138"/>
            <p:cNvSpPr/>
            <p:nvPr/>
          </p:nvSpPr>
          <p:spPr>
            <a:xfrm>
              <a:off x="3342447" y="253946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l2139"/>
            <p:cNvSpPr/>
            <p:nvPr/>
          </p:nvSpPr>
          <p:spPr>
            <a:xfrm>
              <a:off x="3342447" y="253946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l2140"/>
            <p:cNvSpPr/>
            <p:nvPr/>
          </p:nvSpPr>
          <p:spPr>
            <a:xfrm>
              <a:off x="3373609" y="253535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l2141"/>
            <p:cNvSpPr/>
            <p:nvPr/>
          </p:nvSpPr>
          <p:spPr>
            <a:xfrm>
              <a:off x="3366487" y="253946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l2142"/>
            <p:cNvSpPr/>
            <p:nvPr/>
          </p:nvSpPr>
          <p:spPr>
            <a:xfrm>
              <a:off x="3366487" y="253946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l2143"/>
            <p:cNvSpPr/>
            <p:nvPr/>
          </p:nvSpPr>
          <p:spPr>
            <a:xfrm>
              <a:off x="3397649" y="253535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l2144"/>
            <p:cNvSpPr/>
            <p:nvPr/>
          </p:nvSpPr>
          <p:spPr>
            <a:xfrm>
              <a:off x="3390526" y="253946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l2145"/>
            <p:cNvSpPr/>
            <p:nvPr/>
          </p:nvSpPr>
          <p:spPr>
            <a:xfrm>
              <a:off x="3390526" y="253946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l2146"/>
            <p:cNvSpPr/>
            <p:nvPr/>
          </p:nvSpPr>
          <p:spPr>
            <a:xfrm>
              <a:off x="3349569" y="284710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l2147"/>
            <p:cNvSpPr/>
            <p:nvPr/>
          </p:nvSpPr>
          <p:spPr>
            <a:xfrm>
              <a:off x="3342447" y="285121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l2148"/>
            <p:cNvSpPr/>
            <p:nvPr/>
          </p:nvSpPr>
          <p:spPr>
            <a:xfrm>
              <a:off x="3342447" y="285121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l2149"/>
            <p:cNvSpPr/>
            <p:nvPr/>
          </p:nvSpPr>
          <p:spPr>
            <a:xfrm>
              <a:off x="3373609" y="284710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l2150"/>
            <p:cNvSpPr/>
            <p:nvPr/>
          </p:nvSpPr>
          <p:spPr>
            <a:xfrm>
              <a:off x="3366487" y="285121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l2151"/>
            <p:cNvSpPr/>
            <p:nvPr/>
          </p:nvSpPr>
          <p:spPr>
            <a:xfrm>
              <a:off x="3366487" y="285121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l2152"/>
            <p:cNvSpPr/>
            <p:nvPr/>
          </p:nvSpPr>
          <p:spPr>
            <a:xfrm>
              <a:off x="3397649" y="284710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l2153"/>
            <p:cNvSpPr/>
            <p:nvPr/>
          </p:nvSpPr>
          <p:spPr>
            <a:xfrm>
              <a:off x="3390526" y="285121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l2154"/>
            <p:cNvSpPr/>
            <p:nvPr/>
          </p:nvSpPr>
          <p:spPr>
            <a:xfrm>
              <a:off x="3390526" y="285121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l2155"/>
            <p:cNvSpPr/>
            <p:nvPr/>
          </p:nvSpPr>
          <p:spPr>
            <a:xfrm>
              <a:off x="3373609" y="292504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l2156"/>
            <p:cNvSpPr/>
            <p:nvPr/>
          </p:nvSpPr>
          <p:spPr>
            <a:xfrm>
              <a:off x="3366487" y="292915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l2157"/>
            <p:cNvSpPr/>
            <p:nvPr/>
          </p:nvSpPr>
          <p:spPr>
            <a:xfrm>
              <a:off x="3366487" y="292915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l2158"/>
            <p:cNvSpPr/>
            <p:nvPr/>
          </p:nvSpPr>
          <p:spPr>
            <a:xfrm>
              <a:off x="3361589" y="308091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l2159"/>
            <p:cNvSpPr/>
            <p:nvPr/>
          </p:nvSpPr>
          <p:spPr>
            <a:xfrm>
              <a:off x="3354467" y="308503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l2160"/>
            <p:cNvSpPr/>
            <p:nvPr/>
          </p:nvSpPr>
          <p:spPr>
            <a:xfrm>
              <a:off x="3354467" y="308503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l2161"/>
            <p:cNvSpPr/>
            <p:nvPr/>
          </p:nvSpPr>
          <p:spPr>
            <a:xfrm>
              <a:off x="3385629" y="308091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l2162"/>
            <p:cNvSpPr/>
            <p:nvPr/>
          </p:nvSpPr>
          <p:spPr>
            <a:xfrm>
              <a:off x="3378506" y="308503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l2163"/>
            <p:cNvSpPr/>
            <p:nvPr/>
          </p:nvSpPr>
          <p:spPr>
            <a:xfrm>
              <a:off x="3378506" y="308503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l2164"/>
            <p:cNvSpPr/>
            <p:nvPr/>
          </p:nvSpPr>
          <p:spPr>
            <a:xfrm>
              <a:off x="3349569" y="315885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l2165"/>
            <p:cNvSpPr/>
            <p:nvPr/>
          </p:nvSpPr>
          <p:spPr>
            <a:xfrm>
              <a:off x="3342447" y="316296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l2166"/>
            <p:cNvSpPr/>
            <p:nvPr/>
          </p:nvSpPr>
          <p:spPr>
            <a:xfrm>
              <a:off x="3342447" y="316296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l2167"/>
            <p:cNvSpPr/>
            <p:nvPr/>
          </p:nvSpPr>
          <p:spPr>
            <a:xfrm>
              <a:off x="3373609" y="315885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l2168"/>
            <p:cNvSpPr/>
            <p:nvPr/>
          </p:nvSpPr>
          <p:spPr>
            <a:xfrm>
              <a:off x="3366487" y="316296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l2169"/>
            <p:cNvSpPr/>
            <p:nvPr/>
          </p:nvSpPr>
          <p:spPr>
            <a:xfrm>
              <a:off x="3366487" y="316296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l2170"/>
            <p:cNvSpPr/>
            <p:nvPr/>
          </p:nvSpPr>
          <p:spPr>
            <a:xfrm>
              <a:off x="3397649" y="315885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l2171"/>
            <p:cNvSpPr/>
            <p:nvPr/>
          </p:nvSpPr>
          <p:spPr>
            <a:xfrm>
              <a:off x="3390526" y="316296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l2172"/>
            <p:cNvSpPr/>
            <p:nvPr/>
          </p:nvSpPr>
          <p:spPr>
            <a:xfrm>
              <a:off x="3390526" y="316296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l2173"/>
            <p:cNvSpPr/>
            <p:nvPr/>
          </p:nvSpPr>
          <p:spPr>
            <a:xfrm>
              <a:off x="3373609" y="323679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l2174"/>
            <p:cNvSpPr/>
            <p:nvPr/>
          </p:nvSpPr>
          <p:spPr>
            <a:xfrm>
              <a:off x="3366487" y="324090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l2175"/>
            <p:cNvSpPr/>
            <p:nvPr/>
          </p:nvSpPr>
          <p:spPr>
            <a:xfrm>
              <a:off x="3366487" y="324090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l2176"/>
            <p:cNvSpPr/>
            <p:nvPr/>
          </p:nvSpPr>
          <p:spPr>
            <a:xfrm>
              <a:off x="3349569" y="339267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l2177"/>
            <p:cNvSpPr/>
            <p:nvPr/>
          </p:nvSpPr>
          <p:spPr>
            <a:xfrm>
              <a:off x="3342447" y="339678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l2178"/>
            <p:cNvSpPr/>
            <p:nvPr/>
          </p:nvSpPr>
          <p:spPr>
            <a:xfrm>
              <a:off x="3342447" y="339678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l2179"/>
            <p:cNvSpPr/>
            <p:nvPr/>
          </p:nvSpPr>
          <p:spPr>
            <a:xfrm>
              <a:off x="3373609" y="339267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l2180"/>
            <p:cNvSpPr/>
            <p:nvPr/>
          </p:nvSpPr>
          <p:spPr>
            <a:xfrm>
              <a:off x="3366487" y="339678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l2181"/>
            <p:cNvSpPr/>
            <p:nvPr/>
          </p:nvSpPr>
          <p:spPr>
            <a:xfrm>
              <a:off x="3366487" y="339678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l2182"/>
            <p:cNvSpPr/>
            <p:nvPr/>
          </p:nvSpPr>
          <p:spPr>
            <a:xfrm>
              <a:off x="3397649" y="339267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l2183"/>
            <p:cNvSpPr/>
            <p:nvPr/>
          </p:nvSpPr>
          <p:spPr>
            <a:xfrm>
              <a:off x="3390526" y="339678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l2184"/>
            <p:cNvSpPr/>
            <p:nvPr/>
          </p:nvSpPr>
          <p:spPr>
            <a:xfrm>
              <a:off x="3390526" y="339678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l2185"/>
            <p:cNvSpPr/>
            <p:nvPr/>
          </p:nvSpPr>
          <p:spPr>
            <a:xfrm>
              <a:off x="3361589" y="354854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l2186"/>
            <p:cNvSpPr/>
            <p:nvPr/>
          </p:nvSpPr>
          <p:spPr>
            <a:xfrm>
              <a:off x="3354467" y="355265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l2187"/>
            <p:cNvSpPr/>
            <p:nvPr/>
          </p:nvSpPr>
          <p:spPr>
            <a:xfrm>
              <a:off x="3354467" y="355265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l2188"/>
            <p:cNvSpPr/>
            <p:nvPr/>
          </p:nvSpPr>
          <p:spPr>
            <a:xfrm>
              <a:off x="3385629" y="354854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l2189"/>
            <p:cNvSpPr/>
            <p:nvPr/>
          </p:nvSpPr>
          <p:spPr>
            <a:xfrm>
              <a:off x="3378506" y="355265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l2190"/>
            <p:cNvSpPr/>
            <p:nvPr/>
          </p:nvSpPr>
          <p:spPr>
            <a:xfrm>
              <a:off x="3378506" y="355265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l2191"/>
            <p:cNvSpPr/>
            <p:nvPr/>
          </p:nvSpPr>
          <p:spPr>
            <a:xfrm>
              <a:off x="3349569" y="370442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l2192"/>
            <p:cNvSpPr/>
            <p:nvPr/>
          </p:nvSpPr>
          <p:spPr>
            <a:xfrm>
              <a:off x="3342447" y="370853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l2193"/>
            <p:cNvSpPr/>
            <p:nvPr/>
          </p:nvSpPr>
          <p:spPr>
            <a:xfrm>
              <a:off x="3342447" y="370853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l2194"/>
            <p:cNvSpPr/>
            <p:nvPr/>
          </p:nvSpPr>
          <p:spPr>
            <a:xfrm>
              <a:off x="3373609" y="370442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l2195"/>
            <p:cNvSpPr/>
            <p:nvPr/>
          </p:nvSpPr>
          <p:spPr>
            <a:xfrm>
              <a:off x="3366487" y="370853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l2196"/>
            <p:cNvSpPr/>
            <p:nvPr/>
          </p:nvSpPr>
          <p:spPr>
            <a:xfrm>
              <a:off x="3366487" y="370853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l2197"/>
            <p:cNvSpPr/>
            <p:nvPr/>
          </p:nvSpPr>
          <p:spPr>
            <a:xfrm>
              <a:off x="3397649" y="370442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l2198"/>
            <p:cNvSpPr/>
            <p:nvPr/>
          </p:nvSpPr>
          <p:spPr>
            <a:xfrm>
              <a:off x="3390526" y="370853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l2199"/>
            <p:cNvSpPr/>
            <p:nvPr/>
          </p:nvSpPr>
          <p:spPr>
            <a:xfrm>
              <a:off x="3390526" y="370853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l2200"/>
            <p:cNvSpPr/>
            <p:nvPr/>
          </p:nvSpPr>
          <p:spPr>
            <a:xfrm>
              <a:off x="3373609" y="378236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l2201"/>
            <p:cNvSpPr/>
            <p:nvPr/>
          </p:nvSpPr>
          <p:spPr>
            <a:xfrm>
              <a:off x="3366487" y="378647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l2202"/>
            <p:cNvSpPr/>
            <p:nvPr/>
          </p:nvSpPr>
          <p:spPr>
            <a:xfrm>
              <a:off x="3366487" y="378647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l2203"/>
            <p:cNvSpPr/>
            <p:nvPr/>
          </p:nvSpPr>
          <p:spPr>
            <a:xfrm>
              <a:off x="3373609" y="393823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l2204"/>
            <p:cNvSpPr/>
            <p:nvPr/>
          </p:nvSpPr>
          <p:spPr>
            <a:xfrm>
              <a:off x="3366487" y="394234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l2205"/>
            <p:cNvSpPr/>
            <p:nvPr/>
          </p:nvSpPr>
          <p:spPr>
            <a:xfrm>
              <a:off x="3366487" y="394234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l2206"/>
            <p:cNvSpPr/>
            <p:nvPr/>
          </p:nvSpPr>
          <p:spPr>
            <a:xfrm>
              <a:off x="3361589" y="401617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l2207"/>
            <p:cNvSpPr/>
            <p:nvPr/>
          </p:nvSpPr>
          <p:spPr>
            <a:xfrm>
              <a:off x="3354467" y="402028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l2208"/>
            <p:cNvSpPr/>
            <p:nvPr/>
          </p:nvSpPr>
          <p:spPr>
            <a:xfrm>
              <a:off x="3354467" y="402028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l2209"/>
            <p:cNvSpPr/>
            <p:nvPr/>
          </p:nvSpPr>
          <p:spPr>
            <a:xfrm>
              <a:off x="3385629" y="401617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l2210"/>
            <p:cNvSpPr/>
            <p:nvPr/>
          </p:nvSpPr>
          <p:spPr>
            <a:xfrm>
              <a:off x="3378506" y="402028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l2211"/>
            <p:cNvSpPr/>
            <p:nvPr/>
          </p:nvSpPr>
          <p:spPr>
            <a:xfrm>
              <a:off x="3378506" y="402028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l2212"/>
            <p:cNvSpPr/>
            <p:nvPr/>
          </p:nvSpPr>
          <p:spPr>
            <a:xfrm>
              <a:off x="3373609" y="409411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l2213"/>
            <p:cNvSpPr/>
            <p:nvPr/>
          </p:nvSpPr>
          <p:spPr>
            <a:xfrm>
              <a:off x="3366487" y="409822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l2214"/>
            <p:cNvSpPr/>
            <p:nvPr/>
          </p:nvSpPr>
          <p:spPr>
            <a:xfrm>
              <a:off x="3366487" y="409822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l2215"/>
            <p:cNvSpPr/>
            <p:nvPr/>
          </p:nvSpPr>
          <p:spPr>
            <a:xfrm>
              <a:off x="3361589" y="437988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l2216"/>
            <p:cNvSpPr/>
            <p:nvPr/>
          </p:nvSpPr>
          <p:spPr>
            <a:xfrm>
              <a:off x="3354467" y="438399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l2217"/>
            <p:cNvSpPr/>
            <p:nvPr/>
          </p:nvSpPr>
          <p:spPr>
            <a:xfrm>
              <a:off x="3354467" y="438399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l2218"/>
            <p:cNvSpPr/>
            <p:nvPr/>
          </p:nvSpPr>
          <p:spPr>
            <a:xfrm>
              <a:off x="3385629" y="437988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l2219"/>
            <p:cNvSpPr/>
            <p:nvPr/>
          </p:nvSpPr>
          <p:spPr>
            <a:xfrm>
              <a:off x="3378506" y="438399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l2220"/>
            <p:cNvSpPr/>
            <p:nvPr/>
          </p:nvSpPr>
          <p:spPr>
            <a:xfrm>
              <a:off x="3378506" y="438399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l2221"/>
            <p:cNvSpPr/>
            <p:nvPr/>
          </p:nvSpPr>
          <p:spPr>
            <a:xfrm>
              <a:off x="3349569" y="440586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l2222"/>
            <p:cNvSpPr/>
            <p:nvPr/>
          </p:nvSpPr>
          <p:spPr>
            <a:xfrm>
              <a:off x="3342447" y="440997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l2223"/>
            <p:cNvSpPr/>
            <p:nvPr/>
          </p:nvSpPr>
          <p:spPr>
            <a:xfrm>
              <a:off x="3342447" y="440997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l2224"/>
            <p:cNvSpPr/>
            <p:nvPr/>
          </p:nvSpPr>
          <p:spPr>
            <a:xfrm>
              <a:off x="3373609" y="440586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l2225"/>
            <p:cNvSpPr/>
            <p:nvPr/>
          </p:nvSpPr>
          <p:spPr>
            <a:xfrm>
              <a:off x="3366487" y="440997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l2226"/>
            <p:cNvSpPr/>
            <p:nvPr/>
          </p:nvSpPr>
          <p:spPr>
            <a:xfrm>
              <a:off x="3366487" y="440997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l2227"/>
            <p:cNvSpPr/>
            <p:nvPr/>
          </p:nvSpPr>
          <p:spPr>
            <a:xfrm>
              <a:off x="3397649" y="440586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l2228"/>
            <p:cNvSpPr/>
            <p:nvPr/>
          </p:nvSpPr>
          <p:spPr>
            <a:xfrm>
              <a:off x="3390526" y="440997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l2229"/>
            <p:cNvSpPr/>
            <p:nvPr/>
          </p:nvSpPr>
          <p:spPr>
            <a:xfrm>
              <a:off x="3390526" y="440997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l2230"/>
            <p:cNvSpPr/>
            <p:nvPr/>
          </p:nvSpPr>
          <p:spPr>
            <a:xfrm>
              <a:off x="3349569" y="448380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l2231"/>
            <p:cNvSpPr/>
            <p:nvPr/>
          </p:nvSpPr>
          <p:spPr>
            <a:xfrm>
              <a:off x="3342447" y="448791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l2232"/>
            <p:cNvSpPr/>
            <p:nvPr/>
          </p:nvSpPr>
          <p:spPr>
            <a:xfrm>
              <a:off x="3342447" y="448791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l2233"/>
            <p:cNvSpPr/>
            <p:nvPr/>
          </p:nvSpPr>
          <p:spPr>
            <a:xfrm>
              <a:off x="3373609" y="448380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l2234"/>
            <p:cNvSpPr/>
            <p:nvPr/>
          </p:nvSpPr>
          <p:spPr>
            <a:xfrm>
              <a:off x="3366487" y="448791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l2235"/>
            <p:cNvSpPr/>
            <p:nvPr/>
          </p:nvSpPr>
          <p:spPr>
            <a:xfrm>
              <a:off x="3366487" y="448791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l2236"/>
            <p:cNvSpPr/>
            <p:nvPr/>
          </p:nvSpPr>
          <p:spPr>
            <a:xfrm>
              <a:off x="3397649" y="448380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l2237"/>
            <p:cNvSpPr/>
            <p:nvPr/>
          </p:nvSpPr>
          <p:spPr>
            <a:xfrm>
              <a:off x="3390526" y="448791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l2238"/>
            <p:cNvSpPr/>
            <p:nvPr/>
          </p:nvSpPr>
          <p:spPr>
            <a:xfrm>
              <a:off x="3390526" y="448791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l2239"/>
            <p:cNvSpPr/>
            <p:nvPr/>
          </p:nvSpPr>
          <p:spPr>
            <a:xfrm>
              <a:off x="3349569" y="453576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l2240"/>
            <p:cNvSpPr/>
            <p:nvPr/>
          </p:nvSpPr>
          <p:spPr>
            <a:xfrm>
              <a:off x="3342447" y="453987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l2241"/>
            <p:cNvSpPr/>
            <p:nvPr/>
          </p:nvSpPr>
          <p:spPr>
            <a:xfrm>
              <a:off x="3342447" y="453987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l2242"/>
            <p:cNvSpPr/>
            <p:nvPr/>
          </p:nvSpPr>
          <p:spPr>
            <a:xfrm>
              <a:off x="3373609" y="453576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l2243"/>
            <p:cNvSpPr/>
            <p:nvPr/>
          </p:nvSpPr>
          <p:spPr>
            <a:xfrm>
              <a:off x="3366487" y="453987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l2244"/>
            <p:cNvSpPr/>
            <p:nvPr/>
          </p:nvSpPr>
          <p:spPr>
            <a:xfrm>
              <a:off x="3366487" y="453987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l2245"/>
            <p:cNvSpPr/>
            <p:nvPr/>
          </p:nvSpPr>
          <p:spPr>
            <a:xfrm>
              <a:off x="3397649" y="453576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l2246"/>
            <p:cNvSpPr/>
            <p:nvPr/>
          </p:nvSpPr>
          <p:spPr>
            <a:xfrm>
              <a:off x="3390526" y="453987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l2247"/>
            <p:cNvSpPr/>
            <p:nvPr/>
          </p:nvSpPr>
          <p:spPr>
            <a:xfrm>
              <a:off x="3390526" y="453987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l2248"/>
            <p:cNvSpPr/>
            <p:nvPr/>
          </p:nvSpPr>
          <p:spPr>
            <a:xfrm>
              <a:off x="3349569" y="456174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l2249"/>
            <p:cNvSpPr/>
            <p:nvPr/>
          </p:nvSpPr>
          <p:spPr>
            <a:xfrm>
              <a:off x="3342447" y="456585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l2250"/>
            <p:cNvSpPr/>
            <p:nvPr/>
          </p:nvSpPr>
          <p:spPr>
            <a:xfrm>
              <a:off x="3342447" y="456585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l2251"/>
            <p:cNvSpPr/>
            <p:nvPr/>
          </p:nvSpPr>
          <p:spPr>
            <a:xfrm>
              <a:off x="3373609" y="456174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l2252"/>
            <p:cNvSpPr/>
            <p:nvPr/>
          </p:nvSpPr>
          <p:spPr>
            <a:xfrm>
              <a:off x="3366487" y="456585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l2253"/>
            <p:cNvSpPr/>
            <p:nvPr/>
          </p:nvSpPr>
          <p:spPr>
            <a:xfrm>
              <a:off x="3366487" y="456585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l2254"/>
            <p:cNvSpPr/>
            <p:nvPr/>
          </p:nvSpPr>
          <p:spPr>
            <a:xfrm>
              <a:off x="3397649" y="456174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l2255"/>
            <p:cNvSpPr/>
            <p:nvPr/>
          </p:nvSpPr>
          <p:spPr>
            <a:xfrm>
              <a:off x="3390526" y="456585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l2256"/>
            <p:cNvSpPr/>
            <p:nvPr/>
          </p:nvSpPr>
          <p:spPr>
            <a:xfrm>
              <a:off x="3390526" y="456585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l2257"/>
            <p:cNvSpPr/>
            <p:nvPr/>
          </p:nvSpPr>
          <p:spPr>
            <a:xfrm>
              <a:off x="3361589" y="461369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l2258"/>
            <p:cNvSpPr/>
            <p:nvPr/>
          </p:nvSpPr>
          <p:spPr>
            <a:xfrm>
              <a:off x="3354467" y="461781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l2259"/>
            <p:cNvSpPr/>
            <p:nvPr/>
          </p:nvSpPr>
          <p:spPr>
            <a:xfrm>
              <a:off x="3354467" y="461781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l2260"/>
            <p:cNvSpPr/>
            <p:nvPr/>
          </p:nvSpPr>
          <p:spPr>
            <a:xfrm>
              <a:off x="3385629" y="461369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l2261"/>
            <p:cNvSpPr/>
            <p:nvPr/>
          </p:nvSpPr>
          <p:spPr>
            <a:xfrm>
              <a:off x="3378506" y="461781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l2262"/>
            <p:cNvSpPr/>
            <p:nvPr/>
          </p:nvSpPr>
          <p:spPr>
            <a:xfrm>
              <a:off x="3378506" y="461781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l2263"/>
            <p:cNvSpPr/>
            <p:nvPr/>
          </p:nvSpPr>
          <p:spPr>
            <a:xfrm>
              <a:off x="3349569" y="463967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l2264"/>
            <p:cNvSpPr/>
            <p:nvPr/>
          </p:nvSpPr>
          <p:spPr>
            <a:xfrm>
              <a:off x="3342447" y="464379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l2265"/>
            <p:cNvSpPr/>
            <p:nvPr/>
          </p:nvSpPr>
          <p:spPr>
            <a:xfrm>
              <a:off x="3342447" y="464379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l2266"/>
            <p:cNvSpPr/>
            <p:nvPr/>
          </p:nvSpPr>
          <p:spPr>
            <a:xfrm>
              <a:off x="3373609" y="463967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l2267"/>
            <p:cNvSpPr/>
            <p:nvPr/>
          </p:nvSpPr>
          <p:spPr>
            <a:xfrm>
              <a:off x="3366487" y="464379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l2268"/>
            <p:cNvSpPr/>
            <p:nvPr/>
          </p:nvSpPr>
          <p:spPr>
            <a:xfrm>
              <a:off x="3366487" y="464379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l2269"/>
            <p:cNvSpPr/>
            <p:nvPr/>
          </p:nvSpPr>
          <p:spPr>
            <a:xfrm>
              <a:off x="3397649" y="463967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l2270"/>
            <p:cNvSpPr/>
            <p:nvPr/>
          </p:nvSpPr>
          <p:spPr>
            <a:xfrm>
              <a:off x="3390526" y="464379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l2271"/>
            <p:cNvSpPr/>
            <p:nvPr/>
          </p:nvSpPr>
          <p:spPr>
            <a:xfrm>
              <a:off x="3390526" y="464379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l2272"/>
            <p:cNvSpPr/>
            <p:nvPr/>
          </p:nvSpPr>
          <p:spPr>
            <a:xfrm>
              <a:off x="3361589" y="469163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l2273"/>
            <p:cNvSpPr/>
            <p:nvPr/>
          </p:nvSpPr>
          <p:spPr>
            <a:xfrm>
              <a:off x="3354467" y="469574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l2274"/>
            <p:cNvSpPr/>
            <p:nvPr/>
          </p:nvSpPr>
          <p:spPr>
            <a:xfrm>
              <a:off x="3354467" y="469574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l2275"/>
            <p:cNvSpPr/>
            <p:nvPr/>
          </p:nvSpPr>
          <p:spPr>
            <a:xfrm>
              <a:off x="3385629" y="469163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l2276"/>
            <p:cNvSpPr/>
            <p:nvPr/>
          </p:nvSpPr>
          <p:spPr>
            <a:xfrm>
              <a:off x="3378506" y="469574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l2277"/>
            <p:cNvSpPr/>
            <p:nvPr/>
          </p:nvSpPr>
          <p:spPr>
            <a:xfrm>
              <a:off x="3378506" y="469574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l2278"/>
            <p:cNvSpPr/>
            <p:nvPr/>
          </p:nvSpPr>
          <p:spPr>
            <a:xfrm>
              <a:off x="3349569" y="471761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l2279"/>
            <p:cNvSpPr/>
            <p:nvPr/>
          </p:nvSpPr>
          <p:spPr>
            <a:xfrm>
              <a:off x="3342447" y="472172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l2280"/>
            <p:cNvSpPr/>
            <p:nvPr/>
          </p:nvSpPr>
          <p:spPr>
            <a:xfrm>
              <a:off x="3342447" y="472172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l2281"/>
            <p:cNvSpPr/>
            <p:nvPr/>
          </p:nvSpPr>
          <p:spPr>
            <a:xfrm>
              <a:off x="3373609" y="471761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l2282"/>
            <p:cNvSpPr/>
            <p:nvPr/>
          </p:nvSpPr>
          <p:spPr>
            <a:xfrm>
              <a:off x="3366487" y="472172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l2283"/>
            <p:cNvSpPr/>
            <p:nvPr/>
          </p:nvSpPr>
          <p:spPr>
            <a:xfrm>
              <a:off x="3366487" y="472172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l2284"/>
            <p:cNvSpPr/>
            <p:nvPr/>
          </p:nvSpPr>
          <p:spPr>
            <a:xfrm>
              <a:off x="3397649" y="471761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l2285"/>
            <p:cNvSpPr/>
            <p:nvPr/>
          </p:nvSpPr>
          <p:spPr>
            <a:xfrm>
              <a:off x="3390526" y="472172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l2286"/>
            <p:cNvSpPr/>
            <p:nvPr/>
          </p:nvSpPr>
          <p:spPr>
            <a:xfrm>
              <a:off x="3390526" y="472172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l2287"/>
            <p:cNvSpPr/>
            <p:nvPr/>
          </p:nvSpPr>
          <p:spPr>
            <a:xfrm>
              <a:off x="3361589" y="476957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l2288"/>
            <p:cNvSpPr/>
            <p:nvPr/>
          </p:nvSpPr>
          <p:spPr>
            <a:xfrm>
              <a:off x="3354467" y="477368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l2289"/>
            <p:cNvSpPr/>
            <p:nvPr/>
          </p:nvSpPr>
          <p:spPr>
            <a:xfrm>
              <a:off x="3354467" y="477368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l2290"/>
            <p:cNvSpPr/>
            <p:nvPr/>
          </p:nvSpPr>
          <p:spPr>
            <a:xfrm>
              <a:off x="3385629" y="476957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l2291"/>
            <p:cNvSpPr/>
            <p:nvPr/>
          </p:nvSpPr>
          <p:spPr>
            <a:xfrm>
              <a:off x="3378506" y="477368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l2292"/>
            <p:cNvSpPr/>
            <p:nvPr/>
          </p:nvSpPr>
          <p:spPr>
            <a:xfrm>
              <a:off x="3378506" y="477368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l2293"/>
            <p:cNvSpPr/>
            <p:nvPr/>
          </p:nvSpPr>
          <p:spPr>
            <a:xfrm>
              <a:off x="3361589" y="479555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l2294"/>
            <p:cNvSpPr/>
            <p:nvPr/>
          </p:nvSpPr>
          <p:spPr>
            <a:xfrm>
              <a:off x="3354467" y="479966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l2295"/>
            <p:cNvSpPr/>
            <p:nvPr/>
          </p:nvSpPr>
          <p:spPr>
            <a:xfrm>
              <a:off x="3354467" y="479966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l2296"/>
            <p:cNvSpPr/>
            <p:nvPr/>
          </p:nvSpPr>
          <p:spPr>
            <a:xfrm>
              <a:off x="3385629" y="479555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l2297"/>
            <p:cNvSpPr/>
            <p:nvPr/>
          </p:nvSpPr>
          <p:spPr>
            <a:xfrm>
              <a:off x="3378506" y="479966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l2298"/>
            <p:cNvSpPr/>
            <p:nvPr/>
          </p:nvSpPr>
          <p:spPr>
            <a:xfrm>
              <a:off x="3378506" y="479966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l2299"/>
            <p:cNvSpPr/>
            <p:nvPr/>
          </p:nvSpPr>
          <p:spPr>
            <a:xfrm>
              <a:off x="3361589" y="484751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l2300"/>
            <p:cNvSpPr/>
            <p:nvPr/>
          </p:nvSpPr>
          <p:spPr>
            <a:xfrm>
              <a:off x="3354467" y="485162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l2301"/>
            <p:cNvSpPr/>
            <p:nvPr/>
          </p:nvSpPr>
          <p:spPr>
            <a:xfrm>
              <a:off x="3354467" y="485162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l2302"/>
            <p:cNvSpPr/>
            <p:nvPr/>
          </p:nvSpPr>
          <p:spPr>
            <a:xfrm>
              <a:off x="3385629" y="484751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l2303"/>
            <p:cNvSpPr/>
            <p:nvPr/>
          </p:nvSpPr>
          <p:spPr>
            <a:xfrm>
              <a:off x="3378506" y="4851625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l2304"/>
            <p:cNvSpPr/>
            <p:nvPr/>
          </p:nvSpPr>
          <p:spPr>
            <a:xfrm>
              <a:off x="3378506" y="4851625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l2305"/>
            <p:cNvSpPr/>
            <p:nvPr/>
          </p:nvSpPr>
          <p:spPr>
            <a:xfrm>
              <a:off x="3349569" y="487349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l2306"/>
            <p:cNvSpPr/>
            <p:nvPr/>
          </p:nvSpPr>
          <p:spPr>
            <a:xfrm>
              <a:off x="3342447" y="487760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l2307"/>
            <p:cNvSpPr/>
            <p:nvPr/>
          </p:nvSpPr>
          <p:spPr>
            <a:xfrm>
              <a:off x="3342447" y="487760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l2308"/>
            <p:cNvSpPr/>
            <p:nvPr/>
          </p:nvSpPr>
          <p:spPr>
            <a:xfrm>
              <a:off x="3373609" y="487349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l2309"/>
            <p:cNvSpPr/>
            <p:nvPr/>
          </p:nvSpPr>
          <p:spPr>
            <a:xfrm>
              <a:off x="3366487" y="487760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l2310"/>
            <p:cNvSpPr/>
            <p:nvPr/>
          </p:nvSpPr>
          <p:spPr>
            <a:xfrm>
              <a:off x="3366487" y="487760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l2311"/>
            <p:cNvSpPr/>
            <p:nvPr/>
          </p:nvSpPr>
          <p:spPr>
            <a:xfrm>
              <a:off x="3397649" y="487349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l2312"/>
            <p:cNvSpPr/>
            <p:nvPr/>
          </p:nvSpPr>
          <p:spPr>
            <a:xfrm>
              <a:off x="3390526" y="487760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l2313"/>
            <p:cNvSpPr/>
            <p:nvPr/>
          </p:nvSpPr>
          <p:spPr>
            <a:xfrm>
              <a:off x="3390526" y="487760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l2314"/>
            <p:cNvSpPr/>
            <p:nvPr/>
          </p:nvSpPr>
          <p:spPr>
            <a:xfrm>
              <a:off x="3349569" y="495143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l2315"/>
            <p:cNvSpPr/>
            <p:nvPr/>
          </p:nvSpPr>
          <p:spPr>
            <a:xfrm>
              <a:off x="3342447" y="495554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l2316"/>
            <p:cNvSpPr/>
            <p:nvPr/>
          </p:nvSpPr>
          <p:spPr>
            <a:xfrm>
              <a:off x="3342447" y="495554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l2317"/>
            <p:cNvSpPr/>
            <p:nvPr/>
          </p:nvSpPr>
          <p:spPr>
            <a:xfrm>
              <a:off x="3373609" y="495143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l2318"/>
            <p:cNvSpPr/>
            <p:nvPr/>
          </p:nvSpPr>
          <p:spPr>
            <a:xfrm>
              <a:off x="3366487" y="495554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l2319"/>
            <p:cNvSpPr/>
            <p:nvPr/>
          </p:nvSpPr>
          <p:spPr>
            <a:xfrm>
              <a:off x="3366487" y="495554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l2320"/>
            <p:cNvSpPr/>
            <p:nvPr/>
          </p:nvSpPr>
          <p:spPr>
            <a:xfrm>
              <a:off x="3397649" y="495143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l2321"/>
            <p:cNvSpPr/>
            <p:nvPr/>
          </p:nvSpPr>
          <p:spPr>
            <a:xfrm>
              <a:off x="3390526" y="495554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l2322"/>
            <p:cNvSpPr/>
            <p:nvPr/>
          </p:nvSpPr>
          <p:spPr>
            <a:xfrm>
              <a:off x="3390526" y="495554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l2323"/>
            <p:cNvSpPr/>
            <p:nvPr/>
          </p:nvSpPr>
          <p:spPr>
            <a:xfrm>
              <a:off x="3361589" y="500338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l2324"/>
            <p:cNvSpPr/>
            <p:nvPr/>
          </p:nvSpPr>
          <p:spPr>
            <a:xfrm>
              <a:off x="3354467" y="500750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l2325"/>
            <p:cNvSpPr/>
            <p:nvPr/>
          </p:nvSpPr>
          <p:spPr>
            <a:xfrm>
              <a:off x="3354467" y="500750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l2326"/>
            <p:cNvSpPr/>
            <p:nvPr/>
          </p:nvSpPr>
          <p:spPr>
            <a:xfrm>
              <a:off x="3385629" y="500338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l2327"/>
            <p:cNvSpPr/>
            <p:nvPr/>
          </p:nvSpPr>
          <p:spPr>
            <a:xfrm>
              <a:off x="3378506" y="500750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l2328"/>
            <p:cNvSpPr/>
            <p:nvPr/>
          </p:nvSpPr>
          <p:spPr>
            <a:xfrm>
              <a:off x="3378506" y="500750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l2329"/>
            <p:cNvSpPr/>
            <p:nvPr/>
          </p:nvSpPr>
          <p:spPr>
            <a:xfrm>
              <a:off x="3349569" y="502936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l2330"/>
            <p:cNvSpPr/>
            <p:nvPr/>
          </p:nvSpPr>
          <p:spPr>
            <a:xfrm>
              <a:off x="3342447" y="503348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l2331"/>
            <p:cNvSpPr/>
            <p:nvPr/>
          </p:nvSpPr>
          <p:spPr>
            <a:xfrm>
              <a:off x="3342447" y="503348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l2332"/>
            <p:cNvSpPr/>
            <p:nvPr/>
          </p:nvSpPr>
          <p:spPr>
            <a:xfrm>
              <a:off x="3373609" y="502936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l2333"/>
            <p:cNvSpPr/>
            <p:nvPr/>
          </p:nvSpPr>
          <p:spPr>
            <a:xfrm>
              <a:off x="3366487" y="503348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l2334"/>
            <p:cNvSpPr/>
            <p:nvPr/>
          </p:nvSpPr>
          <p:spPr>
            <a:xfrm>
              <a:off x="3366487" y="503348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l2335"/>
            <p:cNvSpPr/>
            <p:nvPr/>
          </p:nvSpPr>
          <p:spPr>
            <a:xfrm>
              <a:off x="3397649" y="502936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l2336"/>
            <p:cNvSpPr/>
            <p:nvPr/>
          </p:nvSpPr>
          <p:spPr>
            <a:xfrm>
              <a:off x="3390526" y="503348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l2337"/>
            <p:cNvSpPr/>
            <p:nvPr/>
          </p:nvSpPr>
          <p:spPr>
            <a:xfrm>
              <a:off x="3390526" y="503348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l2338"/>
            <p:cNvSpPr/>
            <p:nvPr/>
          </p:nvSpPr>
          <p:spPr>
            <a:xfrm>
              <a:off x="3373609" y="508132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l2339"/>
            <p:cNvSpPr/>
            <p:nvPr/>
          </p:nvSpPr>
          <p:spPr>
            <a:xfrm>
              <a:off x="3366487" y="508543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l2340"/>
            <p:cNvSpPr/>
            <p:nvPr/>
          </p:nvSpPr>
          <p:spPr>
            <a:xfrm>
              <a:off x="3366487" y="508543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l2341"/>
            <p:cNvSpPr/>
            <p:nvPr/>
          </p:nvSpPr>
          <p:spPr>
            <a:xfrm>
              <a:off x="3349569" y="510730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l2342"/>
            <p:cNvSpPr/>
            <p:nvPr/>
          </p:nvSpPr>
          <p:spPr>
            <a:xfrm>
              <a:off x="3342447" y="511141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l2343"/>
            <p:cNvSpPr/>
            <p:nvPr/>
          </p:nvSpPr>
          <p:spPr>
            <a:xfrm>
              <a:off x="3342447" y="511141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l2344"/>
            <p:cNvSpPr/>
            <p:nvPr/>
          </p:nvSpPr>
          <p:spPr>
            <a:xfrm>
              <a:off x="3373609" y="510730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l2345"/>
            <p:cNvSpPr/>
            <p:nvPr/>
          </p:nvSpPr>
          <p:spPr>
            <a:xfrm>
              <a:off x="3366487" y="511141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l2346"/>
            <p:cNvSpPr/>
            <p:nvPr/>
          </p:nvSpPr>
          <p:spPr>
            <a:xfrm>
              <a:off x="3366487" y="511141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l2347"/>
            <p:cNvSpPr/>
            <p:nvPr/>
          </p:nvSpPr>
          <p:spPr>
            <a:xfrm>
              <a:off x="3397649" y="510730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l2348"/>
            <p:cNvSpPr/>
            <p:nvPr/>
          </p:nvSpPr>
          <p:spPr>
            <a:xfrm>
              <a:off x="3390526" y="511141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l2349"/>
            <p:cNvSpPr/>
            <p:nvPr/>
          </p:nvSpPr>
          <p:spPr>
            <a:xfrm>
              <a:off x="3390526" y="511141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l2350"/>
            <p:cNvSpPr/>
            <p:nvPr/>
          </p:nvSpPr>
          <p:spPr>
            <a:xfrm>
              <a:off x="3361589" y="518524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l2351"/>
            <p:cNvSpPr/>
            <p:nvPr/>
          </p:nvSpPr>
          <p:spPr>
            <a:xfrm>
              <a:off x="3354467" y="518935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l2352"/>
            <p:cNvSpPr/>
            <p:nvPr/>
          </p:nvSpPr>
          <p:spPr>
            <a:xfrm>
              <a:off x="3354467" y="518935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l2353"/>
            <p:cNvSpPr/>
            <p:nvPr/>
          </p:nvSpPr>
          <p:spPr>
            <a:xfrm>
              <a:off x="3385629" y="518524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l2354"/>
            <p:cNvSpPr/>
            <p:nvPr/>
          </p:nvSpPr>
          <p:spPr>
            <a:xfrm>
              <a:off x="3378506" y="518935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l2355"/>
            <p:cNvSpPr/>
            <p:nvPr/>
          </p:nvSpPr>
          <p:spPr>
            <a:xfrm>
              <a:off x="3378506" y="518935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l2356"/>
            <p:cNvSpPr/>
            <p:nvPr/>
          </p:nvSpPr>
          <p:spPr>
            <a:xfrm>
              <a:off x="3349569" y="523720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l2357"/>
            <p:cNvSpPr/>
            <p:nvPr/>
          </p:nvSpPr>
          <p:spPr>
            <a:xfrm>
              <a:off x="3342447" y="524131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l2358"/>
            <p:cNvSpPr/>
            <p:nvPr/>
          </p:nvSpPr>
          <p:spPr>
            <a:xfrm>
              <a:off x="3342447" y="524131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l2359"/>
            <p:cNvSpPr/>
            <p:nvPr/>
          </p:nvSpPr>
          <p:spPr>
            <a:xfrm>
              <a:off x="3373609" y="523720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l2360"/>
            <p:cNvSpPr/>
            <p:nvPr/>
          </p:nvSpPr>
          <p:spPr>
            <a:xfrm>
              <a:off x="3366487" y="524131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l2361"/>
            <p:cNvSpPr/>
            <p:nvPr/>
          </p:nvSpPr>
          <p:spPr>
            <a:xfrm>
              <a:off x="3366487" y="524131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l2362"/>
            <p:cNvSpPr/>
            <p:nvPr/>
          </p:nvSpPr>
          <p:spPr>
            <a:xfrm>
              <a:off x="3397649" y="523720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l2363"/>
            <p:cNvSpPr/>
            <p:nvPr/>
          </p:nvSpPr>
          <p:spPr>
            <a:xfrm>
              <a:off x="3390526" y="524131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l2364"/>
            <p:cNvSpPr/>
            <p:nvPr/>
          </p:nvSpPr>
          <p:spPr>
            <a:xfrm>
              <a:off x="3390526" y="524131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l2365"/>
            <p:cNvSpPr/>
            <p:nvPr/>
          </p:nvSpPr>
          <p:spPr>
            <a:xfrm>
              <a:off x="3373609" y="531514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l2366"/>
            <p:cNvSpPr/>
            <p:nvPr/>
          </p:nvSpPr>
          <p:spPr>
            <a:xfrm>
              <a:off x="3366487" y="531925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l2367"/>
            <p:cNvSpPr/>
            <p:nvPr/>
          </p:nvSpPr>
          <p:spPr>
            <a:xfrm>
              <a:off x="3366487" y="531925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l2368"/>
            <p:cNvSpPr/>
            <p:nvPr/>
          </p:nvSpPr>
          <p:spPr>
            <a:xfrm>
              <a:off x="3349569" y="534112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l2369"/>
            <p:cNvSpPr/>
            <p:nvPr/>
          </p:nvSpPr>
          <p:spPr>
            <a:xfrm>
              <a:off x="3342447" y="534523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l2370"/>
            <p:cNvSpPr/>
            <p:nvPr/>
          </p:nvSpPr>
          <p:spPr>
            <a:xfrm>
              <a:off x="3342447" y="534523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l2371"/>
            <p:cNvSpPr/>
            <p:nvPr/>
          </p:nvSpPr>
          <p:spPr>
            <a:xfrm>
              <a:off x="3373609" y="534112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l2372"/>
            <p:cNvSpPr/>
            <p:nvPr/>
          </p:nvSpPr>
          <p:spPr>
            <a:xfrm>
              <a:off x="3366487" y="534523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l2373"/>
            <p:cNvSpPr/>
            <p:nvPr/>
          </p:nvSpPr>
          <p:spPr>
            <a:xfrm>
              <a:off x="3366487" y="534523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l2374"/>
            <p:cNvSpPr/>
            <p:nvPr/>
          </p:nvSpPr>
          <p:spPr>
            <a:xfrm>
              <a:off x="3397649" y="534112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l2375"/>
            <p:cNvSpPr/>
            <p:nvPr/>
          </p:nvSpPr>
          <p:spPr>
            <a:xfrm>
              <a:off x="3390526" y="534523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l2376"/>
            <p:cNvSpPr/>
            <p:nvPr/>
          </p:nvSpPr>
          <p:spPr>
            <a:xfrm>
              <a:off x="3390526" y="534523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l2377"/>
            <p:cNvSpPr/>
            <p:nvPr/>
          </p:nvSpPr>
          <p:spPr>
            <a:xfrm>
              <a:off x="3373609" y="539307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l2378"/>
            <p:cNvSpPr/>
            <p:nvPr/>
          </p:nvSpPr>
          <p:spPr>
            <a:xfrm>
              <a:off x="3366487" y="539719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l2379"/>
            <p:cNvSpPr/>
            <p:nvPr/>
          </p:nvSpPr>
          <p:spPr>
            <a:xfrm>
              <a:off x="3366487" y="539719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l2380"/>
            <p:cNvSpPr/>
            <p:nvPr/>
          </p:nvSpPr>
          <p:spPr>
            <a:xfrm>
              <a:off x="3349569" y="541905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l2381"/>
            <p:cNvSpPr/>
            <p:nvPr/>
          </p:nvSpPr>
          <p:spPr>
            <a:xfrm>
              <a:off x="3342447" y="542317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l2382"/>
            <p:cNvSpPr/>
            <p:nvPr/>
          </p:nvSpPr>
          <p:spPr>
            <a:xfrm>
              <a:off x="3342447" y="542317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l2383"/>
            <p:cNvSpPr/>
            <p:nvPr/>
          </p:nvSpPr>
          <p:spPr>
            <a:xfrm>
              <a:off x="3373609" y="541905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l2384"/>
            <p:cNvSpPr/>
            <p:nvPr/>
          </p:nvSpPr>
          <p:spPr>
            <a:xfrm>
              <a:off x="3366487" y="542317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l2385"/>
            <p:cNvSpPr/>
            <p:nvPr/>
          </p:nvSpPr>
          <p:spPr>
            <a:xfrm>
              <a:off x="3366487" y="542317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l2386"/>
            <p:cNvSpPr/>
            <p:nvPr/>
          </p:nvSpPr>
          <p:spPr>
            <a:xfrm>
              <a:off x="3397649" y="541905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l2387"/>
            <p:cNvSpPr/>
            <p:nvPr/>
          </p:nvSpPr>
          <p:spPr>
            <a:xfrm>
              <a:off x="3390526" y="542317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l2388"/>
            <p:cNvSpPr/>
            <p:nvPr/>
          </p:nvSpPr>
          <p:spPr>
            <a:xfrm>
              <a:off x="3390526" y="542317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l2389"/>
            <p:cNvSpPr/>
            <p:nvPr/>
          </p:nvSpPr>
          <p:spPr>
            <a:xfrm>
              <a:off x="3349569" y="549699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l2390"/>
            <p:cNvSpPr/>
            <p:nvPr/>
          </p:nvSpPr>
          <p:spPr>
            <a:xfrm>
              <a:off x="3342447" y="550110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l2391"/>
            <p:cNvSpPr/>
            <p:nvPr/>
          </p:nvSpPr>
          <p:spPr>
            <a:xfrm>
              <a:off x="3342447" y="550110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l2392"/>
            <p:cNvSpPr/>
            <p:nvPr/>
          </p:nvSpPr>
          <p:spPr>
            <a:xfrm>
              <a:off x="3373609" y="549699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l2393"/>
            <p:cNvSpPr/>
            <p:nvPr/>
          </p:nvSpPr>
          <p:spPr>
            <a:xfrm>
              <a:off x="3366487" y="550110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l2394"/>
            <p:cNvSpPr/>
            <p:nvPr/>
          </p:nvSpPr>
          <p:spPr>
            <a:xfrm>
              <a:off x="3366487" y="550110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l2395"/>
            <p:cNvSpPr/>
            <p:nvPr/>
          </p:nvSpPr>
          <p:spPr>
            <a:xfrm>
              <a:off x="3397649" y="5496996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l2396"/>
            <p:cNvSpPr/>
            <p:nvPr/>
          </p:nvSpPr>
          <p:spPr>
            <a:xfrm>
              <a:off x="3390526" y="550110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l2397"/>
            <p:cNvSpPr/>
            <p:nvPr/>
          </p:nvSpPr>
          <p:spPr>
            <a:xfrm>
              <a:off x="3390526" y="550110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l2398"/>
            <p:cNvSpPr/>
            <p:nvPr/>
          </p:nvSpPr>
          <p:spPr>
            <a:xfrm>
              <a:off x="3349569" y="557493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l2399"/>
            <p:cNvSpPr/>
            <p:nvPr/>
          </p:nvSpPr>
          <p:spPr>
            <a:xfrm>
              <a:off x="3342447" y="557904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l2400"/>
            <p:cNvSpPr/>
            <p:nvPr/>
          </p:nvSpPr>
          <p:spPr>
            <a:xfrm>
              <a:off x="3342447" y="557904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l2401"/>
            <p:cNvSpPr/>
            <p:nvPr/>
          </p:nvSpPr>
          <p:spPr>
            <a:xfrm>
              <a:off x="3373609" y="557493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l2402"/>
            <p:cNvSpPr/>
            <p:nvPr/>
          </p:nvSpPr>
          <p:spPr>
            <a:xfrm>
              <a:off x="3366487" y="557904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l2403"/>
            <p:cNvSpPr/>
            <p:nvPr/>
          </p:nvSpPr>
          <p:spPr>
            <a:xfrm>
              <a:off x="3366487" y="557904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l2404"/>
            <p:cNvSpPr/>
            <p:nvPr/>
          </p:nvSpPr>
          <p:spPr>
            <a:xfrm>
              <a:off x="3397649" y="5574934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l2405"/>
            <p:cNvSpPr/>
            <p:nvPr/>
          </p:nvSpPr>
          <p:spPr>
            <a:xfrm>
              <a:off x="3390526" y="557904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l2406"/>
            <p:cNvSpPr/>
            <p:nvPr/>
          </p:nvSpPr>
          <p:spPr>
            <a:xfrm>
              <a:off x="3390526" y="557904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l2407"/>
            <p:cNvSpPr/>
            <p:nvPr/>
          </p:nvSpPr>
          <p:spPr>
            <a:xfrm>
              <a:off x="3349569" y="565287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l2408"/>
            <p:cNvSpPr/>
            <p:nvPr/>
          </p:nvSpPr>
          <p:spPr>
            <a:xfrm>
              <a:off x="3342447" y="565698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l2409"/>
            <p:cNvSpPr/>
            <p:nvPr/>
          </p:nvSpPr>
          <p:spPr>
            <a:xfrm>
              <a:off x="3342447" y="565698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l2410"/>
            <p:cNvSpPr/>
            <p:nvPr/>
          </p:nvSpPr>
          <p:spPr>
            <a:xfrm>
              <a:off x="3373609" y="565287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l2411"/>
            <p:cNvSpPr/>
            <p:nvPr/>
          </p:nvSpPr>
          <p:spPr>
            <a:xfrm>
              <a:off x="3366487" y="565698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l2412"/>
            <p:cNvSpPr/>
            <p:nvPr/>
          </p:nvSpPr>
          <p:spPr>
            <a:xfrm>
              <a:off x="3366487" y="565698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l2413"/>
            <p:cNvSpPr/>
            <p:nvPr/>
          </p:nvSpPr>
          <p:spPr>
            <a:xfrm>
              <a:off x="3397649" y="5652872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l2414"/>
            <p:cNvSpPr/>
            <p:nvPr/>
          </p:nvSpPr>
          <p:spPr>
            <a:xfrm>
              <a:off x="3390526" y="5656984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l2415"/>
            <p:cNvSpPr/>
            <p:nvPr/>
          </p:nvSpPr>
          <p:spPr>
            <a:xfrm>
              <a:off x="3390526" y="5656984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l2416"/>
            <p:cNvSpPr/>
            <p:nvPr/>
          </p:nvSpPr>
          <p:spPr>
            <a:xfrm>
              <a:off x="3349569" y="573081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l2417"/>
            <p:cNvSpPr/>
            <p:nvPr/>
          </p:nvSpPr>
          <p:spPr>
            <a:xfrm>
              <a:off x="3342447" y="573492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l2418"/>
            <p:cNvSpPr/>
            <p:nvPr/>
          </p:nvSpPr>
          <p:spPr>
            <a:xfrm>
              <a:off x="3342447" y="573492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l2419"/>
            <p:cNvSpPr/>
            <p:nvPr/>
          </p:nvSpPr>
          <p:spPr>
            <a:xfrm>
              <a:off x="3373609" y="573081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l2420"/>
            <p:cNvSpPr/>
            <p:nvPr/>
          </p:nvSpPr>
          <p:spPr>
            <a:xfrm>
              <a:off x="3366487" y="573492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l2421"/>
            <p:cNvSpPr/>
            <p:nvPr/>
          </p:nvSpPr>
          <p:spPr>
            <a:xfrm>
              <a:off x="3366487" y="573492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l2422"/>
            <p:cNvSpPr/>
            <p:nvPr/>
          </p:nvSpPr>
          <p:spPr>
            <a:xfrm>
              <a:off x="3397649" y="5730810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l2423"/>
            <p:cNvSpPr/>
            <p:nvPr/>
          </p:nvSpPr>
          <p:spPr>
            <a:xfrm>
              <a:off x="3390526" y="5734922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l2424"/>
            <p:cNvSpPr/>
            <p:nvPr/>
          </p:nvSpPr>
          <p:spPr>
            <a:xfrm>
              <a:off x="3390526" y="5734922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l2425"/>
            <p:cNvSpPr/>
            <p:nvPr/>
          </p:nvSpPr>
          <p:spPr>
            <a:xfrm>
              <a:off x="3361589" y="580874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l2426"/>
            <p:cNvSpPr/>
            <p:nvPr/>
          </p:nvSpPr>
          <p:spPr>
            <a:xfrm>
              <a:off x="3354467" y="581286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l2427"/>
            <p:cNvSpPr/>
            <p:nvPr/>
          </p:nvSpPr>
          <p:spPr>
            <a:xfrm>
              <a:off x="3354467" y="581286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l2428"/>
            <p:cNvSpPr/>
            <p:nvPr/>
          </p:nvSpPr>
          <p:spPr>
            <a:xfrm>
              <a:off x="3385629" y="5808748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l2429"/>
            <p:cNvSpPr/>
            <p:nvPr/>
          </p:nvSpPr>
          <p:spPr>
            <a:xfrm>
              <a:off x="3378506" y="5812860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l2430"/>
            <p:cNvSpPr/>
            <p:nvPr/>
          </p:nvSpPr>
          <p:spPr>
            <a:xfrm>
              <a:off x="3378506" y="5812860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l2431"/>
            <p:cNvSpPr/>
            <p:nvPr/>
          </p:nvSpPr>
          <p:spPr>
            <a:xfrm>
              <a:off x="3349569" y="588668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l2432"/>
            <p:cNvSpPr/>
            <p:nvPr/>
          </p:nvSpPr>
          <p:spPr>
            <a:xfrm>
              <a:off x="3342447" y="589079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l2433"/>
            <p:cNvSpPr/>
            <p:nvPr/>
          </p:nvSpPr>
          <p:spPr>
            <a:xfrm>
              <a:off x="3342447" y="589079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l2434"/>
            <p:cNvSpPr/>
            <p:nvPr/>
          </p:nvSpPr>
          <p:spPr>
            <a:xfrm>
              <a:off x="3373609" y="588668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l2435"/>
            <p:cNvSpPr/>
            <p:nvPr/>
          </p:nvSpPr>
          <p:spPr>
            <a:xfrm>
              <a:off x="3366487" y="589079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l2436"/>
            <p:cNvSpPr/>
            <p:nvPr/>
          </p:nvSpPr>
          <p:spPr>
            <a:xfrm>
              <a:off x="3366487" y="589079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l2437"/>
            <p:cNvSpPr/>
            <p:nvPr/>
          </p:nvSpPr>
          <p:spPr>
            <a:xfrm>
              <a:off x="3397649" y="588668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l2438"/>
            <p:cNvSpPr/>
            <p:nvPr/>
          </p:nvSpPr>
          <p:spPr>
            <a:xfrm>
              <a:off x="3390526" y="5890798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l2439"/>
            <p:cNvSpPr/>
            <p:nvPr/>
          </p:nvSpPr>
          <p:spPr>
            <a:xfrm>
              <a:off x="3390526" y="5890798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l2440"/>
            <p:cNvSpPr/>
            <p:nvPr/>
          </p:nvSpPr>
          <p:spPr>
            <a:xfrm>
              <a:off x="3349569" y="596462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l2441"/>
            <p:cNvSpPr/>
            <p:nvPr/>
          </p:nvSpPr>
          <p:spPr>
            <a:xfrm>
              <a:off x="3342447" y="596873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l2442"/>
            <p:cNvSpPr/>
            <p:nvPr/>
          </p:nvSpPr>
          <p:spPr>
            <a:xfrm>
              <a:off x="3342447" y="596873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l2443"/>
            <p:cNvSpPr/>
            <p:nvPr/>
          </p:nvSpPr>
          <p:spPr>
            <a:xfrm>
              <a:off x="3373609" y="596462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l2444"/>
            <p:cNvSpPr/>
            <p:nvPr/>
          </p:nvSpPr>
          <p:spPr>
            <a:xfrm>
              <a:off x="3366487" y="596873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l2445"/>
            <p:cNvSpPr/>
            <p:nvPr/>
          </p:nvSpPr>
          <p:spPr>
            <a:xfrm>
              <a:off x="3366487" y="596873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l2446"/>
            <p:cNvSpPr/>
            <p:nvPr/>
          </p:nvSpPr>
          <p:spPr>
            <a:xfrm>
              <a:off x="3397649" y="5964623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l2447"/>
            <p:cNvSpPr/>
            <p:nvPr/>
          </p:nvSpPr>
          <p:spPr>
            <a:xfrm>
              <a:off x="3390526" y="5968736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l2448"/>
            <p:cNvSpPr/>
            <p:nvPr/>
          </p:nvSpPr>
          <p:spPr>
            <a:xfrm>
              <a:off x="3390526" y="5968736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l2449"/>
            <p:cNvSpPr/>
            <p:nvPr/>
          </p:nvSpPr>
          <p:spPr>
            <a:xfrm>
              <a:off x="3349569" y="604256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l2450"/>
            <p:cNvSpPr/>
            <p:nvPr/>
          </p:nvSpPr>
          <p:spPr>
            <a:xfrm>
              <a:off x="3342447" y="604667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l2451"/>
            <p:cNvSpPr/>
            <p:nvPr/>
          </p:nvSpPr>
          <p:spPr>
            <a:xfrm>
              <a:off x="3342447" y="604667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l2452"/>
            <p:cNvSpPr/>
            <p:nvPr/>
          </p:nvSpPr>
          <p:spPr>
            <a:xfrm>
              <a:off x="3373609" y="604256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l2453"/>
            <p:cNvSpPr/>
            <p:nvPr/>
          </p:nvSpPr>
          <p:spPr>
            <a:xfrm>
              <a:off x="3366487" y="604667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l2454"/>
            <p:cNvSpPr/>
            <p:nvPr/>
          </p:nvSpPr>
          <p:spPr>
            <a:xfrm>
              <a:off x="3366487" y="604667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l2455"/>
            <p:cNvSpPr/>
            <p:nvPr/>
          </p:nvSpPr>
          <p:spPr>
            <a:xfrm>
              <a:off x="3397649" y="6042561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l2456"/>
            <p:cNvSpPr/>
            <p:nvPr/>
          </p:nvSpPr>
          <p:spPr>
            <a:xfrm>
              <a:off x="3390526" y="6046673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l2457"/>
            <p:cNvSpPr/>
            <p:nvPr/>
          </p:nvSpPr>
          <p:spPr>
            <a:xfrm>
              <a:off x="3390526" y="6046673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l2458"/>
            <p:cNvSpPr/>
            <p:nvPr/>
          </p:nvSpPr>
          <p:spPr>
            <a:xfrm>
              <a:off x="3349569" y="612049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l2459"/>
            <p:cNvSpPr/>
            <p:nvPr/>
          </p:nvSpPr>
          <p:spPr>
            <a:xfrm>
              <a:off x="3342447" y="612461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l2460"/>
            <p:cNvSpPr/>
            <p:nvPr/>
          </p:nvSpPr>
          <p:spPr>
            <a:xfrm>
              <a:off x="3342447" y="612461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l2461"/>
            <p:cNvSpPr/>
            <p:nvPr/>
          </p:nvSpPr>
          <p:spPr>
            <a:xfrm>
              <a:off x="3373609" y="612049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l2462"/>
            <p:cNvSpPr/>
            <p:nvPr/>
          </p:nvSpPr>
          <p:spPr>
            <a:xfrm>
              <a:off x="3366487" y="612461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l2463"/>
            <p:cNvSpPr/>
            <p:nvPr/>
          </p:nvSpPr>
          <p:spPr>
            <a:xfrm>
              <a:off x="3366487" y="612461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l2464"/>
            <p:cNvSpPr/>
            <p:nvPr/>
          </p:nvSpPr>
          <p:spPr>
            <a:xfrm>
              <a:off x="3397649" y="6120499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l2465"/>
            <p:cNvSpPr/>
            <p:nvPr/>
          </p:nvSpPr>
          <p:spPr>
            <a:xfrm>
              <a:off x="3390526" y="6124611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l2466"/>
            <p:cNvSpPr/>
            <p:nvPr/>
          </p:nvSpPr>
          <p:spPr>
            <a:xfrm>
              <a:off x="3390526" y="6124611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l2467"/>
            <p:cNvSpPr/>
            <p:nvPr/>
          </p:nvSpPr>
          <p:spPr>
            <a:xfrm>
              <a:off x="3349569" y="619843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l2468"/>
            <p:cNvSpPr/>
            <p:nvPr/>
          </p:nvSpPr>
          <p:spPr>
            <a:xfrm>
              <a:off x="3342447" y="620254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l2469"/>
            <p:cNvSpPr/>
            <p:nvPr/>
          </p:nvSpPr>
          <p:spPr>
            <a:xfrm>
              <a:off x="3342447" y="620254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l2470"/>
            <p:cNvSpPr/>
            <p:nvPr/>
          </p:nvSpPr>
          <p:spPr>
            <a:xfrm>
              <a:off x="3373609" y="619843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l2471"/>
            <p:cNvSpPr/>
            <p:nvPr/>
          </p:nvSpPr>
          <p:spPr>
            <a:xfrm>
              <a:off x="3366487" y="620254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l2472"/>
            <p:cNvSpPr/>
            <p:nvPr/>
          </p:nvSpPr>
          <p:spPr>
            <a:xfrm>
              <a:off x="3366487" y="620254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l2473"/>
            <p:cNvSpPr/>
            <p:nvPr/>
          </p:nvSpPr>
          <p:spPr>
            <a:xfrm>
              <a:off x="3397649" y="6198437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l2474"/>
            <p:cNvSpPr/>
            <p:nvPr/>
          </p:nvSpPr>
          <p:spPr>
            <a:xfrm>
              <a:off x="3390526" y="6202549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l2475"/>
            <p:cNvSpPr/>
            <p:nvPr/>
          </p:nvSpPr>
          <p:spPr>
            <a:xfrm>
              <a:off x="3390526" y="6202549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l2476"/>
            <p:cNvSpPr/>
            <p:nvPr/>
          </p:nvSpPr>
          <p:spPr>
            <a:xfrm>
              <a:off x="3349569" y="627637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l2477"/>
            <p:cNvSpPr/>
            <p:nvPr/>
          </p:nvSpPr>
          <p:spPr>
            <a:xfrm>
              <a:off x="3342447" y="628048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l2478"/>
            <p:cNvSpPr/>
            <p:nvPr/>
          </p:nvSpPr>
          <p:spPr>
            <a:xfrm>
              <a:off x="3342447" y="628048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l2479"/>
            <p:cNvSpPr/>
            <p:nvPr/>
          </p:nvSpPr>
          <p:spPr>
            <a:xfrm>
              <a:off x="3373609" y="627637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l2480"/>
            <p:cNvSpPr/>
            <p:nvPr/>
          </p:nvSpPr>
          <p:spPr>
            <a:xfrm>
              <a:off x="3366487" y="628048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l2481"/>
            <p:cNvSpPr/>
            <p:nvPr/>
          </p:nvSpPr>
          <p:spPr>
            <a:xfrm>
              <a:off x="3366487" y="628048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l2482"/>
            <p:cNvSpPr/>
            <p:nvPr/>
          </p:nvSpPr>
          <p:spPr>
            <a:xfrm>
              <a:off x="3397649" y="6276375"/>
              <a:ext cx="0" cy="16448"/>
            </a:xfrm>
            <a:custGeom>
              <a:avLst/>
              <a:pathLst>
                <a:path w="0" h="16448">
                  <a:moveTo>
                    <a:pt x="0" y="16448"/>
                  </a:moveTo>
                  <a:lnTo>
                    <a:pt x="0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l2483"/>
            <p:cNvSpPr/>
            <p:nvPr/>
          </p:nvSpPr>
          <p:spPr>
            <a:xfrm>
              <a:off x="3390526" y="6280487"/>
              <a:ext cx="14244" cy="8224"/>
            </a:xfrm>
            <a:custGeom>
              <a:avLst/>
              <a:pathLst>
                <a:path w="14244" h="8224">
                  <a:moveTo>
                    <a:pt x="0" y="8224"/>
                  </a:moveTo>
                  <a:lnTo>
                    <a:pt x="14244" y="0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l2484"/>
            <p:cNvSpPr/>
            <p:nvPr/>
          </p:nvSpPr>
          <p:spPr>
            <a:xfrm>
              <a:off x="3390526" y="6280487"/>
              <a:ext cx="14244" cy="8224"/>
            </a:xfrm>
            <a:custGeom>
              <a:avLst/>
              <a:pathLst>
                <a:path w="14244" h="8224">
                  <a:moveTo>
                    <a:pt x="0" y="0"/>
                  </a:moveTo>
                  <a:lnTo>
                    <a:pt x="14244" y="8224"/>
                  </a:lnTo>
                </a:path>
              </a:pathLst>
            </a:custGeom>
            <a:ln w="428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tx2485"/>
            <p:cNvSpPr/>
            <p:nvPr/>
          </p:nvSpPr>
          <p:spPr>
            <a:xfrm>
              <a:off x="1824405" y="6335689"/>
              <a:ext cx="15544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2486" name="tx2486"/>
            <p:cNvSpPr/>
            <p:nvPr/>
          </p:nvSpPr>
          <p:spPr>
            <a:xfrm>
              <a:off x="2118701" y="6335689"/>
              <a:ext cx="15544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2487" name="tx2487"/>
            <p:cNvSpPr/>
            <p:nvPr/>
          </p:nvSpPr>
          <p:spPr>
            <a:xfrm>
              <a:off x="2412997" y="6335689"/>
              <a:ext cx="15544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2488" name="tx2488"/>
            <p:cNvSpPr/>
            <p:nvPr/>
          </p:nvSpPr>
          <p:spPr>
            <a:xfrm>
              <a:off x="2707293" y="6335689"/>
              <a:ext cx="15544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2489" name="tx2489"/>
            <p:cNvSpPr/>
            <p:nvPr/>
          </p:nvSpPr>
          <p:spPr>
            <a:xfrm>
              <a:off x="3001589" y="6335689"/>
              <a:ext cx="15544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2490" name="tx2490"/>
            <p:cNvSpPr/>
            <p:nvPr/>
          </p:nvSpPr>
          <p:spPr>
            <a:xfrm>
              <a:off x="3327020" y="6335689"/>
              <a:ext cx="9317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2491" name="tx2491"/>
            <p:cNvSpPr/>
            <p:nvPr/>
          </p:nvSpPr>
          <p:spPr>
            <a:xfrm>
              <a:off x="3558857" y="1082893"/>
              <a:ext cx="185833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pug C-1-tetrahydrofolate synthase, cytoplasmic</a:t>
              </a:r>
            </a:p>
          </p:txBody>
        </p:sp>
        <p:sp>
          <p:nvSpPr>
            <p:cNvPr id="2492" name="tx2492"/>
            <p:cNvSpPr/>
            <p:nvPr/>
          </p:nvSpPr>
          <p:spPr>
            <a:xfrm>
              <a:off x="3558857" y="1160831"/>
              <a:ext cx="189317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facilitated trehalose transporter Tret1-2 homolog</a:t>
              </a:r>
            </a:p>
          </p:txBody>
        </p:sp>
        <p:sp>
          <p:nvSpPr>
            <p:cNvPr id="2493" name="tx2493"/>
            <p:cNvSpPr/>
            <p:nvPr/>
          </p:nvSpPr>
          <p:spPr>
            <a:xfrm>
              <a:off x="3558857" y="1238769"/>
              <a:ext cx="130027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purine nucleoside phosphorylase</a:t>
              </a:r>
            </a:p>
          </p:txBody>
        </p:sp>
        <p:sp>
          <p:nvSpPr>
            <p:cNvPr id="2494" name="tx2494"/>
            <p:cNvSpPr/>
            <p:nvPr/>
          </p:nvSpPr>
          <p:spPr>
            <a:xfrm>
              <a:off x="3558857" y="1316707"/>
              <a:ext cx="108758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doublesex-Mab related 99B</a:t>
              </a:r>
            </a:p>
          </p:txBody>
        </p:sp>
        <p:sp>
          <p:nvSpPr>
            <p:cNvPr id="2495" name="tx2495"/>
            <p:cNvSpPr/>
            <p:nvPr/>
          </p:nvSpPr>
          <p:spPr>
            <a:xfrm>
              <a:off x="3558857" y="1394645"/>
              <a:ext cx="4300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Arrowhead</a:t>
              </a:r>
            </a:p>
          </p:txBody>
        </p:sp>
        <p:sp>
          <p:nvSpPr>
            <p:cNvPr id="2496" name="tx2496"/>
            <p:cNvSpPr/>
            <p:nvPr/>
          </p:nvSpPr>
          <p:spPr>
            <a:xfrm>
              <a:off x="3558857" y="1472583"/>
              <a:ext cx="111218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forkhead box protein D2-like</a:t>
              </a:r>
            </a:p>
          </p:txBody>
        </p:sp>
        <p:sp>
          <p:nvSpPr>
            <p:cNvPr id="2497" name="tx2497"/>
            <p:cNvSpPr/>
            <p:nvPr/>
          </p:nvSpPr>
          <p:spPr>
            <a:xfrm>
              <a:off x="3558857" y="1550521"/>
              <a:ext cx="54361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Hexokinase A</a:t>
              </a:r>
            </a:p>
          </p:txBody>
        </p:sp>
        <p:sp>
          <p:nvSpPr>
            <p:cNvPr id="2498" name="tx2498"/>
            <p:cNvSpPr/>
            <p:nvPr/>
          </p:nvSpPr>
          <p:spPr>
            <a:xfrm>
              <a:off x="3558857" y="1628459"/>
              <a:ext cx="75620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nicotinamidase-like</a:t>
              </a:r>
            </a:p>
          </p:txBody>
        </p:sp>
        <p:sp>
          <p:nvSpPr>
            <p:cNvPr id="2499" name="tx2499"/>
            <p:cNvSpPr/>
            <p:nvPr/>
          </p:nvSpPr>
          <p:spPr>
            <a:xfrm>
              <a:off x="3558857" y="1706397"/>
              <a:ext cx="44494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vitellogenin</a:t>
              </a:r>
            </a:p>
          </p:txBody>
        </p:sp>
        <p:sp>
          <p:nvSpPr>
            <p:cNvPr id="2500" name="tx2500"/>
            <p:cNvSpPr/>
            <p:nvPr/>
          </p:nvSpPr>
          <p:spPr>
            <a:xfrm>
              <a:off x="3558857" y="1784335"/>
              <a:ext cx="128546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uncharacterized LOC107074513</a:t>
              </a:r>
            </a:p>
          </p:txBody>
        </p:sp>
        <p:sp>
          <p:nvSpPr>
            <p:cNvPr id="2501" name="tx2501"/>
            <p:cNvSpPr/>
            <p:nvPr/>
          </p:nvSpPr>
          <p:spPr>
            <a:xfrm>
              <a:off x="3558857" y="1862273"/>
              <a:ext cx="84033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aldose reductase-like</a:t>
              </a:r>
            </a:p>
          </p:txBody>
        </p:sp>
        <p:sp>
          <p:nvSpPr>
            <p:cNvPr id="2502" name="tx2502"/>
            <p:cNvSpPr/>
            <p:nvPr/>
          </p:nvSpPr>
          <p:spPr>
            <a:xfrm>
              <a:off x="3558857" y="1940211"/>
              <a:ext cx="106765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hydroxypyruvate reductase</a:t>
              </a:r>
            </a:p>
          </p:txBody>
        </p:sp>
        <p:sp>
          <p:nvSpPr>
            <p:cNvPr id="2503" name="tx2503"/>
            <p:cNvSpPr/>
            <p:nvPr/>
          </p:nvSpPr>
          <p:spPr>
            <a:xfrm>
              <a:off x="3558857" y="2018149"/>
              <a:ext cx="196742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cytochrome b561 domain-containing protein 1-like</a:t>
              </a:r>
            </a:p>
          </p:txBody>
        </p:sp>
        <p:sp>
          <p:nvSpPr>
            <p:cNvPr id="2504" name="tx2504"/>
            <p:cNvSpPr/>
            <p:nvPr/>
          </p:nvSpPr>
          <p:spPr>
            <a:xfrm>
              <a:off x="3558857" y="2096087"/>
              <a:ext cx="151762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beta-hexosaminidase subunit beta-like</a:t>
              </a:r>
            </a:p>
          </p:txBody>
        </p:sp>
        <p:sp>
          <p:nvSpPr>
            <p:cNvPr id="2505" name="tx2505"/>
            <p:cNvSpPr/>
            <p:nvPr/>
          </p:nvSpPr>
          <p:spPr>
            <a:xfrm>
              <a:off x="3558857" y="2174025"/>
              <a:ext cx="142335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bHLH transcriptional repressor hairy</a:t>
              </a:r>
            </a:p>
          </p:txBody>
        </p:sp>
        <p:sp>
          <p:nvSpPr>
            <p:cNvPr id="2506" name="tx2506"/>
            <p:cNvSpPr/>
            <p:nvPr/>
          </p:nvSpPr>
          <p:spPr>
            <a:xfrm>
              <a:off x="3558857" y="2251963"/>
              <a:ext cx="192600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uncharacterized family 31 glucosidase KIAA1161</a:t>
              </a:r>
            </a:p>
          </p:txBody>
        </p:sp>
        <p:sp>
          <p:nvSpPr>
            <p:cNvPr id="2507" name="tx2507"/>
            <p:cNvSpPr/>
            <p:nvPr/>
          </p:nvSpPr>
          <p:spPr>
            <a:xfrm>
              <a:off x="3558857" y="2329901"/>
              <a:ext cx="128546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uncharacterized LOC107072943</a:t>
              </a:r>
            </a:p>
          </p:txBody>
        </p:sp>
        <p:sp>
          <p:nvSpPr>
            <p:cNvPr id="2508" name="tx2508"/>
            <p:cNvSpPr/>
            <p:nvPr/>
          </p:nvSpPr>
          <p:spPr>
            <a:xfrm>
              <a:off x="3558857" y="2407839"/>
              <a:ext cx="59307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crowded by cid</a:t>
              </a:r>
            </a:p>
          </p:txBody>
        </p:sp>
        <p:sp>
          <p:nvSpPr>
            <p:cNvPr id="2509" name="tx2509"/>
            <p:cNvSpPr/>
            <p:nvPr/>
          </p:nvSpPr>
          <p:spPr>
            <a:xfrm>
              <a:off x="3558857" y="2485776"/>
              <a:ext cx="161126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facilitated trehalose transporter Tret1-like</a:t>
              </a:r>
            </a:p>
          </p:txBody>
        </p:sp>
        <p:sp>
          <p:nvSpPr>
            <p:cNvPr id="2510" name="tx2510"/>
            <p:cNvSpPr/>
            <p:nvPr/>
          </p:nvSpPr>
          <p:spPr>
            <a:xfrm>
              <a:off x="3558857" y="2563714"/>
              <a:ext cx="195279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kynurenine/alpha-aminoadipate aminotransferase</a:t>
              </a:r>
            </a:p>
          </p:txBody>
        </p:sp>
        <p:sp>
          <p:nvSpPr>
            <p:cNvPr id="2511" name="tx2511"/>
            <p:cNvSpPr/>
            <p:nvPr/>
          </p:nvSpPr>
          <p:spPr>
            <a:xfrm>
              <a:off x="3558857" y="2641652"/>
              <a:ext cx="68680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FABP-like protein</a:t>
              </a:r>
            </a:p>
          </p:txBody>
        </p:sp>
        <p:sp>
          <p:nvSpPr>
            <p:cNvPr id="2512" name="tx2512"/>
            <p:cNvSpPr/>
            <p:nvPr/>
          </p:nvSpPr>
          <p:spPr>
            <a:xfrm>
              <a:off x="3558857" y="2719590"/>
              <a:ext cx="103802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zinc finger protein 628-like</a:t>
              </a:r>
            </a:p>
          </p:txBody>
        </p:sp>
        <p:sp>
          <p:nvSpPr>
            <p:cNvPr id="2513" name="tx2513"/>
            <p:cNvSpPr/>
            <p:nvPr/>
          </p:nvSpPr>
          <p:spPr>
            <a:xfrm>
              <a:off x="3558857" y="2797528"/>
              <a:ext cx="139418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beta-1,3-glucan-binding protein-like</a:t>
              </a:r>
            </a:p>
          </p:txBody>
        </p:sp>
        <p:sp>
          <p:nvSpPr>
            <p:cNvPr id="2514" name="tx2514"/>
            <p:cNvSpPr/>
            <p:nvPr/>
          </p:nvSpPr>
          <p:spPr>
            <a:xfrm>
              <a:off x="3558857" y="2875466"/>
              <a:ext cx="112169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Glycine N-methyltransferase</a:t>
              </a:r>
            </a:p>
          </p:txBody>
        </p:sp>
        <p:sp>
          <p:nvSpPr>
            <p:cNvPr id="2515" name="tx2515"/>
            <p:cNvSpPr/>
            <p:nvPr/>
          </p:nvSpPr>
          <p:spPr>
            <a:xfrm>
              <a:off x="3558857" y="2953404"/>
              <a:ext cx="99358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peroxiredoxin-like protein</a:t>
              </a:r>
            </a:p>
          </p:txBody>
        </p:sp>
        <p:sp>
          <p:nvSpPr>
            <p:cNvPr id="2516" name="tx2516"/>
            <p:cNvSpPr/>
            <p:nvPr/>
          </p:nvSpPr>
          <p:spPr>
            <a:xfrm>
              <a:off x="3558857" y="3031342"/>
              <a:ext cx="120609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isovaleryl-CoA dehydrogenase</a:t>
              </a:r>
            </a:p>
          </p:txBody>
        </p:sp>
        <p:sp>
          <p:nvSpPr>
            <p:cNvPr id="2517" name="tx2517"/>
            <p:cNvSpPr/>
            <p:nvPr/>
          </p:nvSpPr>
          <p:spPr>
            <a:xfrm>
              <a:off x="3558857" y="3109280"/>
              <a:ext cx="56354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nessun dorma</a:t>
              </a:r>
            </a:p>
          </p:txBody>
        </p:sp>
        <p:sp>
          <p:nvSpPr>
            <p:cNvPr id="2518" name="tx2518"/>
            <p:cNvSpPr/>
            <p:nvPr/>
          </p:nvSpPr>
          <p:spPr>
            <a:xfrm>
              <a:off x="3558857" y="3187218"/>
              <a:ext cx="120591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venom carboxylesterase-6-like</a:t>
              </a:r>
            </a:p>
          </p:txBody>
        </p:sp>
        <p:sp>
          <p:nvSpPr>
            <p:cNvPr id="2519" name="tx2519"/>
            <p:cNvSpPr/>
            <p:nvPr/>
          </p:nvSpPr>
          <p:spPr>
            <a:xfrm>
              <a:off x="3558857" y="3265156"/>
              <a:ext cx="101333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carbonic anhydrase 2-like</a:t>
              </a:r>
            </a:p>
          </p:txBody>
        </p:sp>
        <p:sp>
          <p:nvSpPr>
            <p:cNvPr id="2520" name="tx2520"/>
            <p:cNvSpPr/>
            <p:nvPr/>
          </p:nvSpPr>
          <p:spPr>
            <a:xfrm>
              <a:off x="3558857" y="3343094"/>
              <a:ext cx="106783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yippee interacting protein 2</a:t>
              </a:r>
            </a:p>
          </p:txBody>
        </p:sp>
        <p:sp>
          <p:nvSpPr>
            <p:cNvPr id="2521" name="tx2521"/>
            <p:cNvSpPr/>
            <p:nvPr/>
          </p:nvSpPr>
          <p:spPr>
            <a:xfrm>
              <a:off x="3558857" y="3421032"/>
              <a:ext cx="159663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D-2-hydroxyglutaric acid dehydrogenase</a:t>
              </a:r>
            </a:p>
          </p:txBody>
        </p:sp>
        <p:sp>
          <p:nvSpPr>
            <p:cNvPr id="2522" name="tx2522"/>
            <p:cNvSpPr/>
            <p:nvPr/>
          </p:nvSpPr>
          <p:spPr>
            <a:xfrm>
              <a:off x="3558857" y="3498970"/>
              <a:ext cx="166100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juvenile hormone epoxide hydrolase 1-like</a:t>
              </a:r>
            </a:p>
          </p:txBody>
        </p:sp>
        <p:sp>
          <p:nvSpPr>
            <p:cNvPr id="2523" name="tx2523"/>
            <p:cNvSpPr/>
            <p:nvPr/>
          </p:nvSpPr>
          <p:spPr>
            <a:xfrm>
              <a:off x="3558857" y="3576908"/>
              <a:ext cx="33119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catalase</a:t>
              </a:r>
            </a:p>
          </p:txBody>
        </p:sp>
        <p:sp>
          <p:nvSpPr>
            <p:cNvPr id="2524" name="tx2524"/>
            <p:cNvSpPr/>
            <p:nvPr/>
          </p:nvSpPr>
          <p:spPr>
            <a:xfrm>
              <a:off x="3558857" y="3654846"/>
              <a:ext cx="127513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methylglutaconyl-CoA hydratase</a:t>
              </a:r>
            </a:p>
          </p:txBody>
        </p:sp>
        <p:sp>
          <p:nvSpPr>
            <p:cNvPr id="2525" name="tx2525"/>
            <p:cNvSpPr/>
            <p:nvPr/>
          </p:nvSpPr>
          <p:spPr>
            <a:xfrm>
              <a:off x="3558857" y="3732784"/>
              <a:ext cx="92948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dnaJ protein homolog 1</a:t>
              </a:r>
            </a:p>
          </p:txBody>
        </p:sp>
        <p:sp>
          <p:nvSpPr>
            <p:cNvPr id="2526" name="tx2526"/>
            <p:cNvSpPr/>
            <p:nvPr/>
          </p:nvSpPr>
          <p:spPr>
            <a:xfrm>
              <a:off x="3558857" y="3810722"/>
              <a:ext cx="60295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Cytochrome b5</a:t>
              </a:r>
            </a:p>
          </p:txBody>
        </p:sp>
        <p:sp>
          <p:nvSpPr>
            <p:cNvPr id="2527" name="tx2527"/>
            <p:cNvSpPr/>
            <p:nvPr/>
          </p:nvSpPr>
          <p:spPr>
            <a:xfrm>
              <a:off x="3558857" y="3888660"/>
              <a:ext cx="179944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signal sequence receptor subunit 1 l(1)G0320</a:t>
              </a:r>
            </a:p>
          </p:txBody>
        </p:sp>
        <p:sp>
          <p:nvSpPr>
            <p:cNvPr id="2528" name="tx2528"/>
            <p:cNvSpPr/>
            <p:nvPr/>
          </p:nvSpPr>
          <p:spPr>
            <a:xfrm>
              <a:off x="3558857" y="3966598"/>
              <a:ext cx="158694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leucine-rich repeat-containing protein 59</a:t>
              </a:r>
            </a:p>
          </p:txBody>
        </p:sp>
        <p:sp>
          <p:nvSpPr>
            <p:cNvPr id="2529" name="tx2529"/>
            <p:cNvSpPr/>
            <p:nvPr/>
          </p:nvSpPr>
          <p:spPr>
            <a:xfrm>
              <a:off x="3558857" y="4044536"/>
              <a:ext cx="139363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Methylcrotonoyl-CoA carboxylase 1</a:t>
              </a:r>
            </a:p>
          </p:txBody>
        </p:sp>
        <p:sp>
          <p:nvSpPr>
            <p:cNvPr id="2530" name="tx2530"/>
            <p:cNvSpPr/>
            <p:nvPr/>
          </p:nvSpPr>
          <p:spPr>
            <a:xfrm>
              <a:off x="3558857" y="4122474"/>
              <a:ext cx="232358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Branched chain keto acid dehydrogenase E1 subunit alpha</a:t>
              </a:r>
            </a:p>
          </p:txBody>
        </p:sp>
        <p:sp>
          <p:nvSpPr>
            <p:cNvPr id="2531" name="tx2531"/>
            <p:cNvSpPr/>
            <p:nvPr/>
          </p:nvSpPr>
          <p:spPr>
            <a:xfrm>
              <a:off x="3558857" y="4200412"/>
              <a:ext cx="142372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beta Hydroxy acid dehydrogenase 1</a:t>
              </a:r>
            </a:p>
          </p:txBody>
        </p:sp>
        <p:sp>
          <p:nvSpPr>
            <p:cNvPr id="2532" name="tx2532"/>
            <p:cNvSpPr/>
            <p:nvPr/>
          </p:nvSpPr>
          <p:spPr>
            <a:xfrm>
              <a:off x="3558857" y="4278350"/>
              <a:ext cx="163147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phosphopantothenoylcysteine synthetase</a:t>
              </a:r>
            </a:p>
          </p:txBody>
        </p:sp>
        <p:sp>
          <p:nvSpPr>
            <p:cNvPr id="2533" name="tx2533"/>
            <p:cNvSpPr/>
            <p:nvPr/>
          </p:nvSpPr>
          <p:spPr>
            <a:xfrm>
              <a:off x="3558857" y="4356288"/>
              <a:ext cx="48938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hornerin-like</a:t>
              </a:r>
            </a:p>
          </p:txBody>
        </p:sp>
        <p:sp>
          <p:nvSpPr>
            <p:cNvPr id="2534" name="tx2534"/>
            <p:cNvSpPr/>
            <p:nvPr/>
          </p:nvSpPr>
          <p:spPr>
            <a:xfrm>
              <a:off x="3558857" y="4434226"/>
              <a:ext cx="75931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THEM6-like</a:t>
              </a:r>
            </a:p>
          </p:txBody>
        </p:sp>
        <p:sp>
          <p:nvSpPr>
            <p:cNvPr id="2535" name="tx2535"/>
            <p:cNvSpPr/>
            <p:nvPr/>
          </p:nvSpPr>
          <p:spPr>
            <a:xfrm>
              <a:off x="3558857" y="4512164"/>
              <a:ext cx="196742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alanine--glyoxylate aminotransferase 2 homolog 1</a:t>
              </a:r>
            </a:p>
          </p:txBody>
        </p:sp>
        <p:sp>
          <p:nvSpPr>
            <p:cNvPr id="2536" name="tx2536"/>
            <p:cNvSpPr/>
            <p:nvPr/>
          </p:nvSpPr>
          <p:spPr>
            <a:xfrm>
              <a:off x="3558857" y="4590102"/>
              <a:ext cx="128546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uncharacterized LOC107066236</a:t>
              </a:r>
            </a:p>
          </p:txBody>
        </p:sp>
        <p:sp>
          <p:nvSpPr>
            <p:cNvPr id="2537" name="tx2537"/>
            <p:cNvSpPr/>
            <p:nvPr/>
          </p:nvSpPr>
          <p:spPr>
            <a:xfrm>
              <a:off x="3558857" y="4668040"/>
              <a:ext cx="165561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putative fatty acyl-CoA reductase CG5065</a:t>
              </a:r>
            </a:p>
          </p:txBody>
        </p:sp>
        <p:sp>
          <p:nvSpPr>
            <p:cNvPr id="2538" name="tx2538"/>
            <p:cNvSpPr/>
            <p:nvPr/>
          </p:nvSpPr>
          <p:spPr>
            <a:xfrm>
              <a:off x="3558857" y="4745978"/>
              <a:ext cx="195690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acyl-CoA synthetase short-chain family member 3</a:t>
              </a:r>
            </a:p>
          </p:txBody>
        </p:sp>
        <p:sp>
          <p:nvSpPr>
            <p:cNvPr id="2539" name="tx2539"/>
            <p:cNvSpPr/>
            <p:nvPr/>
          </p:nvSpPr>
          <p:spPr>
            <a:xfrm>
              <a:off x="3558857" y="4823916"/>
              <a:ext cx="111693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bipolar kinesin KRP-130-like</a:t>
              </a:r>
            </a:p>
          </p:txBody>
        </p:sp>
        <p:sp>
          <p:nvSpPr>
            <p:cNvPr id="2540" name="tx2540"/>
            <p:cNvSpPr/>
            <p:nvPr/>
          </p:nvSpPr>
          <p:spPr>
            <a:xfrm>
              <a:off x="3558857" y="4901854"/>
              <a:ext cx="128546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uncharacterized LOC107065862</a:t>
              </a:r>
            </a:p>
          </p:txBody>
        </p:sp>
        <p:sp>
          <p:nvSpPr>
            <p:cNvPr id="2541" name="tx2541"/>
            <p:cNvSpPr/>
            <p:nvPr/>
          </p:nvSpPr>
          <p:spPr>
            <a:xfrm>
              <a:off x="3558857" y="4979792"/>
              <a:ext cx="128509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minichromosome maintenance 6</a:t>
              </a:r>
            </a:p>
          </p:txBody>
        </p:sp>
        <p:sp>
          <p:nvSpPr>
            <p:cNvPr id="2542" name="tx2542"/>
            <p:cNvSpPr/>
            <p:nvPr/>
          </p:nvSpPr>
          <p:spPr>
            <a:xfrm>
              <a:off x="3558857" y="5057729"/>
              <a:ext cx="107277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claret segregational</a:t>
              </a:r>
            </a:p>
          </p:txBody>
        </p:sp>
        <p:sp>
          <p:nvSpPr>
            <p:cNvPr id="2543" name="tx2543"/>
            <p:cNvSpPr/>
            <p:nvPr/>
          </p:nvSpPr>
          <p:spPr>
            <a:xfrm>
              <a:off x="3558857" y="5135667"/>
              <a:ext cx="497333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uncharacterized LOC107067898 | uncharacterized LOC107067950 | fatty acid synthase-like | uncharacterized LOC107073762</a:t>
              </a:r>
            </a:p>
          </p:txBody>
        </p:sp>
        <p:sp>
          <p:nvSpPr>
            <p:cNvPr id="2544" name="tx2544"/>
            <p:cNvSpPr/>
            <p:nvPr/>
          </p:nvSpPr>
          <p:spPr>
            <a:xfrm>
              <a:off x="3558857" y="5213605"/>
              <a:ext cx="40032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clavesin-2</a:t>
              </a:r>
            </a:p>
          </p:txBody>
        </p:sp>
        <p:sp>
          <p:nvSpPr>
            <p:cNvPr id="2545" name="tx2545"/>
            <p:cNvSpPr/>
            <p:nvPr/>
          </p:nvSpPr>
          <p:spPr>
            <a:xfrm>
              <a:off x="3558857" y="5291543"/>
              <a:ext cx="100849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6-phosphofructo-2-kinase</a:t>
              </a:r>
            </a:p>
          </p:txBody>
        </p:sp>
        <p:sp>
          <p:nvSpPr>
            <p:cNvPr id="2546" name="tx2546"/>
            <p:cNvSpPr/>
            <p:nvPr/>
          </p:nvSpPr>
          <p:spPr>
            <a:xfrm>
              <a:off x="3558857" y="5369481"/>
              <a:ext cx="218486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putative N-acetylglucosamine-6-phosphate deacetylase</a:t>
              </a:r>
            </a:p>
          </p:txBody>
        </p:sp>
        <p:sp>
          <p:nvSpPr>
            <p:cNvPr id="2547" name="tx2547"/>
            <p:cNvSpPr/>
            <p:nvPr/>
          </p:nvSpPr>
          <p:spPr>
            <a:xfrm>
              <a:off x="3558857" y="5447419"/>
              <a:ext cx="111181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transcription factor AP-1-like</a:t>
              </a:r>
            </a:p>
          </p:txBody>
        </p:sp>
        <p:sp>
          <p:nvSpPr>
            <p:cNvPr id="2548" name="tx2548"/>
            <p:cNvSpPr/>
            <p:nvPr/>
          </p:nvSpPr>
          <p:spPr>
            <a:xfrm>
              <a:off x="3558857" y="5525357"/>
              <a:ext cx="114199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L-lactate dehydrogenase-like</a:t>
              </a:r>
            </a:p>
          </p:txBody>
        </p:sp>
        <p:sp>
          <p:nvSpPr>
            <p:cNvPr id="2549" name="tx2549"/>
            <p:cNvSpPr/>
            <p:nvPr/>
          </p:nvSpPr>
          <p:spPr>
            <a:xfrm>
              <a:off x="3558857" y="5603295"/>
              <a:ext cx="400141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uncharacterized LOC107068651 | uncharacterized LOC107072752 | uncharacterized LOC107073780</a:t>
              </a:r>
            </a:p>
          </p:txBody>
        </p:sp>
        <p:sp>
          <p:nvSpPr>
            <p:cNvPr id="2550" name="tx2550"/>
            <p:cNvSpPr/>
            <p:nvPr/>
          </p:nvSpPr>
          <p:spPr>
            <a:xfrm>
              <a:off x="3558857" y="5681233"/>
              <a:ext cx="97383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Inner centromere protein</a:t>
              </a:r>
            </a:p>
          </p:txBody>
        </p:sp>
        <p:sp>
          <p:nvSpPr>
            <p:cNvPr id="2551" name="tx2551"/>
            <p:cNvSpPr/>
            <p:nvPr/>
          </p:nvSpPr>
          <p:spPr>
            <a:xfrm>
              <a:off x="3558857" y="5759171"/>
              <a:ext cx="123087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homeobox protein invected-like</a:t>
              </a:r>
            </a:p>
          </p:txBody>
        </p:sp>
        <p:sp>
          <p:nvSpPr>
            <p:cNvPr id="2552" name="tx2552"/>
            <p:cNvSpPr/>
            <p:nvPr/>
          </p:nvSpPr>
          <p:spPr>
            <a:xfrm>
              <a:off x="3558857" y="5837109"/>
              <a:ext cx="86977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valacyclovir hydrolase</a:t>
              </a:r>
            </a:p>
          </p:txBody>
        </p:sp>
        <p:sp>
          <p:nvSpPr>
            <p:cNvPr id="2553" name="tx2553"/>
            <p:cNvSpPr/>
            <p:nvPr/>
          </p:nvSpPr>
          <p:spPr>
            <a:xfrm>
              <a:off x="3558857" y="5915047"/>
              <a:ext cx="180895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bifunctional purine biosynthesis protein PURH</a:t>
              </a:r>
            </a:p>
          </p:txBody>
        </p:sp>
        <p:sp>
          <p:nvSpPr>
            <p:cNvPr id="2554" name="tx2554"/>
            <p:cNvSpPr/>
            <p:nvPr/>
          </p:nvSpPr>
          <p:spPr>
            <a:xfrm>
              <a:off x="3558857" y="5992985"/>
              <a:ext cx="106756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CAP-D2 condensin subunit</a:t>
              </a:r>
            </a:p>
          </p:txBody>
        </p:sp>
        <p:sp>
          <p:nvSpPr>
            <p:cNvPr id="2555" name="tx2555"/>
            <p:cNvSpPr/>
            <p:nvPr/>
          </p:nvSpPr>
          <p:spPr>
            <a:xfrm>
              <a:off x="3558857" y="6070923"/>
              <a:ext cx="144319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leucine carboxyl methyltransferase 1</a:t>
              </a:r>
            </a:p>
          </p:txBody>
        </p:sp>
        <p:sp>
          <p:nvSpPr>
            <p:cNvPr id="2556" name="tx2556"/>
            <p:cNvSpPr/>
            <p:nvPr/>
          </p:nvSpPr>
          <p:spPr>
            <a:xfrm>
              <a:off x="3558857" y="6148861"/>
              <a:ext cx="324712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serine/threonine-protein phosphatase 2A regulatory subunit B'' subunit gamma-like</a:t>
              </a:r>
            </a:p>
          </p:txBody>
        </p:sp>
        <p:sp>
          <p:nvSpPr>
            <p:cNvPr id="2557" name="tx2557"/>
            <p:cNvSpPr/>
            <p:nvPr/>
          </p:nvSpPr>
          <p:spPr>
            <a:xfrm>
              <a:off x="3558857" y="6226799"/>
              <a:ext cx="126525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Nucleosome assembly protein 1</a:t>
              </a:r>
            </a:p>
          </p:txBody>
        </p:sp>
        <p:sp>
          <p:nvSpPr>
            <p:cNvPr id="2558" name="rc2558"/>
            <p:cNvSpPr/>
            <p:nvPr/>
          </p:nvSpPr>
          <p:spPr>
            <a:xfrm>
              <a:off x="8621087" y="2997200"/>
              <a:ext cx="127000" cy="9525"/>
            </a:xfrm>
            <a:prstGeom prst="rect">
              <a:avLst/>
            </a:prstGeom>
            <a:solidFill>
              <a:srgbClr val="FF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9" name="rc2559"/>
            <p:cNvSpPr/>
            <p:nvPr/>
          </p:nvSpPr>
          <p:spPr>
            <a:xfrm>
              <a:off x="8621087" y="2987675"/>
              <a:ext cx="127000" cy="9525"/>
            </a:xfrm>
            <a:prstGeom prst="rect">
              <a:avLst/>
            </a:prstGeom>
            <a:solidFill>
              <a:srgbClr val="FFF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0" name="rc2560"/>
            <p:cNvSpPr/>
            <p:nvPr/>
          </p:nvSpPr>
          <p:spPr>
            <a:xfrm>
              <a:off x="8621087" y="2978150"/>
              <a:ext cx="127000" cy="9525"/>
            </a:xfrm>
            <a:prstGeom prst="rect">
              <a:avLst/>
            </a:prstGeom>
            <a:solidFill>
              <a:srgbClr val="FFF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1" name="rc2561"/>
            <p:cNvSpPr/>
            <p:nvPr/>
          </p:nvSpPr>
          <p:spPr>
            <a:xfrm>
              <a:off x="8621087" y="2968625"/>
              <a:ext cx="127000" cy="9525"/>
            </a:xfrm>
            <a:prstGeom prst="rect">
              <a:avLst/>
            </a:prstGeom>
            <a:solidFill>
              <a:srgbClr val="FFF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2" name="rc2562"/>
            <p:cNvSpPr/>
            <p:nvPr/>
          </p:nvSpPr>
          <p:spPr>
            <a:xfrm>
              <a:off x="8621087" y="2959100"/>
              <a:ext cx="127000" cy="9525"/>
            </a:xfrm>
            <a:prstGeom prst="rect">
              <a:avLst/>
            </a:prstGeom>
            <a:solidFill>
              <a:srgbClr val="FFF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3" name="rc2563"/>
            <p:cNvSpPr/>
            <p:nvPr/>
          </p:nvSpPr>
          <p:spPr>
            <a:xfrm>
              <a:off x="8621087" y="2949575"/>
              <a:ext cx="127000" cy="9525"/>
            </a:xfrm>
            <a:prstGeom prst="rect">
              <a:avLst/>
            </a:prstGeom>
            <a:solidFill>
              <a:srgbClr val="FFF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4" name="rc2564"/>
            <p:cNvSpPr/>
            <p:nvPr/>
          </p:nvSpPr>
          <p:spPr>
            <a:xfrm>
              <a:off x="8621087" y="2940050"/>
              <a:ext cx="127000" cy="9525"/>
            </a:xfrm>
            <a:prstGeom prst="rect">
              <a:avLst/>
            </a:prstGeom>
            <a:solidFill>
              <a:srgbClr val="FFF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5" name="rc2565"/>
            <p:cNvSpPr/>
            <p:nvPr/>
          </p:nvSpPr>
          <p:spPr>
            <a:xfrm>
              <a:off x="8621087" y="2930525"/>
              <a:ext cx="127000" cy="9525"/>
            </a:xfrm>
            <a:prstGeom prst="rect">
              <a:avLst/>
            </a:prstGeom>
            <a:solidFill>
              <a:srgbClr val="FFF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6" name="rc2566"/>
            <p:cNvSpPr/>
            <p:nvPr/>
          </p:nvSpPr>
          <p:spPr>
            <a:xfrm>
              <a:off x="8621087" y="2921000"/>
              <a:ext cx="127000" cy="9525"/>
            </a:xfrm>
            <a:prstGeom prst="rect">
              <a:avLst/>
            </a:prstGeom>
            <a:solidFill>
              <a:srgbClr val="FFF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7" name="rc2567"/>
            <p:cNvSpPr/>
            <p:nvPr/>
          </p:nvSpPr>
          <p:spPr>
            <a:xfrm>
              <a:off x="8621087" y="2911475"/>
              <a:ext cx="127000" cy="9525"/>
            </a:xfrm>
            <a:prstGeom prst="rect">
              <a:avLst/>
            </a:prstGeom>
            <a:solidFill>
              <a:srgbClr val="FFF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8" name="rc2568"/>
            <p:cNvSpPr/>
            <p:nvPr/>
          </p:nvSpPr>
          <p:spPr>
            <a:xfrm>
              <a:off x="8621087" y="2901950"/>
              <a:ext cx="127000" cy="952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9" name="rc2569"/>
            <p:cNvSpPr/>
            <p:nvPr/>
          </p:nvSpPr>
          <p:spPr>
            <a:xfrm>
              <a:off x="8621087" y="2892425"/>
              <a:ext cx="127000" cy="9525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0" name="rc2570"/>
            <p:cNvSpPr/>
            <p:nvPr/>
          </p:nvSpPr>
          <p:spPr>
            <a:xfrm>
              <a:off x="8621087" y="2882900"/>
              <a:ext cx="127000" cy="9525"/>
            </a:xfrm>
            <a:prstGeom prst="rect">
              <a:avLst/>
            </a:prstGeom>
            <a:solidFill>
              <a:srgbClr val="FFE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1" name="rc2571"/>
            <p:cNvSpPr/>
            <p:nvPr/>
          </p:nvSpPr>
          <p:spPr>
            <a:xfrm>
              <a:off x="8621087" y="2873375"/>
              <a:ext cx="127000" cy="9525"/>
            </a:xfrm>
            <a:prstGeom prst="rect">
              <a:avLst/>
            </a:prstGeom>
            <a:solidFill>
              <a:srgbClr val="FFE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2" name="rc2572"/>
            <p:cNvSpPr/>
            <p:nvPr/>
          </p:nvSpPr>
          <p:spPr>
            <a:xfrm>
              <a:off x="8621087" y="2863850"/>
              <a:ext cx="127000" cy="9525"/>
            </a:xfrm>
            <a:prstGeom prst="rect">
              <a:avLst/>
            </a:prstGeom>
            <a:solidFill>
              <a:srgbClr val="FFE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3" name="rc2573"/>
            <p:cNvSpPr/>
            <p:nvPr/>
          </p:nvSpPr>
          <p:spPr>
            <a:xfrm>
              <a:off x="8621087" y="2854325"/>
              <a:ext cx="127000" cy="9525"/>
            </a:xfrm>
            <a:prstGeom prst="rect">
              <a:avLst/>
            </a:prstGeom>
            <a:solidFill>
              <a:srgbClr val="FFE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4" name="rc2574"/>
            <p:cNvSpPr/>
            <p:nvPr/>
          </p:nvSpPr>
          <p:spPr>
            <a:xfrm>
              <a:off x="8621087" y="2844800"/>
              <a:ext cx="127000" cy="9524"/>
            </a:xfrm>
            <a:prstGeom prst="rect">
              <a:avLst/>
            </a:prstGeom>
            <a:solidFill>
              <a:srgbClr val="FFE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5" name="rc2575"/>
            <p:cNvSpPr/>
            <p:nvPr/>
          </p:nvSpPr>
          <p:spPr>
            <a:xfrm>
              <a:off x="8621087" y="2835275"/>
              <a:ext cx="127000" cy="9525"/>
            </a:xfrm>
            <a:prstGeom prst="rect">
              <a:avLst/>
            </a:prstGeom>
            <a:solidFill>
              <a:srgbClr val="FFE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6" name="rc2576"/>
            <p:cNvSpPr/>
            <p:nvPr/>
          </p:nvSpPr>
          <p:spPr>
            <a:xfrm>
              <a:off x="8621087" y="2825750"/>
              <a:ext cx="127000" cy="9525"/>
            </a:xfrm>
            <a:prstGeom prst="rect">
              <a:avLst/>
            </a:prstGeom>
            <a:solidFill>
              <a:srgbClr val="FFE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7" name="rc2577"/>
            <p:cNvSpPr/>
            <p:nvPr/>
          </p:nvSpPr>
          <p:spPr>
            <a:xfrm>
              <a:off x="8621087" y="2816225"/>
              <a:ext cx="127000" cy="9524"/>
            </a:xfrm>
            <a:prstGeom prst="rect">
              <a:avLst/>
            </a:prstGeom>
            <a:solidFill>
              <a:srgbClr val="FFE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8" name="rc2578"/>
            <p:cNvSpPr/>
            <p:nvPr/>
          </p:nvSpPr>
          <p:spPr>
            <a:xfrm>
              <a:off x="8621087" y="2806700"/>
              <a:ext cx="127000" cy="9525"/>
            </a:xfrm>
            <a:prstGeom prst="rect">
              <a:avLst/>
            </a:prstGeom>
            <a:solidFill>
              <a:srgbClr val="FFE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9" name="rc2579"/>
            <p:cNvSpPr/>
            <p:nvPr/>
          </p:nvSpPr>
          <p:spPr>
            <a:xfrm>
              <a:off x="8621087" y="2797175"/>
              <a:ext cx="127000" cy="9525"/>
            </a:xfrm>
            <a:prstGeom prst="rect">
              <a:avLst/>
            </a:prstGeom>
            <a:solidFill>
              <a:srgbClr val="FFE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0" name="rc2580"/>
            <p:cNvSpPr/>
            <p:nvPr/>
          </p:nvSpPr>
          <p:spPr>
            <a:xfrm>
              <a:off x="8621087" y="2787650"/>
              <a:ext cx="127000" cy="9524"/>
            </a:xfrm>
            <a:prstGeom prst="rect">
              <a:avLst/>
            </a:prstGeom>
            <a:solidFill>
              <a:srgbClr val="FFE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1" name="rc2581"/>
            <p:cNvSpPr/>
            <p:nvPr/>
          </p:nvSpPr>
          <p:spPr>
            <a:xfrm>
              <a:off x="8621087" y="2778125"/>
              <a:ext cx="127000" cy="9525"/>
            </a:xfrm>
            <a:prstGeom prst="rect">
              <a:avLst/>
            </a:prstGeom>
            <a:solidFill>
              <a:srgbClr val="FFE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2" name="rc2582"/>
            <p:cNvSpPr/>
            <p:nvPr/>
          </p:nvSpPr>
          <p:spPr>
            <a:xfrm>
              <a:off x="8621087" y="2768600"/>
              <a:ext cx="127000" cy="9525"/>
            </a:xfrm>
            <a:prstGeom prst="rect">
              <a:avLst/>
            </a:prstGeom>
            <a:solidFill>
              <a:srgbClr val="FFE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3" name="rc2583"/>
            <p:cNvSpPr/>
            <p:nvPr/>
          </p:nvSpPr>
          <p:spPr>
            <a:xfrm>
              <a:off x="8621087" y="2759075"/>
              <a:ext cx="127000" cy="9524"/>
            </a:xfrm>
            <a:prstGeom prst="rect">
              <a:avLst/>
            </a:prstGeom>
            <a:solidFill>
              <a:srgbClr val="FFD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4" name="rc2584"/>
            <p:cNvSpPr/>
            <p:nvPr/>
          </p:nvSpPr>
          <p:spPr>
            <a:xfrm>
              <a:off x="8621087" y="2749550"/>
              <a:ext cx="127000" cy="9525"/>
            </a:xfrm>
            <a:prstGeom prst="rect">
              <a:avLst/>
            </a:prstGeom>
            <a:solidFill>
              <a:srgbClr val="FF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5" name="rc2585"/>
            <p:cNvSpPr/>
            <p:nvPr/>
          </p:nvSpPr>
          <p:spPr>
            <a:xfrm>
              <a:off x="8621087" y="2740025"/>
              <a:ext cx="127000" cy="9525"/>
            </a:xfrm>
            <a:prstGeom prst="rect">
              <a:avLst/>
            </a:prstGeom>
            <a:solidFill>
              <a:srgbClr val="FFD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6" name="rc2586"/>
            <p:cNvSpPr/>
            <p:nvPr/>
          </p:nvSpPr>
          <p:spPr>
            <a:xfrm>
              <a:off x="8621087" y="2730500"/>
              <a:ext cx="127000" cy="9524"/>
            </a:xfrm>
            <a:prstGeom prst="rect">
              <a:avLst/>
            </a:prstGeom>
            <a:solidFill>
              <a:srgbClr val="FFD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7" name="rc2587"/>
            <p:cNvSpPr/>
            <p:nvPr/>
          </p:nvSpPr>
          <p:spPr>
            <a:xfrm>
              <a:off x="8621087" y="2720975"/>
              <a:ext cx="127000" cy="9525"/>
            </a:xfrm>
            <a:prstGeom prst="rect">
              <a:avLst/>
            </a:prstGeom>
            <a:solidFill>
              <a:srgbClr val="FFD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8" name="rc2588"/>
            <p:cNvSpPr/>
            <p:nvPr/>
          </p:nvSpPr>
          <p:spPr>
            <a:xfrm>
              <a:off x="8621087" y="2711450"/>
              <a:ext cx="127000" cy="9525"/>
            </a:xfrm>
            <a:prstGeom prst="rect">
              <a:avLst/>
            </a:prstGeom>
            <a:solidFill>
              <a:srgbClr val="FFD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9" name="rc2589"/>
            <p:cNvSpPr/>
            <p:nvPr/>
          </p:nvSpPr>
          <p:spPr>
            <a:xfrm>
              <a:off x="8621087" y="2701925"/>
              <a:ext cx="127000" cy="9524"/>
            </a:xfrm>
            <a:prstGeom prst="rect">
              <a:avLst/>
            </a:pr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0" name="rc2590"/>
            <p:cNvSpPr/>
            <p:nvPr/>
          </p:nvSpPr>
          <p:spPr>
            <a:xfrm>
              <a:off x="8621087" y="2692400"/>
              <a:ext cx="127000" cy="9525"/>
            </a:xfrm>
            <a:prstGeom prst="rect">
              <a:avLst/>
            </a:prstGeom>
            <a:solidFill>
              <a:srgbClr val="FFD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1" name="rc2591"/>
            <p:cNvSpPr/>
            <p:nvPr/>
          </p:nvSpPr>
          <p:spPr>
            <a:xfrm>
              <a:off x="8621087" y="2682875"/>
              <a:ext cx="127000" cy="9525"/>
            </a:xfrm>
            <a:prstGeom prst="rect">
              <a:avLst/>
            </a:prstGeom>
            <a:solidFill>
              <a:srgbClr val="FFD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2" name="rc2592"/>
            <p:cNvSpPr/>
            <p:nvPr/>
          </p:nvSpPr>
          <p:spPr>
            <a:xfrm>
              <a:off x="8621087" y="2673350"/>
              <a:ext cx="127000" cy="9524"/>
            </a:xfrm>
            <a:prstGeom prst="rect">
              <a:avLst/>
            </a:prstGeom>
            <a:solidFill>
              <a:srgbClr val="FFD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3" name="rc2593"/>
            <p:cNvSpPr/>
            <p:nvPr/>
          </p:nvSpPr>
          <p:spPr>
            <a:xfrm>
              <a:off x="8621087" y="2663825"/>
              <a:ext cx="127000" cy="9525"/>
            </a:xfrm>
            <a:prstGeom prst="rect">
              <a:avLst/>
            </a:prstGeom>
            <a:solidFill>
              <a:srgbClr val="FFD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4" name="rc2594"/>
            <p:cNvSpPr/>
            <p:nvPr/>
          </p:nvSpPr>
          <p:spPr>
            <a:xfrm>
              <a:off x="8621087" y="2654300"/>
              <a:ext cx="127000" cy="9524"/>
            </a:xfrm>
            <a:prstGeom prst="rect">
              <a:avLst/>
            </a:prstGeom>
            <a:solidFill>
              <a:srgbClr val="FFD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5" name="rc2595"/>
            <p:cNvSpPr/>
            <p:nvPr/>
          </p:nvSpPr>
          <p:spPr>
            <a:xfrm>
              <a:off x="8621087" y="2644775"/>
              <a:ext cx="127000" cy="9524"/>
            </a:xfrm>
            <a:prstGeom prst="rect">
              <a:avLst/>
            </a:prstGeom>
            <a:solidFill>
              <a:srgbClr val="FFC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6" name="rc2596"/>
            <p:cNvSpPr/>
            <p:nvPr/>
          </p:nvSpPr>
          <p:spPr>
            <a:xfrm>
              <a:off x="8621087" y="2635250"/>
              <a:ext cx="127000" cy="9525"/>
            </a:xfrm>
            <a:prstGeom prst="rect">
              <a:avLst/>
            </a:prstGeom>
            <a:solidFill>
              <a:srgbClr val="FFC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7" name="rc2597"/>
            <p:cNvSpPr/>
            <p:nvPr/>
          </p:nvSpPr>
          <p:spPr>
            <a:xfrm>
              <a:off x="8621087" y="2625725"/>
              <a:ext cx="127000" cy="9524"/>
            </a:xfrm>
            <a:prstGeom prst="rect">
              <a:avLst/>
            </a:prstGeom>
            <a:solidFill>
              <a:srgbClr val="FFC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8" name="rc2598"/>
            <p:cNvSpPr/>
            <p:nvPr/>
          </p:nvSpPr>
          <p:spPr>
            <a:xfrm>
              <a:off x="8621087" y="2616200"/>
              <a:ext cx="127000" cy="9524"/>
            </a:xfrm>
            <a:prstGeom prst="rect">
              <a:avLst/>
            </a:prstGeom>
            <a:solidFill>
              <a:srgbClr val="FFC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9" name="rc2599"/>
            <p:cNvSpPr/>
            <p:nvPr/>
          </p:nvSpPr>
          <p:spPr>
            <a:xfrm>
              <a:off x="8621087" y="2606675"/>
              <a:ext cx="127000" cy="9525"/>
            </a:xfrm>
            <a:prstGeom prst="rect">
              <a:avLst/>
            </a:prstGeom>
            <a:solidFill>
              <a:srgbClr val="FFC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0" name="rc2600"/>
            <p:cNvSpPr/>
            <p:nvPr/>
          </p:nvSpPr>
          <p:spPr>
            <a:xfrm>
              <a:off x="8621087" y="2597150"/>
              <a:ext cx="127000" cy="9524"/>
            </a:xfrm>
            <a:prstGeom prst="rect">
              <a:avLst/>
            </a:prstGeom>
            <a:solidFill>
              <a:srgbClr val="FFC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1" name="rc2601"/>
            <p:cNvSpPr/>
            <p:nvPr/>
          </p:nvSpPr>
          <p:spPr>
            <a:xfrm>
              <a:off x="8621087" y="2587625"/>
              <a:ext cx="127000" cy="9524"/>
            </a:xfrm>
            <a:prstGeom prst="rect">
              <a:avLst/>
            </a:prstGeom>
            <a:solidFill>
              <a:srgbClr val="FFC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2" name="rc2602"/>
            <p:cNvSpPr/>
            <p:nvPr/>
          </p:nvSpPr>
          <p:spPr>
            <a:xfrm>
              <a:off x="8621087" y="2578100"/>
              <a:ext cx="127000" cy="9525"/>
            </a:xfrm>
            <a:prstGeom prst="rect">
              <a:avLst/>
            </a:prstGeom>
            <a:solidFill>
              <a:srgbClr val="FFC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3" name="rc2603"/>
            <p:cNvSpPr/>
            <p:nvPr/>
          </p:nvSpPr>
          <p:spPr>
            <a:xfrm>
              <a:off x="8621087" y="2568575"/>
              <a:ext cx="127000" cy="9524"/>
            </a:xfrm>
            <a:prstGeom prst="rect">
              <a:avLst/>
            </a:prstGeom>
            <a:solidFill>
              <a:srgbClr val="FFC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4" name="rc2604"/>
            <p:cNvSpPr/>
            <p:nvPr/>
          </p:nvSpPr>
          <p:spPr>
            <a:xfrm>
              <a:off x="8621087" y="2559050"/>
              <a:ext cx="127000" cy="9524"/>
            </a:xfrm>
            <a:prstGeom prst="rect">
              <a:avLst/>
            </a:prstGeom>
            <a:solidFill>
              <a:srgbClr val="FFC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5" name="rc2605"/>
            <p:cNvSpPr/>
            <p:nvPr/>
          </p:nvSpPr>
          <p:spPr>
            <a:xfrm>
              <a:off x="8621087" y="2549525"/>
              <a:ext cx="127000" cy="9525"/>
            </a:xfrm>
            <a:prstGeom prst="rect">
              <a:avLst/>
            </a:prstGeom>
            <a:solidFill>
              <a:srgbClr val="FFC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6" name="rc2606"/>
            <p:cNvSpPr/>
            <p:nvPr/>
          </p:nvSpPr>
          <p:spPr>
            <a:xfrm>
              <a:off x="8621087" y="2540000"/>
              <a:ext cx="127000" cy="9524"/>
            </a:xfrm>
            <a:prstGeom prst="rect">
              <a:avLst/>
            </a:prstGeom>
            <a:solidFill>
              <a:srgbClr val="FFC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7" name="rc2607"/>
            <p:cNvSpPr/>
            <p:nvPr/>
          </p:nvSpPr>
          <p:spPr>
            <a:xfrm>
              <a:off x="8621087" y="2530475"/>
              <a:ext cx="127000" cy="9524"/>
            </a:xfrm>
            <a:prstGeom prst="rect">
              <a:avLst/>
            </a:prstGeom>
            <a:solidFill>
              <a:srgbClr val="FFC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8" name="rc2608"/>
            <p:cNvSpPr/>
            <p:nvPr/>
          </p:nvSpPr>
          <p:spPr>
            <a:xfrm>
              <a:off x="8621087" y="2520950"/>
              <a:ext cx="127000" cy="9525"/>
            </a:xfrm>
            <a:prstGeom prst="rect">
              <a:avLst/>
            </a:prstGeom>
            <a:solidFill>
              <a:srgbClr val="FFB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9" name="rc2609"/>
            <p:cNvSpPr/>
            <p:nvPr/>
          </p:nvSpPr>
          <p:spPr>
            <a:xfrm>
              <a:off x="8621087" y="2511425"/>
              <a:ext cx="127000" cy="9524"/>
            </a:xfrm>
            <a:prstGeom prst="rect">
              <a:avLst/>
            </a:prstGeom>
            <a:solidFill>
              <a:srgbClr val="FFB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0" name="rc2610"/>
            <p:cNvSpPr/>
            <p:nvPr/>
          </p:nvSpPr>
          <p:spPr>
            <a:xfrm>
              <a:off x="8621087" y="2501900"/>
              <a:ext cx="127000" cy="9524"/>
            </a:xfrm>
            <a:prstGeom prst="rect">
              <a:avLst/>
            </a:prstGeom>
            <a:solidFill>
              <a:srgbClr val="FFB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1" name="rc2611"/>
            <p:cNvSpPr/>
            <p:nvPr/>
          </p:nvSpPr>
          <p:spPr>
            <a:xfrm>
              <a:off x="8621087" y="2492375"/>
              <a:ext cx="127000" cy="9525"/>
            </a:xfrm>
            <a:prstGeom prst="rect">
              <a:avLst/>
            </a:prstGeom>
            <a:solidFill>
              <a:srgbClr val="FFB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2" name="rc2612"/>
            <p:cNvSpPr/>
            <p:nvPr/>
          </p:nvSpPr>
          <p:spPr>
            <a:xfrm>
              <a:off x="8621087" y="2482850"/>
              <a:ext cx="127000" cy="9524"/>
            </a:xfrm>
            <a:prstGeom prst="rect">
              <a:avLst/>
            </a:prstGeom>
            <a:solidFill>
              <a:srgbClr val="FFB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3" name="rc2613"/>
            <p:cNvSpPr/>
            <p:nvPr/>
          </p:nvSpPr>
          <p:spPr>
            <a:xfrm>
              <a:off x="8621087" y="2473325"/>
              <a:ext cx="127000" cy="9524"/>
            </a:xfrm>
            <a:prstGeom prst="rect">
              <a:avLst/>
            </a:prstGeom>
            <a:solidFill>
              <a:srgbClr val="FFB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4" name="rc2614"/>
            <p:cNvSpPr/>
            <p:nvPr/>
          </p:nvSpPr>
          <p:spPr>
            <a:xfrm>
              <a:off x="8621087" y="2463800"/>
              <a:ext cx="127000" cy="9525"/>
            </a:xfrm>
            <a:prstGeom prst="rect">
              <a:avLst/>
            </a:prstGeom>
            <a:solidFill>
              <a:srgbClr val="FFB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5" name="rc2615"/>
            <p:cNvSpPr/>
            <p:nvPr/>
          </p:nvSpPr>
          <p:spPr>
            <a:xfrm>
              <a:off x="8621087" y="2454275"/>
              <a:ext cx="127000" cy="9524"/>
            </a:xfrm>
            <a:prstGeom prst="rect">
              <a:avLst/>
            </a:prstGeom>
            <a:solidFill>
              <a:srgbClr val="FFB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6" name="rc2616"/>
            <p:cNvSpPr/>
            <p:nvPr/>
          </p:nvSpPr>
          <p:spPr>
            <a:xfrm>
              <a:off x="8621087" y="2444750"/>
              <a:ext cx="127000" cy="9524"/>
            </a:xfrm>
            <a:prstGeom prst="rect">
              <a:avLst/>
            </a:prstGeom>
            <a:solidFill>
              <a:srgbClr val="FFB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7" name="rc2617"/>
            <p:cNvSpPr/>
            <p:nvPr/>
          </p:nvSpPr>
          <p:spPr>
            <a:xfrm>
              <a:off x="8621087" y="2435225"/>
              <a:ext cx="127000" cy="9525"/>
            </a:xfrm>
            <a:prstGeom prst="rect">
              <a:avLst/>
            </a:prstGeom>
            <a:solidFill>
              <a:srgbClr val="FFB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8" name="rc2618"/>
            <p:cNvSpPr/>
            <p:nvPr/>
          </p:nvSpPr>
          <p:spPr>
            <a:xfrm>
              <a:off x="8621087" y="2425700"/>
              <a:ext cx="127000" cy="9524"/>
            </a:xfrm>
            <a:prstGeom prst="rect">
              <a:avLst/>
            </a:prstGeom>
            <a:solidFill>
              <a:srgbClr val="FFB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9" name="rc2619"/>
            <p:cNvSpPr/>
            <p:nvPr/>
          </p:nvSpPr>
          <p:spPr>
            <a:xfrm>
              <a:off x="8621087" y="2416175"/>
              <a:ext cx="127000" cy="9524"/>
            </a:xfrm>
            <a:prstGeom prst="rect">
              <a:avLst/>
            </a:prstGeom>
            <a:solidFill>
              <a:srgbClr val="FFB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0" name="rc2620"/>
            <p:cNvSpPr/>
            <p:nvPr/>
          </p:nvSpPr>
          <p:spPr>
            <a:xfrm>
              <a:off x="8621087" y="2406650"/>
              <a:ext cx="127000" cy="9525"/>
            </a:xfrm>
            <a:prstGeom prst="rect">
              <a:avLst/>
            </a:prstGeom>
            <a:solidFill>
              <a:srgbClr val="FFA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1" name="rc2621"/>
            <p:cNvSpPr/>
            <p:nvPr/>
          </p:nvSpPr>
          <p:spPr>
            <a:xfrm>
              <a:off x="8621087" y="2397125"/>
              <a:ext cx="127000" cy="9524"/>
            </a:xfrm>
            <a:prstGeom prst="rect">
              <a:avLst/>
            </a:prstGeom>
            <a:solidFill>
              <a:srgbClr val="FFA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2" name="rc2622"/>
            <p:cNvSpPr/>
            <p:nvPr/>
          </p:nvSpPr>
          <p:spPr>
            <a:xfrm>
              <a:off x="8621087" y="2387600"/>
              <a:ext cx="127000" cy="9524"/>
            </a:xfrm>
            <a:prstGeom prst="rect">
              <a:avLst/>
            </a:prstGeom>
            <a:solidFill>
              <a:srgbClr val="FFA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3" name="rc2623"/>
            <p:cNvSpPr/>
            <p:nvPr/>
          </p:nvSpPr>
          <p:spPr>
            <a:xfrm>
              <a:off x="8621087" y="2378075"/>
              <a:ext cx="127000" cy="9525"/>
            </a:xfrm>
            <a:prstGeom prst="rect">
              <a:avLst/>
            </a:prstGeom>
            <a:solidFill>
              <a:srgbClr val="FFA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4" name="rc2624"/>
            <p:cNvSpPr/>
            <p:nvPr/>
          </p:nvSpPr>
          <p:spPr>
            <a:xfrm>
              <a:off x="8621087" y="2368550"/>
              <a:ext cx="127000" cy="9524"/>
            </a:xfrm>
            <a:prstGeom prst="rect">
              <a:avLst/>
            </a:prstGeom>
            <a:solidFill>
              <a:srgbClr val="FFA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5" name="rc2625"/>
            <p:cNvSpPr/>
            <p:nvPr/>
          </p:nvSpPr>
          <p:spPr>
            <a:xfrm>
              <a:off x="8621087" y="2359025"/>
              <a:ext cx="127000" cy="9524"/>
            </a:xfrm>
            <a:prstGeom prst="rect">
              <a:avLst/>
            </a:prstGeom>
            <a:solidFill>
              <a:srgbClr val="FFA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6" name="rc2626"/>
            <p:cNvSpPr/>
            <p:nvPr/>
          </p:nvSpPr>
          <p:spPr>
            <a:xfrm>
              <a:off x="8621087" y="2349500"/>
              <a:ext cx="127000" cy="9525"/>
            </a:xfrm>
            <a:prstGeom prst="rect">
              <a:avLst/>
            </a:prstGeom>
            <a:solidFill>
              <a:srgbClr val="FFA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7" name="rc2627"/>
            <p:cNvSpPr/>
            <p:nvPr/>
          </p:nvSpPr>
          <p:spPr>
            <a:xfrm>
              <a:off x="8621087" y="2339975"/>
              <a:ext cx="127000" cy="9524"/>
            </a:xfrm>
            <a:prstGeom prst="rect">
              <a:avLst/>
            </a:prstGeom>
            <a:solidFill>
              <a:srgbClr val="FFA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8" name="rc2628"/>
            <p:cNvSpPr/>
            <p:nvPr/>
          </p:nvSpPr>
          <p:spPr>
            <a:xfrm>
              <a:off x="8621087" y="2330450"/>
              <a:ext cx="127000" cy="9524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9" name="rc2629"/>
            <p:cNvSpPr/>
            <p:nvPr/>
          </p:nvSpPr>
          <p:spPr>
            <a:xfrm>
              <a:off x="8621087" y="2320925"/>
              <a:ext cx="127000" cy="9525"/>
            </a:xfrm>
            <a:prstGeom prst="rect">
              <a:avLst/>
            </a:prstGeom>
            <a:solidFill>
              <a:srgbClr val="FFA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0" name="rc2630"/>
            <p:cNvSpPr/>
            <p:nvPr/>
          </p:nvSpPr>
          <p:spPr>
            <a:xfrm>
              <a:off x="8621087" y="2311400"/>
              <a:ext cx="127000" cy="9524"/>
            </a:xfrm>
            <a:prstGeom prst="rect">
              <a:avLst/>
            </a:prstGeom>
            <a:solidFill>
              <a:srgbClr val="FFA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1" name="rc2631"/>
            <p:cNvSpPr/>
            <p:nvPr/>
          </p:nvSpPr>
          <p:spPr>
            <a:xfrm>
              <a:off x="8621087" y="2301875"/>
              <a:ext cx="127000" cy="9524"/>
            </a:xfrm>
            <a:prstGeom prst="rect">
              <a:avLst/>
            </a:prstGeom>
            <a:solidFill>
              <a:srgbClr val="FFA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2" name="rc2632"/>
            <p:cNvSpPr/>
            <p:nvPr/>
          </p:nvSpPr>
          <p:spPr>
            <a:xfrm>
              <a:off x="8621087" y="2292350"/>
              <a:ext cx="127000" cy="9525"/>
            </a:xfrm>
            <a:prstGeom prst="rect">
              <a:avLst/>
            </a:prstGeom>
            <a:solidFill>
              <a:srgbClr val="FFA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3" name="rc2633"/>
            <p:cNvSpPr/>
            <p:nvPr/>
          </p:nvSpPr>
          <p:spPr>
            <a:xfrm>
              <a:off x="8621087" y="2282825"/>
              <a:ext cx="127000" cy="9524"/>
            </a:xfrm>
            <a:prstGeom prst="rect">
              <a:avLst/>
            </a:prstGeom>
            <a:solidFill>
              <a:srgbClr val="FF9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4" name="rc2634"/>
            <p:cNvSpPr/>
            <p:nvPr/>
          </p:nvSpPr>
          <p:spPr>
            <a:xfrm>
              <a:off x="8621087" y="2273300"/>
              <a:ext cx="127000" cy="9524"/>
            </a:xfrm>
            <a:prstGeom prst="rect">
              <a:avLst/>
            </a:prstGeom>
            <a:solidFill>
              <a:srgbClr val="FF9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5" name="rc2635"/>
            <p:cNvSpPr/>
            <p:nvPr/>
          </p:nvSpPr>
          <p:spPr>
            <a:xfrm>
              <a:off x="8621087" y="2263775"/>
              <a:ext cx="127000" cy="9525"/>
            </a:xfrm>
            <a:prstGeom prst="rect">
              <a:avLst/>
            </a:prstGeom>
            <a:solidFill>
              <a:srgbClr val="FF9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6" name="rc2636"/>
            <p:cNvSpPr/>
            <p:nvPr/>
          </p:nvSpPr>
          <p:spPr>
            <a:xfrm>
              <a:off x="8621087" y="2254250"/>
              <a:ext cx="127000" cy="9524"/>
            </a:xfrm>
            <a:prstGeom prst="rect">
              <a:avLst/>
            </a:prstGeom>
            <a:solidFill>
              <a:srgbClr val="FF9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7" name="rc2637"/>
            <p:cNvSpPr/>
            <p:nvPr/>
          </p:nvSpPr>
          <p:spPr>
            <a:xfrm>
              <a:off x="8621087" y="2244725"/>
              <a:ext cx="127000" cy="9524"/>
            </a:xfrm>
            <a:prstGeom prst="rect">
              <a:avLst/>
            </a:prstGeom>
            <a:solidFill>
              <a:srgbClr val="FF9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8" name="rc2638"/>
            <p:cNvSpPr/>
            <p:nvPr/>
          </p:nvSpPr>
          <p:spPr>
            <a:xfrm>
              <a:off x="8621087" y="2235200"/>
              <a:ext cx="127000" cy="9525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9" name="rc2639"/>
            <p:cNvSpPr/>
            <p:nvPr/>
          </p:nvSpPr>
          <p:spPr>
            <a:xfrm>
              <a:off x="8621087" y="2225675"/>
              <a:ext cx="127000" cy="9524"/>
            </a:xfrm>
            <a:prstGeom prst="rect">
              <a:avLst/>
            </a:prstGeom>
            <a:solidFill>
              <a:srgbClr val="FF9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0" name="rc2640"/>
            <p:cNvSpPr/>
            <p:nvPr/>
          </p:nvSpPr>
          <p:spPr>
            <a:xfrm>
              <a:off x="8621087" y="2216150"/>
              <a:ext cx="127000" cy="9524"/>
            </a:xfrm>
            <a:prstGeom prst="rect">
              <a:avLst/>
            </a:prstGeom>
            <a:solidFill>
              <a:srgbClr val="FF9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1" name="rc2641"/>
            <p:cNvSpPr/>
            <p:nvPr/>
          </p:nvSpPr>
          <p:spPr>
            <a:xfrm>
              <a:off x="8621087" y="2206625"/>
              <a:ext cx="127000" cy="9525"/>
            </a:xfrm>
            <a:prstGeom prst="rect">
              <a:avLst/>
            </a:prstGeom>
            <a:solidFill>
              <a:srgbClr val="FF9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2" name="rc2642"/>
            <p:cNvSpPr/>
            <p:nvPr/>
          </p:nvSpPr>
          <p:spPr>
            <a:xfrm>
              <a:off x="8621087" y="2197100"/>
              <a:ext cx="127000" cy="9524"/>
            </a:xfrm>
            <a:prstGeom prst="rect">
              <a:avLst/>
            </a:prstGeom>
            <a:solidFill>
              <a:srgbClr val="FF9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3" name="rc2643"/>
            <p:cNvSpPr/>
            <p:nvPr/>
          </p:nvSpPr>
          <p:spPr>
            <a:xfrm>
              <a:off x="8621087" y="2187575"/>
              <a:ext cx="127000" cy="9524"/>
            </a:xfrm>
            <a:prstGeom prst="rect">
              <a:avLst/>
            </a:prstGeom>
            <a:solidFill>
              <a:srgbClr val="FF9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4" name="rc2644"/>
            <p:cNvSpPr/>
            <p:nvPr/>
          </p:nvSpPr>
          <p:spPr>
            <a:xfrm>
              <a:off x="8621087" y="2178050"/>
              <a:ext cx="127000" cy="9525"/>
            </a:xfrm>
            <a:prstGeom prst="rect">
              <a:avLst/>
            </a:prstGeom>
            <a:solidFill>
              <a:srgbClr val="FF9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5" name="rc2645"/>
            <p:cNvSpPr/>
            <p:nvPr/>
          </p:nvSpPr>
          <p:spPr>
            <a:xfrm>
              <a:off x="8621087" y="2168525"/>
              <a:ext cx="127000" cy="9524"/>
            </a:xfrm>
            <a:prstGeom prst="rect">
              <a:avLst/>
            </a:prstGeom>
            <a:solidFill>
              <a:srgbClr val="FF8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6" name="rc2646"/>
            <p:cNvSpPr/>
            <p:nvPr/>
          </p:nvSpPr>
          <p:spPr>
            <a:xfrm>
              <a:off x="8621087" y="2159000"/>
              <a:ext cx="127000" cy="9524"/>
            </a:xfrm>
            <a:prstGeom prst="rect">
              <a:avLst/>
            </a:prstGeom>
            <a:solidFill>
              <a:srgbClr val="FF8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7" name="rc2647"/>
            <p:cNvSpPr/>
            <p:nvPr/>
          </p:nvSpPr>
          <p:spPr>
            <a:xfrm>
              <a:off x="8621087" y="2149475"/>
              <a:ext cx="127000" cy="9525"/>
            </a:xfrm>
            <a:prstGeom prst="rect">
              <a:avLst/>
            </a:prstGeom>
            <a:solidFill>
              <a:srgbClr val="FF8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8" name="rc2648"/>
            <p:cNvSpPr/>
            <p:nvPr/>
          </p:nvSpPr>
          <p:spPr>
            <a:xfrm>
              <a:off x="8621087" y="2139950"/>
              <a:ext cx="127000" cy="9524"/>
            </a:xfrm>
            <a:prstGeom prst="rect">
              <a:avLst/>
            </a:prstGeom>
            <a:solidFill>
              <a:srgbClr val="FF8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9" name="rc2649"/>
            <p:cNvSpPr/>
            <p:nvPr/>
          </p:nvSpPr>
          <p:spPr>
            <a:xfrm>
              <a:off x="8621087" y="2130425"/>
              <a:ext cx="127000" cy="9524"/>
            </a:xfrm>
            <a:prstGeom prst="rect">
              <a:avLst/>
            </a:prstGeom>
            <a:solidFill>
              <a:srgbClr val="FF8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0" name="rc2650"/>
            <p:cNvSpPr/>
            <p:nvPr/>
          </p:nvSpPr>
          <p:spPr>
            <a:xfrm>
              <a:off x="8621087" y="2120900"/>
              <a:ext cx="127000" cy="9525"/>
            </a:xfrm>
            <a:prstGeom prst="rect">
              <a:avLst/>
            </a:prstGeom>
            <a:solidFill>
              <a:srgbClr val="FF8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1" name="rc2651"/>
            <p:cNvSpPr/>
            <p:nvPr/>
          </p:nvSpPr>
          <p:spPr>
            <a:xfrm>
              <a:off x="8621087" y="2111375"/>
              <a:ext cx="127000" cy="9524"/>
            </a:xfrm>
            <a:prstGeom prst="rect">
              <a:avLst/>
            </a:prstGeom>
            <a:solidFill>
              <a:srgbClr val="FF8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2" name="rc2652"/>
            <p:cNvSpPr/>
            <p:nvPr/>
          </p:nvSpPr>
          <p:spPr>
            <a:xfrm>
              <a:off x="8621087" y="2101850"/>
              <a:ext cx="127000" cy="9524"/>
            </a:xfrm>
            <a:prstGeom prst="rect">
              <a:avLst/>
            </a:prstGeom>
            <a:solidFill>
              <a:srgbClr val="FF8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3" name="rc2653"/>
            <p:cNvSpPr/>
            <p:nvPr/>
          </p:nvSpPr>
          <p:spPr>
            <a:xfrm>
              <a:off x="8621087" y="2092325"/>
              <a:ext cx="127000" cy="9525"/>
            </a:xfrm>
            <a:prstGeom prst="rect">
              <a:avLst/>
            </a:prstGeom>
            <a:solidFill>
              <a:srgbClr val="FF8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4" name="rc2654"/>
            <p:cNvSpPr/>
            <p:nvPr/>
          </p:nvSpPr>
          <p:spPr>
            <a:xfrm>
              <a:off x="8621087" y="2082800"/>
              <a:ext cx="127000" cy="9524"/>
            </a:xfrm>
            <a:prstGeom prst="rect">
              <a:avLst/>
            </a:prstGeom>
            <a:solidFill>
              <a:srgbClr val="FF8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5" name="rc2655"/>
            <p:cNvSpPr/>
            <p:nvPr/>
          </p:nvSpPr>
          <p:spPr>
            <a:xfrm>
              <a:off x="8621087" y="2073275"/>
              <a:ext cx="127000" cy="9524"/>
            </a:xfrm>
            <a:prstGeom prst="rect">
              <a:avLst/>
            </a:prstGeom>
            <a:solidFill>
              <a:srgbClr val="FF8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6" name="rc2656"/>
            <p:cNvSpPr/>
            <p:nvPr/>
          </p:nvSpPr>
          <p:spPr>
            <a:xfrm>
              <a:off x="8621087" y="2063750"/>
              <a:ext cx="127000" cy="9525"/>
            </a:xfrm>
            <a:prstGeom prst="rect">
              <a:avLst/>
            </a:prstGeom>
            <a:solidFill>
              <a:srgbClr val="FF8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7" name="rc2657"/>
            <p:cNvSpPr/>
            <p:nvPr/>
          </p:nvSpPr>
          <p:spPr>
            <a:xfrm>
              <a:off x="8621087" y="2054225"/>
              <a:ext cx="127000" cy="9524"/>
            </a:xfrm>
            <a:prstGeom prst="rect">
              <a:avLst/>
            </a:prstGeom>
            <a:solidFill>
              <a:srgbClr val="FF8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8" name="rc2658"/>
            <p:cNvSpPr/>
            <p:nvPr/>
          </p:nvSpPr>
          <p:spPr>
            <a:xfrm>
              <a:off x="8621087" y="2044700"/>
              <a:ext cx="127000" cy="9524"/>
            </a:xfrm>
            <a:prstGeom prst="rect">
              <a:avLst/>
            </a:prstGeom>
            <a:solidFill>
              <a:srgbClr val="FF7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9" name="rc2659"/>
            <p:cNvSpPr/>
            <p:nvPr/>
          </p:nvSpPr>
          <p:spPr>
            <a:xfrm>
              <a:off x="8621087" y="2035175"/>
              <a:ext cx="127000" cy="9525"/>
            </a:xfrm>
            <a:prstGeom prst="rect">
              <a:avLst/>
            </a:prstGeom>
            <a:solidFill>
              <a:srgbClr val="FF7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0" name="rc2660"/>
            <p:cNvSpPr/>
            <p:nvPr/>
          </p:nvSpPr>
          <p:spPr>
            <a:xfrm>
              <a:off x="8621087" y="2025650"/>
              <a:ext cx="127000" cy="9524"/>
            </a:xfrm>
            <a:prstGeom prst="rect">
              <a:avLst/>
            </a:prstGeom>
            <a:solidFill>
              <a:srgbClr val="FF7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1" name="rc2661"/>
            <p:cNvSpPr/>
            <p:nvPr/>
          </p:nvSpPr>
          <p:spPr>
            <a:xfrm>
              <a:off x="8621087" y="2016125"/>
              <a:ext cx="127000" cy="9524"/>
            </a:xfrm>
            <a:prstGeom prst="rect">
              <a:avLst/>
            </a:prstGeom>
            <a:solidFill>
              <a:srgbClr val="FF7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2" name="rc2662"/>
            <p:cNvSpPr/>
            <p:nvPr/>
          </p:nvSpPr>
          <p:spPr>
            <a:xfrm>
              <a:off x="8621087" y="2006600"/>
              <a:ext cx="127000" cy="9525"/>
            </a:xfrm>
            <a:prstGeom prst="rect">
              <a:avLst/>
            </a:prstGeom>
            <a:solidFill>
              <a:srgbClr val="F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3" name="rc2663"/>
            <p:cNvSpPr/>
            <p:nvPr/>
          </p:nvSpPr>
          <p:spPr>
            <a:xfrm>
              <a:off x="8621087" y="1997075"/>
              <a:ext cx="127000" cy="9524"/>
            </a:xfrm>
            <a:prstGeom prst="rect">
              <a:avLst/>
            </a:prstGeom>
            <a:solidFill>
              <a:srgbClr val="FF7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4" name="rc2664"/>
            <p:cNvSpPr/>
            <p:nvPr/>
          </p:nvSpPr>
          <p:spPr>
            <a:xfrm>
              <a:off x="8621087" y="1987550"/>
              <a:ext cx="127000" cy="9524"/>
            </a:xfrm>
            <a:prstGeom prst="rect">
              <a:avLst/>
            </a:prstGeom>
            <a:solidFill>
              <a:srgbClr val="FF7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5" name="rc2665"/>
            <p:cNvSpPr/>
            <p:nvPr/>
          </p:nvSpPr>
          <p:spPr>
            <a:xfrm>
              <a:off x="8621087" y="1978025"/>
              <a:ext cx="127000" cy="9525"/>
            </a:xfrm>
            <a:prstGeom prst="rect">
              <a:avLst/>
            </a:prstGeom>
            <a:solidFill>
              <a:srgbClr val="FF7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6" name="rc2666"/>
            <p:cNvSpPr/>
            <p:nvPr/>
          </p:nvSpPr>
          <p:spPr>
            <a:xfrm>
              <a:off x="8621087" y="1968500"/>
              <a:ext cx="127000" cy="9524"/>
            </a:xfrm>
            <a:prstGeom prst="rect">
              <a:avLst/>
            </a:prstGeom>
            <a:solidFill>
              <a:srgbClr val="FF7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7" name="rc2667"/>
            <p:cNvSpPr/>
            <p:nvPr/>
          </p:nvSpPr>
          <p:spPr>
            <a:xfrm>
              <a:off x="8621087" y="1958975"/>
              <a:ext cx="127000" cy="9524"/>
            </a:xfrm>
            <a:prstGeom prst="rect">
              <a:avLst/>
            </a:prstGeom>
            <a:solidFill>
              <a:srgbClr val="FF7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8" name="rc2668"/>
            <p:cNvSpPr/>
            <p:nvPr/>
          </p:nvSpPr>
          <p:spPr>
            <a:xfrm>
              <a:off x="8621087" y="1949450"/>
              <a:ext cx="127000" cy="9525"/>
            </a:xfrm>
            <a:prstGeom prst="rect">
              <a:avLst/>
            </a:prstGeom>
            <a:solidFill>
              <a:srgbClr val="FF7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9" name="rc2669"/>
            <p:cNvSpPr/>
            <p:nvPr/>
          </p:nvSpPr>
          <p:spPr>
            <a:xfrm>
              <a:off x="8621087" y="1939925"/>
              <a:ext cx="127000" cy="9524"/>
            </a:xfrm>
            <a:prstGeom prst="rect">
              <a:avLst/>
            </a:prstGeom>
            <a:solidFill>
              <a:srgbClr val="FF7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0" name="rc2670"/>
            <p:cNvSpPr/>
            <p:nvPr/>
          </p:nvSpPr>
          <p:spPr>
            <a:xfrm>
              <a:off x="8621087" y="1930400"/>
              <a:ext cx="127000" cy="9524"/>
            </a:xfrm>
            <a:prstGeom prst="rect">
              <a:avLst/>
            </a:prstGeom>
            <a:solidFill>
              <a:srgbClr val="FF6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1" name="rc2671"/>
            <p:cNvSpPr/>
            <p:nvPr/>
          </p:nvSpPr>
          <p:spPr>
            <a:xfrm>
              <a:off x="8621087" y="1920875"/>
              <a:ext cx="127000" cy="9525"/>
            </a:xfrm>
            <a:prstGeom prst="rect">
              <a:avLst/>
            </a:prstGeom>
            <a:solidFill>
              <a:srgbClr val="FF6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2" name="rc2672"/>
            <p:cNvSpPr/>
            <p:nvPr/>
          </p:nvSpPr>
          <p:spPr>
            <a:xfrm>
              <a:off x="8621087" y="1911350"/>
              <a:ext cx="127000" cy="9524"/>
            </a:xfrm>
            <a:prstGeom prst="rect">
              <a:avLst/>
            </a:prstGeom>
            <a:solidFill>
              <a:srgbClr val="FF6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3" name="rc2673"/>
            <p:cNvSpPr/>
            <p:nvPr/>
          </p:nvSpPr>
          <p:spPr>
            <a:xfrm>
              <a:off x="8621087" y="1901825"/>
              <a:ext cx="127000" cy="9524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4" name="rc2674"/>
            <p:cNvSpPr/>
            <p:nvPr/>
          </p:nvSpPr>
          <p:spPr>
            <a:xfrm>
              <a:off x="8621087" y="1892300"/>
              <a:ext cx="127000" cy="9525"/>
            </a:xfrm>
            <a:prstGeom prst="rect">
              <a:avLst/>
            </a:prstGeom>
            <a:solidFill>
              <a:srgbClr val="FF6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5" name="rc2675"/>
            <p:cNvSpPr/>
            <p:nvPr/>
          </p:nvSpPr>
          <p:spPr>
            <a:xfrm>
              <a:off x="8621087" y="1882775"/>
              <a:ext cx="127000" cy="9524"/>
            </a:xfrm>
            <a:prstGeom prst="rect">
              <a:avLst/>
            </a:prstGeom>
            <a:solidFill>
              <a:srgbClr val="FF6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6" name="rc2676"/>
            <p:cNvSpPr/>
            <p:nvPr/>
          </p:nvSpPr>
          <p:spPr>
            <a:xfrm>
              <a:off x="8621087" y="1873250"/>
              <a:ext cx="127000" cy="9524"/>
            </a:xfrm>
            <a:prstGeom prst="rect">
              <a:avLst/>
            </a:prstGeom>
            <a:solidFill>
              <a:srgbClr val="FF6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7" name="rc2677"/>
            <p:cNvSpPr/>
            <p:nvPr/>
          </p:nvSpPr>
          <p:spPr>
            <a:xfrm>
              <a:off x="8621087" y="1863725"/>
              <a:ext cx="127000" cy="9525"/>
            </a:xfrm>
            <a:prstGeom prst="rect">
              <a:avLst/>
            </a:prstGeom>
            <a:solidFill>
              <a:srgbClr val="FF6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8" name="rc2678"/>
            <p:cNvSpPr/>
            <p:nvPr/>
          </p:nvSpPr>
          <p:spPr>
            <a:xfrm>
              <a:off x="8621087" y="1854200"/>
              <a:ext cx="127000" cy="9524"/>
            </a:xfrm>
            <a:prstGeom prst="rect">
              <a:avLst/>
            </a:prstGeom>
            <a:solidFill>
              <a:srgbClr val="FF6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9" name="rc2679"/>
            <p:cNvSpPr/>
            <p:nvPr/>
          </p:nvSpPr>
          <p:spPr>
            <a:xfrm>
              <a:off x="8621087" y="1844675"/>
              <a:ext cx="127000" cy="9524"/>
            </a:xfrm>
            <a:prstGeom prst="rect">
              <a:avLst/>
            </a:prstGeom>
            <a:solidFill>
              <a:srgbClr val="FF6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0" name="rc2680"/>
            <p:cNvSpPr/>
            <p:nvPr/>
          </p:nvSpPr>
          <p:spPr>
            <a:xfrm>
              <a:off x="8621087" y="1835150"/>
              <a:ext cx="127000" cy="9525"/>
            </a:xfrm>
            <a:prstGeom prst="rect">
              <a:avLst/>
            </a:prstGeom>
            <a:solidFill>
              <a:srgbClr val="FF6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1" name="rc2681"/>
            <p:cNvSpPr/>
            <p:nvPr/>
          </p:nvSpPr>
          <p:spPr>
            <a:xfrm>
              <a:off x="8621087" y="1825625"/>
              <a:ext cx="127000" cy="9524"/>
            </a:xfrm>
            <a:prstGeom prst="rect">
              <a:avLst/>
            </a:prstGeom>
            <a:solidFill>
              <a:srgbClr val="FF6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2" name="rc2682"/>
            <p:cNvSpPr/>
            <p:nvPr/>
          </p:nvSpPr>
          <p:spPr>
            <a:xfrm>
              <a:off x="8621087" y="1816100"/>
              <a:ext cx="127000" cy="9524"/>
            </a:xfrm>
            <a:prstGeom prst="rect">
              <a:avLst/>
            </a:prstGeom>
            <a:solidFill>
              <a:srgbClr val="FF6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3" name="rc2683"/>
            <p:cNvSpPr/>
            <p:nvPr/>
          </p:nvSpPr>
          <p:spPr>
            <a:xfrm>
              <a:off x="8621087" y="1806575"/>
              <a:ext cx="127000" cy="9525"/>
            </a:xfrm>
            <a:prstGeom prst="rect">
              <a:avLst/>
            </a:prstGeom>
            <a:solidFill>
              <a:srgbClr val="FF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4" name="rc2684"/>
            <p:cNvSpPr/>
            <p:nvPr/>
          </p:nvSpPr>
          <p:spPr>
            <a:xfrm>
              <a:off x="8621087" y="1797050"/>
              <a:ext cx="127000" cy="9524"/>
            </a:xfrm>
            <a:prstGeom prst="rect">
              <a:avLst/>
            </a:prstGeom>
            <a:solidFill>
              <a:srgbClr val="FF5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5" name="rc2685"/>
            <p:cNvSpPr/>
            <p:nvPr/>
          </p:nvSpPr>
          <p:spPr>
            <a:xfrm>
              <a:off x="8621087" y="1787525"/>
              <a:ext cx="127000" cy="9524"/>
            </a:xfrm>
            <a:prstGeom prst="rect">
              <a:avLst/>
            </a:prstGeom>
            <a:solidFill>
              <a:srgbClr val="FF5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6" name="rc2686"/>
            <p:cNvSpPr/>
            <p:nvPr/>
          </p:nvSpPr>
          <p:spPr>
            <a:xfrm>
              <a:off x="8621087" y="1778000"/>
              <a:ext cx="127000" cy="9525"/>
            </a:xfrm>
            <a:prstGeom prst="rect">
              <a:avLst/>
            </a:prstGeom>
            <a:solidFill>
              <a:srgbClr val="FF5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7" name="rc2687"/>
            <p:cNvSpPr/>
            <p:nvPr/>
          </p:nvSpPr>
          <p:spPr>
            <a:xfrm>
              <a:off x="8621087" y="1768475"/>
              <a:ext cx="127000" cy="9524"/>
            </a:xfrm>
            <a:prstGeom prst="rect">
              <a:avLst/>
            </a:prstGeom>
            <a:solidFill>
              <a:srgbClr val="FF5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8" name="rc2688"/>
            <p:cNvSpPr/>
            <p:nvPr/>
          </p:nvSpPr>
          <p:spPr>
            <a:xfrm>
              <a:off x="8621087" y="1758950"/>
              <a:ext cx="127000" cy="9524"/>
            </a:xfrm>
            <a:prstGeom prst="rect">
              <a:avLst/>
            </a:prstGeom>
            <a:solidFill>
              <a:srgbClr val="FF5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9" name="rc2689"/>
            <p:cNvSpPr/>
            <p:nvPr/>
          </p:nvSpPr>
          <p:spPr>
            <a:xfrm>
              <a:off x="8621087" y="1749425"/>
              <a:ext cx="127000" cy="9525"/>
            </a:xfrm>
            <a:prstGeom prst="rect">
              <a:avLst/>
            </a:prstGeom>
            <a:solidFill>
              <a:srgbClr val="FF5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0" name="rc2690"/>
            <p:cNvSpPr/>
            <p:nvPr/>
          </p:nvSpPr>
          <p:spPr>
            <a:xfrm>
              <a:off x="8621087" y="1739900"/>
              <a:ext cx="127000" cy="9524"/>
            </a:xfrm>
            <a:prstGeom prst="rect">
              <a:avLst/>
            </a:prstGeom>
            <a:solidFill>
              <a:srgbClr val="FF5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1" name="rc2691"/>
            <p:cNvSpPr/>
            <p:nvPr/>
          </p:nvSpPr>
          <p:spPr>
            <a:xfrm>
              <a:off x="8621087" y="1730375"/>
              <a:ext cx="127000" cy="9524"/>
            </a:xfrm>
            <a:prstGeom prst="rect">
              <a:avLst/>
            </a:prstGeom>
            <a:solidFill>
              <a:srgbClr val="FF5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2" name="rc2692"/>
            <p:cNvSpPr/>
            <p:nvPr/>
          </p:nvSpPr>
          <p:spPr>
            <a:xfrm>
              <a:off x="8621087" y="1720850"/>
              <a:ext cx="127000" cy="9525"/>
            </a:xfrm>
            <a:prstGeom prst="rect">
              <a:avLst/>
            </a:prstGeom>
            <a:solidFill>
              <a:srgbClr val="FF5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3" name="rc2693"/>
            <p:cNvSpPr/>
            <p:nvPr/>
          </p:nvSpPr>
          <p:spPr>
            <a:xfrm>
              <a:off x="8621087" y="1711325"/>
              <a:ext cx="127000" cy="9524"/>
            </a:xfrm>
            <a:prstGeom prst="rect">
              <a:avLst/>
            </a:prstGeom>
            <a:solidFill>
              <a:srgbClr val="FF5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4" name="rc2694"/>
            <p:cNvSpPr/>
            <p:nvPr/>
          </p:nvSpPr>
          <p:spPr>
            <a:xfrm>
              <a:off x="8621087" y="1701800"/>
              <a:ext cx="127000" cy="9524"/>
            </a:xfrm>
            <a:prstGeom prst="rect">
              <a:avLst/>
            </a:prstGeom>
            <a:solidFill>
              <a:srgbClr val="FF5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5" name="rc2695"/>
            <p:cNvSpPr/>
            <p:nvPr/>
          </p:nvSpPr>
          <p:spPr>
            <a:xfrm>
              <a:off x="8621087" y="1692275"/>
              <a:ext cx="127000" cy="9525"/>
            </a:xfrm>
            <a:prstGeom prst="rect">
              <a:avLst/>
            </a:prstGeom>
            <a:solidFill>
              <a:srgbClr val="FF4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6" name="rc2696"/>
            <p:cNvSpPr/>
            <p:nvPr/>
          </p:nvSpPr>
          <p:spPr>
            <a:xfrm>
              <a:off x="8621087" y="1682750"/>
              <a:ext cx="127000" cy="9524"/>
            </a:xfrm>
            <a:prstGeom prst="rect">
              <a:avLst/>
            </a:prstGeom>
            <a:solidFill>
              <a:srgbClr val="FF4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7" name="rc2697"/>
            <p:cNvSpPr/>
            <p:nvPr/>
          </p:nvSpPr>
          <p:spPr>
            <a:xfrm>
              <a:off x="8621087" y="1673225"/>
              <a:ext cx="127000" cy="9524"/>
            </a:xfrm>
            <a:prstGeom prst="rect">
              <a:avLst/>
            </a:prstGeom>
            <a:solidFill>
              <a:srgbClr val="FF4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8" name="rc2698"/>
            <p:cNvSpPr/>
            <p:nvPr/>
          </p:nvSpPr>
          <p:spPr>
            <a:xfrm>
              <a:off x="8621087" y="1663700"/>
              <a:ext cx="127000" cy="9525"/>
            </a:xfrm>
            <a:prstGeom prst="rect">
              <a:avLst/>
            </a:prstGeom>
            <a:solidFill>
              <a:srgbClr val="FF4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9" name="rc2699"/>
            <p:cNvSpPr/>
            <p:nvPr/>
          </p:nvSpPr>
          <p:spPr>
            <a:xfrm>
              <a:off x="8621087" y="1654175"/>
              <a:ext cx="127000" cy="9524"/>
            </a:xfrm>
            <a:prstGeom prst="rect">
              <a:avLst/>
            </a:prstGeom>
            <a:solidFill>
              <a:srgbClr val="FF4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0" name="rc2700"/>
            <p:cNvSpPr/>
            <p:nvPr/>
          </p:nvSpPr>
          <p:spPr>
            <a:xfrm>
              <a:off x="8621087" y="1644650"/>
              <a:ext cx="127000" cy="9524"/>
            </a:xfrm>
            <a:prstGeom prst="rect">
              <a:avLst/>
            </a:prstGeom>
            <a:solidFill>
              <a:srgbClr val="FF4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1" name="rc2701"/>
            <p:cNvSpPr/>
            <p:nvPr/>
          </p:nvSpPr>
          <p:spPr>
            <a:xfrm>
              <a:off x="8621087" y="1635125"/>
              <a:ext cx="127000" cy="9525"/>
            </a:xfrm>
            <a:prstGeom prst="rect">
              <a:avLst/>
            </a:prstGeom>
            <a:solidFill>
              <a:srgbClr val="FF4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2" name="rc2702"/>
            <p:cNvSpPr/>
            <p:nvPr/>
          </p:nvSpPr>
          <p:spPr>
            <a:xfrm>
              <a:off x="8621087" y="1625600"/>
              <a:ext cx="127000" cy="9524"/>
            </a:xfrm>
            <a:prstGeom prst="rect">
              <a:avLst/>
            </a:prstGeom>
            <a:solidFill>
              <a:srgbClr val="FF4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3" name="rc2703"/>
            <p:cNvSpPr/>
            <p:nvPr/>
          </p:nvSpPr>
          <p:spPr>
            <a:xfrm>
              <a:off x="8621087" y="1616075"/>
              <a:ext cx="127000" cy="9524"/>
            </a:xfrm>
            <a:prstGeom prst="rect">
              <a:avLst/>
            </a:prstGeom>
            <a:solidFill>
              <a:srgbClr val="FF4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4" name="rc2704"/>
            <p:cNvSpPr/>
            <p:nvPr/>
          </p:nvSpPr>
          <p:spPr>
            <a:xfrm>
              <a:off x="8621087" y="1606550"/>
              <a:ext cx="127000" cy="9525"/>
            </a:xfrm>
            <a:prstGeom prst="rect">
              <a:avLst/>
            </a:prstGeom>
            <a:solidFill>
              <a:srgbClr val="FF4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5" name="rc2705"/>
            <p:cNvSpPr/>
            <p:nvPr/>
          </p:nvSpPr>
          <p:spPr>
            <a:xfrm>
              <a:off x="8621087" y="1597025"/>
              <a:ext cx="127000" cy="9524"/>
            </a:xfrm>
            <a:prstGeom prst="rect">
              <a:avLst/>
            </a:prstGeom>
            <a:solidFill>
              <a:srgbClr val="FF4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6" name="rc2706"/>
            <p:cNvSpPr/>
            <p:nvPr/>
          </p:nvSpPr>
          <p:spPr>
            <a:xfrm>
              <a:off x="8621087" y="1587500"/>
              <a:ext cx="127000" cy="9524"/>
            </a:xfrm>
            <a:prstGeom prst="rect">
              <a:avLst/>
            </a:prstGeom>
            <a:solidFill>
              <a:srgbClr val="FF4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7" name="rc2707"/>
            <p:cNvSpPr/>
            <p:nvPr/>
          </p:nvSpPr>
          <p:spPr>
            <a:xfrm>
              <a:off x="8621087" y="1577975"/>
              <a:ext cx="127000" cy="9525"/>
            </a:xfrm>
            <a:prstGeom prst="rect">
              <a:avLst/>
            </a:prstGeom>
            <a:solidFill>
              <a:srgbClr val="FF4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8" name="rc2708"/>
            <p:cNvSpPr/>
            <p:nvPr/>
          </p:nvSpPr>
          <p:spPr>
            <a:xfrm>
              <a:off x="8621087" y="1568450"/>
              <a:ext cx="127000" cy="9524"/>
            </a:xfrm>
            <a:prstGeom prst="rect">
              <a:avLst/>
            </a:prstGeom>
            <a:solidFill>
              <a:srgbClr val="FF3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9" name="rc2709"/>
            <p:cNvSpPr/>
            <p:nvPr/>
          </p:nvSpPr>
          <p:spPr>
            <a:xfrm>
              <a:off x="8621087" y="1558925"/>
              <a:ext cx="127000" cy="9524"/>
            </a:xfrm>
            <a:prstGeom prst="rect">
              <a:avLst/>
            </a:prstGeom>
            <a:solidFill>
              <a:srgbClr val="FF3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0" name="rc2710"/>
            <p:cNvSpPr/>
            <p:nvPr/>
          </p:nvSpPr>
          <p:spPr>
            <a:xfrm>
              <a:off x="8621087" y="1549400"/>
              <a:ext cx="127000" cy="9525"/>
            </a:xfrm>
            <a:prstGeom prst="rect">
              <a:avLst/>
            </a:prstGeom>
            <a:solidFill>
              <a:srgbClr val="FF3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1" name="rc2711"/>
            <p:cNvSpPr/>
            <p:nvPr/>
          </p:nvSpPr>
          <p:spPr>
            <a:xfrm>
              <a:off x="8621087" y="1539875"/>
              <a:ext cx="127000" cy="9524"/>
            </a:xfrm>
            <a:prstGeom prst="rect">
              <a:avLst/>
            </a:prstGeom>
            <a:solidFill>
              <a:srgbClr val="FF3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2" name="rc2712"/>
            <p:cNvSpPr/>
            <p:nvPr/>
          </p:nvSpPr>
          <p:spPr>
            <a:xfrm>
              <a:off x="8621087" y="1530350"/>
              <a:ext cx="127000" cy="9524"/>
            </a:xfrm>
            <a:prstGeom prst="rect">
              <a:avLst/>
            </a:prstGeom>
            <a:solidFill>
              <a:srgbClr val="FF3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3" name="rc2713"/>
            <p:cNvSpPr/>
            <p:nvPr/>
          </p:nvSpPr>
          <p:spPr>
            <a:xfrm>
              <a:off x="8621087" y="1520825"/>
              <a:ext cx="127000" cy="9525"/>
            </a:xfrm>
            <a:prstGeom prst="rect">
              <a:avLst/>
            </a:prstGeom>
            <a:solidFill>
              <a:srgbClr val="FF3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4" name="rc2714"/>
            <p:cNvSpPr/>
            <p:nvPr/>
          </p:nvSpPr>
          <p:spPr>
            <a:xfrm>
              <a:off x="8621087" y="1511300"/>
              <a:ext cx="127000" cy="9524"/>
            </a:xfrm>
            <a:prstGeom prst="rect">
              <a:avLst/>
            </a:prstGeom>
            <a:solidFill>
              <a:srgbClr val="FF3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5" name="rc2715"/>
            <p:cNvSpPr/>
            <p:nvPr/>
          </p:nvSpPr>
          <p:spPr>
            <a:xfrm>
              <a:off x="8621087" y="1501775"/>
              <a:ext cx="127000" cy="9524"/>
            </a:xfrm>
            <a:prstGeom prst="rect">
              <a:avLst/>
            </a:prstGeom>
            <a:solidFill>
              <a:srgbClr val="FF3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6" name="rc2716"/>
            <p:cNvSpPr/>
            <p:nvPr/>
          </p:nvSpPr>
          <p:spPr>
            <a:xfrm>
              <a:off x="8621087" y="1492250"/>
              <a:ext cx="127000" cy="9525"/>
            </a:xfrm>
            <a:prstGeom prst="rect">
              <a:avLst/>
            </a:prstGeom>
            <a:solidFill>
              <a:srgbClr val="FF3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7" name="rc2717"/>
            <p:cNvSpPr/>
            <p:nvPr/>
          </p:nvSpPr>
          <p:spPr>
            <a:xfrm>
              <a:off x="8621087" y="1482725"/>
              <a:ext cx="127000" cy="9524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8" name="rc2718"/>
            <p:cNvSpPr/>
            <p:nvPr/>
          </p:nvSpPr>
          <p:spPr>
            <a:xfrm>
              <a:off x="8621087" y="1473200"/>
              <a:ext cx="127000" cy="9524"/>
            </a:xfrm>
            <a:prstGeom prst="rect">
              <a:avLst/>
            </a:prstGeom>
            <a:solidFill>
              <a:srgbClr val="FF3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9" name="rc2719"/>
            <p:cNvSpPr/>
            <p:nvPr/>
          </p:nvSpPr>
          <p:spPr>
            <a:xfrm>
              <a:off x="8621087" y="1463675"/>
              <a:ext cx="127000" cy="9525"/>
            </a:xfrm>
            <a:prstGeom prst="rect">
              <a:avLst/>
            </a:prstGeom>
            <a:solidFill>
              <a:srgbClr val="FF3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0" name="rc2720"/>
            <p:cNvSpPr/>
            <p:nvPr/>
          </p:nvSpPr>
          <p:spPr>
            <a:xfrm>
              <a:off x="8621087" y="1454150"/>
              <a:ext cx="127000" cy="9524"/>
            </a:xfrm>
            <a:prstGeom prst="rect">
              <a:avLst/>
            </a:prstGeom>
            <a:solidFill>
              <a:srgbClr val="FF2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1" name="rc2721"/>
            <p:cNvSpPr/>
            <p:nvPr/>
          </p:nvSpPr>
          <p:spPr>
            <a:xfrm>
              <a:off x="8621087" y="1444625"/>
              <a:ext cx="127000" cy="9524"/>
            </a:xfrm>
            <a:prstGeom prst="rect">
              <a:avLst/>
            </a:prstGeom>
            <a:solidFill>
              <a:srgbClr val="FF2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2" name="rc2722"/>
            <p:cNvSpPr/>
            <p:nvPr/>
          </p:nvSpPr>
          <p:spPr>
            <a:xfrm>
              <a:off x="8621087" y="1435100"/>
              <a:ext cx="127000" cy="9525"/>
            </a:xfrm>
            <a:prstGeom prst="rect">
              <a:avLst/>
            </a:prstGeom>
            <a:solidFill>
              <a:srgbClr val="FF2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3" name="rc2723"/>
            <p:cNvSpPr/>
            <p:nvPr/>
          </p:nvSpPr>
          <p:spPr>
            <a:xfrm>
              <a:off x="8621087" y="1425575"/>
              <a:ext cx="127000" cy="9524"/>
            </a:xfrm>
            <a:prstGeom prst="rect">
              <a:avLst/>
            </a:prstGeom>
            <a:solidFill>
              <a:srgbClr val="FF2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4" name="rc2724"/>
            <p:cNvSpPr/>
            <p:nvPr/>
          </p:nvSpPr>
          <p:spPr>
            <a:xfrm>
              <a:off x="8621087" y="1416050"/>
              <a:ext cx="127000" cy="9524"/>
            </a:xfrm>
            <a:prstGeom prst="rect">
              <a:avLst/>
            </a:prstGeom>
            <a:solidFill>
              <a:srgbClr val="FF2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5" name="rc2725"/>
            <p:cNvSpPr/>
            <p:nvPr/>
          </p:nvSpPr>
          <p:spPr>
            <a:xfrm>
              <a:off x="8621087" y="1406525"/>
              <a:ext cx="127000" cy="9525"/>
            </a:xfrm>
            <a:prstGeom prst="rect">
              <a:avLst/>
            </a:prstGeom>
            <a:solidFill>
              <a:srgbClr val="FF2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6" name="rc2726"/>
            <p:cNvSpPr/>
            <p:nvPr/>
          </p:nvSpPr>
          <p:spPr>
            <a:xfrm>
              <a:off x="8621087" y="1397000"/>
              <a:ext cx="127000" cy="9524"/>
            </a:xfrm>
            <a:prstGeom prst="rect">
              <a:avLst/>
            </a:prstGeom>
            <a:solidFill>
              <a:srgbClr val="FF2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7" name="rc2727"/>
            <p:cNvSpPr/>
            <p:nvPr/>
          </p:nvSpPr>
          <p:spPr>
            <a:xfrm>
              <a:off x="8621087" y="1387475"/>
              <a:ext cx="127000" cy="9524"/>
            </a:xfrm>
            <a:prstGeom prst="rect">
              <a:avLst/>
            </a:prstGeom>
            <a:solidFill>
              <a:srgbClr val="FF2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8" name="rc2728"/>
            <p:cNvSpPr/>
            <p:nvPr/>
          </p:nvSpPr>
          <p:spPr>
            <a:xfrm>
              <a:off x="8621087" y="1377950"/>
              <a:ext cx="127000" cy="9525"/>
            </a:xfrm>
            <a:prstGeom prst="rect">
              <a:avLst/>
            </a:prstGeom>
            <a:solidFill>
              <a:srgbClr val="FF2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9" name="rc2729"/>
            <p:cNvSpPr/>
            <p:nvPr/>
          </p:nvSpPr>
          <p:spPr>
            <a:xfrm>
              <a:off x="8621087" y="1368425"/>
              <a:ext cx="127000" cy="9524"/>
            </a:xfrm>
            <a:prstGeom prst="rect">
              <a:avLst/>
            </a:prstGeom>
            <a:solidFill>
              <a:srgbClr val="FF2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0" name="rc2730"/>
            <p:cNvSpPr/>
            <p:nvPr/>
          </p:nvSpPr>
          <p:spPr>
            <a:xfrm>
              <a:off x="8621087" y="1358900"/>
              <a:ext cx="127000" cy="9524"/>
            </a:xfrm>
            <a:prstGeom prst="rect">
              <a:avLst/>
            </a:prstGeom>
            <a:solidFill>
              <a:srgbClr val="FF2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1" name="rc2731"/>
            <p:cNvSpPr/>
            <p:nvPr/>
          </p:nvSpPr>
          <p:spPr>
            <a:xfrm>
              <a:off x="8621087" y="1349375"/>
              <a:ext cx="127000" cy="9525"/>
            </a:xfrm>
            <a:prstGeom prst="rect">
              <a:avLst/>
            </a:prstGeom>
            <a:solidFill>
              <a:srgbClr val="FF2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2" name="rc2732"/>
            <p:cNvSpPr/>
            <p:nvPr/>
          </p:nvSpPr>
          <p:spPr>
            <a:xfrm>
              <a:off x="8621087" y="1339850"/>
              <a:ext cx="127000" cy="9524"/>
            </a:xfrm>
            <a:prstGeom prst="rect">
              <a:avLst/>
            </a:prstGeom>
            <a:solidFill>
              <a:srgbClr val="FF2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3" name="rc2733"/>
            <p:cNvSpPr/>
            <p:nvPr/>
          </p:nvSpPr>
          <p:spPr>
            <a:xfrm>
              <a:off x="8621087" y="1330325"/>
              <a:ext cx="127000" cy="9524"/>
            </a:xfrm>
            <a:prstGeom prst="rect">
              <a:avLst/>
            </a:prstGeom>
            <a:solidFill>
              <a:srgbClr val="FF1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4" name="rc2734"/>
            <p:cNvSpPr/>
            <p:nvPr/>
          </p:nvSpPr>
          <p:spPr>
            <a:xfrm>
              <a:off x="8621087" y="1320800"/>
              <a:ext cx="127000" cy="9525"/>
            </a:xfrm>
            <a:prstGeom prst="rect">
              <a:avLst/>
            </a:prstGeom>
            <a:solidFill>
              <a:srgbClr val="FF1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5" name="rc2735"/>
            <p:cNvSpPr/>
            <p:nvPr/>
          </p:nvSpPr>
          <p:spPr>
            <a:xfrm>
              <a:off x="8621087" y="1311275"/>
              <a:ext cx="127000" cy="9524"/>
            </a:xfrm>
            <a:prstGeom prst="rect">
              <a:avLst/>
            </a:prstGeom>
            <a:solidFill>
              <a:srgbClr val="FF1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6" name="rc2736"/>
            <p:cNvSpPr/>
            <p:nvPr/>
          </p:nvSpPr>
          <p:spPr>
            <a:xfrm>
              <a:off x="8621087" y="1301750"/>
              <a:ext cx="127000" cy="9524"/>
            </a:xfrm>
            <a:prstGeom prst="rect">
              <a:avLst/>
            </a:prstGeom>
            <a:solidFill>
              <a:srgbClr val="FF1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7" name="rc2737"/>
            <p:cNvSpPr/>
            <p:nvPr/>
          </p:nvSpPr>
          <p:spPr>
            <a:xfrm>
              <a:off x="8621087" y="1292225"/>
              <a:ext cx="127000" cy="9525"/>
            </a:xfrm>
            <a:prstGeom prst="rect">
              <a:avLst/>
            </a:prstGeom>
            <a:solidFill>
              <a:srgbClr val="FF1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8" name="rc2738"/>
            <p:cNvSpPr/>
            <p:nvPr/>
          </p:nvSpPr>
          <p:spPr>
            <a:xfrm>
              <a:off x="8621087" y="1282700"/>
              <a:ext cx="127000" cy="9524"/>
            </a:xfrm>
            <a:prstGeom prst="rect">
              <a:avLst/>
            </a:prstGeom>
            <a:solidFill>
              <a:srgbClr val="FF1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9" name="rc2739"/>
            <p:cNvSpPr/>
            <p:nvPr/>
          </p:nvSpPr>
          <p:spPr>
            <a:xfrm>
              <a:off x="8621087" y="1273175"/>
              <a:ext cx="127000" cy="9524"/>
            </a:xfrm>
            <a:prstGeom prst="rect">
              <a:avLst/>
            </a:prstGeom>
            <a:solidFill>
              <a:srgbClr val="FF1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0" name="rc2740"/>
            <p:cNvSpPr/>
            <p:nvPr/>
          </p:nvSpPr>
          <p:spPr>
            <a:xfrm>
              <a:off x="8621087" y="1263650"/>
              <a:ext cx="127000" cy="9525"/>
            </a:xfrm>
            <a:prstGeom prst="rect">
              <a:avLst/>
            </a:prstGeom>
            <a:solidFill>
              <a:srgbClr val="FF1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1" name="rc2741"/>
            <p:cNvSpPr/>
            <p:nvPr/>
          </p:nvSpPr>
          <p:spPr>
            <a:xfrm>
              <a:off x="8621087" y="1254125"/>
              <a:ext cx="127000" cy="9524"/>
            </a:xfrm>
            <a:prstGeom prst="rect">
              <a:avLst/>
            </a:prstGeom>
            <a:solidFill>
              <a:srgbClr val="FF1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2" name="rc2742"/>
            <p:cNvSpPr/>
            <p:nvPr/>
          </p:nvSpPr>
          <p:spPr>
            <a:xfrm>
              <a:off x="8621087" y="1244600"/>
              <a:ext cx="127000" cy="9524"/>
            </a:xfrm>
            <a:prstGeom prst="rect">
              <a:avLst/>
            </a:prstGeom>
            <a:solidFill>
              <a:srgbClr val="FF1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3" name="rc2743"/>
            <p:cNvSpPr/>
            <p:nvPr/>
          </p:nvSpPr>
          <p:spPr>
            <a:xfrm>
              <a:off x="8621087" y="1235075"/>
              <a:ext cx="127000" cy="9525"/>
            </a:xfrm>
            <a:prstGeom prst="rect">
              <a:avLst/>
            </a:prstGeom>
            <a:solidFill>
              <a:srgbClr val="FF1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4" name="rc2744"/>
            <p:cNvSpPr/>
            <p:nvPr/>
          </p:nvSpPr>
          <p:spPr>
            <a:xfrm>
              <a:off x="8621087" y="1225550"/>
              <a:ext cx="127000" cy="9524"/>
            </a:xfrm>
            <a:prstGeom prst="rect">
              <a:avLst/>
            </a:prstGeom>
            <a:solidFill>
              <a:srgbClr val="FF1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5" name="rc2745"/>
            <p:cNvSpPr/>
            <p:nvPr/>
          </p:nvSpPr>
          <p:spPr>
            <a:xfrm>
              <a:off x="8621087" y="1216025"/>
              <a:ext cx="127000" cy="9524"/>
            </a:xfrm>
            <a:prstGeom prst="rect">
              <a:avLst/>
            </a:prstGeom>
            <a:solidFill>
              <a:srgbClr val="FF0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6" name="rc2746"/>
            <p:cNvSpPr/>
            <p:nvPr/>
          </p:nvSpPr>
          <p:spPr>
            <a:xfrm>
              <a:off x="8621087" y="1206500"/>
              <a:ext cx="127000" cy="9525"/>
            </a:xfrm>
            <a:prstGeom prst="rect">
              <a:avLst/>
            </a:prstGeom>
            <a:solidFill>
              <a:srgbClr val="FF0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7" name="rc2747"/>
            <p:cNvSpPr/>
            <p:nvPr/>
          </p:nvSpPr>
          <p:spPr>
            <a:xfrm>
              <a:off x="8621087" y="1196975"/>
              <a:ext cx="127000" cy="9524"/>
            </a:xfrm>
            <a:prstGeom prst="rect">
              <a:avLst/>
            </a:prstGeom>
            <a:solidFill>
              <a:srgbClr val="FF0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8" name="rc2748"/>
            <p:cNvSpPr/>
            <p:nvPr/>
          </p:nvSpPr>
          <p:spPr>
            <a:xfrm>
              <a:off x="8621087" y="1187450"/>
              <a:ext cx="127000" cy="9524"/>
            </a:xfrm>
            <a:prstGeom prst="rect">
              <a:avLst/>
            </a:prstGeom>
            <a:solidFill>
              <a:srgbClr val="FF0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9" name="rc2749"/>
            <p:cNvSpPr/>
            <p:nvPr/>
          </p:nvSpPr>
          <p:spPr>
            <a:xfrm>
              <a:off x="8621087" y="1177925"/>
              <a:ext cx="127000" cy="9525"/>
            </a:xfrm>
            <a:prstGeom prst="rect">
              <a:avLst/>
            </a:prstGeom>
            <a:solidFill>
              <a:srgbClr val="FF0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0" name="rc2750"/>
            <p:cNvSpPr/>
            <p:nvPr/>
          </p:nvSpPr>
          <p:spPr>
            <a:xfrm>
              <a:off x="8621087" y="1168400"/>
              <a:ext cx="127000" cy="9524"/>
            </a:xfrm>
            <a:prstGeom prst="rect">
              <a:avLst/>
            </a:prstGeom>
            <a:solidFill>
              <a:srgbClr val="FF0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1" name="rc2751"/>
            <p:cNvSpPr/>
            <p:nvPr/>
          </p:nvSpPr>
          <p:spPr>
            <a:xfrm>
              <a:off x="8621087" y="1158875"/>
              <a:ext cx="127000" cy="9524"/>
            </a:xfrm>
            <a:prstGeom prst="rect">
              <a:avLst/>
            </a:prstGeom>
            <a:solidFill>
              <a:srgbClr val="FF0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2" name="rc2752"/>
            <p:cNvSpPr/>
            <p:nvPr/>
          </p:nvSpPr>
          <p:spPr>
            <a:xfrm>
              <a:off x="8621087" y="1149350"/>
              <a:ext cx="127000" cy="9525"/>
            </a:xfrm>
            <a:prstGeom prst="rect">
              <a:avLst/>
            </a:prstGeom>
            <a:solidFill>
              <a:srgbClr val="FF0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3" name="rc2753"/>
            <p:cNvSpPr/>
            <p:nvPr/>
          </p:nvSpPr>
          <p:spPr>
            <a:xfrm>
              <a:off x="8621087" y="1139825"/>
              <a:ext cx="127000" cy="9524"/>
            </a:xfrm>
            <a:prstGeom prst="rect">
              <a:avLst/>
            </a:prstGeom>
            <a:solidFill>
              <a:srgbClr val="FF0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4" name="rc2754"/>
            <p:cNvSpPr/>
            <p:nvPr/>
          </p:nvSpPr>
          <p:spPr>
            <a:xfrm>
              <a:off x="8621087" y="1130300"/>
              <a:ext cx="127000" cy="9524"/>
            </a:xfrm>
            <a:prstGeom prst="rect">
              <a:avLst/>
            </a:prstGeom>
            <a:solidFill>
              <a:srgbClr val="FF03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5" name="rc2755"/>
            <p:cNvSpPr/>
            <p:nvPr/>
          </p:nvSpPr>
          <p:spPr>
            <a:xfrm>
              <a:off x="8621087" y="1120775"/>
              <a:ext cx="127000" cy="9525"/>
            </a:xfrm>
            <a:prstGeom prst="rect">
              <a:avLst/>
            </a:prstGeom>
            <a:solidFill>
              <a:srgbClr val="FF0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6" name="rc2756"/>
            <p:cNvSpPr/>
            <p:nvPr/>
          </p:nvSpPr>
          <p:spPr>
            <a:xfrm>
              <a:off x="8621087" y="1111250"/>
              <a:ext cx="127000" cy="9524"/>
            </a:xfrm>
            <a:prstGeom prst="rect">
              <a:avLst/>
            </a:prstGeom>
            <a:solidFill>
              <a:srgbClr val="FF0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7" name="rc2757"/>
            <p:cNvSpPr/>
            <p:nvPr/>
          </p:nvSpPr>
          <p:spPr>
            <a:xfrm>
              <a:off x="8621087" y="1101725"/>
              <a:ext cx="127000" cy="9524"/>
            </a:xfrm>
            <a:prstGeom prst="rect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8" name="tx2758"/>
            <p:cNvSpPr/>
            <p:nvPr/>
          </p:nvSpPr>
          <p:spPr>
            <a:xfrm>
              <a:off x="8798887" y="2961233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59" name="tx2759"/>
            <p:cNvSpPr/>
            <p:nvPr/>
          </p:nvSpPr>
          <p:spPr>
            <a:xfrm>
              <a:off x="8798887" y="2643733"/>
              <a:ext cx="1766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2760" name="tx2760"/>
            <p:cNvSpPr/>
            <p:nvPr/>
          </p:nvSpPr>
          <p:spPr>
            <a:xfrm>
              <a:off x="8798887" y="2326233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61" name="tx2761"/>
            <p:cNvSpPr/>
            <p:nvPr/>
          </p:nvSpPr>
          <p:spPr>
            <a:xfrm>
              <a:off x="8798887" y="2008733"/>
              <a:ext cx="1766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2762" name="tx2762"/>
            <p:cNvSpPr/>
            <p:nvPr/>
          </p:nvSpPr>
          <p:spPr>
            <a:xfrm>
              <a:off x="8798887" y="1691233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763" name="tx2763"/>
            <p:cNvSpPr/>
            <p:nvPr/>
          </p:nvSpPr>
          <p:spPr>
            <a:xfrm>
              <a:off x="8798887" y="1373733"/>
              <a:ext cx="1766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764" name="tx2764"/>
            <p:cNvSpPr/>
            <p:nvPr/>
          </p:nvSpPr>
          <p:spPr>
            <a:xfrm>
              <a:off x="8798887" y="1056233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2026-09-08T18:42:36Z</dcterms:modified>
</cp:coreProperties>
</file>