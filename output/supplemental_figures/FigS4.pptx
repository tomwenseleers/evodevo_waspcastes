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88952" cy="6858000" type="screen16x9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0b903bcb219876f44de7a8a37b8f5af9a02b8072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88952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2188951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6024886" cy="67188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094475" y="69589"/>
              <a:ext cx="6024886" cy="67188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937410" y="1381958"/>
              <a:ext cx="4935492" cy="49354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017014" y="5441798"/>
              <a:ext cx="796047" cy="796047"/>
            </a:xfrm>
            <a:prstGeom prst="rect">
              <a:avLst/>
            </a:prstGeom>
            <a:solidFill>
              <a:srgbClr val="FFD5C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813061" y="5441798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609109" y="5441798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405156" y="5441798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201203" y="5441798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997250" y="5441798"/>
              <a:ext cx="796047" cy="796047"/>
            </a:xfrm>
            <a:prstGeom prst="rect">
              <a:avLst/>
            </a:prstGeom>
            <a:solidFill>
              <a:srgbClr val="FFF3F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017014" y="4645751"/>
              <a:ext cx="796047" cy="796047"/>
            </a:xfrm>
            <a:prstGeom prst="rect">
              <a:avLst/>
            </a:prstGeom>
            <a:solidFill>
              <a:srgbClr val="FFD7C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813061" y="4645751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609109" y="4645751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405156" y="4645751"/>
              <a:ext cx="796047" cy="796047"/>
            </a:xfrm>
            <a:prstGeom prst="rect">
              <a:avLst/>
            </a:prstGeom>
            <a:solidFill>
              <a:srgbClr val="FEAE9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201203" y="4645751"/>
              <a:ext cx="796047" cy="796047"/>
            </a:xfrm>
            <a:prstGeom prst="rect">
              <a:avLst/>
            </a:prstGeom>
            <a:solidFill>
              <a:srgbClr val="FCA49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997250" y="4645751"/>
              <a:ext cx="796047" cy="796047"/>
            </a:xfrm>
            <a:prstGeom prst="rect">
              <a:avLst/>
            </a:prstGeom>
            <a:solidFill>
              <a:srgbClr val="FFFC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017014" y="3849704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813061" y="3849704"/>
              <a:ext cx="796047" cy="796047"/>
            </a:xfrm>
            <a:prstGeom prst="rect">
              <a:avLst/>
            </a:prstGeom>
            <a:solidFill>
              <a:srgbClr val="FFE0D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609109" y="3849704"/>
              <a:ext cx="796047" cy="796047"/>
            </a:xfrm>
            <a:prstGeom prst="rect">
              <a:avLst/>
            </a:prstGeom>
            <a:solidFill>
              <a:srgbClr val="FFD2C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405156" y="3849704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201203" y="3849704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997250" y="3849704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017014" y="3053657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813061" y="3053657"/>
              <a:ext cx="796047" cy="796047"/>
            </a:xfrm>
            <a:prstGeom prst="rect">
              <a:avLst/>
            </a:prstGeom>
            <a:solidFill>
              <a:srgbClr val="FFD1C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609109" y="3053657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405156" y="3053657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201203" y="3053657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97250" y="3053657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017014" y="2257610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813061" y="2257610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609109" y="2257610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05156" y="2257610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201203" y="2257610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997250" y="2257610"/>
              <a:ext cx="796047" cy="796047"/>
            </a:xfrm>
            <a:prstGeom prst="rect">
              <a:avLst/>
            </a:prstGeom>
            <a:solidFill>
              <a:srgbClr val="FFD6C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017014" y="1461563"/>
              <a:ext cx="796047" cy="796047"/>
            </a:xfrm>
            <a:prstGeom prst="rect">
              <a:avLst/>
            </a:prstGeom>
            <a:solidFill>
              <a:srgbClr val="FFDED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813061" y="1461563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609109" y="1461563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05156" y="1461563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4201203" y="1461563"/>
              <a:ext cx="796047" cy="796047"/>
            </a:xfrm>
            <a:prstGeom prst="rect">
              <a:avLst/>
            </a:prstGeom>
            <a:solidFill>
              <a:srgbClr val="FFF6F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4997250" y="1461563"/>
              <a:ext cx="796047" cy="796047"/>
            </a:xfrm>
            <a:prstGeom prst="rect">
              <a:avLst/>
            </a:prstGeom>
            <a:solidFill>
              <a:srgbClr val="D7191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1245737" y="5791359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28/47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41784" y="5791359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12/30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875459" y="5791359"/>
              <a:ext cx="26334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7/22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38907" y="5791359"/>
              <a:ext cx="328543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11/63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434955" y="5791359"/>
              <a:ext cx="328543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11/33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225973" y="5791359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13/22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245737" y="4928642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58/76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96247" y="5061981"/>
              <a:ext cx="37581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.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041784" y="4995312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30/59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837831" y="4995312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20/57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563652" y="4928642"/>
              <a:ext cx="479054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110/134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750510" y="5061981"/>
              <a:ext cx="105338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4429925" y="4928642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67/78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4546557" y="5061981"/>
              <a:ext cx="105338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225973" y="4995312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20/40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245737" y="4199264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16/54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041784" y="4199264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22/36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837831" y="4199264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12/18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633878" y="4199264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36/84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429925" y="4199264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20/52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225973" y="4199264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15/30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1250766" y="3403217"/>
              <a:ext cx="328543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11/27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2041784" y="3403217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12/18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2880488" y="3403217"/>
              <a:ext cx="253288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5/11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3633878" y="3403217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23/48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4429925" y="3403217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15/31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5263600" y="3403217"/>
              <a:ext cx="26334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8/21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1208109" y="2607170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56/218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2004156" y="2607170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55/139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837831" y="2607170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18/98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596251" y="2607170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73/394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392298" y="2607170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73/185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5188345" y="2540501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81/136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5342604" y="2673839"/>
              <a:ext cx="105338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1208109" y="1744454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95/146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1388703" y="1877792"/>
              <a:ext cx="52669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004156" y="1811123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69/133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837831" y="1811123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18/77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558623" y="1811123"/>
              <a:ext cx="48911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121/281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354670" y="1811123"/>
              <a:ext cx="48911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102/168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150717" y="1744454"/>
              <a:ext cx="48911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180/190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342604" y="1877792"/>
              <a:ext cx="105338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726464" y="579209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26464" y="4996043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726464" y="4199996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26464" y="3403949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726464" y="2607902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785900" y="1811854"/>
              <a:ext cx="88879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-11229" y="4363741"/>
              <a:ext cx="1158636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Vespula vulgaris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538" y="3207240"/>
              <a:ext cx="1129101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stage response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1340880" y="638008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136927" y="638008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932974" y="638008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729022" y="638008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525069" y="638008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350834" y="6380080"/>
              <a:ext cx="88879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2230053" y="6538410"/>
              <a:ext cx="1243858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Polistes dominula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486544" y="6538410"/>
              <a:ext cx="1093713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stage predictor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1605156" y="503112"/>
              <a:ext cx="984717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Nonnegative partial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1605156" y="626556"/>
              <a:ext cx="80686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ordinal log odds</a:t>
              </a:r>
            </a:p>
          </p:txBody>
        </p:sp>
        <p:pic>
          <p:nvPicPr>
            <p:cNvPr id="104" name="pic10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5156" y="789962"/>
              <a:ext cx="3600000" cy="219455"/>
            </a:xfrm>
            <a:prstGeom prst="rect">
              <a:avLst/>
            </a:prstGeom>
          </p:spPr>
        </p:pic>
        <p:sp>
          <p:nvSpPr>
            <p:cNvPr id="105" name="pl105"/>
            <p:cNvSpPr/>
            <p:nvPr/>
          </p:nvSpPr>
          <p:spPr>
            <a:xfrm>
              <a:off x="1611156" y="965527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294374" y="965527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977592" y="965527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660810" y="965527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344028" y="965527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027246" y="965527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1611156" y="78996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294374" y="78996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977592" y="78996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3660810" y="78996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344028" y="78996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027246" y="78996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1512263" y="1079008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195481" y="1079008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878699" y="1079008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561917" y="1079008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4245135" y="1079008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4928353" y="1079008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1.25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39178" y="171273"/>
              <a:ext cx="220096" cy="218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24" name="rc124"/>
            <p:cNvSpPr/>
            <p:nvPr/>
          </p:nvSpPr>
          <p:spPr>
            <a:xfrm>
              <a:off x="6962297" y="1381958"/>
              <a:ext cx="4935492" cy="49354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7041901" y="5441798"/>
              <a:ext cx="796047" cy="796047"/>
            </a:xfrm>
            <a:prstGeom prst="rect">
              <a:avLst/>
            </a:prstGeom>
            <a:solidFill>
              <a:srgbClr val="FFFC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7837948" y="5441798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8633996" y="5441798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9430043" y="5441798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10226090" y="5441798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11022137" y="5441798"/>
              <a:ext cx="796047" cy="796047"/>
            </a:xfrm>
            <a:prstGeom prst="rect">
              <a:avLst/>
            </a:prstGeom>
            <a:solidFill>
              <a:srgbClr val="FFFC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7041901" y="4645751"/>
              <a:ext cx="796047" cy="796047"/>
            </a:xfrm>
            <a:prstGeom prst="rect">
              <a:avLst/>
            </a:prstGeom>
            <a:solidFill>
              <a:srgbClr val="FFE0D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7837948" y="4645751"/>
              <a:ext cx="796047" cy="796047"/>
            </a:xfrm>
            <a:prstGeom prst="rect">
              <a:avLst/>
            </a:prstGeom>
            <a:solidFill>
              <a:srgbClr val="FFECE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8633996" y="4645751"/>
              <a:ext cx="796047" cy="796047"/>
            </a:xfrm>
            <a:prstGeom prst="rect">
              <a:avLst/>
            </a:prstGeom>
            <a:solidFill>
              <a:srgbClr val="FFF3F1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9430043" y="4645751"/>
              <a:ext cx="796047" cy="796047"/>
            </a:xfrm>
            <a:prstGeom prst="rect">
              <a:avLst/>
            </a:prstGeom>
            <a:solidFill>
              <a:srgbClr val="FFE1D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10226090" y="4645751"/>
              <a:ext cx="796047" cy="796047"/>
            </a:xfrm>
            <a:prstGeom prst="rect">
              <a:avLst/>
            </a:prstGeom>
            <a:solidFill>
              <a:srgbClr val="FFF8F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11022137" y="4645751"/>
              <a:ext cx="796047" cy="796047"/>
            </a:xfrm>
            <a:prstGeom prst="rect">
              <a:avLst/>
            </a:prstGeom>
            <a:solidFill>
              <a:srgbClr val="FFFC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7041901" y="3849704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7837948" y="3849704"/>
              <a:ext cx="796047" cy="796047"/>
            </a:xfrm>
            <a:prstGeom prst="rect">
              <a:avLst/>
            </a:prstGeom>
            <a:solidFill>
              <a:srgbClr val="FFD5C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8633996" y="3849704"/>
              <a:ext cx="796047" cy="796047"/>
            </a:xfrm>
            <a:prstGeom prst="rect">
              <a:avLst/>
            </a:prstGeom>
            <a:solidFill>
              <a:srgbClr val="FFEFE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9430043" y="3849704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10226090" y="3849704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11022137" y="3849704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7041901" y="3053657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7837948" y="3053657"/>
              <a:ext cx="796047" cy="796047"/>
            </a:xfrm>
            <a:prstGeom prst="rect">
              <a:avLst/>
            </a:prstGeom>
            <a:solidFill>
              <a:srgbClr val="FFF2E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8633996" y="3053657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9430043" y="3053657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10226090" y="3053657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11022137" y="3053657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7041901" y="2257610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7837948" y="2257610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8633996" y="2257610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9430043" y="2257610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10226090" y="2257610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11022137" y="2257610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7041901" y="1461563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7837948" y="1461563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8633996" y="1461563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9430043" y="1461563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10226090" y="1461563"/>
              <a:ext cx="796047" cy="7960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11022137" y="1461563"/>
              <a:ext cx="796047" cy="796047"/>
            </a:xfrm>
            <a:prstGeom prst="rect">
              <a:avLst/>
            </a:prstGeom>
            <a:solidFill>
              <a:srgbClr val="D7191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tx161"/>
            <p:cNvSpPr/>
            <p:nvPr/>
          </p:nvSpPr>
          <p:spPr>
            <a:xfrm>
              <a:off x="11386419" y="5777734"/>
              <a:ext cx="67482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7372442" y="4981687"/>
              <a:ext cx="134965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8202231" y="4981687"/>
              <a:ext cx="67482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9760584" y="4981687"/>
              <a:ext cx="134965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8168489" y="4185640"/>
              <a:ext cx="134965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8998278" y="4185640"/>
              <a:ext cx="67482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8202231" y="3389593"/>
              <a:ext cx="67482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11352678" y="1797498"/>
              <a:ext cx="134965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6751351" y="579209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6751351" y="4996043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6751351" y="4199996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6751351" y="3403949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6751351" y="2607902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6810787" y="1811854"/>
              <a:ext cx="88879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175" name="tx175"/>
            <p:cNvSpPr/>
            <p:nvPr/>
          </p:nvSpPr>
          <p:spPr>
            <a:xfrm rot="-5400000">
              <a:off x="6013657" y="4363741"/>
              <a:ext cx="1158636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Vespula vulgaris</a:t>
              </a:r>
            </a:p>
          </p:txBody>
        </p:sp>
        <p:sp>
          <p:nvSpPr>
            <p:cNvPr id="176" name="tx176"/>
            <p:cNvSpPr/>
            <p:nvPr/>
          </p:nvSpPr>
          <p:spPr>
            <a:xfrm rot="-5400000">
              <a:off x="6028425" y="3207240"/>
              <a:ext cx="1129101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stage response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7365767" y="638008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8161814" y="638008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8957861" y="638008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9753908" y="638008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0549956" y="638008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11375721" y="6380080"/>
              <a:ext cx="88879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8254940" y="6538410"/>
              <a:ext cx="1243858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Polistes dominula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9511431" y="6538410"/>
              <a:ext cx="1093713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stage predictor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7630043" y="503112"/>
              <a:ext cx="64172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Nonnegative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7630043" y="626556"/>
              <a:ext cx="61621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partial slope</a:t>
              </a:r>
            </a:p>
          </p:txBody>
        </p:sp>
        <p:pic>
          <p:nvPicPr>
            <p:cNvPr id="187" name="pic1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0043" y="789962"/>
              <a:ext cx="3600000" cy="219455"/>
            </a:xfrm>
            <a:prstGeom prst="rect">
              <a:avLst/>
            </a:prstGeom>
          </p:spPr>
        </p:pic>
        <p:sp>
          <p:nvSpPr>
            <p:cNvPr id="188" name="pl188"/>
            <p:cNvSpPr/>
            <p:nvPr/>
          </p:nvSpPr>
          <p:spPr>
            <a:xfrm>
              <a:off x="7636043" y="965527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8320209" y="965527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9004374" y="965527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9688540" y="965527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10372706" y="965527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11056872" y="965527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7636043" y="78996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8320209" y="78996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9004374" y="78996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9688540" y="78996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10372706" y="78996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11056872" y="78996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tx200"/>
            <p:cNvSpPr/>
            <p:nvPr/>
          </p:nvSpPr>
          <p:spPr>
            <a:xfrm>
              <a:off x="7565405" y="1079008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8249571" y="1079008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8933737" y="1079008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9617903" y="1079008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10302069" y="1079008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10986235" y="1079008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6164065" y="171273"/>
              <a:ext cx="220096" cy="218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2026-09-11T21:02:13Z</dcterms:modified>
  <cp:category/>
</cp:coreProperties>
</file>