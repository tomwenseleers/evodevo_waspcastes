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6400800" cy="585216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0b903bcb219876f44de7a8a37b8f5af9a02b807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6400800" cy="5852160"/>
            <a:chOff x="0" y="0"/>
            <a:chExt cx="6400800" cy="585216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64008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42136" y="0"/>
              <a:ext cx="4916526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37877" y="1030002"/>
              <a:ext cx="4351197" cy="43511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308057" y="4609213"/>
              <a:ext cx="701805" cy="701805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009863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11669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413475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15281" y="460921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817087" y="4609213"/>
              <a:ext cx="701805" cy="701805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308057" y="3907407"/>
              <a:ext cx="701805" cy="701805"/>
            </a:xfrm>
            <a:prstGeom prst="rect">
              <a:avLst/>
            </a:prstGeom>
            <a:solidFill>
              <a:srgbClr val="FF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009863" y="3907407"/>
              <a:ext cx="701805" cy="701805"/>
            </a:xfrm>
            <a:prstGeom prst="rect">
              <a:avLst/>
            </a:prstGeom>
            <a:solidFill>
              <a:srgbClr val="FFEC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711669" y="3907407"/>
              <a:ext cx="701805" cy="701805"/>
            </a:xfrm>
            <a:prstGeom prst="rect">
              <a:avLst/>
            </a:prstGeom>
            <a:solidFill>
              <a:srgbClr val="FFF3F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413475" y="3907407"/>
              <a:ext cx="701805" cy="701805"/>
            </a:xfrm>
            <a:prstGeom prst="rect">
              <a:avLst/>
            </a:prstGeom>
            <a:solidFill>
              <a:srgbClr val="FFE1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115281" y="3907407"/>
              <a:ext cx="701805" cy="701805"/>
            </a:xfrm>
            <a:prstGeom prst="rect">
              <a:avLst/>
            </a:prstGeom>
            <a:solidFill>
              <a:srgbClr val="FFF8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17087" y="3907407"/>
              <a:ext cx="701805" cy="701805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308057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009863" y="3205601"/>
              <a:ext cx="701805" cy="701805"/>
            </a:xfrm>
            <a:prstGeom prst="rect">
              <a:avLst/>
            </a:prstGeom>
            <a:solidFill>
              <a:srgbClr val="FFD5C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711669" y="3205601"/>
              <a:ext cx="701805" cy="701805"/>
            </a:xfrm>
            <a:prstGeom prst="rect">
              <a:avLst/>
            </a:prstGeom>
            <a:solidFill>
              <a:srgbClr val="FFEF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413475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115281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817087" y="3205601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308057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09863" y="2503795"/>
              <a:ext cx="701805" cy="701805"/>
            </a:xfrm>
            <a:prstGeom prst="rect">
              <a:avLst/>
            </a:prstGeom>
            <a:solidFill>
              <a:srgbClr val="FFF2E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711669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13475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115281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17087" y="2503795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308057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009863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711669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13475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115281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817087" y="1801989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308057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009863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711669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13475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115281" y="1100183"/>
              <a:ext cx="701805" cy="701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817087" y="1100183"/>
              <a:ext cx="701805" cy="701805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5134249" y="4898028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91478" y="4196222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327025" y="4196222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96896" y="4196222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293284" y="3494416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028831" y="3494416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327025" y="2792610"/>
              <a:ext cx="67482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00507" y="1388998"/>
              <a:ext cx="134965" cy="124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6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026931" y="4912384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026931" y="421057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026931" y="3508772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26931" y="2806966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026931" y="2105160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086367" y="1403354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584802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286608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988414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690220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392026" y="544382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123550" y="5443829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238373" y="5602159"/>
              <a:ext cx="1243858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494864" y="5602159"/>
              <a:ext cx="1093713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predictor</a:t>
              </a:r>
            </a:p>
          </p:txBody>
        </p:sp>
        <p:sp>
          <p:nvSpPr>
            <p:cNvPr id="64" name="tx64"/>
            <p:cNvSpPr/>
            <p:nvPr/>
          </p:nvSpPr>
          <p:spPr>
            <a:xfrm rot="-5400000">
              <a:off x="289237" y="3719637"/>
              <a:ext cx="1158636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304005" y="2563136"/>
              <a:ext cx="1129101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response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613475" y="151156"/>
              <a:ext cx="64172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Nonnegative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613475" y="274600"/>
              <a:ext cx="61621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 slope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3475" y="438007"/>
              <a:ext cx="3600000" cy="219455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1619475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303641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87807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671973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356139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040304" y="613572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619475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303641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87807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671973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356139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040304" y="438007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1548838" y="72705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233004" y="72705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917169" y="72705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601335" y="72705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285501" y="72705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9667" y="72705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2026-09-11T19:54:32Z</dcterms:modified>
  <cp:category/>
</cp:coreProperties>
</file>