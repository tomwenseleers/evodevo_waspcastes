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6400800" cy="5852160"/>
            <a:chOff x="0" y="0"/>
            <a:chExt cx="6400800" cy="585216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6400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44102" y="0"/>
              <a:ext cx="4912594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194397" y="1030002"/>
              <a:ext cx="4392710" cy="43927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265247" y="4643361"/>
              <a:ext cx="708501" cy="708501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973749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682251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390752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099254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807756" y="4643361"/>
              <a:ext cx="708501" cy="708501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265247" y="3934859"/>
              <a:ext cx="708501" cy="708501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973749" y="3934859"/>
              <a:ext cx="708501" cy="708501"/>
            </a:xfrm>
            <a:prstGeom prst="rect">
              <a:avLst/>
            </a:prstGeom>
            <a:solidFill>
              <a:srgbClr val="FFECE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682251" y="3934859"/>
              <a:ext cx="708501" cy="708501"/>
            </a:xfrm>
            <a:prstGeom prst="rect">
              <a:avLst/>
            </a:prstGeom>
            <a:solidFill>
              <a:srgbClr val="FFF3F1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390752" y="3934859"/>
              <a:ext cx="708501" cy="708501"/>
            </a:xfrm>
            <a:prstGeom prst="rect">
              <a:avLst/>
            </a:prstGeom>
            <a:solidFill>
              <a:srgbClr val="FFE1D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099254" y="3934859"/>
              <a:ext cx="708501" cy="708501"/>
            </a:xfrm>
            <a:prstGeom prst="rect">
              <a:avLst/>
            </a:prstGeom>
            <a:solidFill>
              <a:srgbClr val="FFF8F6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807756" y="3934859"/>
              <a:ext cx="708501" cy="708501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65247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973749" y="3226358"/>
              <a:ext cx="708501" cy="708501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682251" y="3226358"/>
              <a:ext cx="708501" cy="708501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390752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099254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807756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265247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973749" y="2517856"/>
              <a:ext cx="708501" cy="708501"/>
            </a:xfrm>
            <a:prstGeom prst="rect">
              <a:avLst/>
            </a:prstGeom>
            <a:solidFill>
              <a:srgbClr val="FFF2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682251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390752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099254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807756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265247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973749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82251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390752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099254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807756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5247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973749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682251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90752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4099254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807756" y="1100852"/>
              <a:ext cx="708501" cy="708501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1591380" y="4237401"/>
              <a:ext cx="56235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307929" y="4237401"/>
              <a:ext cx="40142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.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716885" y="4237401"/>
              <a:ext cx="56235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99882" y="3528899"/>
              <a:ext cx="56235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33889" y="1403394"/>
              <a:ext cx="56235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07408" y="495760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07408" y="42491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07408" y="354060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07408" y="283210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07408" y="212360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057243" y="1415098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57319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265821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974322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682824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391326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124745" y="548534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355988" y="5623648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462197" y="5623648"/>
              <a:ext cx="9633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61" name="tx61"/>
            <p:cNvSpPr/>
            <p:nvPr/>
          </p:nvSpPr>
          <p:spPr>
            <a:xfrm rot="-5400000">
              <a:off x="353702" y="3679152"/>
              <a:ext cx="10200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62" name="tx62"/>
            <p:cNvSpPr/>
            <p:nvPr/>
          </p:nvSpPr>
          <p:spPr>
            <a:xfrm rot="-5400000">
              <a:off x="366458" y="2660771"/>
              <a:ext cx="9945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590752" y="151156"/>
              <a:ext cx="64172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590752" y="274600"/>
              <a:ext cx="61621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slope</a:t>
              </a:r>
            </a:p>
          </p:txBody>
        </p:sp>
        <p:pic>
          <p:nvPicPr>
            <p:cNvPr id="65" name="pic6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90752" y="438007"/>
              <a:ext cx="3600000" cy="219455"/>
            </a:xfrm>
            <a:prstGeom prst="rect">
              <a:avLst/>
            </a:prstGeom>
          </p:spPr>
        </p:pic>
        <p:sp>
          <p:nvSpPr>
            <p:cNvPr id="66" name="pl66"/>
            <p:cNvSpPr/>
            <p:nvPr/>
          </p:nvSpPr>
          <p:spPr>
            <a:xfrm>
              <a:off x="1596752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280918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65084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649250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333416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017582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596752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280918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65084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649250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33416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017582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1526115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210281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94447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578612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262778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4946944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2026-09-08T17:33:18Z</dcterms:modified>
  <cp:category/>
</cp:coreProperties>
</file>