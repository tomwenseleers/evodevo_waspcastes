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0b903bcb219876f44de7a8a37b8f5af9a02b8072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6400800" cy="5852160"/>
            <a:chOff x="0" y="0"/>
            <a:chExt cx="6400800" cy="585216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6400800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744102" y="0"/>
              <a:ext cx="4912594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194397" y="1030002"/>
              <a:ext cx="4392710" cy="439271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265247" y="4643361"/>
              <a:ext cx="708501" cy="708501"/>
            </a:xfrm>
            <a:prstGeom prst="rect">
              <a:avLst/>
            </a:prstGeom>
            <a:solidFill>
              <a:srgbClr val="FFD5C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973749" y="4643361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682251" y="4643361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390752" y="4643361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4099254" y="4643361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807756" y="4643361"/>
              <a:ext cx="708501" cy="708501"/>
            </a:xfrm>
            <a:prstGeom prst="rect">
              <a:avLst/>
            </a:prstGeom>
            <a:solidFill>
              <a:srgbClr val="FFF3F0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265247" y="3934859"/>
              <a:ext cx="708501" cy="708501"/>
            </a:xfrm>
            <a:prstGeom prst="rect">
              <a:avLst/>
            </a:prstGeom>
            <a:solidFill>
              <a:srgbClr val="FFD7C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973749" y="3934859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2682251" y="3934859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390752" y="3934859"/>
              <a:ext cx="708501" cy="708501"/>
            </a:xfrm>
            <a:prstGeom prst="rect">
              <a:avLst/>
            </a:prstGeom>
            <a:solidFill>
              <a:srgbClr val="FEAE9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099254" y="3934859"/>
              <a:ext cx="708501" cy="708501"/>
            </a:xfrm>
            <a:prstGeom prst="rect">
              <a:avLst/>
            </a:prstGeom>
            <a:solidFill>
              <a:srgbClr val="FCA493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807756" y="3934859"/>
              <a:ext cx="708501" cy="708501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65247" y="3226358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973749" y="3226358"/>
              <a:ext cx="708501" cy="708501"/>
            </a:xfrm>
            <a:prstGeom prst="rect">
              <a:avLst/>
            </a:prstGeom>
            <a:solidFill>
              <a:srgbClr val="FFE0D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682251" y="3226358"/>
              <a:ext cx="708501" cy="708501"/>
            </a:xfrm>
            <a:prstGeom prst="rect">
              <a:avLst/>
            </a:prstGeom>
            <a:solidFill>
              <a:srgbClr val="FFD2C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390752" y="3226358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4099254" y="3226358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4807756" y="3226358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265247" y="2517856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973749" y="2517856"/>
              <a:ext cx="708501" cy="708501"/>
            </a:xfrm>
            <a:prstGeom prst="rect">
              <a:avLst/>
            </a:prstGeom>
            <a:solidFill>
              <a:srgbClr val="FFD1C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682251" y="2517856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390752" y="2517856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099254" y="2517856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807756" y="2517856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265247" y="1809354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973749" y="1809354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82251" y="1809354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390752" y="1809354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099254" y="1809354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807756" y="1809354"/>
              <a:ext cx="708501" cy="708501"/>
            </a:xfrm>
            <a:prstGeom prst="rect">
              <a:avLst/>
            </a:prstGeom>
            <a:solidFill>
              <a:srgbClr val="FFD6CD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5247" y="1100852"/>
              <a:ext cx="708501" cy="708501"/>
            </a:xfrm>
            <a:prstGeom prst="rect">
              <a:avLst/>
            </a:prstGeom>
            <a:solidFill>
              <a:srgbClr val="FFDED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973749" y="1100852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2682251" y="1100852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90752" y="1100852"/>
              <a:ext cx="708501" cy="7085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4099254" y="1100852"/>
              <a:ext cx="708501" cy="708501"/>
            </a:xfrm>
            <a:prstGeom prst="rect">
              <a:avLst/>
            </a:prstGeom>
            <a:solidFill>
              <a:srgbClr val="FFF6F4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807756" y="1100852"/>
              <a:ext cx="708501" cy="708501"/>
            </a:xfrm>
            <a:prstGeom prst="rect">
              <a:avLst/>
            </a:prstGeom>
            <a:solidFill>
              <a:srgbClr val="D7191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1477355" y="4956921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28/47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85856" y="4956921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925951" y="4956921"/>
              <a:ext cx="221101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7/22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07066" y="4956921"/>
              <a:ext cx="275874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11/63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315568" y="4956921"/>
              <a:ext cx="275874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11/33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019863" y="4956921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13/22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477355" y="4248419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58/76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185856" y="4248419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30/59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894358" y="4248419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20/57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543881" y="4192417"/>
              <a:ext cx="402244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110/134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3722875" y="4304421"/>
              <a:ext cx="4425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311362" y="4192417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67/78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431377" y="4304421"/>
              <a:ext cx="4425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019863" y="4248419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20/40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477355" y="3539918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16/54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185856" y="3539918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22/36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894358" y="3539918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12/18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3602860" y="3539918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36/84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4311362" y="3539918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20/52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019863" y="3539918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15/30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1481561" y="2831416"/>
              <a:ext cx="275874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11/27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2185856" y="2831416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12/18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2930157" y="2831416"/>
              <a:ext cx="212689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5/11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3602860" y="2831416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23/48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4311362" y="2831416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15/31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5051456" y="2831416"/>
              <a:ext cx="221101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8/21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445762" y="2122914"/>
              <a:ext cx="347472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56/218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2154264" y="2122914"/>
              <a:ext cx="347472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55/139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2894358" y="2122914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18/98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3571267" y="2122914"/>
              <a:ext cx="347472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73/394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4279769" y="2122914"/>
              <a:ext cx="347472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73/185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4988271" y="2066912"/>
              <a:ext cx="347472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81/136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139878" y="2178916"/>
              <a:ext cx="4425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1445762" y="1358410"/>
              <a:ext cx="347472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95/146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603725" y="1470414"/>
              <a:ext cx="3154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.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2154264" y="1414412"/>
              <a:ext cx="347472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69/133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2894358" y="1414412"/>
              <a:ext cx="28428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18/77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3539675" y="1414412"/>
              <a:ext cx="410657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121/281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4248177" y="1414412"/>
              <a:ext cx="410657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102/168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956678" y="1358410"/>
              <a:ext cx="410657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180/190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139878" y="1470414"/>
              <a:ext cx="44256" cy="813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007408" y="495760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007408" y="424910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007408" y="354060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007408" y="2832102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007408" y="212360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057243" y="1415098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557319" y="548534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265821" y="548534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974322" y="548534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3682824" y="548534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4391326" y="548534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5124745" y="548534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355988" y="5623648"/>
              <a:ext cx="109508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3462197" y="5623648"/>
              <a:ext cx="96332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predictor</a:t>
              </a:r>
            </a:p>
          </p:txBody>
        </p:sp>
        <p:sp>
          <p:nvSpPr>
            <p:cNvPr id="97" name="tx97"/>
            <p:cNvSpPr/>
            <p:nvPr/>
          </p:nvSpPr>
          <p:spPr>
            <a:xfrm rot="-5400000">
              <a:off x="353702" y="3679152"/>
              <a:ext cx="102001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98" name="tx98"/>
            <p:cNvSpPr/>
            <p:nvPr/>
          </p:nvSpPr>
          <p:spPr>
            <a:xfrm rot="-5400000">
              <a:off x="366458" y="2660771"/>
              <a:ext cx="99450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response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1590752" y="151156"/>
              <a:ext cx="98471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Nonnegative partial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1590752" y="274600"/>
              <a:ext cx="806866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ordinal log odds</a:t>
              </a:r>
            </a:p>
          </p:txBody>
        </p:sp>
        <p:pic>
          <p:nvPicPr>
            <p:cNvPr id="101" name="pic10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90752" y="438007"/>
              <a:ext cx="3600000" cy="219455"/>
            </a:xfrm>
            <a:prstGeom prst="rect">
              <a:avLst/>
            </a:prstGeom>
          </p:spPr>
        </p:pic>
        <p:sp>
          <p:nvSpPr>
            <p:cNvPr id="102" name="pl102"/>
            <p:cNvSpPr/>
            <p:nvPr/>
          </p:nvSpPr>
          <p:spPr>
            <a:xfrm>
              <a:off x="1596752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2279970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2963188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3646406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4329624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012842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1596752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2279970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2963188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3646406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4329624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012842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tx114"/>
            <p:cNvSpPr/>
            <p:nvPr/>
          </p:nvSpPr>
          <p:spPr>
            <a:xfrm>
              <a:off x="1497860" y="72705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2181078" y="72705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2864296" y="72705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3547514" y="72705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4230732" y="72705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4913950" y="72705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2026-09-08T18:37:33Z</dcterms:modified>
  <cp:category/>
</cp:coreProperties>
</file>