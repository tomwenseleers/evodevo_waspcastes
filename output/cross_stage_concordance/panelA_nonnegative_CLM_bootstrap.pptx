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6400800" cy="585216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6400800" cy="5852160"/>
            <a:chOff x="0" y="0"/>
            <a:chExt cx="6400800" cy="585216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6400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42136" y="0"/>
              <a:ext cx="4916526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37877" y="1030002"/>
              <a:ext cx="4351197" cy="43511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08057" y="4609213"/>
              <a:ext cx="701805" cy="701805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009863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711669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413475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115281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817087" y="4609213"/>
              <a:ext cx="701805" cy="701805"/>
            </a:xfrm>
            <a:prstGeom prst="rect">
              <a:avLst/>
            </a:prstGeom>
            <a:solidFill>
              <a:srgbClr val="FFF3F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308057" y="3907407"/>
              <a:ext cx="701805" cy="701805"/>
            </a:xfrm>
            <a:prstGeom prst="rect">
              <a:avLst/>
            </a:prstGeom>
            <a:solidFill>
              <a:srgbClr val="FFD7C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009863" y="3907407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711669" y="3907407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413475" y="3907407"/>
              <a:ext cx="701805" cy="701805"/>
            </a:xfrm>
            <a:prstGeom prst="rect">
              <a:avLst/>
            </a:prstGeom>
            <a:solidFill>
              <a:srgbClr val="FEAE9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115281" y="3907407"/>
              <a:ext cx="701805" cy="701805"/>
            </a:xfrm>
            <a:prstGeom prst="rect">
              <a:avLst/>
            </a:prstGeom>
            <a:solidFill>
              <a:srgbClr val="FCA49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817087" y="3907407"/>
              <a:ext cx="701805" cy="701805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08057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009863" y="3205601"/>
              <a:ext cx="701805" cy="701805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11669" y="3205601"/>
              <a:ext cx="701805" cy="701805"/>
            </a:xfrm>
            <a:prstGeom prst="rect">
              <a:avLst/>
            </a:prstGeom>
            <a:solidFill>
              <a:srgbClr val="FFD2C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413475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115281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817087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308057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09863" y="2503795"/>
              <a:ext cx="701805" cy="701805"/>
            </a:xfrm>
            <a:prstGeom prst="rect">
              <a:avLst/>
            </a:prstGeom>
            <a:solidFill>
              <a:srgbClr val="FFD1C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711669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13475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115281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817087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308057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009863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711669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13475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115281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817087" y="1801989"/>
              <a:ext cx="701805" cy="701805"/>
            </a:xfrm>
            <a:prstGeom prst="rect">
              <a:avLst/>
            </a:prstGeom>
            <a:solidFill>
              <a:srgbClr val="FFD6C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308057" y="1100183"/>
              <a:ext cx="701805" cy="701805"/>
            </a:xfrm>
            <a:prstGeom prst="rect">
              <a:avLst/>
            </a:prstGeom>
            <a:solidFill>
              <a:srgbClr val="FFDED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009863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711669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13475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4115281" y="1100183"/>
              <a:ext cx="701805" cy="701805"/>
            </a:xfrm>
            <a:prstGeom prst="rect">
              <a:avLst/>
            </a:prstGeom>
            <a:solidFill>
              <a:srgbClr val="FFF6F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817087" y="1100183"/>
              <a:ext cx="701805" cy="701805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1489659" y="491165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28/47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91465" y="491165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930899" y="4911652"/>
              <a:ext cx="26334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7/22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00106" y="4911652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11/63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301912" y="4911652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11/33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998689" y="491165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13/22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489659" y="414317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58/76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40169" y="4276516"/>
              <a:ext cx="3758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.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191465" y="4209846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30/59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893271" y="4209846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20/57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524851" y="4143177"/>
              <a:ext cx="47905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110/134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711709" y="4276516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296883" y="414317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67/78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4413515" y="4276516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998689" y="4209846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20/40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489659" y="350804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16/54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191465" y="350804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22/36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893271" y="350804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595077" y="350804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36/84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296883" y="350804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20/52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998689" y="350804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494688" y="2806234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11/27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191465" y="280623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935928" y="2806234"/>
              <a:ext cx="25328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5/11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3595077" y="280623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23/48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4296883" y="280623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5036317" y="2806234"/>
              <a:ext cx="26334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8/21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452032" y="2104428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56/218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153838" y="2104428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55/139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893271" y="2104428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18/98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557450" y="2104428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73/394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259256" y="2104428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73/185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961061" y="2037759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81/136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5115321" y="2171098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452032" y="1335953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95/146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632626" y="1469292"/>
              <a:ext cx="52669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153838" y="1402622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69/133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93271" y="140262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18/77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519822" y="1402622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121/281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221628" y="1402622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102/168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923434" y="1335953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180/190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115321" y="1469292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026931" y="4912384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026931" y="421057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26931" y="350877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026931" y="280696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026931" y="210516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086367" y="1403354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584802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286608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988414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3690220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4392026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5123550" y="5443829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238373" y="5602159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494864" y="5602159"/>
              <a:ext cx="1093713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98" name="tx98"/>
            <p:cNvSpPr/>
            <p:nvPr/>
          </p:nvSpPr>
          <p:spPr>
            <a:xfrm rot="-5400000">
              <a:off x="289237" y="3719637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9" name="tx99"/>
            <p:cNvSpPr/>
            <p:nvPr/>
          </p:nvSpPr>
          <p:spPr>
            <a:xfrm rot="-5400000">
              <a:off x="304005" y="2563136"/>
              <a:ext cx="112910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613475" y="151156"/>
              <a:ext cx="98471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 partial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613475" y="274600"/>
              <a:ext cx="80686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ordinal log odds</a:t>
              </a:r>
            </a:p>
          </p:txBody>
        </p:sp>
        <p:pic>
          <p:nvPicPr>
            <p:cNvPr id="102" name="pic10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13475" y="438007"/>
              <a:ext cx="3600000" cy="219455"/>
            </a:xfrm>
            <a:prstGeom prst="rect">
              <a:avLst/>
            </a:prstGeom>
          </p:spPr>
        </p:pic>
        <p:sp>
          <p:nvSpPr>
            <p:cNvPr id="103" name="pl103"/>
            <p:cNvSpPr/>
            <p:nvPr/>
          </p:nvSpPr>
          <p:spPr>
            <a:xfrm>
              <a:off x="1619475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2302693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2985911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3669129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352347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035565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619475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2302693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2985911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3669129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352347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035565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1520583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203801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2887019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3570237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4253455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936673" y="7270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2026-09-10T15:06:21Z</dcterms:modified>
  <cp:category/>
</cp:coreProperties>
</file>