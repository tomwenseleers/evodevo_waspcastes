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6400800" cy="585216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0b903bcb219876f44de7a8a37b8f5af9a02b8072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6400800" cy="5852160"/>
            <a:chOff x="0" y="0"/>
            <a:chExt cx="6400800" cy="585216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6400800" cy="5852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742136" y="0"/>
              <a:ext cx="4916526" cy="5852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237877" y="1030002"/>
              <a:ext cx="4351197" cy="43511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308057" y="4609213"/>
              <a:ext cx="701805" cy="701805"/>
            </a:xfrm>
            <a:prstGeom prst="rect">
              <a:avLst/>
            </a:prstGeom>
            <a:solidFill>
              <a:srgbClr val="FFD5C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009863" y="4609213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711669" y="4609213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3413475" y="4609213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15281" y="4609213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817087" y="4609213"/>
              <a:ext cx="701805" cy="701805"/>
            </a:xfrm>
            <a:prstGeom prst="rect">
              <a:avLst/>
            </a:prstGeom>
            <a:solidFill>
              <a:srgbClr val="FFF3F0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308057" y="3907407"/>
              <a:ext cx="701805" cy="701805"/>
            </a:xfrm>
            <a:prstGeom prst="rect">
              <a:avLst/>
            </a:prstGeom>
            <a:solidFill>
              <a:srgbClr val="FFD7C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009863" y="3907407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711669" y="3907407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413475" y="3907407"/>
              <a:ext cx="701805" cy="701805"/>
            </a:xfrm>
            <a:prstGeom prst="rect">
              <a:avLst/>
            </a:prstGeom>
            <a:solidFill>
              <a:srgbClr val="FEAE9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115281" y="3907407"/>
              <a:ext cx="701805" cy="701805"/>
            </a:xfrm>
            <a:prstGeom prst="rect">
              <a:avLst/>
            </a:prstGeom>
            <a:solidFill>
              <a:srgbClr val="FCA493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17087" y="3907407"/>
              <a:ext cx="701805" cy="701805"/>
            </a:xfrm>
            <a:prstGeom prst="rect">
              <a:avLst/>
            </a:prstGeom>
            <a:solidFill>
              <a:srgbClr val="FFFC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308057" y="3205601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009863" y="3205601"/>
              <a:ext cx="701805" cy="701805"/>
            </a:xfrm>
            <a:prstGeom prst="rect">
              <a:avLst/>
            </a:prstGeom>
            <a:solidFill>
              <a:srgbClr val="FFE0D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2711669" y="3205601"/>
              <a:ext cx="701805" cy="701805"/>
            </a:xfrm>
            <a:prstGeom prst="rect">
              <a:avLst/>
            </a:prstGeom>
            <a:solidFill>
              <a:srgbClr val="FFD2C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413475" y="3205601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4115281" y="3205601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4817087" y="3205601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308057" y="2503795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009863" y="2503795"/>
              <a:ext cx="701805" cy="701805"/>
            </a:xfrm>
            <a:prstGeom prst="rect">
              <a:avLst/>
            </a:prstGeom>
            <a:solidFill>
              <a:srgbClr val="FFD1C7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711669" y="2503795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13475" y="2503795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115281" y="2503795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817087" y="2503795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308057" y="1801989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009863" y="1801989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711669" y="1801989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13475" y="1801989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4115281" y="1801989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4817087" y="1801989"/>
              <a:ext cx="701805" cy="701805"/>
            </a:xfrm>
            <a:prstGeom prst="rect">
              <a:avLst/>
            </a:prstGeom>
            <a:solidFill>
              <a:srgbClr val="FFD6C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308057" y="1100183"/>
              <a:ext cx="701805" cy="701805"/>
            </a:xfrm>
            <a:prstGeom prst="rect">
              <a:avLst/>
            </a:prstGeom>
            <a:solidFill>
              <a:srgbClr val="FFDED7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2009863" y="1100183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2711669" y="1100183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13475" y="1100183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4115281" y="1100183"/>
              <a:ext cx="701805" cy="701805"/>
            </a:xfrm>
            <a:prstGeom prst="rect">
              <a:avLst/>
            </a:prstGeom>
            <a:solidFill>
              <a:srgbClr val="FFF6F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4817087" y="1100183"/>
              <a:ext cx="701805" cy="701805"/>
            </a:xfrm>
            <a:prstGeom prst="rect">
              <a:avLst/>
            </a:prstGeom>
            <a:solidFill>
              <a:srgbClr val="D7191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1489659" y="4911652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28/47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191465" y="4911652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12/30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930899" y="4911652"/>
              <a:ext cx="26334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7/22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00106" y="4911652"/>
              <a:ext cx="328543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11/63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301912" y="4911652"/>
              <a:ext cx="328543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11/33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998689" y="4911652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13/22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489659" y="4143177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58/76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640169" y="4276516"/>
              <a:ext cx="37581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.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191465" y="4209846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30/59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893271" y="4209846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20/57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524851" y="4143177"/>
              <a:ext cx="479054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110/134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711709" y="4276516"/>
              <a:ext cx="105338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4296883" y="4143177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67/78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4413515" y="4276516"/>
              <a:ext cx="105338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4998689" y="4209846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20/40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489659" y="3508040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16/54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2191465" y="3508040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22/36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893271" y="3508040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12/18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595077" y="3508040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36/84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296883" y="3508040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20/52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998689" y="3508040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15/30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494688" y="2806234"/>
              <a:ext cx="328543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11/27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2191465" y="2806234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12/18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2935928" y="2806234"/>
              <a:ext cx="253288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5/11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595077" y="2806234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23/48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296883" y="2806234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15/31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5036317" y="2806234"/>
              <a:ext cx="26334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8/21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452032" y="2104428"/>
              <a:ext cx="41385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56/218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2153838" y="2104428"/>
              <a:ext cx="41385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55/139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2893271" y="2104428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18/98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557450" y="2104428"/>
              <a:ext cx="41385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73/394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4259256" y="2104428"/>
              <a:ext cx="41385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73/185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4961061" y="2037759"/>
              <a:ext cx="41385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81/136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5115321" y="2171098"/>
              <a:ext cx="105338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1452032" y="1335953"/>
              <a:ext cx="41385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95/146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1632626" y="1469292"/>
              <a:ext cx="52669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153838" y="1402622"/>
              <a:ext cx="41385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69/133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893271" y="1402622"/>
              <a:ext cx="33860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18/77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519822" y="1402622"/>
              <a:ext cx="48911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121/281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221628" y="1402622"/>
              <a:ext cx="48911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102/168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923434" y="1335953"/>
              <a:ext cx="48911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180/190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5115321" y="1469292"/>
              <a:ext cx="105338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6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1026931" y="4912384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L1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1026931" y="4210578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1026931" y="3508772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L3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1026931" y="2806966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L4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1026931" y="2105160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L5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1086367" y="1403354"/>
              <a:ext cx="88879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1584802" y="5443829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L1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286608" y="5443829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L2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988414" y="5443829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L3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3690220" y="5443829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L4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4392026" y="5443829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L5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5123550" y="5443829"/>
              <a:ext cx="88879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238373" y="5602159"/>
              <a:ext cx="1243858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Polistes dominula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3494864" y="5602159"/>
              <a:ext cx="1093713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stage predictor</a:t>
              </a:r>
            </a:p>
          </p:txBody>
        </p:sp>
        <p:sp>
          <p:nvSpPr>
            <p:cNvPr id="98" name="tx98"/>
            <p:cNvSpPr/>
            <p:nvPr/>
          </p:nvSpPr>
          <p:spPr>
            <a:xfrm rot="-5400000">
              <a:off x="289237" y="3719637"/>
              <a:ext cx="1158636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Vespula vulgaris</a:t>
              </a:r>
            </a:p>
          </p:txBody>
        </p:sp>
        <p:sp>
          <p:nvSpPr>
            <p:cNvPr id="99" name="tx99"/>
            <p:cNvSpPr/>
            <p:nvPr/>
          </p:nvSpPr>
          <p:spPr>
            <a:xfrm rot="-5400000">
              <a:off x="304005" y="2563136"/>
              <a:ext cx="1129101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stage response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1613475" y="151156"/>
              <a:ext cx="984717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Nonnegative partial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1613475" y="274600"/>
              <a:ext cx="806866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ordinal log odds</a:t>
              </a:r>
            </a:p>
          </p:txBody>
        </p:sp>
        <p:pic>
          <p:nvPicPr>
            <p:cNvPr id="102" name="pic10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3475" y="438007"/>
              <a:ext cx="3600000" cy="219455"/>
            </a:xfrm>
            <a:prstGeom prst="rect">
              <a:avLst/>
            </a:prstGeom>
          </p:spPr>
        </p:pic>
        <p:sp>
          <p:nvSpPr>
            <p:cNvPr id="103" name="pl103"/>
            <p:cNvSpPr/>
            <p:nvPr/>
          </p:nvSpPr>
          <p:spPr>
            <a:xfrm>
              <a:off x="1619475" y="613572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302693" y="613572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985911" y="613572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3669129" y="613572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352347" y="613572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035565" y="613572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1619475" y="438007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2302693" y="438007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985911" y="438007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3669129" y="438007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352347" y="438007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035565" y="438007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tx115"/>
            <p:cNvSpPr/>
            <p:nvPr/>
          </p:nvSpPr>
          <p:spPr>
            <a:xfrm>
              <a:off x="1520583" y="727052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203801" y="727052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2887019" y="727052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3570237" y="727052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4253455" y="727052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4936673" y="727052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1.25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2026-09-11T20:57:45Z</dcterms:modified>
  <cp:category/>
</cp:coreProperties>
</file>