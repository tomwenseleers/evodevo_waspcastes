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45030189a16b5911ad1d81ceb16dff7c62aa74b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6675120" cy="5230368"/>
            <a:chOff x="0" y="0"/>
            <a:chExt cx="6675120" cy="5230368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6675120" cy="52303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675120" y="0"/>
              <a:ext cx="0" cy="52303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210784" y="611739"/>
              <a:ext cx="4401072" cy="22960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315571" y="2599809"/>
              <a:ext cx="1047874" cy="280009"/>
            </a:xfrm>
            <a:prstGeom prst="rect">
              <a:avLst/>
            </a:prstGeom>
            <a:solidFill>
              <a:srgbClr val="F8D9D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315571" y="919750"/>
              <a:ext cx="1047874" cy="280009"/>
            </a:xfrm>
            <a:prstGeom prst="rect">
              <a:avLst/>
            </a:prstGeom>
            <a:solidFill>
              <a:srgbClr val="FBE4E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315571" y="1199760"/>
              <a:ext cx="1047874" cy="280009"/>
            </a:xfrm>
            <a:prstGeom prst="rect">
              <a:avLst/>
            </a:prstGeom>
            <a:solidFill>
              <a:srgbClr val="FAFA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315571" y="2039789"/>
              <a:ext cx="1047874" cy="280009"/>
            </a:xfrm>
            <a:prstGeom prst="rect">
              <a:avLst/>
            </a:prstGeom>
            <a:solidFill>
              <a:srgbClr val="FDF0E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315571" y="2319799"/>
              <a:ext cx="1047874" cy="280009"/>
            </a:xfrm>
            <a:prstGeom prst="rect">
              <a:avLst/>
            </a:prstGeom>
            <a:solidFill>
              <a:srgbClr val="FCFDF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15571" y="639740"/>
              <a:ext cx="1047874" cy="280009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315571" y="1479769"/>
              <a:ext cx="1047874" cy="280009"/>
            </a:xfrm>
            <a:prstGeom prst="rect">
              <a:avLst/>
            </a:prstGeom>
            <a:solidFill>
              <a:srgbClr val="FBE9E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315571" y="1759779"/>
              <a:ext cx="1047874" cy="280009"/>
            </a:xfrm>
            <a:prstGeom prst="rect">
              <a:avLst/>
            </a:prstGeom>
            <a:solidFill>
              <a:srgbClr val="FBE8E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363446" y="2599809"/>
              <a:ext cx="1047874" cy="280009"/>
            </a:xfrm>
            <a:prstGeom prst="rect">
              <a:avLst/>
            </a:prstGeom>
            <a:solidFill>
              <a:srgbClr val="FAE0D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363446" y="919750"/>
              <a:ext cx="1047874" cy="280009"/>
            </a:xfrm>
            <a:prstGeom prst="rect">
              <a:avLst/>
            </a:prstGeom>
            <a:solidFill>
              <a:srgbClr val="FBFB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363446" y="1199760"/>
              <a:ext cx="1047874" cy="280009"/>
            </a:xfrm>
            <a:prstGeom prst="rect">
              <a:avLst/>
            </a:prstGeom>
            <a:solidFill>
              <a:srgbClr val="F7D2C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363446" y="2039789"/>
              <a:ext cx="1047874" cy="280009"/>
            </a:xfrm>
            <a:prstGeom prst="rect">
              <a:avLst/>
            </a:prstGeom>
            <a:solidFill>
              <a:srgbClr val="E8A09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363446" y="2319799"/>
              <a:ext cx="1047874" cy="280009"/>
            </a:xfrm>
            <a:prstGeom prst="rect">
              <a:avLst/>
            </a:prstGeom>
            <a:solidFill>
              <a:srgbClr val="F3C4BF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363446" y="639740"/>
              <a:ext cx="1047874" cy="280009"/>
            </a:xfrm>
            <a:prstGeom prst="rect">
              <a:avLst/>
            </a:prstGeom>
            <a:solidFill>
              <a:srgbClr val="F1BCB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63446" y="1479769"/>
              <a:ext cx="1047874" cy="280009"/>
            </a:xfrm>
            <a:prstGeom prst="rect">
              <a:avLst/>
            </a:prstGeom>
            <a:solidFill>
              <a:srgbClr val="F4C5C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3446" y="1759779"/>
              <a:ext cx="1047874" cy="280009"/>
            </a:xfrm>
            <a:prstGeom prst="rect">
              <a:avLst/>
            </a:prstGeom>
            <a:solidFill>
              <a:srgbClr val="F3C2B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411320" y="2599809"/>
              <a:ext cx="1047874" cy="280009"/>
            </a:xfrm>
            <a:prstGeom prst="rect">
              <a:avLst/>
            </a:prstGeom>
            <a:solidFill>
              <a:srgbClr val="FEFAF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411320" y="919750"/>
              <a:ext cx="1047874" cy="280009"/>
            </a:xfrm>
            <a:prstGeom prst="rect">
              <a:avLst/>
            </a:prstGeom>
            <a:solidFill>
              <a:srgbClr val="FBFC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411320" y="1199760"/>
              <a:ext cx="1047874" cy="280009"/>
            </a:xfrm>
            <a:prstGeom prst="rect">
              <a:avLst/>
            </a:prstGeom>
            <a:solidFill>
              <a:srgbClr val="F8D9D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411320" y="2039789"/>
              <a:ext cx="1047874" cy="280009"/>
            </a:xfrm>
            <a:prstGeom prst="rect">
              <a:avLst/>
            </a:prstGeom>
            <a:solidFill>
              <a:srgbClr val="F9DAD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411320" y="2319799"/>
              <a:ext cx="1047874" cy="280009"/>
            </a:xfrm>
            <a:prstGeom prst="rect">
              <a:avLst/>
            </a:prstGeom>
            <a:solidFill>
              <a:srgbClr val="FEF9F9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411320" y="639740"/>
              <a:ext cx="1047874" cy="280009"/>
            </a:xfrm>
            <a:prstGeom prst="rect">
              <a:avLst/>
            </a:prstGeom>
            <a:solidFill>
              <a:srgbClr val="FEFBF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411320" y="1479769"/>
              <a:ext cx="1047874" cy="280009"/>
            </a:xfrm>
            <a:prstGeom prst="rect">
              <a:avLst/>
            </a:prstGeom>
            <a:solidFill>
              <a:srgbClr val="FDF3F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411320" y="1759779"/>
              <a:ext cx="1047874" cy="280009"/>
            </a:xfrm>
            <a:prstGeom prst="rect">
              <a:avLst/>
            </a:prstGeom>
            <a:solidFill>
              <a:srgbClr val="FCECEB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459195" y="2599809"/>
              <a:ext cx="1047874" cy="280009"/>
            </a:xfrm>
            <a:prstGeom prst="rect">
              <a:avLst/>
            </a:prstGeom>
            <a:solidFill>
              <a:srgbClr val="F9DAD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459195" y="919750"/>
              <a:ext cx="1047874" cy="280009"/>
            </a:xfrm>
            <a:prstGeom prst="rect">
              <a:avLst/>
            </a:prstGeom>
            <a:solidFill>
              <a:srgbClr val="F8D9D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459195" y="1199760"/>
              <a:ext cx="1047874" cy="280009"/>
            </a:xfrm>
            <a:prstGeom prst="rect">
              <a:avLst/>
            </a:prstGeom>
            <a:solidFill>
              <a:srgbClr val="F6CFCB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59195" y="2039789"/>
              <a:ext cx="1047874" cy="280009"/>
            </a:xfrm>
            <a:prstGeom prst="rect">
              <a:avLst/>
            </a:prstGeom>
            <a:solidFill>
              <a:srgbClr val="F1BEB9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459195" y="2319799"/>
              <a:ext cx="1047874" cy="280009"/>
            </a:xfrm>
            <a:prstGeom prst="rect">
              <a:avLst/>
            </a:prstGeom>
            <a:solidFill>
              <a:srgbClr val="F1BDB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459195" y="639740"/>
              <a:ext cx="1047874" cy="280009"/>
            </a:xfrm>
            <a:prstGeom prst="rect">
              <a:avLst/>
            </a:prstGeom>
            <a:solidFill>
              <a:srgbClr val="F7D3D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459195" y="1479769"/>
              <a:ext cx="1047874" cy="280009"/>
            </a:xfrm>
            <a:prstGeom prst="rect">
              <a:avLst/>
            </a:prstGeom>
            <a:solidFill>
              <a:srgbClr val="F6CEC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5459195" y="1759779"/>
              <a:ext cx="1047874" cy="280009"/>
            </a:xfrm>
            <a:prstGeom prst="rect">
              <a:avLst/>
            </a:prstGeom>
            <a:solidFill>
              <a:srgbClr val="FAE1D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2815963" y="269647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15963" y="101641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40291" y="1296422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840291" y="2136451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863837" y="241646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16746" y="736402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863837" y="157643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863837" y="185644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888166" y="1296422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59586" y="269647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936040" y="1016412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959586" y="129642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959586" y="213645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936040" y="2416461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936040" y="736402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959586" y="157643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959586" y="185644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2210784" y="2959695"/>
              <a:ext cx="4401072" cy="61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315571" y="2987696"/>
              <a:ext cx="1047874" cy="280009"/>
            </a:xfrm>
            <a:prstGeom prst="rect">
              <a:avLst/>
            </a:prstGeom>
            <a:solidFill>
              <a:srgbClr val="F6F8FB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315571" y="3267706"/>
              <a:ext cx="1047874" cy="280009"/>
            </a:xfrm>
            <a:prstGeom prst="rect">
              <a:avLst/>
            </a:prstGeom>
            <a:solidFill>
              <a:srgbClr val="FFFD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363446" y="2987696"/>
              <a:ext cx="1047874" cy="280009"/>
            </a:xfrm>
            <a:prstGeom prst="rect">
              <a:avLst/>
            </a:prstGeom>
            <a:solidFill>
              <a:srgbClr val="F4C8C4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363446" y="3267706"/>
              <a:ext cx="1047874" cy="280009"/>
            </a:xfrm>
            <a:prstGeom prst="rect">
              <a:avLst/>
            </a:prstGeom>
            <a:solidFill>
              <a:srgbClr val="F3C5C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411320" y="2987696"/>
              <a:ext cx="1047874" cy="280009"/>
            </a:xfrm>
            <a:prstGeom prst="rect">
              <a:avLst/>
            </a:prstGeom>
            <a:solidFill>
              <a:srgbClr val="FEF6F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411320" y="3267706"/>
              <a:ext cx="1047874" cy="280009"/>
            </a:xfrm>
            <a:prstGeom prst="rect">
              <a:avLst/>
            </a:prstGeom>
            <a:solidFill>
              <a:srgbClr val="FEF9F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5459195" y="2987696"/>
              <a:ext cx="1047874" cy="280009"/>
            </a:xfrm>
            <a:prstGeom prst="rect">
              <a:avLst/>
            </a:prstGeom>
            <a:solidFill>
              <a:srgbClr val="D6726C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5459195" y="3267706"/>
              <a:ext cx="1047874" cy="280009"/>
            </a:xfrm>
            <a:prstGeom prst="rect">
              <a:avLst/>
            </a:prstGeom>
            <a:solidFill>
              <a:srgbClr val="E9A29C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863837" y="3084358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863837" y="3364368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912495" y="3084358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912495" y="3364368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2210784" y="3627592"/>
              <a:ext cx="4401072" cy="8960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315571" y="4215612"/>
              <a:ext cx="1047874" cy="280009"/>
            </a:xfrm>
            <a:prstGeom prst="rect">
              <a:avLst/>
            </a:prstGeom>
            <a:solidFill>
              <a:srgbClr val="FFFEF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315571" y="3655593"/>
              <a:ext cx="1047874" cy="280009"/>
            </a:xfrm>
            <a:prstGeom prst="rect">
              <a:avLst/>
            </a:prstGeom>
            <a:solidFill>
              <a:srgbClr val="FBE8E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315571" y="3935602"/>
              <a:ext cx="1047874" cy="280009"/>
            </a:xfrm>
            <a:prstGeom prst="rect">
              <a:avLst/>
            </a:prstGeom>
            <a:solidFill>
              <a:srgbClr val="FEF6F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363446" y="4215612"/>
              <a:ext cx="1047874" cy="280009"/>
            </a:xfrm>
            <a:prstGeom prst="rect">
              <a:avLst/>
            </a:prstGeom>
            <a:solidFill>
              <a:srgbClr val="E18D8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3363446" y="3655593"/>
              <a:ext cx="1047874" cy="280009"/>
            </a:xfrm>
            <a:prstGeom prst="rect">
              <a:avLst/>
            </a:prstGeom>
            <a:solidFill>
              <a:srgbClr val="E08B8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363446" y="3935602"/>
              <a:ext cx="1047874" cy="280009"/>
            </a:xfrm>
            <a:prstGeom prst="rect">
              <a:avLst/>
            </a:prstGeom>
            <a:solidFill>
              <a:srgbClr val="DA7B7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411320" y="4215612"/>
              <a:ext cx="1047874" cy="280009"/>
            </a:xfrm>
            <a:prstGeom prst="rect">
              <a:avLst/>
            </a:prstGeom>
            <a:solidFill>
              <a:srgbClr val="DD837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411320" y="3655593"/>
              <a:ext cx="1047874" cy="280009"/>
            </a:xfrm>
            <a:prstGeom prst="rect">
              <a:avLst/>
            </a:prstGeom>
            <a:solidFill>
              <a:srgbClr val="FDF3F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411320" y="3935602"/>
              <a:ext cx="1047874" cy="280009"/>
            </a:xfrm>
            <a:prstGeom prst="rect">
              <a:avLst/>
            </a:prstGeom>
            <a:solidFill>
              <a:srgbClr val="FDF3F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459195" y="4215612"/>
              <a:ext cx="1047874" cy="280009"/>
            </a:xfrm>
            <a:prstGeom prst="rect">
              <a:avLst/>
            </a:prstGeom>
            <a:solidFill>
              <a:srgbClr val="F5CBC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459195" y="3655593"/>
              <a:ext cx="1047874" cy="280009"/>
            </a:xfrm>
            <a:prstGeom prst="rect">
              <a:avLst/>
            </a:prstGeom>
            <a:solidFill>
              <a:srgbClr val="EDADA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459195" y="3935602"/>
              <a:ext cx="1047874" cy="280009"/>
            </a:xfrm>
            <a:prstGeom prst="rect">
              <a:avLst/>
            </a:prstGeom>
            <a:solidFill>
              <a:srgbClr val="D6726C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3816746" y="4312275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40291" y="3752255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816746" y="4032265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864620" y="4312275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959586" y="4312275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936040" y="3752255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936040" y="4032265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88" name="rc88"/>
            <p:cNvSpPr/>
            <p:nvPr/>
          </p:nvSpPr>
          <p:spPr>
            <a:xfrm>
              <a:off x="2210784" y="4575499"/>
              <a:ext cx="4401072" cy="3360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315571" y="4603499"/>
              <a:ext cx="1047874" cy="280009"/>
            </a:xfrm>
            <a:prstGeom prst="rect">
              <a:avLst/>
            </a:prstGeom>
            <a:solidFill>
              <a:srgbClr val="FAE2DF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363446" y="4603499"/>
              <a:ext cx="1047874" cy="280009"/>
            </a:xfrm>
            <a:prstGeom prst="rect">
              <a:avLst/>
            </a:prstGeom>
            <a:solidFill>
              <a:srgbClr val="EFB6B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411320" y="4603499"/>
              <a:ext cx="1047874" cy="280009"/>
            </a:xfrm>
            <a:prstGeom prst="rect">
              <a:avLst/>
            </a:prstGeom>
            <a:solidFill>
              <a:srgbClr val="FBE5E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459195" y="4603499"/>
              <a:ext cx="1047874" cy="280009"/>
            </a:xfrm>
            <a:prstGeom prst="rect">
              <a:avLst/>
            </a:prstGeom>
            <a:solidFill>
              <a:srgbClr val="F7D4D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3840291" y="4700162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959586" y="470016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95" name="rc95"/>
            <p:cNvSpPr/>
            <p:nvPr/>
          </p:nvSpPr>
          <p:spPr>
            <a:xfrm>
              <a:off x="50610" y="611739"/>
              <a:ext cx="1219782" cy="229608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282945" y="1722975"/>
              <a:ext cx="94594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IIS/Wnt/mTOR/FoxO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50610" y="2959695"/>
              <a:ext cx="1219782" cy="616021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160599" y="3230901"/>
              <a:ext cx="1068293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Ecdysone/development</a:t>
              </a:r>
            </a:p>
          </p:txBody>
        </p:sp>
        <p:sp>
          <p:nvSpPr>
            <p:cNvPr id="99" name="rc99"/>
            <p:cNvSpPr/>
            <p:nvPr/>
          </p:nvSpPr>
          <p:spPr>
            <a:xfrm>
              <a:off x="50610" y="3627592"/>
              <a:ext cx="1219782" cy="896031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617616" y="4038803"/>
              <a:ext cx="61127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Reproduction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50610" y="4575499"/>
              <a:ext cx="1219782" cy="336011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92110" y="4706700"/>
              <a:ext cx="1136782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Lifespan/diapause/stress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2569623" y="4958198"/>
              <a:ext cx="539770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L1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2545117" y="5077527"/>
              <a:ext cx="58878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vs early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617498" y="4958198"/>
              <a:ext cx="539770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L4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592992" y="5077527"/>
              <a:ext cx="58878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vs early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665372" y="4958198"/>
              <a:ext cx="539770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L5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640866" y="5077527"/>
              <a:ext cx="58878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vs early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710138" y="4958198"/>
              <a:ext cx="545988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L2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5578281" y="5077527"/>
              <a:ext cx="80970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queen vs worker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1763680" y="2700723"/>
              <a:ext cx="400415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nej/CBP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1915288" y="2420713"/>
              <a:ext cx="248808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Pdk1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1860698" y="2140703"/>
              <a:ext cx="303397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Pepck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1733231" y="1860693"/>
              <a:ext cx="430865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Gbs-76A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708999" y="1580684"/>
              <a:ext cx="455096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nmo/NLK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453973" y="1300674"/>
              <a:ext cx="710123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sgg/GSK3beta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300628" y="1020664"/>
              <a:ext cx="863467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Wdr59 (GATOR2)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296330" y="740654"/>
              <a:ext cx="867765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sut1-3 / SLC2-like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957899" y="3368620"/>
              <a:ext cx="206197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EcR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066987" y="3088610"/>
              <a:ext cx="97109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830157" y="4316527"/>
              <a:ext cx="333938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bab1/2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793855" y="4036517"/>
              <a:ext cx="370240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Actbeta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054917" y="3756507"/>
              <a:ext cx="109179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878803" y="4704414"/>
              <a:ext cx="285292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Atg17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301565" y="232847"/>
              <a:ext cx="3727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ASH log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674275" y="273259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713777" y="232847"/>
              <a:ext cx="13542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FC</a:t>
              </a:r>
            </a:p>
          </p:txBody>
        </p:sp>
        <p:pic>
          <p:nvPicPr>
            <p:cNvPr id="128" name="pic1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1075" y="102485"/>
              <a:ext cx="1620000" cy="219455"/>
            </a:xfrm>
            <a:prstGeom prst="rect">
              <a:avLst/>
            </a:prstGeom>
          </p:spPr>
        </p:pic>
        <p:sp>
          <p:nvSpPr>
            <p:cNvPr id="129" name="pl129"/>
            <p:cNvSpPr/>
            <p:nvPr/>
          </p:nvSpPr>
          <p:spPr>
            <a:xfrm>
              <a:off x="39037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1728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4419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7110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9801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2492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518375" y="27805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9037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728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4419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7110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01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2492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518375" y="10248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3864227" y="373817"/>
              <a:ext cx="79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4133327" y="373817"/>
              <a:ext cx="79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4402427" y="373817"/>
              <a:ext cx="79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4686341" y="373817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4955441" y="373817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224541" y="373817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493641" y="373817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2026-09-09T13:15:55Z</dcterms:modified>
  <cp:category/>
</cp:coreProperties>
</file>