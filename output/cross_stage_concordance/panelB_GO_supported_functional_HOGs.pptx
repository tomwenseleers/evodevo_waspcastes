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6675120" cy="5230368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45030189a16b5911ad1d81ceb16dff7c62aa74b4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6675120" cy="5230368"/>
            <a:chOff x="0" y="0"/>
            <a:chExt cx="6675120" cy="5230368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6675120" cy="52303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675120" y="0"/>
              <a:ext cx="0" cy="52303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10784" y="611739"/>
              <a:ext cx="4401072" cy="22960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315571" y="2599809"/>
              <a:ext cx="1047874" cy="280009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5571" y="919750"/>
              <a:ext cx="1047874" cy="280009"/>
            </a:xfrm>
            <a:prstGeom prst="rect">
              <a:avLst/>
            </a:prstGeom>
            <a:solidFill>
              <a:srgbClr val="FBE4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315571" y="1199760"/>
              <a:ext cx="1047874" cy="280009"/>
            </a:xfrm>
            <a:prstGeom prst="rect">
              <a:avLst/>
            </a:prstGeom>
            <a:solidFill>
              <a:srgbClr val="FAFA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315571" y="2039789"/>
              <a:ext cx="1047874" cy="280009"/>
            </a:xfrm>
            <a:prstGeom prst="rect">
              <a:avLst/>
            </a:prstGeom>
            <a:solidFill>
              <a:srgbClr val="FDF0E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315571" y="2319799"/>
              <a:ext cx="1047874" cy="280009"/>
            </a:xfrm>
            <a:prstGeom prst="rect">
              <a:avLst/>
            </a:prstGeom>
            <a:solidFill>
              <a:srgbClr val="FCFD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315571" y="639740"/>
              <a:ext cx="1047874" cy="280009"/>
            </a:xfrm>
            <a:prstGeom prst="rect">
              <a:avLst/>
            </a:prstGeom>
            <a:solidFill>
              <a:srgbClr val="FE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315571" y="1479769"/>
              <a:ext cx="1047874" cy="280009"/>
            </a:xfrm>
            <a:prstGeom prst="rect">
              <a:avLst/>
            </a:prstGeom>
            <a:solidFill>
              <a:srgbClr val="FBE9E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315571" y="1759779"/>
              <a:ext cx="1047874" cy="280009"/>
            </a:xfrm>
            <a:prstGeom prst="rect">
              <a:avLst/>
            </a:prstGeom>
            <a:solidFill>
              <a:srgbClr val="FBE8E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363446" y="2599809"/>
              <a:ext cx="1047874" cy="280009"/>
            </a:xfrm>
            <a:prstGeom prst="rect">
              <a:avLst/>
            </a:prstGeom>
            <a:solidFill>
              <a:srgbClr val="FAE0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363446" y="919750"/>
              <a:ext cx="1047874" cy="280009"/>
            </a:xfrm>
            <a:prstGeom prst="rect">
              <a:avLst/>
            </a:prstGeom>
            <a:solidFill>
              <a:srgbClr val="FBFB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363446" y="1199760"/>
              <a:ext cx="1047874" cy="280009"/>
            </a:xfrm>
            <a:prstGeom prst="rect">
              <a:avLst/>
            </a:prstGeom>
            <a:solidFill>
              <a:srgbClr val="F7D2C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363446" y="2039789"/>
              <a:ext cx="1047874" cy="280009"/>
            </a:xfrm>
            <a:prstGeom prst="rect">
              <a:avLst/>
            </a:prstGeom>
            <a:solidFill>
              <a:srgbClr val="E8A09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363446" y="2319799"/>
              <a:ext cx="1047874" cy="280009"/>
            </a:xfrm>
            <a:prstGeom prst="rect">
              <a:avLst/>
            </a:prstGeom>
            <a:solidFill>
              <a:srgbClr val="F3C4B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363446" y="639740"/>
              <a:ext cx="1047874" cy="280009"/>
            </a:xfrm>
            <a:prstGeom prst="rect">
              <a:avLst/>
            </a:prstGeom>
            <a:solidFill>
              <a:srgbClr val="F1BCB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363446" y="1479769"/>
              <a:ext cx="1047874" cy="280009"/>
            </a:xfrm>
            <a:prstGeom prst="rect">
              <a:avLst/>
            </a:prstGeom>
            <a:solidFill>
              <a:srgbClr val="F4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363446" y="1759779"/>
              <a:ext cx="1047874" cy="280009"/>
            </a:xfrm>
            <a:prstGeom prst="rect">
              <a:avLst/>
            </a:prstGeom>
            <a:solidFill>
              <a:srgbClr val="F3C2B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411320" y="2599809"/>
              <a:ext cx="1047874" cy="280009"/>
            </a:xfrm>
            <a:prstGeom prst="rect">
              <a:avLst/>
            </a:prstGeom>
            <a:solidFill>
              <a:srgbClr val="FEFA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411320" y="919750"/>
              <a:ext cx="1047874" cy="280009"/>
            </a:xfrm>
            <a:prstGeom prst="rect">
              <a:avLst/>
            </a:prstGeom>
            <a:solidFill>
              <a:srgbClr val="FBFC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411320" y="1199760"/>
              <a:ext cx="1047874" cy="280009"/>
            </a:xfrm>
            <a:prstGeom prst="rect">
              <a:avLst/>
            </a:prstGeom>
            <a:solidFill>
              <a:srgbClr val="F8D9D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411320" y="2039789"/>
              <a:ext cx="1047874" cy="280009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411320" y="2319799"/>
              <a:ext cx="1047874" cy="280009"/>
            </a:xfrm>
            <a:prstGeom prst="rect">
              <a:avLst/>
            </a:prstGeom>
            <a:solidFill>
              <a:srgbClr val="FEF9F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411320" y="639740"/>
              <a:ext cx="1047874" cy="280009"/>
            </a:xfrm>
            <a:prstGeom prst="rect">
              <a:avLst/>
            </a:prstGeom>
            <a:solidFill>
              <a:srgbClr val="FEFB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411320" y="1479769"/>
              <a:ext cx="1047874" cy="280009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411320" y="1759779"/>
              <a:ext cx="1047874" cy="280009"/>
            </a:xfrm>
            <a:prstGeom prst="rect">
              <a:avLst/>
            </a:prstGeom>
            <a:solidFill>
              <a:srgbClr val="FCECE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459195" y="2599809"/>
              <a:ext cx="1047874" cy="280009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459195" y="919750"/>
              <a:ext cx="1047874" cy="280009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459195" y="1199760"/>
              <a:ext cx="1047874" cy="280009"/>
            </a:xfrm>
            <a:prstGeom prst="rect">
              <a:avLst/>
            </a:prstGeom>
            <a:solidFill>
              <a:srgbClr val="F6CFC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59195" y="2039789"/>
              <a:ext cx="1047874" cy="280009"/>
            </a:xfrm>
            <a:prstGeom prst="rect">
              <a:avLst/>
            </a:prstGeom>
            <a:solidFill>
              <a:srgbClr val="F1BEB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459195" y="2319799"/>
              <a:ext cx="1047874" cy="280009"/>
            </a:xfrm>
            <a:prstGeom prst="rect">
              <a:avLst/>
            </a:prstGeom>
            <a:solidFill>
              <a:srgbClr val="F1BDB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459195" y="639740"/>
              <a:ext cx="1047874" cy="280009"/>
            </a:xfrm>
            <a:prstGeom prst="rect">
              <a:avLst/>
            </a:prstGeom>
            <a:solidFill>
              <a:srgbClr val="F7D3D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459195" y="1479769"/>
              <a:ext cx="1047874" cy="280009"/>
            </a:xfrm>
            <a:prstGeom prst="rect">
              <a:avLst/>
            </a:prstGeom>
            <a:solidFill>
              <a:srgbClr val="F6CEC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459195" y="1759779"/>
              <a:ext cx="1047874" cy="280009"/>
            </a:xfrm>
            <a:prstGeom prst="rect">
              <a:avLst/>
            </a:prstGeom>
            <a:solidFill>
              <a:srgbClr val="FAE1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2815963" y="269647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815963" y="101641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40291" y="129642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40291" y="2136451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3863837" y="241646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816746" y="736402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863837" y="157643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863837" y="185644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888166" y="129642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59586" y="269647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936040" y="101641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959586" y="129642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959586" y="213645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936040" y="2416461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936040" y="73640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959586" y="157643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59586" y="185644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55" name="rc55"/>
            <p:cNvSpPr/>
            <p:nvPr/>
          </p:nvSpPr>
          <p:spPr>
            <a:xfrm>
              <a:off x="2210784" y="2959695"/>
              <a:ext cx="4401072" cy="61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315571" y="2987696"/>
              <a:ext cx="1047874" cy="280009"/>
            </a:xfrm>
            <a:prstGeom prst="rect">
              <a:avLst/>
            </a:prstGeom>
            <a:solidFill>
              <a:srgbClr val="F6F8F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315571" y="3267706"/>
              <a:ext cx="1047874" cy="280009"/>
            </a:xfrm>
            <a:prstGeom prst="rect">
              <a:avLst/>
            </a:prstGeom>
            <a:solidFill>
              <a:srgbClr val="FFFD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363446" y="2987696"/>
              <a:ext cx="1047874" cy="280009"/>
            </a:xfrm>
            <a:prstGeom prst="rect">
              <a:avLst/>
            </a:prstGeom>
            <a:solidFill>
              <a:srgbClr val="F4C8C4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363446" y="3267706"/>
              <a:ext cx="1047874" cy="280009"/>
            </a:xfrm>
            <a:prstGeom prst="rect">
              <a:avLst/>
            </a:prstGeom>
            <a:solidFill>
              <a:srgbClr val="F3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411320" y="2987696"/>
              <a:ext cx="1047874" cy="280009"/>
            </a:xfrm>
            <a:prstGeom prst="rect">
              <a:avLst/>
            </a:prstGeom>
            <a:solidFill>
              <a:srgbClr val="FEF6F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411320" y="3267706"/>
              <a:ext cx="1047874" cy="280009"/>
            </a:xfrm>
            <a:prstGeom prst="rect">
              <a:avLst/>
            </a:prstGeom>
            <a:solidFill>
              <a:srgbClr val="FEF9F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59195" y="2987696"/>
              <a:ext cx="1047874" cy="280009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5459195" y="3267706"/>
              <a:ext cx="1047874" cy="280009"/>
            </a:xfrm>
            <a:prstGeom prst="rect">
              <a:avLst/>
            </a:prstGeom>
            <a:solidFill>
              <a:srgbClr val="E9A29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3863837" y="3084358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863837" y="3364368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912495" y="3084358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5912495" y="3364368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8" name="rc68"/>
            <p:cNvSpPr/>
            <p:nvPr/>
          </p:nvSpPr>
          <p:spPr>
            <a:xfrm>
              <a:off x="2210784" y="3627592"/>
              <a:ext cx="4401072" cy="8960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315571" y="4215612"/>
              <a:ext cx="1047874" cy="280009"/>
            </a:xfrm>
            <a:prstGeom prst="rect">
              <a:avLst/>
            </a:prstGeom>
            <a:solidFill>
              <a:srgbClr val="FF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15571" y="3655593"/>
              <a:ext cx="1047874" cy="280009"/>
            </a:xfrm>
            <a:prstGeom prst="rect">
              <a:avLst/>
            </a:prstGeom>
            <a:solidFill>
              <a:srgbClr val="FBE8E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15571" y="3935602"/>
              <a:ext cx="1047874" cy="280009"/>
            </a:xfrm>
            <a:prstGeom prst="rect">
              <a:avLst/>
            </a:prstGeom>
            <a:solidFill>
              <a:srgbClr val="FEF6F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363446" y="4215612"/>
              <a:ext cx="1047874" cy="280009"/>
            </a:xfrm>
            <a:prstGeom prst="rect">
              <a:avLst/>
            </a:prstGeom>
            <a:solidFill>
              <a:srgbClr val="E18D8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363446" y="3655593"/>
              <a:ext cx="1047874" cy="280009"/>
            </a:xfrm>
            <a:prstGeom prst="rect">
              <a:avLst/>
            </a:prstGeom>
            <a:solidFill>
              <a:srgbClr val="E08B8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363446" y="3935602"/>
              <a:ext cx="1047874" cy="280009"/>
            </a:xfrm>
            <a:prstGeom prst="rect">
              <a:avLst/>
            </a:prstGeom>
            <a:solidFill>
              <a:srgbClr val="DA7B7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11320" y="4215612"/>
              <a:ext cx="1047874" cy="280009"/>
            </a:xfrm>
            <a:prstGeom prst="rect">
              <a:avLst/>
            </a:prstGeom>
            <a:solidFill>
              <a:srgbClr val="DD837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411320" y="3655593"/>
              <a:ext cx="1047874" cy="280009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411320" y="3935602"/>
              <a:ext cx="1047874" cy="280009"/>
            </a:xfrm>
            <a:prstGeom prst="rect">
              <a:avLst/>
            </a:prstGeom>
            <a:solidFill>
              <a:srgbClr val="FDF3F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459195" y="4215612"/>
              <a:ext cx="1047874" cy="280009"/>
            </a:xfrm>
            <a:prstGeom prst="rect">
              <a:avLst/>
            </a:prstGeom>
            <a:solidFill>
              <a:srgbClr val="F5CBC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459195" y="3655593"/>
              <a:ext cx="1047874" cy="280009"/>
            </a:xfrm>
            <a:prstGeom prst="rect">
              <a:avLst/>
            </a:prstGeom>
            <a:solidFill>
              <a:srgbClr val="EDAD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459195" y="3935602"/>
              <a:ext cx="1047874" cy="280009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3816746" y="431227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840291" y="3752255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816746" y="403226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864620" y="431227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959586" y="431227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5936040" y="3752255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936040" y="4032265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8" name="rc88"/>
            <p:cNvSpPr/>
            <p:nvPr/>
          </p:nvSpPr>
          <p:spPr>
            <a:xfrm>
              <a:off x="2210784" y="4575499"/>
              <a:ext cx="4401072" cy="33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2315571" y="4603499"/>
              <a:ext cx="1047874" cy="280009"/>
            </a:xfrm>
            <a:prstGeom prst="rect">
              <a:avLst/>
            </a:prstGeom>
            <a:solidFill>
              <a:srgbClr val="FAE2D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363446" y="4603499"/>
              <a:ext cx="1047874" cy="280009"/>
            </a:xfrm>
            <a:prstGeom prst="rect">
              <a:avLst/>
            </a:prstGeom>
            <a:solidFill>
              <a:srgbClr val="EFB6B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411320" y="4603499"/>
              <a:ext cx="1047874" cy="280009"/>
            </a:xfrm>
            <a:prstGeom prst="rect">
              <a:avLst/>
            </a:prstGeom>
            <a:solidFill>
              <a:srgbClr val="FBE5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459195" y="4603499"/>
              <a:ext cx="1047874" cy="280009"/>
            </a:xfrm>
            <a:prstGeom prst="rect">
              <a:avLst/>
            </a:prstGeom>
            <a:solidFill>
              <a:srgbClr val="F7D4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3840291" y="470016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959586" y="470016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95" name="rc95"/>
            <p:cNvSpPr/>
            <p:nvPr/>
          </p:nvSpPr>
          <p:spPr>
            <a:xfrm>
              <a:off x="50610" y="611739"/>
              <a:ext cx="1219782" cy="2296080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282945" y="1722975"/>
              <a:ext cx="94594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IIS/Wnt/mTOR/FoxO</a:t>
              </a:r>
            </a:p>
          </p:txBody>
        </p:sp>
        <p:sp>
          <p:nvSpPr>
            <p:cNvPr id="97" name="rc97"/>
            <p:cNvSpPr/>
            <p:nvPr/>
          </p:nvSpPr>
          <p:spPr>
            <a:xfrm>
              <a:off x="50610" y="2959695"/>
              <a:ext cx="1219782" cy="616021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160599" y="3230901"/>
              <a:ext cx="1068293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Ecdysone/development</a:t>
              </a:r>
            </a:p>
          </p:txBody>
        </p:sp>
        <p:sp>
          <p:nvSpPr>
            <p:cNvPr id="99" name="rc99"/>
            <p:cNvSpPr/>
            <p:nvPr/>
          </p:nvSpPr>
          <p:spPr>
            <a:xfrm>
              <a:off x="50610" y="3627592"/>
              <a:ext cx="1219782" cy="896031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617616" y="4038803"/>
              <a:ext cx="61127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101" name="rc101"/>
            <p:cNvSpPr/>
            <p:nvPr/>
          </p:nvSpPr>
          <p:spPr>
            <a:xfrm>
              <a:off x="50610" y="4575499"/>
              <a:ext cx="1219782" cy="336011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92110" y="4706700"/>
              <a:ext cx="1136782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Lifespan/diapause/stress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2569623" y="4958198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L1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2545117" y="5077527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617498" y="4958198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L4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92992" y="5077527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665372" y="4958198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L5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4640866" y="5077527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710138" y="4958198"/>
              <a:ext cx="545988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L2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5578281" y="5077527"/>
              <a:ext cx="809701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queen vs worker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1763680" y="2700723"/>
              <a:ext cx="40041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nej/CBP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915288" y="2420713"/>
              <a:ext cx="24880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Pdk1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860698" y="2140703"/>
              <a:ext cx="3033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Pepck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733231" y="1860693"/>
              <a:ext cx="4308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Gbs-76A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708999" y="1580684"/>
              <a:ext cx="455096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nmo/NLK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453973" y="1300674"/>
              <a:ext cx="710123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sgg/GSK3beta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300628" y="1020664"/>
              <a:ext cx="86346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Wdr59 (GATOR2)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296330" y="740654"/>
              <a:ext cx="8677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sut1-3 / SLC2-like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957899" y="3368620"/>
              <a:ext cx="2061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EcR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2066987" y="3088610"/>
              <a:ext cx="9710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830157" y="4316527"/>
              <a:ext cx="33393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bab1/2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793855" y="4036517"/>
              <a:ext cx="370240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Actbeta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2054917" y="3756507"/>
              <a:ext cx="10917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878803" y="4704414"/>
              <a:ext cx="285292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Atg17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301565" y="232847"/>
              <a:ext cx="3727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ASH log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674275" y="27325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3713777" y="232847"/>
              <a:ext cx="13542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</a:t>
              </a:r>
            </a:p>
          </p:txBody>
        </p:sp>
        <p:pic>
          <p:nvPicPr>
            <p:cNvPr id="128" name="pic1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01075" y="102485"/>
              <a:ext cx="1620000" cy="219455"/>
            </a:xfrm>
            <a:prstGeom prst="rect">
              <a:avLst/>
            </a:prstGeom>
          </p:spPr>
        </p:pic>
        <p:sp>
          <p:nvSpPr>
            <p:cNvPr id="129" name="pl129"/>
            <p:cNvSpPr/>
            <p:nvPr/>
          </p:nvSpPr>
          <p:spPr>
            <a:xfrm>
              <a:off x="39037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1728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4419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7110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9801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2492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518375" y="27805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39037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1728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4419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7110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49801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2492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518375" y="10248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tx143"/>
            <p:cNvSpPr/>
            <p:nvPr/>
          </p:nvSpPr>
          <p:spPr>
            <a:xfrm>
              <a:off x="3864227" y="373817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4133327" y="373817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4402427" y="373817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46863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49554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52245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5493641" y="373817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2026-09-11T21:02:08Z</dcterms:modified>
  <cp:category/>
</cp:coreProperties>
</file>