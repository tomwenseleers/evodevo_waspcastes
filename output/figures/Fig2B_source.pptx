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-1325" y="-62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Relationship Id="rId2" Type="http://schemas.openxmlformats.org/officeDocument/2006/relationships/image" Target="../media/97827abf62f124a1e78d3155241f2ad5a4fa3222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38225" y="836612"/>
            <a:ext cx="5486400" cy="3657600"/>
            <a:chOff x="1038225" y="836612"/>
            <a:chExt cx="5486400" cy="3657600"/>
          </a:xfrm>
        </p:grpSpPr>
        <p:sp>
          <p:nvSpPr>
            <p:cNvPr id="3" name="rc3"/>
            <p:cNvSpPr/>
            <p:nvPr/>
          </p:nvSpPr>
          <p:spPr>
            <a:xfrm>
              <a:off x="1038225" y="836612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38225" y="836612"/>
              <a:ext cx="54864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530952" y="3723036"/>
              <a:ext cx="4149378" cy="0"/>
            </a:xfrm>
            <a:custGeom>
              <a:avLst/>
              <a:pathLst>
                <a:path w="4149378" h="0">
                  <a:moveTo>
                    <a:pt x="0" y="0"/>
                  </a:moveTo>
                  <a:lnTo>
                    <a:pt x="4149378" y="0"/>
                  </a:lnTo>
                  <a:lnTo>
                    <a:pt x="41493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530952" y="3221160"/>
              <a:ext cx="4149378" cy="0"/>
            </a:xfrm>
            <a:custGeom>
              <a:avLst/>
              <a:pathLst>
                <a:path w="4149378" h="0">
                  <a:moveTo>
                    <a:pt x="0" y="0"/>
                  </a:moveTo>
                  <a:lnTo>
                    <a:pt x="4149378" y="0"/>
                  </a:lnTo>
                  <a:lnTo>
                    <a:pt x="41493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30952" y="2719283"/>
              <a:ext cx="4149378" cy="0"/>
            </a:xfrm>
            <a:custGeom>
              <a:avLst/>
              <a:pathLst>
                <a:path w="4149378" h="0">
                  <a:moveTo>
                    <a:pt x="0" y="0"/>
                  </a:moveTo>
                  <a:lnTo>
                    <a:pt x="4149378" y="0"/>
                  </a:lnTo>
                  <a:lnTo>
                    <a:pt x="41493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30952" y="2217406"/>
              <a:ext cx="4149378" cy="0"/>
            </a:xfrm>
            <a:custGeom>
              <a:avLst/>
              <a:pathLst>
                <a:path w="4149378" h="0">
                  <a:moveTo>
                    <a:pt x="0" y="0"/>
                  </a:moveTo>
                  <a:lnTo>
                    <a:pt x="4149378" y="0"/>
                  </a:lnTo>
                  <a:lnTo>
                    <a:pt x="41493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30952" y="1715530"/>
              <a:ext cx="4149378" cy="0"/>
            </a:xfrm>
            <a:custGeom>
              <a:avLst/>
              <a:pathLst>
                <a:path w="4149378" h="0">
                  <a:moveTo>
                    <a:pt x="0" y="0"/>
                  </a:moveTo>
                  <a:lnTo>
                    <a:pt x="4149378" y="0"/>
                  </a:lnTo>
                  <a:lnTo>
                    <a:pt x="41493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530952" y="1213653"/>
              <a:ext cx="4149378" cy="0"/>
            </a:xfrm>
            <a:custGeom>
              <a:avLst/>
              <a:pathLst>
                <a:path w="4149378" h="0">
                  <a:moveTo>
                    <a:pt x="0" y="0"/>
                  </a:moveTo>
                  <a:lnTo>
                    <a:pt x="4149378" y="0"/>
                  </a:lnTo>
                  <a:lnTo>
                    <a:pt x="4149378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932504" y="912527"/>
              <a:ext cx="0" cy="3111634"/>
            </a:xfrm>
            <a:custGeom>
              <a:avLst/>
              <a:pathLst>
                <a:path w="0" h="3111634">
                  <a:moveTo>
                    <a:pt x="0" y="3111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01759" y="912527"/>
              <a:ext cx="0" cy="3111634"/>
            </a:xfrm>
            <a:custGeom>
              <a:avLst/>
              <a:pathLst>
                <a:path w="0" h="3111634">
                  <a:moveTo>
                    <a:pt x="0" y="3111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271013" y="912527"/>
              <a:ext cx="0" cy="3111634"/>
            </a:xfrm>
            <a:custGeom>
              <a:avLst/>
              <a:pathLst>
                <a:path w="0" h="3111634">
                  <a:moveTo>
                    <a:pt x="0" y="3111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940268" y="912527"/>
              <a:ext cx="0" cy="3111634"/>
            </a:xfrm>
            <a:custGeom>
              <a:avLst/>
              <a:pathLst>
                <a:path w="0" h="3111634">
                  <a:moveTo>
                    <a:pt x="0" y="3111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609522" y="912527"/>
              <a:ext cx="0" cy="3111634"/>
            </a:xfrm>
            <a:custGeom>
              <a:avLst/>
              <a:pathLst>
                <a:path w="0" h="3111634">
                  <a:moveTo>
                    <a:pt x="0" y="3111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278777" y="912527"/>
              <a:ext cx="0" cy="3111634"/>
            </a:xfrm>
            <a:custGeom>
              <a:avLst/>
              <a:pathLst>
                <a:path w="0" h="3111634">
                  <a:moveTo>
                    <a:pt x="0" y="311163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597877" y="3472098"/>
              <a:ext cx="669254" cy="501876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2267132" y="3472098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2936386" y="3472098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605641" y="3472098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4274895" y="3472098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4944150" y="3472098"/>
              <a:ext cx="669254" cy="501876"/>
            </a:xfrm>
            <a:prstGeom prst="rect">
              <a:avLst/>
            </a:prstGeom>
            <a:solidFill>
              <a:srgbClr val="FFFCFB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597877" y="2970221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2267132" y="2970221"/>
              <a:ext cx="669254" cy="501876"/>
            </a:xfrm>
            <a:prstGeom prst="rect">
              <a:avLst/>
            </a:prstGeom>
            <a:solidFill>
              <a:srgbClr val="FFDDD2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936386" y="2970221"/>
              <a:ext cx="669254" cy="501876"/>
            </a:xfrm>
            <a:prstGeom prst="rect">
              <a:avLst/>
            </a:prstGeom>
            <a:solidFill>
              <a:srgbClr val="FFF4F0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605641" y="2970221"/>
              <a:ext cx="669254" cy="501876"/>
            </a:xfrm>
            <a:prstGeom prst="rect">
              <a:avLst/>
            </a:prstGeom>
            <a:solidFill>
              <a:srgbClr val="FFDFD4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274895" y="2970221"/>
              <a:ext cx="669254" cy="501876"/>
            </a:xfrm>
            <a:prstGeom prst="rect">
              <a:avLst/>
            </a:prstGeom>
            <a:solidFill>
              <a:srgbClr val="FFFBFA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944150" y="2970221"/>
              <a:ext cx="669254" cy="501876"/>
            </a:xfrm>
            <a:prstGeom prst="rect">
              <a:avLst/>
            </a:prstGeom>
            <a:solidFill>
              <a:srgbClr val="FFF9F7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597877" y="2468345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267132" y="2468345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936386" y="2468345"/>
              <a:ext cx="669254" cy="501876"/>
            </a:xfrm>
            <a:prstGeom prst="rect">
              <a:avLst/>
            </a:prstGeom>
            <a:solidFill>
              <a:srgbClr val="FFDACE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3605641" y="2468345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4274895" y="2468345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4944150" y="2468345"/>
              <a:ext cx="669254" cy="501876"/>
            </a:xfrm>
            <a:prstGeom prst="rect">
              <a:avLst/>
            </a:prstGeom>
            <a:solidFill>
              <a:srgbClr val="FFFDFC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97877" y="1966468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267132" y="1966468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936386" y="1966468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3605641" y="1966468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4274895" y="1966468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4944150" y="1966468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97877" y="1464592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267132" y="1464592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936386" y="1464592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3605641" y="1464592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4274895" y="1464592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944150" y="1464592"/>
              <a:ext cx="669254" cy="5018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1597877" y="962715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267132" y="962715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936386" y="962715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3605641" y="962715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4274895" y="962715"/>
              <a:ext cx="669254" cy="501876"/>
            </a:xfrm>
            <a:prstGeom prst="rect">
              <a:avLst/>
            </a:prstGeom>
            <a:solidFill>
              <a:srgbClr val="E5E5E5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4944150" y="962715"/>
              <a:ext cx="669254" cy="501876"/>
            </a:xfrm>
            <a:prstGeom prst="rect">
              <a:avLst/>
            </a:prstGeom>
            <a:solidFill>
              <a:srgbClr val="EE0000">
                <a:alpha val="100000"/>
              </a:srgbClr>
            </a:solidFill>
            <a:ln w="5913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1907404" y="3658388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2576659" y="3658388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3245913" y="3658388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915168" y="3658388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4584422" y="3658388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253677" y="3658388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531441" y="3156512"/>
              <a:ext cx="140634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245913" y="3156512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869951" y="3156512"/>
              <a:ext cx="140634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4584422" y="3156512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253677" y="3156512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200696" y="2654635"/>
              <a:ext cx="140634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3915168" y="2654635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584422" y="2654635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5253677" y="2654635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3915168" y="2152758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4584422" y="2152758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5253677" y="2152758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4584422" y="1650882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5253677" y="1650882"/>
              <a:ext cx="50200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5208460" y="1149005"/>
              <a:ext cx="140634" cy="1292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422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1327114" y="3679419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1327114" y="3177543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1327114" y="267566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1327114" y="2173790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1327114" y="1671913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1381429" y="1170036"/>
              <a:ext cx="8119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1864747" y="409248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534002" y="409248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203256" y="409248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872511" y="409248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4541765" y="4092486"/>
              <a:ext cx="135514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5238178" y="4092486"/>
              <a:ext cx="81198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394472" y="4245109"/>
              <a:ext cx="119457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589044" y="4247487"/>
              <a:ext cx="41788" cy="10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3630832" y="4245109"/>
              <a:ext cx="118597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stage (predictors)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614192" y="3006561"/>
              <a:ext cx="1112733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1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50853" y="2430489"/>
              <a:ext cx="41788" cy="10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598647" y="1836494"/>
              <a:ext cx="1143822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stage (response)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5908076" y="1744861"/>
              <a:ext cx="415046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partial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5908076" y="1909453"/>
              <a:ext cx="364388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slope</a:t>
              </a:r>
            </a:p>
          </p:txBody>
        </p:sp>
        <p:pic>
          <p:nvPicPr>
            <p:cNvPr id="94" name="pic9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08076" y="2110550"/>
              <a:ext cx="219455" cy="1097280"/>
            </a:xfrm>
            <a:prstGeom prst="rect">
              <a:avLst/>
            </a:prstGeom>
          </p:spPr>
        </p:pic>
        <p:sp>
          <p:nvSpPr>
            <p:cNvPr id="95" name="pl95"/>
            <p:cNvSpPr/>
            <p:nvPr/>
          </p:nvSpPr>
          <p:spPr>
            <a:xfrm>
              <a:off x="6083640" y="320600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083640" y="301869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083640" y="283138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083640" y="264407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083640" y="245676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6083640" y="226945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908076" y="320600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908076" y="301869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908076" y="283138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908076" y="264407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908076" y="245676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908076" y="226945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>
              <a:off x="6203447" y="3162384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6203447" y="2975074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6203447" y="2787764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6203447" y="2600454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0.3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203447" y="2413144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6203447" y="2225834"/>
              <a:ext cx="169346" cy="872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6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9</cp:revision>
  <dcterms:created xsi:type="dcterms:W3CDTF">2015-07-14T21:05:00Z</dcterms:created>
  <dcterms:modified xsi:type="dcterms:W3CDTF">2026-09-01T15:05:28Z</dcterms:modified>
</cp:coreProperties>
</file>