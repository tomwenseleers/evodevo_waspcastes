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7562850" cy="5330825"/>
  <p:notesSz cx="6858000" cy="9144000"/>
  <p:defaultTextStyle>
    <a:defPPr>
      <a:defRPr lang="en-US"/>
    </a:defPPr>
    <a:lvl1pPr marL="0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63113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26227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78934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05245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31556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57868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184179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10490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108" d="100"/>
          <a:sy n="108" d="100"/>
        </p:scale>
        <p:origin x="-1325" y="-62"/>
      </p:cViewPr>
      <p:guideLst>
        <p:guide orient="horz" pos="1679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214" y="1656014"/>
            <a:ext cx="6428422" cy="11426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4428" y="3020801"/>
            <a:ext cx="5293995" cy="136232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631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26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89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52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155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786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417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049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414" y="3425550"/>
            <a:ext cx="6428422" cy="1058761"/>
          </a:xfrm>
        </p:spPr>
        <p:txBody>
          <a:bodyPr anchor="t"/>
          <a:lstStyle>
            <a:lvl1pPr algn="l">
              <a:defRPr sz="23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7414" y="2259433"/>
            <a:ext cx="6428422" cy="1166118"/>
          </a:xfrm>
        </p:spPr>
        <p:txBody>
          <a:bodyPr anchor="b"/>
          <a:lstStyle>
            <a:lvl1pPr marL="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26311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2622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8934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05245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31556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57868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84179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10490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9656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59570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5" y="1193267"/>
            <a:ext cx="3341572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8145" y="1690563"/>
            <a:ext cx="3341572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41824" y="1193267"/>
            <a:ext cx="3342886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41824" y="1690563"/>
            <a:ext cx="3342886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5" y="212246"/>
            <a:ext cx="2488126" cy="903279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56865" y="212248"/>
            <a:ext cx="4227843" cy="454971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8145" y="1115526"/>
            <a:ext cx="2488126" cy="3646433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372" y="3731578"/>
            <a:ext cx="4537710" cy="440534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82372" y="476319"/>
            <a:ext cx="4537710" cy="3198495"/>
          </a:xfrm>
        </p:spPr>
        <p:txBody>
          <a:bodyPr/>
          <a:lstStyle>
            <a:lvl1pPr marL="0" indent="0">
              <a:buNone/>
              <a:defRPr sz="1800"/>
            </a:lvl1pPr>
            <a:lvl2pPr marL="263113" indent="0">
              <a:buNone/>
              <a:defRPr sz="1600"/>
            </a:lvl2pPr>
            <a:lvl3pPr marL="526227" indent="0">
              <a:buNone/>
              <a:defRPr sz="1400"/>
            </a:lvl3pPr>
            <a:lvl4pPr marL="789341" indent="0">
              <a:buNone/>
              <a:defRPr sz="1200"/>
            </a:lvl4pPr>
            <a:lvl5pPr marL="1052454" indent="0">
              <a:buNone/>
              <a:defRPr sz="1200"/>
            </a:lvl5pPr>
            <a:lvl6pPr marL="1315568" indent="0">
              <a:buNone/>
              <a:defRPr sz="1200"/>
            </a:lvl6pPr>
            <a:lvl7pPr marL="1578681" indent="0">
              <a:buNone/>
              <a:defRPr sz="1200"/>
            </a:lvl7pPr>
            <a:lvl8pPr marL="1841794" indent="0">
              <a:buNone/>
              <a:defRPr sz="1200"/>
            </a:lvl8pPr>
            <a:lvl9pPr marL="2104908" indent="0">
              <a:buNone/>
              <a:defRPr sz="1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372" y="4172112"/>
            <a:ext cx="4537710" cy="625631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39989" y="213483"/>
            <a:ext cx="1843445" cy="454847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9657" y="213483"/>
            <a:ext cx="5404287" cy="454847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  <a:prstGeom prst="rect">
            <a:avLst/>
          </a:prstGeom>
        </p:spPr>
        <p:txBody>
          <a:bodyPr vert="horz" lIns="52622" tIns="26311" rIns="52622" bIns="26311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3" y="1243861"/>
            <a:ext cx="6806565" cy="3518098"/>
          </a:xfrm>
          <a:prstGeom prst="rect">
            <a:avLst/>
          </a:prstGeom>
        </p:spPr>
        <p:txBody>
          <a:bodyPr vert="horz" lIns="52622" tIns="26311" rIns="52622" bIns="26311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8142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3974" y="4940888"/>
            <a:ext cx="2394903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20043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26227" rtl="0" eaLnBrk="1" latinLnBrk="0" hangingPunct="1">
        <a:spcBef>
          <a:spcPct val="0"/>
        </a:spcBef>
        <a:buNone/>
        <a:defRPr sz="2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335" indent="-197335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27559" indent="-164446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57784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20897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8401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44712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710238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97335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23646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63113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26227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78934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05245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1556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57868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4179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10490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97827abf62f124a1e78d3155241f2ad5a4fa322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38225" y="836612"/>
            <a:ext cx="5486400" cy="3657600"/>
            <a:chOff x="1038225" y="836612"/>
            <a:chExt cx="5486400" cy="3657600"/>
          </a:xfrm>
        </p:grpSpPr>
        <p:sp>
          <p:nvSpPr>
            <p:cNvPr id="3" name="rc3"/>
            <p:cNvSpPr/>
            <p:nvPr/>
          </p:nvSpPr>
          <p:spPr>
            <a:xfrm>
              <a:off x="1038225" y="836612"/>
              <a:ext cx="54864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38225" y="836612"/>
              <a:ext cx="54864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530952" y="3723036"/>
              <a:ext cx="4149378" cy="0"/>
            </a:xfrm>
            <a:custGeom>
              <a:avLst/>
              <a:pathLst>
                <a:path w="4149378" h="0">
                  <a:moveTo>
                    <a:pt x="0" y="0"/>
                  </a:moveTo>
                  <a:lnTo>
                    <a:pt x="4149378" y="0"/>
                  </a:lnTo>
                  <a:lnTo>
                    <a:pt x="414937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30952" y="3221160"/>
              <a:ext cx="4149378" cy="0"/>
            </a:xfrm>
            <a:custGeom>
              <a:avLst/>
              <a:pathLst>
                <a:path w="4149378" h="0">
                  <a:moveTo>
                    <a:pt x="0" y="0"/>
                  </a:moveTo>
                  <a:lnTo>
                    <a:pt x="4149378" y="0"/>
                  </a:lnTo>
                  <a:lnTo>
                    <a:pt x="414937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30952" y="2719283"/>
              <a:ext cx="4149378" cy="0"/>
            </a:xfrm>
            <a:custGeom>
              <a:avLst/>
              <a:pathLst>
                <a:path w="4149378" h="0">
                  <a:moveTo>
                    <a:pt x="0" y="0"/>
                  </a:moveTo>
                  <a:lnTo>
                    <a:pt x="4149378" y="0"/>
                  </a:lnTo>
                  <a:lnTo>
                    <a:pt x="414937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0952" y="2217406"/>
              <a:ext cx="4149378" cy="0"/>
            </a:xfrm>
            <a:custGeom>
              <a:avLst/>
              <a:pathLst>
                <a:path w="4149378" h="0">
                  <a:moveTo>
                    <a:pt x="0" y="0"/>
                  </a:moveTo>
                  <a:lnTo>
                    <a:pt x="4149378" y="0"/>
                  </a:lnTo>
                  <a:lnTo>
                    <a:pt x="414937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30952" y="1715530"/>
              <a:ext cx="4149378" cy="0"/>
            </a:xfrm>
            <a:custGeom>
              <a:avLst/>
              <a:pathLst>
                <a:path w="4149378" h="0">
                  <a:moveTo>
                    <a:pt x="0" y="0"/>
                  </a:moveTo>
                  <a:lnTo>
                    <a:pt x="4149378" y="0"/>
                  </a:lnTo>
                  <a:lnTo>
                    <a:pt x="414937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30952" y="1213653"/>
              <a:ext cx="4149378" cy="0"/>
            </a:xfrm>
            <a:custGeom>
              <a:avLst/>
              <a:pathLst>
                <a:path w="4149378" h="0">
                  <a:moveTo>
                    <a:pt x="0" y="0"/>
                  </a:moveTo>
                  <a:lnTo>
                    <a:pt x="4149378" y="0"/>
                  </a:lnTo>
                  <a:lnTo>
                    <a:pt x="414937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932504" y="912527"/>
              <a:ext cx="0" cy="3111634"/>
            </a:xfrm>
            <a:custGeom>
              <a:avLst/>
              <a:pathLst>
                <a:path w="0" h="3111634">
                  <a:moveTo>
                    <a:pt x="0" y="3111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601759" y="912527"/>
              <a:ext cx="0" cy="3111634"/>
            </a:xfrm>
            <a:custGeom>
              <a:avLst/>
              <a:pathLst>
                <a:path w="0" h="3111634">
                  <a:moveTo>
                    <a:pt x="0" y="3111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271013" y="912527"/>
              <a:ext cx="0" cy="3111634"/>
            </a:xfrm>
            <a:custGeom>
              <a:avLst/>
              <a:pathLst>
                <a:path w="0" h="3111634">
                  <a:moveTo>
                    <a:pt x="0" y="3111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40268" y="912527"/>
              <a:ext cx="0" cy="3111634"/>
            </a:xfrm>
            <a:custGeom>
              <a:avLst/>
              <a:pathLst>
                <a:path w="0" h="3111634">
                  <a:moveTo>
                    <a:pt x="0" y="3111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609522" y="912527"/>
              <a:ext cx="0" cy="3111634"/>
            </a:xfrm>
            <a:custGeom>
              <a:avLst/>
              <a:pathLst>
                <a:path w="0" h="3111634">
                  <a:moveTo>
                    <a:pt x="0" y="3111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278777" y="912527"/>
              <a:ext cx="0" cy="3111634"/>
            </a:xfrm>
            <a:custGeom>
              <a:avLst/>
              <a:pathLst>
                <a:path w="0" h="3111634">
                  <a:moveTo>
                    <a:pt x="0" y="31116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597877" y="3472098"/>
              <a:ext cx="669254" cy="501876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67132" y="3472098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936386" y="3472098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605641" y="3472098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4274895" y="3472098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4944150" y="3472098"/>
              <a:ext cx="669254" cy="501876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97877" y="2970221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267132" y="2970221"/>
              <a:ext cx="669254" cy="501876"/>
            </a:xfrm>
            <a:prstGeom prst="rect">
              <a:avLst/>
            </a:prstGeom>
            <a:solidFill>
              <a:srgbClr val="FFDDD2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936386" y="2970221"/>
              <a:ext cx="669254" cy="501876"/>
            </a:xfrm>
            <a:prstGeom prst="rect">
              <a:avLst/>
            </a:prstGeom>
            <a:solidFill>
              <a:srgbClr val="FFF4F0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605641" y="2970221"/>
              <a:ext cx="669254" cy="501876"/>
            </a:xfrm>
            <a:prstGeom prst="rect">
              <a:avLst/>
            </a:prstGeom>
            <a:solidFill>
              <a:srgbClr val="FFDFD4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274895" y="2970221"/>
              <a:ext cx="669254" cy="501876"/>
            </a:xfrm>
            <a:prstGeom prst="rect">
              <a:avLst/>
            </a:prstGeom>
            <a:solidFill>
              <a:srgbClr val="FFFBFA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944150" y="2970221"/>
              <a:ext cx="669254" cy="501876"/>
            </a:xfrm>
            <a:prstGeom prst="rect">
              <a:avLst/>
            </a:prstGeom>
            <a:solidFill>
              <a:srgbClr val="FFF9F7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597877" y="2468345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67132" y="2468345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936386" y="2468345"/>
              <a:ext cx="669254" cy="501876"/>
            </a:xfrm>
            <a:prstGeom prst="rect">
              <a:avLst/>
            </a:prstGeom>
            <a:solidFill>
              <a:srgbClr val="FFDACE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605641" y="2468345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274895" y="2468345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944150" y="2468345"/>
              <a:ext cx="669254" cy="501876"/>
            </a:xfrm>
            <a:prstGeom prst="rect">
              <a:avLst/>
            </a:prstGeom>
            <a:solidFill>
              <a:srgbClr val="FFFDFC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597877" y="1966468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267132" y="1966468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36386" y="1966468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05641" y="1966468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274895" y="1966468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4944150" y="1966468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597877" y="1464592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7132" y="1464592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936386" y="1464592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605641" y="1464592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274895" y="1464592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44150" y="1464592"/>
              <a:ext cx="669254" cy="501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97877" y="962715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267132" y="962715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936386" y="962715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605641" y="962715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274895" y="962715"/>
              <a:ext cx="669254" cy="501876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44150" y="962715"/>
              <a:ext cx="669254" cy="501876"/>
            </a:xfrm>
            <a:prstGeom prst="rect">
              <a:avLst/>
            </a:prstGeom>
            <a:solidFill>
              <a:srgbClr val="EE0000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tx53"/>
            <p:cNvSpPr/>
            <p:nvPr/>
          </p:nvSpPr>
          <p:spPr>
            <a:xfrm>
              <a:off x="1907404" y="3658388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576659" y="3658388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245913" y="3658388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915168" y="3658388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584422" y="3658388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243618" y="3658388"/>
              <a:ext cx="70317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496283" y="3156512"/>
              <a:ext cx="210952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245913" y="3156512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834792" y="3156512"/>
              <a:ext cx="210952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584422" y="3156512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253677" y="3156512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3165537" y="2654635"/>
              <a:ext cx="210952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3915168" y="2654635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4584422" y="2654635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5253677" y="2654635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915168" y="2152758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4584422" y="2152758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5253677" y="2152758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584422" y="1650882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253677" y="1650882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173301" y="1149005"/>
              <a:ext cx="210952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327114" y="3679419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327114" y="3177543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327114" y="2675666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327114" y="2173790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27114" y="1671913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381429" y="1170036"/>
              <a:ext cx="81198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864747" y="4092486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534002" y="4092486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203256" y="4092486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3872511" y="4092486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4541765" y="4092486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238178" y="4092486"/>
              <a:ext cx="81198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394472" y="4245109"/>
              <a:ext cx="119457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589044" y="4247487"/>
              <a:ext cx="41788" cy="106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3630832" y="4245109"/>
              <a:ext cx="1185976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 (predictors)</a:t>
              </a:r>
            </a:p>
          </p:txBody>
        </p:sp>
        <p:sp>
          <p:nvSpPr>
            <p:cNvPr id="89" name="tx89"/>
            <p:cNvSpPr/>
            <p:nvPr/>
          </p:nvSpPr>
          <p:spPr>
            <a:xfrm rot="-5400000">
              <a:off x="614192" y="3006561"/>
              <a:ext cx="111273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90" name="tx90"/>
            <p:cNvSpPr/>
            <p:nvPr/>
          </p:nvSpPr>
          <p:spPr>
            <a:xfrm rot="-5400000">
              <a:off x="1150853" y="2430489"/>
              <a:ext cx="41788" cy="106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91" name="tx91"/>
            <p:cNvSpPr/>
            <p:nvPr/>
          </p:nvSpPr>
          <p:spPr>
            <a:xfrm rot="-5400000">
              <a:off x="598647" y="1836494"/>
              <a:ext cx="114382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 (response)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5908076" y="1744861"/>
              <a:ext cx="415046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5908076" y="1909453"/>
              <a:ext cx="364388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slope</a:t>
              </a:r>
            </a:p>
          </p:txBody>
        </p:sp>
        <p:pic>
          <p:nvPicPr>
            <p:cNvPr id="94" name="pic9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08076" y="2110550"/>
              <a:ext cx="219455" cy="1097280"/>
            </a:xfrm>
            <a:prstGeom prst="rect">
              <a:avLst/>
            </a:prstGeom>
          </p:spPr>
        </p:pic>
        <p:sp>
          <p:nvSpPr>
            <p:cNvPr id="95" name="pl95"/>
            <p:cNvSpPr/>
            <p:nvPr/>
          </p:nvSpPr>
          <p:spPr>
            <a:xfrm>
              <a:off x="6083640" y="320600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083640" y="301869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083640" y="28313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083640" y="264407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083640" y="245676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083640" y="22694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908076" y="320600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908076" y="301869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908076" y="28313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908076" y="264407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908076" y="245676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908076" y="22694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tx107"/>
            <p:cNvSpPr/>
            <p:nvPr/>
          </p:nvSpPr>
          <p:spPr>
            <a:xfrm>
              <a:off x="6203447" y="3162384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6203447" y="2975074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203447" y="2787764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203447" y="2600454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203447" y="2413144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203447" y="2225834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9</cp:revision>
  <dcterms:created xsi:type="dcterms:W3CDTF">2015-07-14T21:05:00Z</dcterms:created>
  <dcterms:modified xsi:type="dcterms:W3CDTF">2026-08-28T15:57:23Z</dcterms:modified>
</cp:coreProperties>
</file>