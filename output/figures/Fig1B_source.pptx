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7040563" y="2514600"/>
            <a:ext cx="7315200" cy="10058400"/>
            <a:chOff x="7040563" y="2514600"/>
            <a:chExt cx="7315200" cy="10058400"/>
          </a:xfrm>
        </p:grpSpPr>
        <p:sp>
          <p:nvSpPr>
            <p:cNvPr id="3" name="rc3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226622" y="1202693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26622" y="118438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26622" y="1166068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26622" y="114775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26622" y="1129444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226622" y="111113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226622" y="1092820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226622" y="107450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226622" y="105619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226622" y="1037883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26622" y="101957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226622" y="1001259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26622" y="98294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26622" y="964635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226622" y="94632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226622" y="92801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226622" y="90969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26622" y="89138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226622" y="87307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226622" y="85476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226622" y="83645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226622" y="81813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226622" y="79982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226622" y="78151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226622" y="76320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226622" y="74488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226622" y="72657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226622" y="70826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226622" y="68995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226622" y="67164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226622" y="65332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226622" y="63501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226622" y="61670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226622" y="59839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226622" y="58008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226622" y="56176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226622" y="54345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226622" y="52514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226622" y="506831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226622" y="48851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9226622" y="470207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9226622" y="45189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9226622" y="433582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226622" y="41527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9226622" y="396958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9226622" y="37864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9226622" y="360334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9226622" y="34202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9226622" y="32371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9226622" y="305397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9226622" y="28708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9226622" y="268773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9388592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0169070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0949548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730027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10505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2528330" y="119971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2427325" y="11810518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2312336" y="11627397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2312336" y="11444275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2272716" y="11264704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2256787" y="11069160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2253206" y="10886039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2239918" y="10689629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2258407" y="10540788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2229777" y="10342823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2229777" y="1015970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2225686" y="9982854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2225686" y="9799732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2208483" y="960094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2168547" y="9400074"/>
              <a:ext cx="126309" cy="12630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142574" y="9241798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113873" y="9046129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120709" y="887785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2108452" y="8682472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2114262" y="850931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2110663" y="8331211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2097619" y="8141046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2032271" y="7943896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1994830" y="7779122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1964482" y="7593704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1962459" y="740856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1959016" y="7232482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1926390" y="7020379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881360" y="6829127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872374" y="667256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772288" y="6466767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734982" y="6298094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738478" y="6131029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736182" y="594561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1732329" y="5758638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1729082" y="5572269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1695322" y="5383699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1702335" y="5207591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1688650" y="5010784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1610240" y="4849179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1506329" y="4629480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1513794" y="448064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1415570" y="426323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1416928" y="4112374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1404724" y="3925741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1356479" y="374613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1250082" y="3557933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1146186" y="338191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1082503" y="3183863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0454384" y="3007098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0138163" y="2795484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0009543" y="2642325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7631616" y="119942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057544" y="11811118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286979" y="11627997"/>
              <a:ext cx="18713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aspartate family amino acid metabolic process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7200477" y="11444875"/>
              <a:ext cx="19578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non-proteinogenic amino acid metabolic process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7642041" y="11261754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616255" y="11078633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088176" y="10895511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27369" y="10712390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829767" y="10529268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539433" y="10346147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8017036" y="10163025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956320" y="9979904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388386" y="9747405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823628" y="9846160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397426" y="961366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829493" y="9430539"/>
              <a:ext cx="1328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catabolic process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7611317" y="9247418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8341648" y="9064296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7941141" y="8881175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590926" y="8698054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555538" y="8514932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8372098" y="8331811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8068060" y="8148689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459069" y="7965568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7352542" y="7782446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8473322" y="7599325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8037427" y="7416203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7418836" y="7233082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7707786" y="7049960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570900" y="6866839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423682" y="663434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8651081" y="673309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7241168" y="6500596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905571" y="6317475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8204854" y="6134353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413441" y="5951232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138743" y="5768110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109037" y="5535611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8838807" y="5634366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601258" y="5401867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86079" y="5218746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940958" y="5035624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930808" y="4852503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595955" y="4669381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8027186" y="4486260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7357845" y="430313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905571" y="4120017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728086" y="3936896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40542" y="3753774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103825" y="3521275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8838807" y="3620030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758444" y="3387531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8012007" y="3204410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250574" y="3021288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7986678" y="2838167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194613" y="2655045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26830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938132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9429877" y="1220530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006853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018155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0230106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0849010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0962030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1010585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1629488" y="1223330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742508" y="1220622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1791063" y="1220512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2409967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2522987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2571541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0785995" y="1236681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0856678" y="1236882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0891425" y="1236681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3017694" y="6157945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189" name="pt189"/>
            <p:cNvSpPr/>
            <p:nvPr/>
          </p:nvSpPr>
          <p:spPr>
            <a:xfrm>
              <a:off x="13087089" y="6397072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3073060" y="6602500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63401" y="6812297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55550" y="7023902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13313065" y="640101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3313065" y="66204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3313065" y="68399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3313065" y="70593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3017694" y="7521142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198" name="pt198"/>
            <p:cNvSpPr/>
            <p:nvPr/>
          </p:nvSpPr>
          <p:spPr>
            <a:xfrm>
              <a:off x="13100339" y="7773520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3100339" y="7992976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3100339" y="8212432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3100339" y="8431888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2"/>
            <p:cNvSpPr/>
            <p:nvPr/>
          </p:nvSpPr>
          <p:spPr>
            <a:xfrm>
              <a:off x="13313065" y="7764209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3313065" y="7983665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3313065" y="8203121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3313065" y="8422577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2026-09-08T17:31:05Z</dcterms:modified>
</cp:coreProperties>
</file>