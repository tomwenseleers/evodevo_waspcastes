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2" Type="http://schemas.openxmlformats.org/package/2006/relationships/metadata/thumbnail" Target="docProps/thumbnail.jpeg"/>
<Relationship Id="rId1" Type="http://schemas.openxmlformats.org/officeDocument/2006/relationships/officeDocument" Target="ppt/presentation.xml"/>
<Relationship Id="rId4" Type="http://schemas.openxmlformats.org/officeDocument/2006/relationships/extended-properties" Target="docProps/app.xml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6"/>
  </p:sldIdLst>
  <p:sldSz cx="21396325" cy="15087600"/>
  <p:notesSz cx="6858000" cy="9144000"/>
  <p:defaultTextStyle>
    <a:defPPr>
      <a:defRPr lang="en-US"/>
    </a:defPPr>
    <a:lvl1pPr marL="0" algn="l" defTabSz="1489040" rtl="0" eaLnBrk="1" latinLnBrk="0" hangingPunct="1">
      <a:defRPr sz="3000" kern="1200">
        <a:solidFill>
          <a:schemeClr val="tx1"/>
        </a:solidFill>
        <a:latin typeface="+mn-lt"/>
        <a:ea typeface="+mn-ea"/>
        <a:cs typeface="+mn-cs"/>
      </a:defRPr>
    </a:lvl1pPr>
    <a:lvl2pPr marL="744520" algn="l" defTabSz="1489040" rtl="0" eaLnBrk="1" latinLnBrk="0" hangingPunct="1">
      <a:defRPr sz="3000" kern="1200">
        <a:solidFill>
          <a:schemeClr val="tx1"/>
        </a:solidFill>
        <a:latin typeface="+mn-lt"/>
        <a:ea typeface="+mn-ea"/>
        <a:cs typeface="+mn-cs"/>
      </a:defRPr>
    </a:lvl2pPr>
    <a:lvl3pPr marL="1489040" algn="l" defTabSz="1489040" rtl="0" eaLnBrk="1" latinLnBrk="0" hangingPunct="1">
      <a:defRPr sz="3000" kern="1200">
        <a:solidFill>
          <a:schemeClr val="tx1"/>
        </a:solidFill>
        <a:latin typeface="+mn-lt"/>
        <a:ea typeface="+mn-ea"/>
        <a:cs typeface="+mn-cs"/>
      </a:defRPr>
    </a:lvl3pPr>
    <a:lvl4pPr marL="2233562" algn="l" defTabSz="1489040" rtl="0" eaLnBrk="1" latinLnBrk="0" hangingPunct="1">
      <a:defRPr sz="3000" kern="1200">
        <a:solidFill>
          <a:schemeClr val="tx1"/>
        </a:solidFill>
        <a:latin typeface="+mn-lt"/>
        <a:ea typeface="+mn-ea"/>
        <a:cs typeface="+mn-cs"/>
      </a:defRPr>
    </a:lvl4pPr>
    <a:lvl5pPr marL="2978082" algn="l" defTabSz="1489040" rtl="0" eaLnBrk="1" latinLnBrk="0" hangingPunct="1">
      <a:defRPr sz="3000" kern="1200">
        <a:solidFill>
          <a:schemeClr val="tx1"/>
        </a:solidFill>
        <a:latin typeface="+mn-lt"/>
        <a:ea typeface="+mn-ea"/>
        <a:cs typeface="+mn-cs"/>
      </a:defRPr>
    </a:lvl5pPr>
    <a:lvl6pPr marL="3722602" algn="l" defTabSz="1489040" rtl="0" eaLnBrk="1" latinLnBrk="0" hangingPunct="1">
      <a:defRPr sz="3000" kern="1200">
        <a:solidFill>
          <a:schemeClr val="tx1"/>
        </a:solidFill>
        <a:latin typeface="+mn-lt"/>
        <a:ea typeface="+mn-ea"/>
        <a:cs typeface="+mn-cs"/>
      </a:defRPr>
    </a:lvl6pPr>
    <a:lvl7pPr marL="4467122" algn="l" defTabSz="1489040" rtl="0" eaLnBrk="1" latinLnBrk="0" hangingPunct="1">
      <a:defRPr sz="3000" kern="1200">
        <a:solidFill>
          <a:schemeClr val="tx1"/>
        </a:solidFill>
        <a:latin typeface="+mn-lt"/>
        <a:ea typeface="+mn-ea"/>
        <a:cs typeface="+mn-cs"/>
      </a:defRPr>
    </a:lvl7pPr>
    <a:lvl8pPr marL="5211642" algn="l" defTabSz="1489040" rtl="0" eaLnBrk="1" latinLnBrk="0" hangingPunct="1">
      <a:defRPr sz="3000" kern="1200">
        <a:solidFill>
          <a:schemeClr val="tx1"/>
        </a:solidFill>
        <a:latin typeface="+mn-lt"/>
        <a:ea typeface="+mn-ea"/>
        <a:cs typeface="+mn-cs"/>
      </a:defRPr>
    </a:lvl8pPr>
    <a:lvl9pPr marL="5956164" algn="l" defTabSz="1489040" rtl="0" eaLnBrk="1" latinLnBrk="0" hangingPunct="1">
      <a:defRPr sz="30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38" d="100"/>
          <a:sy n="38" d="100"/>
        </p:scale>
        <p:origin x="-1291" y="-62"/>
      </p:cViewPr>
      <p:guideLst>
        <p:guide orient="horz" pos="4753"/>
        <p:guide pos="673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viewProps" Target="viewProps.xml"/>
<Relationship Id="rId2" Type="http://schemas.openxmlformats.org/officeDocument/2006/relationships/presProps" Target="presProps.xml"/>
<Relationship Id="rId1" Type="http://schemas.openxmlformats.org/officeDocument/2006/relationships/slideMaster" Target="slideMasters/slideMaster1.xml"/>
<Relationship Id="rId5" Type="http://schemas.openxmlformats.org/officeDocument/2006/relationships/tableStyles" Target="tableStyles.xml"/>
<Relationship Id="rId4" Type="http://schemas.openxmlformats.org/officeDocument/2006/relationships/theme" Target="theme/theme1.xml"/>
<Relationship Id="rId6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4725" y="4686943"/>
            <a:ext cx="18186876" cy="323405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09449" y="8549640"/>
            <a:ext cx="14977428" cy="385572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7445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4890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2335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9780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7226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4671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21164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9561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626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2499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90163" y="9695184"/>
            <a:ext cx="18186876" cy="2996565"/>
          </a:xfrm>
        </p:spPr>
        <p:txBody>
          <a:bodyPr anchor="t"/>
          <a:lstStyle>
            <a:lvl1pPr algn="l">
              <a:defRPr sz="65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90163" y="6394774"/>
            <a:ext cx="18186876" cy="3300412"/>
          </a:xfrm>
        </p:spPr>
        <p:txBody>
          <a:bodyPr anchor="b"/>
          <a:lstStyle>
            <a:lvl1pPr marL="0" indent="0">
              <a:buNone/>
              <a:defRPr sz="3300">
                <a:solidFill>
                  <a:schemeClr val="tx1">
                    <a:tint val="75000"/>
                  </a:schemeClr>
                </a:solidFill>
              </a:defRPr>
            </a:lvl1pPr>
            <a:lvl2pPr marL="744520" indent="0">
              <a:buNone/>
              <a:defRPr sz="3000">
                <a:solidFill>
                  <a:schemeClr val="tx1">
                    <a:tint val="75000"/>
                  </a:schemeClr>
                </a:solidFill>
              </a:defRPr>
            </a:lvl2pPr>
            <a:lvl3pPr marL="1489040" indent="0">
              <a:buNone/>
              <a:defRPr sz="2500">
                <a:solidFill>
                  <a:schemeClr val="tx1">
                    <a:tint val="75000"/>
                  </a:schemeClr>
                </a:solidFill>
              </a:defRPr>
            </a:lvl3pPr>
            <a:lvl4pPr marL="2233562" indent="0">
              <a:buNone/>
              <a:defRPr sz="2300">
                <a:solidFill>
                  <a:schemeClr val="tx1">
                    <a:tint val="75000"/>
                  </a:schemeClr>
                </a:solidFill>
              </a:defRPr>
            </a:lvl4pPr>
            <a:lvl5pPr marL="2978082" indent="0">
              <a:buNone/>
              <a:defRPr sz="2300">
                <a:solidFill>
                  <a:schemeClr val="tx1">
                    <a:tint val="75000"/>
                  </a:schemeClr>
                </a:solidFill>
              </a:defRPr>
            </a:lvl5pPr>
            <a:lvl6pPr marL="3722602" indent="0">
              <a:buNone/>
              <a:defRPr sz="2300">
                <a:solidFill>
                  <a:schemeClr val="tx1">
                    <a:tint val="75000"/>
                  </a:schemeClr>
                </a:solidFill>
              </a:defRPr>
            </a:lvl6pPr>
            <a:lvl7pPr marL="4467122" indent="0">
              <a:buNone/>
              <a:defRPr sz="2300">
                <a:solidFill>
                  <a:schemeClr val="tx1">
                    <a:tint val="75000"/>
                  </a:schemeClr>
                </a:solidFill>
              </a:defRPr>
            </a:lvl7pPr>
            <a:lvl8pPr marL="5211642" indent="0">
              <a:buNone/>
              <a:defRPr sz="2300">
                <a:solidFill>
                  <a:schemeClr val="tx1">
                    <a:tint val="75000"/>
                  </a:schemeClr>
                </a:solidFill>
              </a:defRPr>
            </a:lvl8pPr>
            <a:lvl9pPr marL="5956164" indent="0">
              <a:buNone/>
              <a:defRPr sz="2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1327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8974" y="3520444"/>
            <a:ext cx="10252406" cy="9957118"/>
          </a:xfrm>
        </p:spPr>
        <p:txBody>
          <a:bodyPr/>
          <a:lstStyle>
            <a:lvl1pPr>
              <a:defRPr sz="4500"/>
            </a:lvl1pPr>
            <a:lvl2pPr>
              <a:defRPr sz="4000"/>
            </a:lvl2pPr>
            <a:lvl3pPr>
              <a:defRPr sz="3300"/>
            </a:lvl3pPr>
            <a:lvl4pPr>
              <a:defRPr sz="3000"/>
            </a:lvl4pPr>
            <a:lvl5pPr>
              <a:defRPr sz="3000"/>
            </a:lvl5pPr>
            <a:lvl6pPr>
              <a:defRPr sz="3000"/>
            </a:lvl6pPr>
            <a:lvl7pPr>
              <a:defRPr sz="3000"/>
            </a:lvl7pPr>
            <a:lvl8pPr>
              <a:defRPr sz="3000"/>
            </a:lvl8pPr>
            <a:lvl9pPr>
              <a:defRPr sz="3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67985" y="3520444"/>
            <a:ext cx="10252406" cy="9957118"/>
          </a:xfrm>
        </p:spPr>
        <p:txBody>
          <a:bodyPr/>
          <a:lstStyle>
            <a:lvl1pPr>
              <a:defRPr sz="4500"/>
            </a:lvl1pPr>
            <a:lvl2pPr>
              <a:defRPr sz="4000"/>
            </a:lvl2pPr>
            <a:lvl3pPr>
              <a:defRPr sz="3300"/>
            </a:lvl3pPr>
            <a:lvl4pPr>
              <a:defRPr sz="3000"/>
            </a:lvl4pPr>
            <a:lvl5pPr>
              <a:defRPr sz="3000"/>
            </a:lvl5pPr>
            <a:lvl6pPr>
              <a:defRPr sz="3000"/>
            </a:lvl6pPr>
            <a:lvl7pPr>
              <a:defRPr sz="3000"/>
            </a:lvl7pPr>
            <a:lvl8pPr>
              <a:defRPr sz="3000"/>
            </a:lvl8pPr>
            <a:lvl9pPr>
              <a:defRPr sz="3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3140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9816" y="604203"/>
            <a:ext cx="19256693" cy="25146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22" y="3377250"/>
            <a:ext cx="9453759" cy="1407476"/>
          </a:xfrm>
        </p:spPr>
        <p:txBody>
          <a:bodyPr anchor="b"/>
          <a:lstStyle>
            <a:lvl1pPr marL="0" indent="0">
              <a:buNone/>
              <a:defRPr sz="4000" b="1"/>
            </a:lvl1pPr>
            <a:lvl2pPr marL="744520" indent="0">
              <a:buNone/>
              <a:defRPr sz="3300" b="1"/>
            </a:lvl2pPr>
            <a:lvl3pPr marL="1489040" indent="0">
              <a:buNone/>
              <a:defRPr sz="3000" b="1"/>
            </a:lvl3pPr>
            <a:lvl4pPr marL="2233562" indent="0">
              <a:buNone/>
              <a:defRPr sz="2500" b="1"/>
            </a:lvl4pPr>
            <a:lvl5pPr marL="2978082" indent="0">
              <a:buNone/>
              <a:defRPr sz="2500" b="1"/>
            </a:lvl5pPr>
            <a:lvl6pPr marL="3722602" indent="0">
              <a:buNone/>
              <a:defRPr sz="2500" b="1"/>
            </a:lvl6pPr>
            <a:lvl7pPr marL="4467122" indent="0">
              <a:buNone/>
              <a:defRPr sz="2500" b="1"/>
            </a:lvl7pPr>
            <a:lvl8pPr marL="5211642" indent="0">
              <a:buNone/>
              <a:defRPr sz="2500" b="1"/>
            </a:lvl8pPr>
            <a:lvl9pPr marL="5956164" indent="0">
              <a:buNone/>
              <a:defRPr sz="25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22" y="4784726"/>
            <a:ext cx="9453759" cy="8692833"/>
          </a:xfrm>
        </p:spPr>
        <p:txBody>
          <a:bodyPr/>
          <a:lstStyle>
            <a:lvl1pPr>
              <a:defRPr sz="4000"/>
            </a:lvl1pPr>
            <a:lvl2pPr>
              <a:defRPr sz="3300"/>
            </a:lvl2pPr>
            <a:lvl3pPr>
              <a:defRPr sz="3000"/>
            </a:lvl3pPr>
            <a:lvl4pPr>
              <a:defRPr sz="2500"/>
            </a:lvl4pPr>
            <a:lvl5pPr>
              <a:defRPr sz="2500"/>
            </a:lvl5pPr>
            <a:lvl6pPr>
              <a:defRPr sz="2500"/>
            </a:lvl6pPr>
            <a:lvl7pPr>
              <a:defRPr sz="2500"/>
            </a:lvl7pPr>
            <a:lvl8pPr>
              <a:defRPr sz="2500"/>
            </a:lvl8pPr>
            <a:lvl9pPr>
              <a:defRPr sz="25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869041" y="3377250"/>
            <a:ext cx="9457475" cy="1407476"/>
          </a:xfrm>
        </p:spPr>
        <p:txBody>
          <a:bodyPr anchor="b"/>
          <a:lstStyle>
            <a:lvl1pPr marL="0" indent="0">
              <a:buNone/>
              <a:defRPr sz="4000" b="1"/>
            </a:lvl1pPr>
            <a:lvl2pPr marL="744520" indent="0">
              <a:buNone/>
              <a:defRPr sz="3300" b="1"/>
            </a:lvl2pPr>
            <a:lvl3pPr marL="1489040" indent="0">
              <a:buNone/>
              <a:defRPr sz="3000" b="1"/>
            </a:lvl3pPr>
            <a:lvl4pPr marL="2233562" indent="0">
              <a:buNone/>
              <a:defRPr sz="2500" b="1"/>
            </a:lvl4pPr>
            <a:lvl5pPr marL="2978082" indent="0">
              <a:buNone/>
              <a:defRPr sz="2500" b="1"/>
            </a:lvl5pPr>
            <a:lvl6pPr marL="3722602" indent="0">
              <a:buNone/>
              <a:defRPr sz="2500" b="1"/>
            </a:lvl6pPr>
            <a:lvl7pPr marL="4467122" indent="0">
              <a:buNone/>
              <a:defRPr sz="2500" b="1"/>
            </a:lvl7pPr>
            <a:lvl8pPr marL="5211642" indent="0">
              <a:buNone/>
              <a:defRPr sz="2500" b="1"/>
            </a:lvl8pPr>
            <a:lvl9pPr marL="5956164" indent="0">
              <a:buNone/>
              <a:defRPr sz="25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869041" y="4784726"/>
            <a:ext cx="9457475" cy="8692833"/>
          </a:xfrm>
        </p:spPr>
        <p:txBody>
          <a:bodyPr/>
          <a:lstStyle>
            <a:lvl1pPr>
              <a:defRPr sz="4000"/>
            </a:lvl1pPr>
            <a:lvl2pPr>
              <a:defRPr sz="3300"/>
            </a:lvl2pPr>
            <a:lvl3pPr>
              <a:defRPr sz="3000"/>
            </a:lvl3pPr>
            <a:lvl4pPr>
              <a:defRPr sz="2500"/>
            </a:lvl4pPr>
            <a:lvl5pPr>
              <a:defRPr sz="2500"/>
            </a:lvl5pPr>
            <a:lvl6pPr>
              <a:defRPr sz="2500"/>
            </a:lvl6pPr>
            <a:lvl7pPr>
              <a:defRPr sz="2500"/>
            </a:lvl7pPr>
            <a:lvl8pPr>
              <a:defRPr sz="2500"/>
            </a:lvl8pPr>
            <a:lvl9pPr>
              <a:defRPr sz="25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0559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1564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1818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9823" y="600711"/>
            <a:ext cx="7039244" cy="2556510"/>
          </a:xfrm>
        </p:spPr>
        <p:txBody>
          <a:bodyPr anchor="b"/>
          <a:lstStyle>
            <a:lvl1pPr algn="l">
              <a:defRPr sz="33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65371" y="600717"/>
            <a:ext cx="11961138" cy="12876850"/>
          </a:xfrm>
        </p:spPr>
        <p:txBody>
          <a:bodyPr/>
          <a:lstStyle>
            <a:lvl1pPr>
              <a:defRPr sz="5200"/>
            </a:lvl1pPr>
            <a:lvl2pPr>
              <a:defRPr sz="4500"/>
            </a:lvl2pPr>
            <a:lvl3pPr>
              <a:defRPr sz="4000"/>
            </a:lvl3pPr>
            <a:lvl4pPr>
              <a:defRPr sz="3300"/>
            </a:lvl4pPr>
            <a:lvl5pPr>
              <a:defRPr sz="3300"/>
            </a:lvl5pPr>
            <a:lvl6pPr>
              <a:defRPr sz="3300"/>
            </a:lvl6pPr>
            <a:lvl7pPr>
              <a:defRPr sz="3300"/>
            </a:lvl7pPr>
            <a:lvl8pPr>
              <a:defRPr sz="3300"/>
            </a:lvl8pPr>
            <a:lvl9pPr>
              <a:defRPr sz="33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69823" y="3157224"/>
            <a:ext cx="7039244" cy="10320338"/>
          </a:xfrm>
        </p:spPr>
        <p:txBody>
          <a:bodyPr/>
          <a:lstStyle>
            <a:lvl1pPr marL="0" indent="0">
              <a:buNone/>
              <a:defRPr sz="2300"/>
            </a:lvl1pPr>
            <a:lvl2pPr marL="744520" indent="0">
              <a:buNone/>
              <a:defRPr sz="2000"/>
            </a:lvl2pPr>
            <a:lvl3pPr marL="1489040" indent="0">
              <a:buNone/>
              <a:defRPr sz="1700"/>
            </a:lvl3pPr>
            <a:lvl4pPr marL="2233562" indent="0">
              <a:buNone/>
              <a:defRPr sz="1400"/>
            </a:lvl4pPr>
            <a:lvl5pPr marL="2978082" indent="0">
              <a:buNone/>
              <a:defRPr sz="1400"/>
            </a:lvl5pPr>
            <a:lvl6pPr marL="3722602" indent="0">
              <a:buNone/>
              <a:defRPr sz="1400"/>
            </a:lvl6pPr>
            <a:lvl7pPr marL="4467122" indent="0">
              <a:buNone/>
              <a:defRPr sz="1400"/>
            </a:lvl7pPr>
            <a:lvl8pPr marL="5211642" indent="0">
              <a:buNone/>
              <a:defRPr sz="1400"/>
            </a:lvl8pPr>
            <a:lvl9pPr marL="5956164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0804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93829" y="10561320"/>
            <a:ext cx="12837795" cy="1246825"/>
          </a:xfrm>
        </p:spPr>
        <p:txBody>
          <a:bodyPr anchor="b"/>
          <a:lstStyle>
            <a:lvl1pPr algn="l">
              <a:defRPr sz="33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193829" y="1348106"/>
            <a:ext cx="12837795" cy="9052560"/>
          </a:xfrm>
        </p:spPr>
        <p:txBody>
          <a:bodyPr/>
          <a:lstStyle>
            <a:lvl1pPr marL="0" indent="0">
              <a:buNone/>
              <a:defRPr sz="5200"/>
            </a:lvl1pPr>
            <a:lvl2pPr marL="744520" indent="0">
              <a:buNone/>
              <a:defRPr sz="4500"/>
            </a:lvl2pPr>
            <a:lvl3pPr marL="1489040" indent="0">
              <a:buNone/>
              <a:defRPr sz="4000"/>
            </a:lvl3pPr>
            <a:lvl4pPr marL="2233562" indent="0">
              <a:buNone/>
              <a:defRPr sz="3300"/>
            </a:lvl4pPr>
            <a:lvl5pPr marL="2978082" indent="0">
              <a:buNone/>
              <a:defRPr sz="3300"/>
            </a:lvl5pPr>
            <a:lvl6pPr marL="3722602" indent="0">
              <a:buNone/>
              <a:defRPr sz="3300"/>
            </a:lvl6pPr>
            <a:lvl7pPr marL="4467122" indent="0">
              <a:buNone/>
              <a:defRPr sz="3300"/>
            </a:lvl7pPr>
            <a:lvl8pPr marL="5211642" indent="0">
              <a:buNone/>
              <a:defRPr sz="3300"/>
            </a:lvl8pPr>
            <a:lvl9pPr marL="5956164" indent="0">
              <a:buNone/>
              <a:defRPr sz="33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3829" y="11808145"/>
            <a:ext cx="12837795" cy="1770696"/>
          </a:xfrm>
        </p:spPr>
        <p:txBody>
          <a:bodyPr/>
          <a:lstStyle>
            <a:lvl1pPr marL="0" indent="0">
              <a:buNone/>
              <a:defRPr sz="2300"/>
            </a:lvl1pPr>
            <a:lvl2pPr marL="744520" indent="0">
              <a:buNone/>
              <a:defRPr sz="2000"/>
            </a:lvl2pPr>
            <a:lvl3pPr marL="1489040" indent="0">
              <a:buNone/>
              <a:defRPr sz="1700"/>
            </a:lvl3pPr>
            <a:lvl4pPr marL="2233562" indent="0">
              <a:buNone/>
              <a:defRPr sz="1400"/>
            </a:lvl4pPr>
            <a:lvl5pPr marL="2978082" indent="0">
              <a:buNone/>
              <a:defRPr sz="1400"/>
            </a:lvl5pPr>
            <a:lvl6pPr marL="3722602" indent="0">
              <a:buNone/>
              <a:defRPr sz="1400"/>
            </a:lvl6pPr>
            <a:lvl7pPr marL="4467122" indent="0">
              <a:buNone/>
              <a:defRPr sz="1400"/>
            </a:lvl7pPr>
            <a:lvl8pPr marL="5211642" indent="0">
              <a:buNone/>
              <a:defRPr sz="1400"/>
            </a:lvl8pPr>
            <a:lvl9pPr marL="5956164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6271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4603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6805030" y="604210"/>
            <a:ext cx="5215356" cy="12873356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8974" y="604210"/>
            <a:ext cx="15289459" cy="12873356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5730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16" y="604203"/>
            <a:ext cx="19256693" cy="2514600"/>
          </a:xfrm>
          <a:prstGeom prst="rect">
            <a:avLst/>
          </a:prstGeom>
        </p:spPr>
        <p:txBody>
          <a:bodyPr vert="horz" lIns="148903" tIns="74452" rIns="148903" bIns="74452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16" y="3520444"/>
            <a:ext cx="19256693" cy="9957118"/>
          </a:xfrm>
          <a:prstGeom prst="rect">
            <a:avLst/>
          </a:prstGeom>
        </p:spPr>
        <p:txBody>
          <a:bodyPr vert="horz" lIns="148903" tIns="74452" rIns="148903" bIns="74452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9816" y="13983977"/>
            <a:ext cx="4992476" cy="803275"/>
          </a:xfrm>
          <a:prstGeom prst="rect">
            <a:avLst/>
          </a:prstGeom>
        </p:spPr>
        <p:txBody>
          <a:bodyPr vert="horz" lIns="148903" tIns="74452" rIns="148903" bIns="74452" rtlCol="0" anchor="ctr"/>
          <a:lstStyle>
            <a:lvl1pPr algn="l">
              <a:defRPr sz="2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310411" y="13983977"/>
            <a:ext cx="6775503" cy="803275"/>
          </a:xfrm>
          <a:prstGeom prst="rect">
            <a:avLst/>
          </a:prstGeom>
        </p:spPr>
        <p:txBody>
          <a:bodyPr vert="horz" lIns="148903" tIns="74452" rIns="148903" bIns="74452" rtlCol="0" anchor="ctr"/>
          <a:lstStyle>
            <a:lvl1pPr algn="ctr">
              <a:defRPr sz="2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334033" y="13983977"/>
            <a:ext cx="4992476" cy="803275"/>
          </a:xfrm>
          <a:prstGeom prst="rect">
            <a:avLst/>
          </a:prstGeom>
        </p:spPr>
        <p:txBody>
          <a:bodyPr vert="horz" lIns="148903" tIns="74452" rIns="148903" bIns="74452" rtlCol="0" anchor="ctr"/>
          <a:lstStyle>
            <a:lvl1pPr algn="r">
              <a:defRPr sz="2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6274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1489040" rtl="0" eaLnBrk="1" latinLnBrk="0" hangingPunct="1">
        <a:spcBef>
          <a:spcPct val="0"/>
        </a:spcBef>
        <a:buNone/>
        <a:defRPr sz="7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58390" indent="-558390" algn="l" defTabSz="1489040" rtl="0" eaLnBrk="1" latinLnBrk="0" hangingPunct="1">
        <a:spcBef>
          <a:spcPct val="20000"/>
        </a:spcBef>
        <a:buFont typeface="Arial" panose="020B0604020202020204" pitchFamily="34" charset="0"/>
        <a:buChar char="•"/>
        <a:defRPr sz="5200" kern="1200">
          <a:solidFill>
            <a:schemeClr val="tx1"/>
          </a:solidFill>
          <a:latin typeface="+mn-lt"/>
          <a:ea typeface="+mn-ea"/>
          <a:cs typeface="+mn-cs"/>
        </a:defRPr>
      </a:lvl1pPr>
      <a:lvl2pPr marL="1209845" indent="-465325" algn="l" defTabSz="1489040" rtl="0" eaLnBrk="1" latinLnBrk="0" hangingPunct="1">
        <a:spcBef>
          <a:spcPct val="20000"/>
        </a:spcBef>
        <a:buFont typeface="Arial" panose="020B0604020202020204" pitchFamily="34" charset="0"/>
        <a:buChar char="–"/>
        <a:defRPr sz="4500" kern="1200">
          <a:solidFill>
            <a:schemeClr val="tx1"/>
          </a:solidFill>
          <a:latin typeface="+mn-lt"/>
          <a:ea typeface="+mn-ea"/>
          <a:cs typeface="+mn-cs"/>
        </a:defRPr>
      </a:lvl2pPr>
      <a:lvl3pPr marL="1861301" indent="-372261" algn="l" defTabSz="1489040" rtl="0" eaLnBrk="1" latinLnBrk="0" hangingPunct="1">
        <a:spcBef>
          <a:spcPct val="20000"/>
        </a:spcBef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2605821" indent="-372261" algn="l" defTabSz="1489040" rtl="0" eaLnBrk="1" latinLnBrk="0" hangingPunct="1">
        <a:spcBef>
          <a:spcPct val="20000"/>
        </a:spcBef>
        <a:buFont typeface="Arial" panose="020B0604020202020204" pitchFamily="34" charset="0"/>
        <a:buChar char="–"/>
        <a:defRPr sz="3300" kern="1200">
          <a:solidFill>
            <a:schemeClr val="tx1"/>
          </a:solidFill>
          <a:latin typeface="+mn-lt"/>
          <a:ea typeface="+mn-ea"/>
          <a:cs typeface="+mn-cs"/>
        </a:defRPr>
      </a:lvl4pPr>
      <a:lvl5pPr marL="3350341" indent="-372261" algn="l" defTabSz="1489040" rtl="0" eaLnBrk="1" latinLnBrk="0" hangingPunct="1">
        <a:spcBef>
          <a:spcPct val="20000"/>
        </a:spcBef>
        <a:buFont typeface="Arial" panose="020B0604020202020204" pitchFamily="34" charset="0"/>
        <a:buChar char="»"/>
        <a:defRPr sz="3300" kern="1200">
          <a:solidFill>
            <a:schemeClr val="tx1"/>
          </a:solidFill>
          <a:latin typeface="+mn-lt"/>
          <a:ea typeface="+mn-ea"/>
          <a:cs typeface="+mn-cs"/>
        </a:defRPr>
      </a:lvl5pPr>
      <a:lvl6pPr marL="4094863" indent="-372261" algn="l" defTabSz="1489040" rtl="0" eaLnBrk="1" latinLnBrk="0" hangingPunct="1">
        <a:spcBef>
          <a:spcPct val="20000"/>
        </a:spcBef>
        <a:buFont typeface="Arial" panose="020B0604020202020204" pitchFamily="34" charset="0"/>
        <a:buChar char="•"/>
        <a:defRPr sz="3300" kern="1200">
          <a:solidFill>
            <a:schemeClr val="tx1"/>
          </a:solidFill>
          <a:latin typeface="+mn-lt"/>
          <a:ea typeface="+mn-ea"/>
          <a:cs typeface="+mn-cs"/>
        </a:defRPr>
      </a:lvl6pPr>
      <a:lvl7pPr marL="4839383" indent="-372261" algn="l" defTabSz="1489040" rtl="0" eaLnBrk="1" latinLnBrk="0" hangingPunct="1">
        <a:spcBef>
          <a:spcPct val="20000"/>
        </a:spcBef>
        <a:buFont typeface="Arial" panose="020B0604020202020204" pitchFamily="34" charset="0"/>
        <a:buChar char="•"/>
        <a:defRPr sz="3300" kern="1200">
          <a:solidFill>
            <a:schemeClr val="tx1"/>
          </a:solidFill>
          <a:latin typeface="+mn-lt"/>
          <a:ea typeface="+mn-ea"/>
          <a:cs typeface="+mn-cs"/>
        </a:defRPr>
      </a:lvl7pPr>
      <a:lvl8pPr marL="5583903" indent="-372261" algn="l" defTabSz="1489040" rtl="0" eaLnBrk="1" latinLnBrk="0" hangingPunct="1">
        <a:spcBef>
          <a:spcPct val="20000"/>
        </a:spcBef>
        <a:buFont typeface="Arial" panose="020B0604020202020204" pitchFamily="34" charset="0"/>
        <a:buChar char="•"/>
        <a:defRPr sz="3300" kern="1200">
          <a:solidFill>
            <a:schemeClr val="tx1"/>
          </a:solidFill>
          <a:latin typeface="+mn-lt"/>
          <a:ea typeface="+mn-ea"/>
          <a:cs typeface="+mn-cs"/>
        </a:defRPr>
      </a:lvl8pPr>
      <a:lvl9pPr marL="6328423" indent="-372261" algn="l" defTabSz="1489040" rtl="0" eaLnBrk="1" latinLnBrk="0" hangingPunct="1">
        <a:spcBef>
          <a:spcPct val="20000"/>
        </a:spcBef>
        <a:buFont typeface="Arial" panose="020B0604020202020204" pitchFamily="34" charset="0"/>
        <a:buChar char="•"/>
        <a:defRPr sz="3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489040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44520" algn="l" defTabSz="1489040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2pPr>
      <a:lvl3pPr marL="1489040" algn="l" defTabSz="1489040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233562" algn="l" defTabSz="1489040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4pPr>
      <a:lvl5pPr marL="2978082" algn="l" defTabSz="1489040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5pPr>
      <a:lvl6pPr marL="3722602" algn="l" defTabSz="1489040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6pPr>
      <a:lvl7pPr marL="4467122" algn="l" defTabSz="1489040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7pPr>
      <a:lvl8pPr marL="5211642" algn="l" defTabSz="1489040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8pPr>
      <a:lvl9pPr marL="5956164" algn="l" defTabSz="1489040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7040563" y="2514600"/>
            <a:ext cx="7315200" cy="10058400"/>
            <a:chOff x="7040563" y="2514600"/>
            <a:chExt cx="7315200" cy="10058400"/>
          </a:xfrm>
        </p:grpSpPr>
        <p:sp>
          <p:nvSpPr>
            <p:cNvPr id="3" name="rc3"/>
            <p:cNvSpPr/>
            <p:nvPr/>
          </p:nvSpPr>
          <p:spPr>
            <a:xfrm>
              <a:off x="7040562" y="2514600"/>
              <a:ext cx="7315200" cy="100584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7040562" y="2514600"/>
              <a:ext cx="7315200" cy="100584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226622" y="12026930"/>
              <a:ext cx="3563325" cy="0"/>
            </a:xfrm>
            <a:custGeom>
              <a:avLst/>
              <a:pathLst>
                <a:path w="3563325" h="0">
                  <a:moveTo>
                    <a:pt x="0" y="0"/>
                  </a:moveTo>
                  <a:lnTo>
                    <a:pt x="3563325" y="0"/>
                  </a:lnTo>
                  <a:lnTo>
                    <a:pt x="356332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226622" y="11843808"/>
              <a:ext cx="3563325" cy="0"/>
            </a:xfrm>
            <a:custGeom>
              <a:avLst/>
              <a:pathLst>
                <a:path w="3563325" h="0">
                  <a:moveTo>
                    <a:pt x="0" y="0"/>
                  </a:moveTo>
                  <a:lnTo>
                    <a:pt x="3563325" y="0"/>
                  </a:lnTo>
                  <a:lnTo>
                    <a:pt x="356332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226622" y="11660687"/>
              <a:ext cx="3563325" cy="0"/>
            </a:xfrm>
            <a:custGeom>
              <a:avLst/>
              <a:pathLst>
                <a:path w="3563325" h="0">
                  <a:moveTo>
                    <a:pt x="0" y="0"/>
                  </a:moveTo>
                  <a:lnTo>
                    <a:pt x="3563325" y="0"/>
                  </a:lnTo>
                  <a:lnTo>
                    <a:pt x="356332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226622" y="11477565"/>
              <a:ext cx="3563325" cy="0"/>
            </a:xfrm>
            <a:custGeom>
              <a:avLst/>
              <a:pathLst>
                <a:path w="3563325" h="0">
                  <a:moveTo>
                    <a:pt x="0" y="0"/>
                  </a:moveTo>
                  <a:lnTo>
                    <a:pt x="3563325" y="0"/>
                  </a:lnTo>
                  <a:lnTo>
                    <a:pt x="356332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9226622" y="11294444"/>
              <a:ext cx="3563325" cy="0"/>
            </a:xfrm>
            <a:custGeom>
              <a:avLst/>
              <a:pathLst>
                <a:path w="3563325" h="0">
                  <a:moveTo>
                    <a:pt x="0" y="0"/>
                  </a:moveTo>
                  <a:lnTo>
                    <a:pt x="3563325" y="0"/>
                  </a:lnTo>
                  <a:lnTo>
                    <a:pt x="356332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9226622" y="11111322"/>
              <a:ext cx="3563325" cy="0"/>
            </a:xfrm>
            <a:custGeom>
              <a:avLst/>
              <a:pathLst>
                <a:path w="3563325" h="0">
                  <a:moveTo>
                    <a:pt x="0" y="0"/>
                  </a:moveTo>
                  <a:lnTo>
                    <a:pt x="3563325" y="0"/>
                  </a:lnTo>
                  <a:lnTo>
                    <a:pt x="356332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9226622" y="10928201"/>
              <a:ext cx="3563325" cy="0"/>
            </a:xfrm>
            <a:custGeom>
              <a:avLst/>
              <a:pathLst>
                <a:path w="3563325" h="0">
                  <a:moveTo>
                    <a:pt x="0" y="0"/>
                  </a:moveTo>
                  <a:lnTo>
                    <a:pt x="3563325" y="0"/>
                  </a:lnTo>
                  <a:lnTo>
                    <a:pt x="356332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9226622" y="10745079"/>
              <a:ext cx="3563325" cy="0"/>
            </a:xfrm>
            <a:custGeom>
              <a:avLst/>
              <a:pathLst>
                <a:path w="3563325" h="0">
                  <a:moveTo>
                    <a:pt x="0" y="0"/>
                  </a:moveTo>
                  <a:lnTo>
                    <a:pt x="3563325" y="0"/>
                  </a:lnTo>
                  <a:lnTo>
                    <a:pt x="356332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9226622" y="10561958"/>
              <a:ext cx="3563325" cy="0"/>
            </a:xfrm>
            <a:custGeom>
              <a:avLst/>
              <a:pathLst>
                <a:path w="3563325" h="0">
                  <a:moveTo>
                    <a:pt x="0" y="0"/>
                  </a:moveTo>
                  <a:lnTo>
                    <a:pt x="3563325" y="0"/>
                  </a:lnTo>
                  <a:lnTo>
                    <a:pt x="356332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9226622" y="10378837"/>
              <a:ext cx="3563325" cy="0"/>
            </a:xfrm>
            <a:custGeom>
              <a:avLst/>
              <a:pathLst>
                <a:path w="3563325" h="0">
                  <a:moveTo>
                    <a:pt x="0" y="0"/>
                  </a:moveTo>
                  <a:lnTo>
                    <a:pt x="3563325" y="0"/>
                  </a:lnTo>
                  <a:lnTo>
                    <a:pt x="356332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9226622" y="10195715"/>
              <a:ext cx="3563325" cy="0"/>
            </a:xfrm>
            <a:custGeom>
              <a:avLst/>
              <a:pathLst>
                <a:path w="3563325" h="0">
                  <a:moveTo>
                    <a:pt x="0" y="0"/>
                  </a:moveTo>
                  <a:lnTo>
                    <a:pt x="3563325" y="0"/>
                  </a:lnTo>
                  <a:lnTo>
                    <a:pt x="356332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9226622" y="10012594"/>
              <a:ext cx="3563325" cy="0"/>
            </a:xfrm>
            <a:custGeom>
              <a:avLst/>
              <a:pathLst>
                <a:path w="3563325" h="0">
                  <a:moveTo>
                    <a:pt x="0" y="0"/>
                  </a:moveTo>
                  <a:lnTo>
                    <a:pt x="3563325" y="0"/>
                  </a:lnTo>
                  <a:lnTo>
                    <a:pt x="356332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9226622" y="9829472"/>
              <a:ext cx="3563325" cy="0"/>
            </a:xfrm>
            <a:custGeom>
              <a:avLst/>
              <a:pathLst>
                <a:path w="3563325" h="0">
                  <a:moveTo>
                    <a:pt x="0" y="0"/>
                  </a:moveTo>
                  <a:lnTo>
                    <a:pt x="3563325" y="0"/>
                  </a:lnTo>
                  <a:lnTo>
                    <a:pt x="356332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9226622" y="9646351"/>
              <a:ext cx="3563325" cy="0"/>
            </a:xfrm>
            <a:custGeom>
              <a:avLst/>
              <a:pathLst>
                <a:path w="3563325" h="0">
                  <a:moveTo>
                    <a:pt x="0" y="0"/>
                  </a:moveTo>
                  <a:lnTo>
                    <a:pt x="3563325" y="0"/>
                  </a:lnTo>
                  <a:lnTo>
                    <a:pt x="356332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9226622" y="9463229"/>
              <a:ext cx="3563325" cy="0"/>
            </a:xfrm>
            <a:custGeom>
              <a:avLst/>
              <a:pathLst>
                <a:path w="3563325" h="0">
                  <a:moveTo>
                    <a:pt x="0" y="0"/>
                  </a:moveTo>
                  <a:lnTo>
                    <a:pt x="3563325" y="0"/>
                  </a:lnTo>
                  <a:lnTo>
                    <a:pt x="356332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9226622" y="9280108"/>
              <a:ext cx="3563325" cy="0"/>
            </a:xfrm>
            <a:custGeom>
              <a:avLst/>
              <a:pathLst>
                <a:path w="3563325" h="0">
                  <a:moveTo>
                    <a:pt x="0" y="0"/>
                  </a:moveTo>
                  <a:lnTo>
                    <a:pt x="3563325" y="0"/>
                  </a:lnTo>
                  <a:lnTo>
                    <a:pt x="356332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9226622" y="9096986"/>
              <a:ext cx="3563325" cy="0"/>
            </a:xfrm>
            <a:custGeom>
              <a:avLst/>
              <a:pathLst>
                <a:path w="3563325" h="0">
                  <a:moveTo>
                    <a:pt x="0" y="0"/>
                  </a:moveTo>
                  <a:lnTo>
                    <a:pt x="3563325" y="0"/>
                  </a:lnTo>
                  <a:lnTo>
                    <a:pt x="356332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9226622" y="8913865"/>
              <a:ext cx="3563325" cy="0"/>
            </a:xfrm>
            <a:custGeom>
              <a:avLst/>
              <a:pathLst>
                <a:path w="3563325" h="0">
                  <a:moveTo>
                    <a:pt x="0" y="0"/>
                  </a:moveTo>
                  <a:lnTo>
                    <a:pt x="3563325" y="0"/>
                  </a:lnTo>
                  <a:lnTo>
                    <a:pt x="356332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9226622" y="8730743"/>
              <a:ext cx="3563325" cy="0"/>
            </a:xfrm>
            <a:custGeom>
              <a:avLst/>
              <a:pathLst>
                <a:path w="3563325" h="0">
                  <a:moveTo>
                    <a:pt x="0" y="0"/>
                  </a:moveTo>
                  <a:lnTo>
                    <a:pt x="3563325" y="0"/>
                  </a:lnTo>
                  <a:lnTo>
                    <a:pt x="356332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9226622" y="8547622"/>
              <a:ext cx="3563325" cy="0"/>
            </a:xfrm>
            <a:custGeom>
              <a:avLst/>
              <a:pathLst>
                <a:path w="3563325" h="0">
                  <a:moveTo>
                    <a:pt x="0" y="0"/>
                  </a:moveTo>
                  <a:lnTo>
                    <a:pt x="3563325" y="0"/>
                  </a:lnTo>
                  <a:lnTo>
                    <a:pt x="356332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9226622" y="8364500"/>
              <a:ext cx="3563325" cy="0"/>
            </a:xfrm>
            <a:custGeom>
              <a:avLst/>
              <a:pathLst>
                <a:path w="3563325" h="0">
                  <a:moveTo>
                    <a:pt x="0" y="0"/>
                  </a:moveTo>
                  <a:lnTo>
                    <a:pt x="3563325" y="0"/>
                  </a:lnTo>
                  <a:lnTo>
                    <a:pt x="356332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9226622" y="8181379"/>
              <a:ext cx="3563325" cy="0"/>
            </a:xfrm>
            <a:custGeom>
              <a:avLst/>
              <a:pathLst>
                <a:path w="3563325" h="0">
                  <a:moveTo>
                    <a:pt x="0" y="0"/>
                  </a:moveTo>
                  <a:lnTo>
                    <a:pt x="3563325" y="0"/>
                  </a:lnTo>
                  <a:lnTo>
                    <a:pt x="356332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9226622" y="7998258"/>
              <a:ext cx="3563325" cy="0"/>
            </a:xfrm>
            <a:custGeom>
              <a:avLst/>
              <a:pathLst>
                <a:path w="3563325" h="0">
                  <a:moveTo>
                    <a:pt x="0" y="0"/>
                  </a:moveTo>
                  <a:lnTo>
                    <a:pt x="3563325" y="0"/>
                  </a:lnTo>
                  <a:lnTo>
                    <a:pt x="356332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9226622" y="7815136"/>
              <a:ext cx="3563325" cy="0"/>
            </a:xfrm>
            <a:custGeom>
              <a:avLst/>
              <a:pathLst>
                <a:path w="3563325" h="0">
                  <a:moveTo>
                    <a:pt x="0" y="0"/>
                  </a:moveTo>
                  <a:lnTo>
                    <a:pt x="3563325" y="0"/>
                  </a:lnTo>
                  <a:lnTo>
                    <a:pt x="356332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9226622" y="7632015"/>
              <a:ext cx="3563325" cy="0"/>
            </a:xfrm>
            <a:custGeom>
              <a:avLst/>
              <a:pathLst>
                <a:path w="3563325" h="0">
                  <a:moveTo>
                    <a:pt x="0" y="0"/>
                  </a:moveTo>
                  <a:lnTo>
                    <a:pt x="3563325" y="0"/>
                  </a:lnTo>
                  <a:lnTo>
                    <a:pt x="356332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9226622" y="7448893"/>
              <a:ext cx="3563325" cy="0"/>
            </a:xfrm>
            <a:custGeom>
              <a:avLst/>
              <a:pathLst>
                <a:path w="3563325" h="0">
                  <a:moveTo>
                    <a:pt x="0" y="0"/>
                  </a:moveTo>
                  <a:lnTo>
                    <a:pt x="3563325" y="0"/>
                  </a:lnTo>
                  <a:lnTo>
                    <a:pt x="356332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9226622" y="7265772"/>
              <a:ext cx="3563325" cy="0"/>
            </a:xfrm>
            <a:custGeom>
              <a:avLst/>
              <a:pathLst>
                <a:path w="3563325" h="0">
                  <a:moveTo>
                    <a:pt x="0" y="0"/>
                  </a:moveTo>
                  <a:lnTo>
                    <a:pt x="3563325" y="0"/>
                  </a:lnTo>
                  <a:lnTo>
                    <a:pt x="356332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9226622" y="7082650"/>
              <a:ext cx="3563325" cy="0"/>
            </a:xfrm>
            <a:custGeom>
              <a:avLst/>
              <a:pathLst>
                <a:path w="3563325" h="0">
                  <a:moveTo>
                    <a:pt x="0" y="0"/>
                  </a:moveTo>
                  <a:lnTo>
                    <a:pt x="3563325" y="0"/>
                  </a:lnTo>
                  <a:lnTo>
                    <a:pt x="356332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9226622" y="6899529"/>
              <a:ext cx="3563325" cy="0"/>
            </a:xfrm>
            <a:custGeom>
              <a:avLst/>
              <a:pathLst>
                <a:path w="3563325" h="0">
                  <a:moveTo>
                    <a:pt x="0" y="0"/>
                  </a:moveTo>
                  <a:lnTo>
                    <a:pt x="3563325" y="0"/>
                  </a:lnTo>
                  <a:lnTo>
                    <a:pt x="356332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9226622" y="6716407"/>
              <a:ext cx="3563325" cy="0"/>
            </a:xfrm>
            <a:custGeom>
              <a:avLst/>
              <a:pathLst>
                <a:path w="3563325" h="0">
                  <a:moveTo>
                    <a:pt x="0" y="0"/>
                  </a:moveTo>
                  <a:lnTo>
                    <a:pt x="3563325" y="0"/>
                  </a:lnTo>
                  <a:lnTo>
                    <a:pt x="356332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9226622" y="6533286"/>
              <a:ext cx="3563325" cy="0"/>
            </a:xfrm>
            <a:custGeom>
              <a:avLst/>
              <a:pathLst>
                <a:path w="3563325" h="0">
                  <a:moveTo>
                    <a:pt x="0" y="0"/>
                  </a:moveTo>
                  <a:lnTo>
                    <a:pt x="3563325" y="0"/>
                  </a:lnTo>
                  <a:lnTo>
                    <a:pt x="356332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9226622" y="6350164"/>
              <a:ext cx="3563325" cy="0"/>
            </a:xfrm>
            <a:custGeom>
              <a:avLst/>
              <a:pathLst>
                <a:path w="3563325" h="0">
                  <a:moveTo>
                    <a:pt x="0" y="0"/>
                  </a:moveTo>
                  <a:lnTo>
                    <a:pt x="3563325" y="0"/>
                  </a:lnTo>
                  <a:lnTo>
                    <a:pt x="356332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9226622" y="6167043"/>
              <a:ext cx="3563325" cy="0"/>
            </a:xfrm>
            <a:custGeom>
              <a:avLst/>
              <a:pathLst>
                <a:path w="3563325" h="0">
                  <a:moveTo>
                    <a:pt x="0" y="0"/>
                  </a:moveTo>
                  <a:lnTo>
                    <a:pt x="3563325" y="0"/>
                  </a:lnTo>
                  <a:lnTo>
                    <a:pt x="356332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9226622" y="5983921"/>
              <a:ext cx="3563325" cy="0"/>
            </a:xfrm>
            <a:custGeom>
              <a:avLst/>
              <a:pathLst>
                <a:path w="3563325" h="0">
                  <a:moveTo>
                    <a:pt x="0" y="0"/>
                  </a:moveTo>
                  <a:lnTo>
                    <a:pt x="3563325" y="0"/>
                  </a:lnTo>
                  <a:lnTo>
                    <a:pt x="356332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9226622" y="5800800"/>
              <a:ext cx="3563325" cy="0"/>
            </a:xfrm>
            <a:custGeom>
              <a:avLst/>
              <a:pathLst>
                <a:path w="3563325" h="0">
                  <a:moveTo>
                    <a:pt x="0" y="0"/>
                  </a:moveTo>
                  <a:lnTo>
                    <a:pt x="3563325" y="0"/>
                  </a:lnTo>
                  <a:lnTo>
                    <a:pt x="356332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9226622" y="5617679"/>
              <a:ext cx="3563325" cy="0"/>
            </a:xfrm>
            <a:custGeom>
              <a:avLst/>
              <a:pathLst>
                <a:path w="3563325" h="0">
                  <a:moveTo>
                    <a:pt x="0" y="0"/>
                  </a:moveTo>
                  <a:lnTo>
                    <a:pt x="3563325" y="0"/>
                  </a:lnTo>
                  <a:lnTo>
                    <a:pt x="356332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9226622" y="5434557"/>
              <a:ext cx="3563325" cy="0"/>
            </a:xfrm>
            <a:custGeom>
              <a:avLst/>
              <a:pathLst>
                <a:path w="3563325" h="0">
                  <a:moveTo>
                    <a:pt x="0" y="0"/>
                  </a:moveTo>
                  <a:lnTo>
                    <a:pt x="3563325" y="0"/>
                  </a:lnTo>
                  <a:lnTo>
                    <a:pt x="356332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9226622" y="5251436"/>
              <a:ext cx="3563325" cy="0"/>
            </a:xfrm>
            <a:custGeom>
              <a:avLst/>
              <a:pathLst>
                <a:path w="3563325" h="0">
                  <a:moveTo>
                    <a:pt x="0" y="0"/>
                  </a:moveTo>
                  <a:lnTo>
                    <a:pt x="3563325" y="0"/>
                  </a:lnTo>
                  <a:lnTo>
                    <a:pt x="356332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9226622" y="5068314"/>
              <a:ext cx="3563325" cy="0"/>
            </a:xfrm>
            <a:custGeom>
              <a:avLst/>
              <a:pathLst>
                <a:path w="3563325" h="0">
                  <a:moveTo>
                    <a:pt x="0" y="0"/>
                  </a:moveTo>
                  <a:lnTo>
                    <a:pt x="3563325" y="0"/>
                  </a:lnTo>
                  <a:lnTo>
                    <a:pt x="356332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9226622" y="4885193"/>
              <a:ext cx="3563325" cy="0"/>
            </a:xfrm>
            <a:custGeom>
              <a:avLst/>
              <a:pathLst>
                <a:path w="3563325" h="0">
                  <a:moveTo>
                    <a:pt x="0" y="0"/>
                  </a:moveTo>
                  <a:lnTo>
                    <a:pt x="3563325" y="0"/>
                  </a:lnTo>
                  <a:lnTo>
                    <a:pt x="356332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9226622" y="4702071"/>
              <a:ext cx="3563325" cy="0"/>
            </a:xfrm>
            <a:custGeom>
              <a:avLst/>
              <a:pathLst>
                <a:path w="3563325" h="0">
                  <a:moveTo>
                    <a:pt x="0" y="0"/>
                  </a:moveTo>
                  <a:lnTo>
                    <a:pt x="3563325" y="0"/>
                  </a:lnTo>
                  <a:lnTo>
                    <a:pt x="356332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9226622" y="4518950"/>
              <a:ext cx="3563325" cy="0"/>
            </a:xfrm>
            <a:custGeom>
              <a:avLst/>
              <a:pathLst>
                <a:path w="3563325" h="0">
                  <a:moveTo>
                    <a:pt x="0" y="0"/>
                  </a:moveTo>
                  <a:lnTo>
                    <a:pt x="3563325" y="0"/>
                  </a:lnTo>
                  <a:lnTo>
                    <a:pt x="356332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9226622" y="4335828"/>
              <a:ext cx="3563325" cy="0"/>
            </a:xfrm>
            <a:custGeom>
              <a:avLst/>
              <a:pathLst>
                <a:path w="3563325" h="0">
                  <a:moveTo>
                    <a:pt x="0" y="0"/>
                  </a:moveTo>
                  <a:lnTo>
                    <a:pt x="3563325" y="0"/>
                  </a:lnTo>
                  <a:lnTo>
                    <a:pt x="356332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9226622" y="4152707"/>
              <a:ext cx="3563325" cy="0"/>
            </a:xfrm>
            <a:custGeom>
              <a:avLst/>
              <a:pathLst>
                <a:path w="3563325" h="0">
                  <a:moveTo>
                    <a:pt x="0" y="0"/>
                  </a:moveTo>
                  <a:lnTo>
                    <a:pt x="3563325" y="0"/>
                  </a:lnTo>
                  <a:lnTo>
                    <a:pt x="356332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9226622" y="3969585"/>
              <a:ext cx="3563325" cy="0"/>
            </a:xfrm>
            <a:custGeom>
              <a:avLst/>
              <a:pathLst>
                <a:path w="3563325" h="0">
                  <a:moveTo>
                    <a:pt x="0" y="0"/>
                  </a:moveTo>
                  <a:lnTo>
                    <a:pt x="3563325" y="0"/>
                  </a:lnTo>
                  <a:lnTo>
                    <a:pt x="356332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9226622" y="3786464"/>
              <a:ext cx="3563325" cy="0"/>
            </a:xfrm>
            <a:custGeom>
              <a:avLst/>
              <a:pathLst>
                <a:path w="3563325" h="0">
                  <a:moveTo>
                    <a:pt x="0" y="0"/>
                  </a:moveTo>
                  <a:lnTo>
                    <a:pt x="3563325" y="0"/>
                  </a:lnTo>
                  <a:lnTo>
                    <a:pt x="356332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9226622" y="3603342"/>
              <a:ext cx="3563325" cy="0"/>
            </a:xfrm>
            <a:custGeom>
              <a:avLst/>
              <a:pathLst>
                <a:path w="3563325" h="0">
                  <a:moveTo>
                    <a:pt x="0" y="0"/>
                  </a:moveTo>
                  <a:lnTo>
                    <a:pt x="3563325" y="0"/>
                  </a:lnTo>
                  <a:lnTo>
                    <a:pt x="356332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9226622" y="3420221"/>
              <a:ext cx="3563325" cy="0"/>
            </a:xfrm>
            <a:custGeom>
              <a:avLst/>
              <a:pathLst>
                <a:path w="3563325" h="0">
                  <a:moveTo>
                    <a:pt x="0" y="0"/>
                  </a:moveTo>
                  <a:lnTo>
                    <a:pt x="3563325" y="0"/>
                  </a:lnTo>
                  <a:lnTo>
                    <a:pt x="356332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9226622" y="3237100"/>
              <a:ext cx="3563325" cy="0"/>
            </a:xfrm>
            <a:custGeom>
              <a:avLst/>
              <a:pathLst>
                <a:path w="3563325" h="0">
                  <a:moveTo>
                    <a:pt x="0" y="0"/>
                  </a:moveTo>
                  <a:lnTo>
                    <a:pt x="3563325" y="0"/>
                  </a:lnTo>
                  <a:lnTo>
                    <a:pt x="356332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9226622" y="3053978"/>
              <a:ext cx="3563325" cy="0"/>
            </a:xfrm>
            <a:custGeom>
              <a:avLst/>
              <a:pathLst>
                <a:path w="3563325" h="0">
                  <a:moveTo>
                    <a:pt x="0" y="0"/>
                  </a:moveTo>
                  <a:lnTo>
                    <a:pt x="3563325" y="0"/>
                  </a:lnTo>
                  <a:lnTo>
                    <a:pt x="356332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9226622" y="2870857"/>
              <a:ext cx="3563325" cy="0"/>
            </a:xfrm>
            <a:custGeom>
              <a:avLst/>
              <a:pathLst>
                <a:path w="3563325" h="0">
                  <a:moveTo>
                    <a:pt x="0" y="0"/>
                  </a:moveTo>
                  <a:lnTo>
                    <a:pt x="3563325" y="0"/>
                  </a:lnTo>
                  <a:lnTo>
                    <a:pt x="356332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9226622" y="2687735"/>
              <a:ext cx="3563325" cy="0"/>
            </a:xfrm>
            <a:custGeom>
              <a:avLst/>
              <a:pathLst>
                <a:path w="3563325" h="0">
                  <a:moveTo>
                    <a:pt x="0" y="0"/>
                  </a:moveTo>
                  <a:lnTo>
                    <a:pt x="3563325" y="0"/>
                  </a:lnTo>
                  <a:lnTo>
                    <a:pt x="356332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9388592" y="2577862"/>
              <a:ext cx="0" cy="9558940"/>
            </a:xfrm>
            <a:custGeom>
              <a:avLst/>
              <a:pathLst>
                <a:path w="0" h="9558940">
                  <a:moveTo>
                    <a:pt x="0" y="955894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10169070" y="2577862"/>
              <a:ext cx="0" cy="9558940"/>
            </a:xfrm>
            <a:custGeom>
              <a:avLst/>
              <a:pathLst>
                <a:path w="0" h="9558940">
                  <a:moveTo>
                    <a:pt x="0" y="955894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10949548" y="2577862"/>
              <a:ext cx="0" cy="9558940"/>
            </a:xfrm>
            <a:custGeom>
              <a:avLst/>
              <a:pathLst>
                <a:path w="0" h="9558940">
                  <a:moveTo>
                    <a:pt x="0" y="955894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11730027" y="2577862"/>
              <a:ext cx="0" cy="9558940"/>
            </a:xfrm>
            <a:custGeom>
              <a:avLst/>
              <a:pathLst>
                <a:path w="0" h="9558940">
                  <a:moveTo>
                    <a:pt x="0" y="955894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12510505" y="2577862"/>
              <a:ext cx="0" cy="9558940"/>
            </a:xfrm>
            <a:custGeom>
              <a:avLst/>
              <a:pathLst>
                <a:path w="0" h="9558940">
                  <a:moveTo>
                    <a:pt x="0" y="955894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t62"/>
            <p:cNvSpPr/>
            <p:nvPr/>
          </p:nvSpPr>
          <p:spPr>
            <a:xfrm>
              <a:off x="12528330" y="11997190"/>
              <a:ext cx="59480" cy="59480"/>
            </a:xfrm>
            <a:prstGeom prst="ellipse">
              <a:avLst/>
            </a:prstGeom>
            <a:solidFill>
              <a:srgbClr val="E02020">
                <a:alpha val="100000"/>
              </a:srgbClr>
            </a:solidFill>
            <a:ln w="9818" cap="rnd">
              <a:solidFill>
                <a:srgbClr val="E0202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t63"/>
            <p:cNvSpPr/>
            <p:nvPr/>
          </p:nvSpPr>
          <p:spPr>
            <a:xfrm>
              <a:off x="12427325" y="11810518"/>
              <a:ext cx="66579" cy="66579"/>
            </a:xfrm>
            <a:prstGeom prst="ellipse">
              <a:avLst/>
            </a:prstGeom>
            <a:solidFill>
              <a:srgbClr val="E02020">
                <a:alpha val="100000"/>
              </a:srgbClr>
            </a:solidFill>
            <a:ln w="9818" cap="rnd">
              <a:solidFill>
                <a:srgbClr val="E0202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t64"/>
            <p:cNvSpPr/>
            <p:nvPr/>
          </p:nvSpPr>
          <p:spPr>
            <a:xfrm>
              <a:off x="12312336" y="11627397"/>
              <a:ext cx="66579" cy="66579"/>
            </a:xfrm>
            <a:prstGeom prst="ellipse">
              <a:avLst/>
            </a:prstGeom>
            <a:solidFill>
              <a:srgbClr val="164BCE">
                <a:alpha val="100000"/>
              </a:srgbClr>
            </a:solidFill>
            <a:ln w="9818" cap="rnd">
              <a:solidFill>
                <a:srgbClr val="164BC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t65"/>
            <p:cNvSpPr/>
            <p:nvPr/>
          </p:nvSpPr>
          <p:spPr>
            <a:xfrm>
              <a:off x="12312336" y="11444275"/>
              <a:ext cx="66579" cy="66579"/>
            </a:xfrm>
            <a:prstGeom prst="ellipse">
              <a:avLst/>
            </a:prstGeom>
            <a:solidFill>
              <a:srgbClr val="164BCE">
                <a:alpha val="100000"/>
              </a:srgbClr>
            </a:solidFill>
            <a:ln w="9818" cap="rnd">
              <a:solidFill>
                <a:srgbClr val="164BC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t66"/>
            <p:cNvSpPr/>
            <p:nvPr/>
          </p:nvSpPr>
          <p:spPr>
            <a:xfrm>
              <a:off x="12272716" y="11264704"/>
              <a:ext cx="59480" cy="59480"/>
            </a:xfrm>
            <a:prstGeom prst="ellipse">
              <a:avLst/>
            </a:prstGeom>
            <a:solidFill>
              <a:srgbClr val="111111">
                <a:alpha val="100000"/>
              </a:srgbClr>
            </a:solidFill>
            <a:ln w="9818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t67"/>
            <p:cNvSpPr/>
            <p:nvPr/>
          </p:nvSpPr>
          <p:spPr>
            <a:xfrm>
              <a:off x="12256787" y="11069160"/>
              <a:ext cx="84324" cy="84324"/>
            </a:xfrm>
            <a:prstGeom prst="ellipse">
              <a:avLst/>
            </a:prstGeom>
            <a:solidFill>
              <a:srgbClr val="111111">
                <a:alpha val="100000"/>
              </a:srgbClr>
            </a:solidFill>
            <a:ln w="9818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t68"/>
            <p:cNvSpPr/>
            <p:nvPr/>
          </p:nvSpPr>
          <p:spPr>
            <a:xfrm>
              <a:off x="12253206" y="10886039"/>
              <a:ext cx="84324" cy="84324"/>
            </a:xfrm>
            <a:prstGeom prst="ellipse">
              <a:avLst/>
            </a:prstGeom>
            <a:solidFill>
              <a:srgbClr val="111111">
                <a:alpha val="100000"/>
              </a:srgbClr>
            </a:solidFill>
            <a:ln w="9818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t69"/>
            <p:cNvSpPr/>
            <p:nvPr/>
          </p:nvSpPr>
          <p:spPr>
            <a:xfrm>
              <a:off x="12239918" y="10689629"/>
              <a:ext cx="110901" cy="110901"/>
            </a:xfrm>
            <a:prstGeom prst="ellipse">
              <a:avLst/>
            </a:prstGeom>
            <a:solidFill>
              <a:srgbClr val="159230">
                <a:alpha val="100000"/>
              </a:srgbClr>
            </a:solidFill>
            <a:ln w="9818" cap="rnd">
              <a:solidFill>
                <a:srgbClr val="15923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t70"/>
            <p:cNvSpPr/>
            <p:nvPr/>
          </p:nvSpPr>
          <p:spPr>
            <a:xfrm>
              <a:off x="12258407" y="10540788"/>
              <a:ext cx="42339" cy="42339"/>
            </a:xfrm>
            <a:prstGeom prst="ellipse">
              <a:avLst/>
            </a:prstGeom>
            <a:solidFill>
              <a:srgbClr val="111111">
                <a:alpha val="100000"/>
              </a:srgbClr>
            </a:solidFill>
            <a:ln w="9818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t71"/>
            <p:cNvSpPr/>
            <p:nvPr/>
          </p:nvSpPr>
          <p:spPr>
            <a:xfrm>
              <a:off x="12229777" y="10342823"/>
              <a:ext cx="72027" cy="72027"/>
            </a:xfrm>
            <a:prstGeom prst="ellipse">
              <a:avLst/>
            </a:prstGeom>
            <a:solidFill>
              <a:srgbClr val="159230">
                <a:alpha val="100000"/>
              </a:srgbClr>
            </a:solidFill>
            <a:ln w="9818" cap="rnd">
              <a:solidFill>
                <a:srgbClr val="15923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t72"/>
            <p:cNvSpPr/>
            <p:nvPr/>
          </p:nvSpPr>
          <p:spPr>
            <a:xfrm>
              <a:off x="12229777" y="10159701"/>
              <a:ext cx="72027" cy="72027"/>
            </a:xfrm>
            <a:prstGeom prst="ellipse">
              <a:avLst/>
            </a:prstGeom>
            <a:solidFill>
              <a:srgbClr val="164BCE">
                <a:alpha val="100000"/>
              </a:srgbClr>
            </a:solidFill>
            <a:ln w="9818" cap="rnd">
              <a:solidFill>
                <a:srgbClr val="164BC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t73"/>
            <p:cNvSpPr/>
            <p:nvPr/>
          </p:nvSpPr>
          <p:spPr>
            <a:xfrm>
              <a:off x="12225686" y="9982854"/>
              <a:ext cx="59480" cy="59480"/>
            </a:xfrm>
            <a:prstGeom prst="ellipse">
              <a:avLst/>
            </a:prstGeom>
            <a:solidFill>
              <a:srgbClr val="111111">
                <a:alpha val="100000"/>
              </a:srgbClr>
            </a:solidFill>
            <a:ln w="9818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t74"/>
            <p:cNvSpPr/>
            <p:nvPr/>
          </p:nvSpPr>
          <p:spPr>
            <a:xfrm>
              <a:off x="12225686" y="9799732"/>
              <a:ext cx="59480" cy="59480"/>
            </a:xfrm>
            <a:prstGeom prst="ellipse">
              <a:avLst/>
            </a:prstGeom>
            <a:solidFill>
              <a:srgbClr val="E02020">
                <a:alpha val="100000"/>
              </a:srgbClr>
            </a:solidFill>
            <a:ln w="9818" cap="rnd">
              <a:solidFill>
                <a:srgbClr val="E0202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t75"/>
            <p:cNvSpPr/>
            <p:nvPr/>
          </p:nvSpPr>
          <p:spPr>
            <a:xfrm>
              <a:off x="12208483" y="9600941"/>
              <a:ext cx="90819" cy="90819"/>
            </a:xfrm>
            <a:prstGeom prst="ellipse">
              <a:avLst/>
            </a:prstGeom>
            <a:solidFill>
              <a:srgbClr val="164BCE">
                <a:alpha val="100000"/>
              </a:srgbClr>
            </a:solidFill>
            <a:ln w="9818" cap="rnd">
              <a:solidFill>
                <a:srgbClr val="164BC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t76"/>
            <p:cNvSpPr/>
            <p:nvPr/>
          </p:nvSpPr>
          <p:spPr>
            <a:xfrm>
              <a:off x="12168547" y="9400074"/>
              <a:ext cx="126309" cy="126309"/>
            </a:xfrm>
            <a:prstGeom prst="ellipse">
              <a:avLst/>
            </a:prstGeom>
            <a:solidFill>
              <a:srgbClr val="164BCE">
                <a:alpha val="100000"/>
              </a:srgbClr>
            </a:solidFill>
            <a:ln w="9818" cap="rnd">
              <a:solidFill>
                <a:srgbClr val="164BC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t77"/>
            <p:cNvSpPr/>
            <p:nvPr/>
          </p:nvSpPr>
          <p:spPr>
            <a:xfrm>
              <a:off x="12142574" y="9241798"/>
              <a:ext cx="76620" cy="76620"/>
            </a:xfrm>
            <a:prstGeom prst="ellipse">
              <a:avLst/>
            </a:prstGeom>
            <a:solidFill>
              <a:srgbClr val="164BCE">
                <a:alpha val="100000"/>
              </a:srgbClr>
            </a:solidFill>
            <a:ln w="9818" cap="rnd">
              <a:solidFill>
                <a:srgbClr val="164BC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t78"/>
            <p:cNvSpPr/>
            <p:nvPr/>
          </p:nvSpPr>
          <p:spPr>
            <a:xfrm>
              <a:off x="12113873" y="9046129"/>
              <a:ext cx="101715" cy="101715"/>
            </a:xfrm>
            <a:prstGeom prst="ellipse">
              <a:avLst/>
            </a:prstGeom>
            <a:solidFill>
              <a:srgbClr val="159230">
                <a:alpha val="100000"/>
              </a:srgbClr>
            </a:solidFill>
            <a:ln w="9818" cap="rnd">
              <a:solidFill>
                <a:srgbClr val="15923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t79"/>
            <p:cNvSpPr/>
            <p:nvPr/>
          </p:nvSpPr>
          <p:spPr>
            <a:xfrm>
              <a:off x="12120709" y="8877851"/>
              <a:ext cx="72027" cy="72027"/>
            </a:xfrm>
            <a:prstGeom prst="ellipse">
              <a:avLst/>
            </a:prstGeom>
            <a:solidFill>
              <a:srgbClr val="164BCE">
                <a:alpha val="100000"/>
              </a:srgbClr>
            </a:solidFill>
            <a:ln w="9818" cap="rnd">
              <a:solidFill>
                <a:srgbClr val="164BC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t80"/>
            <p:cNvSpPr/>
            <p:nvPr/>
          </p:nvSpPr>
          <p:spPr>
            <a:xfrm>
              <a:off x="12108452" y="8682472"/>
              <a:ext cx="96542" cy="96542"/>
            </a:xfrm>
            <a:prstGeom prst="ellipse">
              <a:avLst/>
            </a:prstGeom>
            <a:solidFill>
              <a:srgbClr val="111111">
                <a:alpha val="100000"/>
              </a:srgbClr>
            </a:solidFill>
            <a:ln w="9818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t81"/>
            <p:cNvSpPr/>
            <p:nvPr/>
          </p:nvSpPr>
          <p:spPr>
            <a:xfrm>
              <a:off x="12114262" y="8509312"/>
              <a:ext cx="76620" cy="76620"/>
            </a:xfrm>
            <a:prstGeom prst="ellipse">
              <a:avLst/>
            </a:prstGeom>
            <a:solidFill>
              <a:srgbClr val="164BCE">
                <a:alpha val="100000"/>
              </a:srgbClr>
            </a:solidFill>
            <a:ln w="9818" cap="rnd">
              <a:solidFill>
                <a:srgbClr val="164BC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t82"/>
            <p:cNvSpPr/>
            <p:nvPr/>
          </p:nvSpPr>
          <p:spPr>
            <a:xfrm>
              <a:off x="12110663" y="8331211"/>
              <a:ext cx="66579" cy="66579"/>
            </a:xfrm>
            <a:prstGeom prst="ellipse">
              <a:avLst/>
            </a:prstGeom>
            <a:solidFill>
              <a:srgbClr val="111111">
                <a:alpha val="100000"/>
              </a:srgbClr>
            </a:solidFill>
            <a:ln w="9818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t83"/>
            <p:cNvSpPr/>
            <p:nvPr/>
          </p:nvSpPr>
          <p:spPr>
            <a:xfrm>
              <a:off x="12097619" y="8141046"/>
              <a:ext cx="80666" cy="80666"/>
            </a:xfrm>
            <a:prstGeom prst="ellipse">
              <a:avLst/>
            </a:prstGeom>
            <a:solidFill>
              <a:srgbClr val="111111">
                <a:alpha val="100000"/>
              </a:srgbClr>
            </a:solidFill>
            <a:ln w="9818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t84"/>
            <p:cNvSpPr/>
            <p:nvPr/>
          </p:nvSpPr>
          <p:spPr>
            <a:xfrm>
              <a:off x="12032271" y="7943896"/>
              <a:ext cx="108723" cy="108723"/>
            </a:xfrm>
            <a:prstGeom prst="ellipse">
              <a:avLst/>
            </a:prstGeom>
            <a:solidFill>
              <a:srgbClr val="164BCE">
                <a:alpha val="100000"/>
              </a:srgbClr>
            </a:solidFill>
            <a:ln w="9818" cap="rnd">
              <a:solidFill>
                <a:srgbClr val="164BC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t85"/>
            <p:cNvSpPr/>
            <p:nvPr/>
          </p:nvSpPr>
          <p:spPr>
            <a:xfrm>
              <a:off x="11994830" y="7779122"/>
              <a:ext cx="72027" cy="72027"/>
            </a:xfrm>
            <a:prstGeom prst="ellipse">
              <a:avLst/>
            </a:prstGeom>
            <a:solidFill>
              <a:srgbClr val="164BCE">
                <a:alpha val="100000"/>
              </a:srgbClr>
            </a:solidFill>
            <a:ln w="9818" cap="rnd">
              <a:solidFill>
                <a:srgbClr val="164BC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t86"/>
            <p:cNvSpPr/>
            <p:nvPr/>
          </p:nvSpPr>
          <p:spPr>
            <a:xfrm>
              <a:off x="11964482" y="7593704"/>
              <a:ext cx="76620" cy="76620"/>
            </a:xfrm>
            <a:prstGeom prst="ellipse">
              <a:avLst/>
            </a:prstGeom>
            <a:solidFill>
              <a:srgbClr val="164BCE">
                <a:alpha val="100000"/>
              </a:srgbClr>
            </a:solidFill>
            <a:ln w="9818" cap="rnd">
              <a:solidFill>
                <a:srgbClr val="164BC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t87"/>
            <p:cNvSpPr/>
            <p:nvPr/>
          </p:nvSpPr>
          <p:spPr>
            <a:xfrm>
              <a:off x="11962459" y="7408560"/>
              <a:ext cx="80666" cy="80666"/>
            </a:xfrm>
            <a:prstGeom prst="ellipse">
              <a:avLst/>
            </a:prstGeom>
            <a:solidFill>
              <a:srgbClr val="164BCE">
                <a:alpha val="100000"/>
              </a:srgbClr>
            </a:solidFill>
            <a:ln w="9818" cap="rnd">
              <a:solidFill>
                <a:srgbClr val="164BC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t88"/>
            <p:cNvSpPr/>
            <p:nvPr/>
          </p:nvSpPr>
          <p:spPr>
            <a:xfrm>
              <a:off x="11959016" y="7232482"/>
              <a:ext cx="66579" cy="66579"/>
            </a:xfrm>
            <a:prstGeom prst="ellipse">
              <a:avLst/>
            </a:prstGeom>
            <a:solidFill>
              <a:srgbClr val="164BCE">
                <a:alpha val="100000"/>
              </a:srgbClr>
            </a:solidFill>
            <a:ln w="9818" cap="rnd">
              <a:solidFill>
                <a:srgbClr val="164BC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t89"/>
            <p:cNvSpPr/>
            <p:nvPr/>
          </p:nvSpPr>
          <p:spPr>
            <a:xfrm>
              <a:off x="11926390" y="7020379"/>
              <a:ext cx="124541" cy="124541"/>
            </a:xfrm>
            <a:prstGeom prst="ellipse">
              <a:avLst/>
            </a:prstGeom>
            <a:solidFill>
              <a:srgbClr val="164BCE">
                <a:alpha val="100000"/>
              </a:srgbClr>
            </a:solidFill>
            <a:ln w="9818" cap="rnd">
              <a:solidFill>
                <a:srgbClr val="164BC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t90"/>
            <p:cNvSpPr/>
            <p:nvPr/>
          </p:nvSpPr>
          <p:spPr>
            <a:xfrm>
              <a:off x="11881360" y="6829127"/>
              <a:ext cx="140803" cy="140803"/>
            </a:xfrm>
            <a:prstGeom prst="ellipse">
              <a:avLst/>
            </a:prstGeom>
            <a:solidFill>
              <a:srgbClr val="164BCE">
                <a:alpha val="100000"/>
              </a:srgbClr>
            </a:solidFill>
            <a:ln w="9818" cap="rnd">
              <a:solidFill>
                <a:srgbClr val="164BC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t91"/>
            <p:cNvSpPr/>
            <p:nvPr/>
          </p:nvSpPr>
          <p:spPr>
            <a:xfrm>
              <a:off x="11872374" y="6672563"/>
              <a:ext cx="87688" cy="87688"/>
            </a:xfrm>
            <a:prstGeom prst="ellipse">
              <a:avLst/>
            </a:prstGeom>
            <a:solidFill>
              <a:srgbClr val="111111">
                <a:alpha val="100000"/>
              </a:srgbClr>
            </a:solidFill>
            <a:ln w="9818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t92"/>
            <p:cNvSpPr/>
            <p:nvPr/>
          </p:nvSpPr>
          <p:spPr>
            <a:xfrm>
              <a:off x="11772288" y="6466767"/>
              <a:ext cx="133037" cy="133037"/>
            </a:xfrm>
            <a:prstGeom prst="ellipse">
              <a:avLst/>
            </a:prstGeom>
            <a:solidFill>
              <a:srgbClr val="164BCE">
                <a:alpha val="100000"/>
              </a:srgbClr>
            </a:solidFill>
            <a:ln w="9818" cap="rnd">
              <a:solidFill>
                <a:srgbClr val="164BC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t93"/>
            <p:cNvSpPr/>
            <p:nvPr/>
          </p:nvSpPr>
          <p:spPr>
            <a:xfrm>
              <a:off x="11734982" y="6298094"/>
              <a:ext cx="104140" cy="104140"/>
            </a:xfrm>
            <a:prstGeom prst="ellipse">
              <a:avLst/>
            </a:prstGeom>
            <a:solidFill>
              <a:srgbClr val="111111">
                <a:alpha val="100000"/>
              </a:srgbClr>
            </a:solidFill>
            <a:ln w="9818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t94"/>
            <p:cNvSpPr/>
            <p:nvPr/>
          </p:nvSpPr>
          <p:spPr>
            <a:xfrm>
              <a:off x="11738478" y="6131029"/>
              <a:ext cx="72027" cy="72027"/>
            </a:xfrm>
            <a:prstGeom prst="ellipse">
              <a:avLst/>
            </a:prstGeom>
            <a:solidFill>
              <a:srgbClr val="164BCE">
                <a:alpha val="100000"/>
              </a:srgbClr>
            </a:solidFill>
            <a:ln w="9818" cap="rnd">
              <a:solidFill>
                <a:srgbClr val="164BC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t95"/>
            <p:cNvSpPr/>
            <p:nvPr/>
          </p:nvSpPr>
          <p:spPr>
            <a:xfrm>
              <a:off x="11736182" y="5945611"/>
              <a:ext cx="76620" cy="76620"/>
            </a:xfrm>
            <a:prstGeom prst="ellipse">
              <a:avLst/>
            </a:prstGeom>
            <a:solidFill>
              <a:srgbClr val="164BCE">
                <a:alpha val="100000"/>
              </a:srgbClr>
            </a:solidFill>
            <a:ln w="9818" cap="rnd">
              <a:solidFill>
                <a:srgbClr val="164BC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t96"/>
            <p:cNvSpPr/>
            <p:nvPr/>
          </p:nvSpPr>
          <p:spPr>
            <a:xfrm>
              <a:off x="11732329" y="5758638"/>
              <a:ext cx="84324" cy="84324"/>
            </a:xfrm>
            <a:prstGeom prst="ellipse">
              <a:avLst/>
            </a:prstGeom>
            <a:solidFill>
              <a:srgbClr val="159230">
                <a:alpha val="100000"/>
              </a:srgbClr>
            </a:solidFill>
            <a:ln w="9818" cap="rnd">
              <a:solidFill>
                <a:srgbClr val="15923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t97"/>
            <p:cNvSpPr/>
            <p:nvPr/>
          </p:nvSpPr>
          <p:spPr>
            <a:xfrm>
              <a:off x="11729082" y="5572269"/>
              <a:ext cx="90819" cy="90819"/>
            </a:xfrm>
            <a:prstGeom prst="ellipse">
              <a:avLst/>
            </a:prstGeom>
            <a:solidFill>
              <a:srgbClr val="164BCE">
                <a:alpha val="100000"/>
              </a:srgbClr>
            </a:solidFill>
            <a:ln w="9818" cap="rnd">
              <a:solidFill>
                <a:srgbClr val="164BC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t98"/>
            <p:cNvSpPr/>
            <p:nvPr/>
          </p:nvSpPr>
          <p:spPr>
            <a:xfrm>
              <a:off x="11695322" y="5383699"/>
              <a:ext cx="101715" cy="101715"/>
            </a:xfrm>
            <a:prstGeom prst="ellipse">
              <a:avLst/>
            </a:prstGeom>
            <a:solidFill>
              <a:srgbClr val="164BCE">
                <a:alpha val="100000"/>
              </a:srgbClr>
            </a:solidFill>
            <a:ln w="9818" cap="rnd">
              <a:solidFill>
                <a:srgbClr val="164BC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t99"/>
            <p:cNvSpPr/>
            <p:nvPr/>
          </p:nvSpPr>
          <p:spPr>
            <a:xfrm>
              <a:off x="11702335" y="5207591"/>
              <a:ext cx="87688" cy="87688"/>
            </a:xfrm>
            <a:prstGeom prst="ellipse">
              <a:avLst/>
            </a:prstGeom>
            <a:solidFill>
              <a:srgbClr val="164BCE">
                <a:alpha val="100000"/>
              </a:srgbClr>
            </a:solidFill>
            <a:ln w="9818" cap="rnd">
              <a:solidFill>
                <a:srgbClr val="164BC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t100"/>
            <p:cNvSpPr/>
            <p:nvPr/>
          </p:nvSpPr>
          <p:spPr>
            <a:xfrm>
              <a:off x="11688650" y="5010784"/>
              <a:ext cx="115059" cy="115059"/>
            </a:xfrm>
            <a:prstGeom prst="ellipse">
              <a:avLst/>
            </a:prstGeom>
            <a:solidFill>
              <a:srgbClr val="159230">
                <a:alpha val="100000"/>
              </a:srgbClr>
            </a:solidFill>
            <a:ln w="9818" cap="rnd">
              <a:solidFill>
                <a:srgbClr val="15923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t101"/>
            <p:cNvSpPr/>
            <p:nvPr/>
          </p:nvSpPr>
          <p:spPr>
            <a:xfrm>
              <a:off x="11610240" y="4849179"/>
              <a:ext cx="72027" cy="72027"/>
            </a:xfrm>
            <a:prstGeom prst="ellipse">
              <a:avLst/>
            </a:prstGeom>
            <a:solidFill>
              <a:srgbClr val="164BCE">
                <a:alpha val="100000"/>
              </a:srgbClr>
            </a:solidFill>
            <a:ln w="9818" cap="rnd">
              <a:solidFill>
                <a:srgbClr val="164BC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t102"/>
            <p:cNvSpPr/>
            <p:nvPr/>
          </p:nvSpPr>
          <p:spPr>
            <a:xfrm>
              <a:off x="11506329" y="4629480"/>
              <a:ext cx="145181" cy="145181"/>
            </a:xfrm>
            <a:prstGeom prst="ellipse">
              <a:avLst/>
            </a:prstGeom>
            <a:solidFill>
              <a:srgbClr val="111111">
                <a:alpha val="100000"/>
              </a:srgbClr>
            </a:solidFill>
            <a:ln w="9818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t103"/>
            <p:cNvSpPr/>
            <p:nvPr/>
          </p:nvSpPr>
          <p:spPr>
            <a:xfrm>
              <a:off x="11513794" y="4480640"/>
              <a:ext cx="76620" cy="76620"/>
            </a:xfrm>
            <a:prstGeom prst="ellipse">
              <a:avLst/>
            </a:prstGeom>
            <a:solidFill>
              <a:srgbClr val="164BCE">
                <a:alpha val="100000"/>
              </a:srgbClr>
            </a:solidFill>
            <a:ln w="9818" cap="rnd">
              <a:solidFill>
                <a:srgbClr val="164BC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t104"/>
            <p:cNvSpPr/>
            <p:nvPr/>
          </p:nvSpPr>
          <p:spPr>
            <a:xfrm>
              <a:off x="11415570" y="4263237"/>
              <a:ext cx="145181" cy="145181"/>
            </a:xfrm>
            <a:prstGeom prst="ellipse">
              <a:avLst/>
            </a:prstGeom>
            <a:solidFill>
              <a:srgbClr val="164BCE">
                <a:alpha val="100000"/>
              </a:srgbClr>
            </a:solidFill>
            <a:ln w="9818" cap="rnd">
              <a:solidFill>
                <a:srgbClr val="164BC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t105"/>
            <p:cNvSpPr/>
            <p:nvPr/>
          </p:nvSpPr>
          <p:spPr>
            <a:xfrm>
              <a:off x="11416928" y="4112374"/>
              <a:ext cx="80666" cy="80666"/>
            </a:xfrm>
            <a:prstGeom prst="ellipse">
              <a:avLst/>
            </a:prstGeom>
            <a:solidFill>
              <a:srgbClr val="164BCE">
                <a:alpha val="100000"/>
              </a:srgbClr>
            </a:solidFill>
            <a:ln w="9818" cap="rnd">
              <a:solidFill>
                <a:srgbClr val="164BC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t106"/>
            <p:cNvSpPr/>
            <p:nvPr/>
          </p:nvSpPr>
          <p:spPr>
            <a:xfrm>
              <a:off x="11404724" y="3925741"/>
              <a:ext cx="87688" cy="87688"/>
            </a:xfrm>
            <a:prstGeom prst="ellipse">
              <a:avLst/>
            </a:prstGeom>
            <a:solidFill>
              <a:srgbClr val="164BCE">
                <a:alpha val="100000"/>
              </a:srgbClr>
            </a:solidFill>
            <a:ln w="9818" cap="rnd">
              <a:solidFill>
                <a:srgbClr val="164BC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t107"/>
            <p:cNvSpPr/>
            <p:nvPr/>
          </p:nvSpPr>
          <p:spPr>
            <a:xfrm>
              <a:off x="11356479" y="3746131"/>
              <a:ext cx="80666" cy="80666"/>
            </a:xfrm>
            <a:prstGeom prst="ellipse">
              <a:avLst/>
            </a:prstGeom>
            <a:solidFill>
              <a:srgbClr val="164BCE">
                <a:alpha val="100000"/>
              </a:srgbClr>
            </a:solidFill>
            <a:ln w="9818" cap="rnd">
              <a:solidFill>
                <a:srgbClr val="164BC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t108"/>
            <p:cNvSpPr/>
            <p:nvPr/>
          </p:nvSpPr>
          <p:spPr>
            <a:xfrm>
              <a:off x="11250082" y="3557933"/>
              <a:ext cx="90819" cy="90819"/>
            </a:xfrm>
            <a:prstGeom prst="ellipse">
              <a:avLst/>
            </a:prstGeom>
            <a:solidFill>
              <a:srgbClr val="164BCE">
                <a:alpha val="100000"/>
              </a:srgbClr>
            </a:solidFill>
            <a:ln w="9818" cap="rnd">
              <a:solidFill>
                <a:srgbClr val="164BC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t109"/>
            <p:cNvSpPr/>
            <p:nvPr/>
          </p:nvSpPr>
          <p:spPr>
            <a:xfrm>
              <a:off x="11146186" y="3381911"/>
              <a:ext cx="76620" cy="76620"/>
            </a:xfrm>
            <a:prstGeom prst="ellipse">
              <a:avLst/>
            </a:prstGeom>
            <a:solidFill>
              <a:srgbClr val="164BCE">
                <a:alpha val="100000"/>
              </a:srgbClr>
            </a:solidFill>
            <a:ln w="9818" cap="rnd">
              <a:solidFill>
                <a:srgbClr val="164BC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t110"/>
            <p:cNvSpPr/>
            <p:nvPr/>
          </p:nvSpPr>
          <p:spPr>
            <a:xfrm>
              <a:off x="11082503" y="3183863"/>
              <a:ext cx="106472" cy="106472"/>
            </a:xfrm>
            <a:prstGeom prst="ellipse">
              <a:avLst/>
            </a:prstGeom>
            <a:solidFill>
              <a:srgbClr val="111111">
                <a:alpha val="100000"/>
              </a:srgbClr>
            </a:solidFill>
            <a:ln w="9818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t111"/>
            <p:cNvSpPr/>
            <p:nvPr/>
          </p:nvSpPr>
          <p:spPr>
            <a:xfrm>
              <a:off x="10454384" y="3007098"/>
              <a:ext cx="93760" cy="93760"/>
            </a:xfrm>
            <a:prstGeom prst="ellipse">
              <a:avLst/>
            </a:prstGeom>
            <a:solidFill>
              <a:srgbClr val="111111">
                <a:alpha val="100000"/>
              </a:srgbClr>
            </a:solidFill>
            <a:ln w="9818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t112"/>
            <p:cNvSpPr/>
            <p:nvPr/>
          </p:nvSpPr>
          <p:spPr>
            <a:xfrm>
              <a:off x="10138163" y="2795484"/>
              <a:ext cx="150744" cy="150744"/>
            </a:xfrm>
            <a:prstGeom prst="ellipse">
              <a:avLst/>
            </a:prstGeom>
            <a:solidFill>
              <a:srgbClr val="164BCE">
                <a:alpha val="100000"/>
              </a:srgbClr>
            </a:solidFill>
            <a:ln w="9818" cap="rnd">
              <a:solidFill>
                <a:srgbClr val="164BC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t113"/>
            <p:cNvSpPr/>
            <p:nvPr/>
          </p:nvSpPr>
          <p:spPr>
            <a:xfrm>
              <a:off x="10009543" y="2642325"/>
              <a:ext cx="90819" cy="90819"/>
            </a:xfrm>
            <a:prstGeom prst="ellipse">
              <a:avLst/>
            </a:prstGeom>
            <a:solidFill>
              <a:srgbClr val="164BCE">
                <a:alpha val="100000"/>
              </a:srgbClr>
            </a:solidFill>
            <a:ln w="9818" cap="rnd">
              <a:solidFill>
                <a:srgbClr val="164BC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tx114"/>
            <p:cNvSpPr/>
            <p:nvPr/>
          </p:nvSpPr>
          <p:spPr>
            <a:xfrm>
              <a:off x="7631616" y="11994240"/>
              <a:ext cx="1526682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E02020">
                      <a:alpha val="100000"/>
                    </a:srgbClr>
                  </a:solidFill>
                  <a:latin typeface="Arial"/>
                  <a:cs typeface="Arial"/>
                </a:rPr>
                <a:t>morphogenesis of follicular epithelium</a:t>
              </a:r>
            </a:p>
          </p:txBody>
        </p:sp>
        <p:sp>
          <p:nvSpPr>
            <p:cNvPr id="115" name="tx115"/>
            <p:cNvSpPr/>
            <p:nvPr/>
          </p:nvSpPr>
          <p:spPr>
            <a:xfrm>
              <a:off x="8057544" y="11811118"/>
              <a:ext cx="1100754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E02020">
                      <a:alpha val="100000"/>
                    </a:srgbClr>
                  </a:solidFill>
                  <a:latin typeface="Arial"/>
                  <a:cs typeface="Arial"/>
                </a:rPr>
                <a:t>female gonad development</a:t>
              </a:r>
            </a:p>
          </p:txBody>
        </p:sp>
        <p:sp>
          <p:nvSpPr>
            <p:cNvPr id="116" name="tx116"/>
            <p:cNvSpPr/>
            <p:nvPr/>
          </p:nvSpPr>
          <p:spPr>
            <a:xfrm>
              <a:off x="7286979" y="11627997"/>
              <a:ext cx="1871319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164BCE">
                      <a:alpha val="100000"/>
                    </a:srgbClr>
                  </a:solidFill>
                  <a:latin typeface="Arial"/>
                  <a:cs typeface="Arial"/>
                </a:rPr>
                <a:t>aspartate family amino acid metabolic process</a:t>
              </a:r>
            </a:p>
          </p:txBody>
        </p:sp>
        <p:sp>
          <p:nvSpPr>
            <p:cNvPr id="117" name="tx117"/>
            <p:cNvSpPr/>
            <p:nvPr/>
          </p:nvSpPr>
          <p:spPr>
            <a:xfrm>
              <a:off x="7200477" y="11444875"/>
              <a:ext cx="1957821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164BCE">
                      <a:alpha val="100000"/>
                    </a:srgbClr>
                  </a:solidFill>
                  <a:latin typeface="Arial"/>
                  <a:cs typeface="Arial"/>
                </a:rPr>
                <a:t>non-proteinogenic amino acid metabolic process</a:t>
              </a:r>
            </a:p>
          </p:txBody>
        </p:sp>
        <p:sp>
          <p:nvSpPr>
            <p:cNvPr id="118" name="tx118"/>
            <p:cNvSpPr/>
            <p:nvPr/>
          </p:nvSpPr>
          <p:spPr>
            <a:xfrm>
              <a:off x="7642041" y="11261754"/>
              <a:ext cx="1516258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111111">
                      <a:alpha val="100000"/>
                    </a:srgbClr>
                  </a:solidFill>
                  <a:latin typeface="Arial"/>
                  <a:cs typeface="Arial"/>
                </a:rPr>
                <a:t>intra-Golgi vesicle-mediated transport</a:t>
              </a:r>
            </a:p>
          </p:txBody>
        </p:sp>
        <p:sp>
          <p:nvSpPr>
            <p:cNvPr id="119" name="tx119"/>
            <p:cNvSpPr/>
            <p:nvPr/>
          </p:nvSpPr>
          <p:spPr>
            <a:xfrm>
              <a:off x="7616255" y="11078633"/>
              <a:ext cx="1542044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111111">
                      <a:alpha val="100000"/>
                    </a:srgbClr>
                  </a:solidFill>
                  <a:latin typeface="Arial"/>
                  <a:cs typeface="Arial"/>
                </a:rPr>
                <a:t>ribonucleoprotein complex localization</a:t>
              </a:r>
            </a:p>
          </p:txBody>
        </p:sp>
        <p:sp>
          <p:nvSpPr>
            <p:cNvPr id="120" name="tx120"/>
            <p:cNvSpPr/>
            <p:nvPr/>
          </p:nvSpPr>
          <p:spPr>
            <a:xfrm>
              <a:off x="8088176" y="10895511"/>
              <a:ext cx="1070122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111111">
                      <a:alpha val="100000"/>
                    </a:srgbClr>
                  </a:solidFill>
                  <a:latin typeface="Arial"/>
                  <a:cs typeface="Arial"/>
                </a:rPr>
                <a:t>protein import into nucleus</a:t>
              </a:r>
            </a:p>
          </p:txBody>
        </p:sp>
        <p:sp>
          <p:nvSpPr>
            <p:cNvPr id="121" name="tx121"/>
            <p:cNvSpPr/>
            <p:nvPr/>
          </p:nvSpPr>
          <p:spPr>
            <a:xfrm>
              <a:off x="8027369" y="10712390"/>
              <a:ext cx="1130929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159230">
                      <a:alpha val="100000"/>
                    </a:srgbClr>
                  </a:solidFill>
                  <a:latin typeface="Arial"/>
                  <a:cs typeface="Arial"/>
                </a:rPr>
                <a:t>response to oxidative stress</a:t>
              </a:r>
            </a:p>
          </p:txBody>
        </p:sp>
        <p:sp>
          <p:nvSpPr>
            <p:cNvPr id="122" name="tx122"/>
            <p:cNvSpPr/>
            <p:nvPr/>
          </p:nvSpPr>
          <p:spPr>
            <a:xfrm>
              <a:off x="7829767" y="10529268"/>
              <a:ext cx="1328531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111111">
                      <a:alpha val="100000"/>
                    </a:srgbClr>
                  </a:solidFill>
                  <a:latin typeface="Arial"/>
                  <a:cs typeface="Arial"/>
                </a:rPr>
                <a:t>protein transmembrane transport</a:t>
              </a:r>
            </a:p>
          </p:txBody>
        </p:sp>
        <p:sp>
          <p:nvSpPr>
            <p:cNvPr id="123" name="tx123"/>
            <p:cNvSpPr/>
            <p:nvPr/>
          </p:nvSpPr>
          <p:spPr>
            <a:xfrm>
              <a:off x="8539433" y="10346147"/>
              <a:ext cx="618865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159230">
                      <a:alpha val="100000"/>
                    </a:srgbClr>
                  </a:solidFill>
                  <a:latin typeface="Arial"/>
                  <a:cs typeface="Arial"/>
                </a:rPr>
                <a:t>ERAD pathway</a:t>
              </a:r>
            </a:p>
          </p:txBody>
        </p:sp>
        <p:sp>
          <p:nvSpPr>
            <p:cNvPr id="124" name="tx124"/>
            <p:cNvSpPr/>
            <p:nvPr/>
          </p:nvSpPr>
          <p:spPr>
            <a:xfrm>
              <a:off x="8017036" y="10163025"/>
              <a:ext cx="1141262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164BCE">
                      <a:alpha val="100000"/>
                    </a:srgbClr>
                  </a:solidFill>
                  <a:latin typeface="Arial"/>
                  <a:cs typeface="Arial"/>
                </a:rPr>
                <a:t>xenobiotic catabolic process</a:t>
              </a:r>
            </a:p>
          </p:txBody>
        </p:sp>
        <p:sp>
          <p:nvSpPr>
            <p:cNvPr id="125" name="tx125"/>
            <p:cNvSpPr/>
            <p:nvPr/>
          </p:nvSpPr>
          <p:spPr>
            <a:xfrm>
              <a:off x="7956320" y="9979904"/>
              <a:ext cx="1201978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111111">
                      <a:alpha val="100000"/>
                    </a:srgbClr>
                  </a:solidFill>
                  <a:latin typeface="Arial"/>
                  <a:cs typeface="Arial"/>
                </a:rPr>
                <a:t>pyruvate biosynthetic process</a:t>
              </a:r>
            </a:p>
          </p:txBody>
        </p:sp>
        <p:sp>
          <p:nvSpPr>
            <p:cNvPr id="126" name="tx126"/>
            <p:cNvSpPr/>
            <p:nvPr/>
          </p:nvSpPr>
          <p:spPr>
            <a:xfrm>
              <a:off x="7388386" y="9747405"/>
              <a:ext cx="1769912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E02020">
                      <a:alpha val="100000"/>
                    </a:srgbClr>
                  </a:solidFill>
                  <a:latin typeface="Arial"/>
                  <a:cs typeface="Arial"/>
                </a:rPr>
                <a:t>cellular response to epidermal growth factor</a:t>
              </a:r>
            </a:p>
          </p:txBody>
        </p:sp>
        <p:sp>
          <p:nvSpPr>
            <p:cNvPr id="127" name="tx127"/>
            <p:cNvSpPr/>
            <p:nvPr/>
          </p:nvSpPr>
          <p:spPr>
            <a:xfrm>
              <a:off x="8823628" y="9846160"/>
              <a:ext cx="334670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E02020">
                      <a:alpha val="100000"/>
                    </a:srgbClr>
                  </a:solidFill>
                  <a:latin typeface="Arial"/>
                  <a:cs typeface="Arial"/>
                </a:rPr>
                <a:t>stimulus</a:t>
              </a:r>
            </a:p>
          </p:txBody>
        </p:sp>
        <p:sp>
          <p:nvSpPr>
            <p:cNvPr id="128" name="tx128"/>
            <p:cNvSpPr/>
            <p:nvPr/>
          </p:nvSpPr>
          <p:spPr>
            <a:xfrm>
              <a:off x="8397426" y="9613661"/>
              <a:ext cx="760872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164BCE">
                      <a:alpha val="100000"/>
                    </a:srgbClr>
                  </a:solidFill>
                  <a:latin typeface="Arial"/>
                  <a:cs typeface="Arial"/>
                </a:rPr>
                <a:t>response to insulin</a:t>
              </a:r>
            </a:p>
          </p:txBody>
        </p:sp>
        <p:sp>
          <p:nvSpPr>
            <p:cNvPr id="129" name="tx129"/>
            <p:cNvSpPr/>
            <p:nvPr/>
          </p:nvSpPr>
          <p:spPr>
            <a:xfrm>
              <a:off x="7829493" y="9430539"/>
              <a:ext cx="1328806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164BCE">
                      <a:alpha val="100000"/>
                    </a:srgbClr>
                  </a:solidFill>
                  <a:latin typeface="Arial"/>
                  <a:cs typeface="Arial"/>
                </a:rPr>
                <a:t>carboxylic acid catabolic process</a:t>
              </a:r>
            </a:p>
          </p:txBody>
        </p:sp>
        <p:sp>
          <p:nvSpPr>
            <p:cNvPr id="130" name="tx130"/>
            <p:cNvSpPr/>
            <p:nvPr/>
          </p:nvSpPr>
          <p:spPr>
            <a:xfrm>
              <a:off x="7611317" y="9247418"/>
              <a:ext cx="1546981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164BCE">
                      <a:alpha val="100000"/>
                    </a:srgbClr>
                  </a:solidFill>
                  <a:latin typeface="Arial"/>
                  <a:cs typeface="Arial"/>
                </a:rPr>
                <a:t>alpha-amino acid biosynthetic process</a:t>
              </a:r>
            </a:p>
          </p:txBody>
        </p:sp>
        <p:sp>
          <p:nvSpPr>
            <p:cNvPr id="131" name="tx131"/>
            <p:cNvSpPr/>
            <p:nvPr/>
          </p:nvSpPr>
          <p:spPr>
            <a:xfrm>
              <a:off x="8341648" y="9064296"/>
              <a:ext cx="816650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159230">
                      <a:alpha val="100000"/>
                    </a:srgbClr>
                  </a:solidFill>
                  <a:latin typeface="Arial"/>
                  <a:cs typeface="Arial"/>
                </a:rPr>
                <a:t>response to hypoxia</a:t>
              </a:r>
            </a:p>
          </p:txBody>
        </p:sp>
        <p:sp>
          <p:nvSpPr>
            <p:cNvPr id="132" name="tx132"/>
            <p:cNvSpPr/>
            <p:nvPr/>
          </p:nvSpPr>
          <p:spPr>
            <a:xfrm>
              <a:off x="7941141" y="8881175"/>
              <a:ext cx="1217157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164BCE">
                      <a:alpha val="100000"/>
                    </a:srgbClr>
                  </a:solidFill>
                  <a:latin typeface="Arial"/>
                  <a:cs typeface="Arial"/>
                </a:rPr>
                <a:t>fatty acid biosynthetic process</a:t>
              </a:r>
            </a:p>
          </p:txBody>
        </p:sp>
        <p:sp>
          <p:nvSpPr>
            <p:cNvPr id="133" name="tx133"/>
            <p:cNvSpPr/>
            <p:nvPr/>
          </p:nvSpPr>
          <p:spPr>
            <a:xfrm>
              <a:off x="7590926" y="8698054"/>
              <a:ext cx="1567373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111111">
                      <a:alpha val="100000"/>
                    </a:srgbClr>
                  </a:solidFill>
                  <a:latin typeface="Arial"/>
                  <a:cs typeface="Arial"/>
                </a:rPr>
                <a:t>protein-containing complex localization</a:t>
              </a:r>
            </a:p>
          </p:txBody>
        </p:sp>
        <p:sp>
          <p:nvSpPr>
            <p:cNvPr id="134" name="tx134"/>
            <p:cNvSpPr/>
            <p:nvPr/>
          </p:nvSpPr>
          <p:spPr>
            <a:xfrm>
              <a:off x="7555538" y="8514932"/>
              <a:ext cx="1602760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164BCE">
                      <a:alpha val="100000"/>
                    </a:srgbClr>
                  </a:solidFill>
                  <a:latin typeface="Arial"/>
                  <a:cs typeface="Arial"/>
                </a:rPr>
                <a:t>regulation of glucose metabolic process</a:t>
              </a:r>
            </a:p>
          </p:txBody>
        </p:sp>
        <p:sp>
          <p:nvSpPr>
            <p:cNvPr id="135" name="tx135"/>
            <p:cNvSpPr/>
            <p:nvPr/>
          </p:nvSpPr>
          <p:spPr>
            <a:xfrm>
              <a:off x="8372098" y="8331811"/>
              <a:ext cx="786201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111111">
                      <a:alpha val="100000"/>
                    </a:srgbClr>
                  </a:solidFill>
                  <a:latin typeface="Arial"/>
                  <a:cs typeface="Arial"/>
                </a:rPr>
                <a:t>body fluid secretion</a:t>
              </a:r>
            </a:p>
          </p:txBody>
        </p:sp>
        <p:sp>
          <p:nvSpPr>
            <p:cNvPr id="136" name="tx136"/>
            <p:cNvSpPr/>
            <p:nvPr/>
          </p:nvSpPr>
          <p:spPr>
            <a:xfrm>
              <a:off x="8068060" y="8148689"/>
              <a:ext cx="1090239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111111">
                      <a:alpha val="100000"/>
                    </a:srgbClr>
                  </a:solidFill>
                  <a:latin typeface="Arial"/>
                  <a:cs typeface="Arial"/>
                </a:rPr>
                <a:t>mRNA export from nucleus</a:t>
              </a:r>
            </a:p>
          </p:txBody>
        </p:sp>
        <p:sp>
          <p:nvSpPr>
            <p:cNvPr id="137" name="tx137"/>
            <p:cNvSpPr/>
            <p:nvPr/>
          </p:nvSpPr>
          <p:spPr>
            <a:xfrm>
              <a:off x="7459069" y="7965568"/>
              <a:ext cx="1699229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164BCE">
                      <a:alpha val="100000"/>
                    </a:srgbClr>
                  </a:solidFill>
                  <a:latin typeface="Arial"/>
                  <a:cs typeface="Arial"/>
                </a:rPr>
                <a:t>purine ribonucleotide biosynthetic process</a:t>
              </a:r>
            </a:p>
          </p:txBody>
        </p:sp>
        <p:sp>
          <p:nvSpPr>
            <p:cNvPr id="138" name="tx138"/>
            <p:cNvSpPr/>
            <p:nvPr/>
          </p:nvSpPr>
          <p:spPr>
            <a:xfrm>
              <a:off x="7352542" y="7782446"/>
              <a:ext cx="1805757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164BCE">
                      <a:alpha val="100000"/>
                    </a:srgbClr>
                  </a:solidFill>
                  <a:latin typeface="Arial"/>
                  <a:cs typeface="Arial"/>
                </a:rPr>
                <a:t>nicotinamide nucleotide biosynthetic process</a:t>
              </a:r>
            </a:p>
          </p:txBody>
        </p:sp>
        <p:sp>
          <p:nvSpPr>
            <p:cNvPr id="139" name="tx139"/>
            <p:cNvSpPr/>
            <p:nvPr/>
          </p:nvSpPr>
          <p:spPr>
            <a:xfrm>
              <a:off x="8473322" y="7599325"/>
              <a:ext cx="684977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164BCE">
                      <a:alpha val="100000"/>
                    </a:srgbClr>
                  </a:solidFill>
                  <a:latin typeface="Arial"/>
                  <a:cs typeface="Arial"/>
                </a:rPr>
                <a:t>gluconeogenesis</a:t>
              </a:r>
            </a:p>
          </p:txBody>
        </p:sp>
        <p:sp>
          <p:nvSpPr>
            <p:cNvPr id="140" name="tx140"/>
            <p:cNvSpPr/>
            <p:nvPr/>
          </p:nvSpPr>
          <p:spPr>
            <a:xfrm>
              <a:off x="8037427" y="7416203"/>
              <a:ext cx="1120871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164BCE">
                      <a:alpha val="100000"/>
                    </a:srgbClr>
                  </a:solidFill>
                  <a:latin typeface="Arial"/>
                  <a:cs typeface="Arial"/>
                </a:rPr>
                <a:t>antibiotic metabolic process</a:t>
              </a:r>
            </a:p>
          </p:txBody>
        </p:sp>
        <p:sp>
          <p:nvSpPr>
            <p:cNvPr id="141" name="tx141"/>
            <p:cNvSpPr/>
            <p:nvPr/>
          </p:nvSpPr>
          <p:spPr>
            <a:xfrm>
              <a:off x="7418836" y="7233082"/>
              <a:ext cx="1739463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164BCE">
                      <a:alpha val="100000"/>
                    </a:srgbClr>
                  </a:solidFill>
                  <a:latin typeface="Arial"/>
                  <a:cs typeface="Arial"/>
                </a:rPr>
                <a:t>serine family amino acid metabolic process</a:t>
              </a:r>
            </a:p>
          </p:txBody>
        </p:sp>
        <p:sp>
          <p:nvSpPr>
            <p:cNvPr id="142" name="tx142"/>
            <p:cNvSpPr/>
            <p:nvPr/>
          </p:nvSpPr>
          <p:spPr>
            <a:xfrm>
              <a:off x="7707786" y="7049960"/>
              <a:ext cx="1450512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164BCE">
                      <a:alpha val="100000"/>
                    </a:srgbClr>
                  </a:solidFill>
                  <a:latin typeface="Arial"/>
                  <a:cs typeface="Arial"/>
                </a:rPr>
                <a:t>carboxylic acid biosynthetic process</a:t>
              </a:r>
            </a:p>
          </p:txBody>
        </p:sp>
        <p:sp>
          <p:nvSpPr>
            <p:cNvPr id="143" name="tx143"/>
            <p:cNvSpPr/>
            <p:nvPr/>
          </p:nvSpPr>
          <p:spPr>
            <a:xfrm>
              <a:off x="7570900" y="6866839"/>
              <a:ext cx="1587398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164BCE">
                      <a:alpha val="100000"/>
                    </a:srgbClr>
                  </a:solidFill>
                  <a:latin typeface="Arial"/>
                  <a:cs typeface="Arial"/>
                </a:rPr>
                <a:t>monocarboxylic acid metabolic process</a:t>
              </a:r>
            </a:p>
          </p:txBody>
        </p:sp>
        <p:sp>
          <p:nvSpPr>
            <p:cNvPr id="144" name="tx144"/>
            <p:cNvSpPr/>
            <p:nvPr/>
          </p:nvSpPr>
          <p:spPr>
            <a:xfrm>
              <a:off x="7423682" y="6634340"/>
              <a:ext cx="1734616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111111">
                      <a:alpha val="100000"/>
                    </a:srgbClr>
                  </a:solidFill>
                  <a:latin typeface="Arial"/>
                  <a:cs typeface="Arial"/>
                </a:rPr>
                <a:t>regulation of alternative mRNA splicing, via</a:t>
              </a:r>
            </a:p>
          </p:txBody>
        </p:sp>
        <p:sp>
          <p:nvSpPr>
            <p:cNvPr id="145" name="tx145"/>
            <p:cNvSpPr/>
            <p:nvPr/>
          </p:nvSpPr>
          <p:spPr>
            <a:xfrm>
              <a:off x="8651081" y="6733095"/>
              <a:ext cx="507217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111111">
                      <a:alpha val="100000"/>
                    </a:srgbClr>
                  </a:solidFill>
                  <a:latin typeface="Arial"/>
                  <a:cs typeface="Arial"/>
                </a:rPr>
                <a:t>spliceosome</a:t>
              </a:r>
            </a:p>
          </p:txBody>
        </p:sp>
        <p:sp>
          <p:nvSpPr>
            <p:cNvPr id="146" name="tx146"/>
            <p:cNvSpPr/>
            <p:nvPr/>
          </p:nvSpPr>
          <p:spPr>
            <a:xfrm>
              <a:off x="7241168" y="6500596"/>
              <a:ext cx="1917131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164BCE">
                      <a:alpha val="100000"/>
                    </a:srgbClr>
                  </a:solidFill>
                  <a:latin typeface="Arial"/>
                  <a:cs typeface="Arial"/>
                </a:rPr>
                <a:t>generation of precursor metabolites and energy</a:t>
              </a:r>
            </a:p>
          </p:txBody>
        </p:sp>
        <p:sp>
          <p:nvSpPr>
            <p:cNvPr id="147" name="tx147"/>
            <p:cNvSpPr/>
            <p:nvPr/>
          </p:nvSpPr>
          <p:spPr>
            <a:xfrm>
              <a:off x="7905571" y="6317475"/>
              <a:ext cx="1252728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111111">
                      <a:alpha val="100000"/>
                    </a:srgbClr>
                  </a:solidFill>
                  <a:latin typeface="Arial"/>
                  <a:cs typeface="Arial"/>
                </a:rPr>
                <a:t>glycoprotein metabolic process</a:t>
              </a:r>
            </a:p>
          </p:txBody>
        </p:sp>
        <p:sp>
          <p:nvSpPr>
            <p:cNvPr id="148" name="tx148"/>
            <p:cNvSpPr/>
            <p:nvPr/>
          </p:nvSpPr>
          <p:spPr>
            <a:xfrm>
              <a:off x="8204854" y="6134353"/>
              <a:ext cx="953444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164BCE">
                      <a:alpha val="100000"/>
                    </a:srgbClr>
                  </a:solidFill>
                  <a:latin typeface="Arial"/>
                  <a:cs typeface="Arial"/>
                </a:rPr>
                <a:t>NAD metabolic process</a:t>
              </a:r>
            </a:p>
          </p:txBody>
        </p:sp>
        <p:sp>
          <p:nvSpPr>
            <p:cNvPr id="149" name="tx149"/>
            <p:cNvSpPr/>
            <p:nvPr/>
          </p:nvSpPr>
          <p:spPr>
            <a:xfrm>
              <a:off x="7413441" y="5951232"/>
              <a:ext cx="1744858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164BCE">
                      <a:alpha val="100000"/>
                    </a:srgbClr>
                  </a:solidFill>
                  <a:latin typeface="Arial"/>
                  <a:cs typeface="Arial"/>
                </a:rPr>
                <a:t>proteinogenic amino acid catabolic process</a:t>
              </a:r>
            </a:p>
          </p:txBody>
        </p:sp>
        <p:sp>
          <p:nvSpPr>
            <p:cNvPr id="150" name="tx150"/>
            <p:cNvSpPr/>
            <p:nvPr/>
          </p:nvSpPr>
          <p:spPr>
            <a:xfrm>
              <a:off x="8138743" y="5768110"/>
              <a:ext cx="1019556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159230">
                      <a:alpha val="100000"/>
                    </a:srgbClr>
                  </a:solidFill>
                  <a:latin typeface="Arial"/>
                  <a:cs typeface="Arial"/>
                </a:rPr>
                <a:t>regulation of lipid storage</a:t>
              </a:r>
            </a:p>
          </p:txBody>
        </p:sp>
        <p:sp>
          <p:nvSpPr>
            <p:cNvPr id="151" name="tx151"/>
            <p:cNvSpPr/>
            <p:nvPr/>
          </p:nvSpPr>
          <p:spPr>
            <a:xfrm>
              <a:off x="7109037" y="5535611"/>
              <a:ext cx="2049261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164BCE">
                      <a:alpha val="100000"/>
                    </a:srgbClr>
                  </a:solidFill>
                  <a:latin typeface="Arial"/>
                  <a:cs typeface="Arial"/>
                </a:rPr>
                <a:t>nucleobase-containing small molecule biosynthetic</a:t>
              </a:r>
            </a:p>
          </p:txBody>
        </p:sp>
        <p:sp>
          <p:nvSpPr>
            <p:cNvPr id="152" name="tx152"/>
            <p:cNvSpPr/>
            <p:nvPr/>
          </p:nvSpPr>
          <p:spPr>
            <a:xfrm>
              <a:off x="8838807" y="5634366"/>
              <a:ext cx="319491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164BCE">
                      <a:alpha val="100000"/>
                    </a:srgbClr>
                  </a:solidFill>
                  <a:latin typeface="Arial"/>
                  <a:cs typeface="Arial"/>
                </a:rPr>
                <a:t>process</a:t>
              </a:r>
            </a:p>
          </p:txBody>
        </p:sp>
        <p:sp>
          <p:nvSpPr>
            <p:cNvPr id="153" name="tx153"/>
            <p:cNvSpPr/>
            <p:nvPr/>
          </p:nvSpPr>
          <p:spPr>
            <a:xfrm>
              <a:off x="7601258" y="5401867"/>
              <a:ext cx="1557040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164BCE">
                      <a:alpha val="100000"/>
                    </a:srgbClr>
                  </a:solidFill>
                  <a:latin typeface="Arial"/>
                  <a:cs typeface="Arial"/>
                </a:rPr>
                <a:t>monocarboxylic acid catabolic process</a:t>
              </a:r>
            </a:p>
          </p:txBody>
        </p:sp>
        <p:sp>
          <p:nvSpPr>
            <p:cNvPr id="154" name="tx154"/>
            <p:cNvSpPr/>
            <p:nvPr/>
          </p:nvSpPr>
          <p:spPr>
            <a:xfrm>
              <a:off x="7586079" y="5218746"/>
              <a:ext cx="1572219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164BCE">
                      <a:alpha val="100000"/>
                    </a:srgbClr>
                  </a:solidFill>
                  <a:latin typeface="Arial"/>
                  <a:cs typeface="Arial"/>
                </a:rPr>
                <a:t>modified amino acid metabolic process</a:t>
              </a:r>
            </a:p>
          </p:txBody>
        </p:sp>
        <p:sp>
          <p:nvSpPr>
            <p:cNvPr id="155" name="tx155"/>
            <p:cNvSpPr/>
            <p:nvPr/>
          </p:nvSpPr>
          <p:spPr>
            <a:xfrm>
              <a:off x="7940958" y="5035624"/>
              <a:ext cx="1217340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159230">
                      <a:alpha val="100000"/>
                    </a:srgbClr>
                  </a:solidFill>
                  <a:latin typeface="Arial"/>
                  <a:cs typeface="Arial"/>
                </a:rPr>
                <a:t>determination of adult lifespan</a:t>
              </a:r>
            </a:p>
          </p:txBody>
        </p:sp>
        <p:sp>
          <p:nvSpPr>
            <p:cNvPr id="156" name="tx156"/>
            <p:cNvSpPr/>
            <p:nvPr/>
          </p:nvSpPr>
          <p:spPr>
            <a:xfrm>
              <a:off x="7930808" y="4852503"/>
              <a:ext cx="1227490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164BCE">
                      <a:alpha val="100000"/>
                    </a:srgbClr>
                  </a:solidFill>
                  <a:latin typeface="Arial"/>
                  <a:cs typeface="Arial"/>
                </a:rPr>
                <a:t>nucleobase metabolic process</a:t>
              </a:r>
            </a:p>
          </p:txBody>
        </p:sp>
        <p:sp>
          <p:nvSpPr>
            <p:cNvPr id="157" name="tx157"/>
            <p:cNvSpPr/>
            <p:nvPr/>
          </p:nvSpPr>
          <p:spPr>
            <a:xfrm>
              <a:off x="7595955" y="4669381"/>
              <a:ext cx="1562343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111111">
                      <a:alpha val="100000"/>
                    </a:srgbClr>
                  </a:solidFill>
                  <a:latin typeface="Arial"/>
                  <a:cs typeface="Arial"/>
                </a:rPr>
                <a:t>organophosphate biosynthetic process</a:t>
              </a:r>
            </a:p>
          </p:txBody>
        </p:sp>
        <p:sp>
          <p:nvSpPr>
            <p:cNvPr id="158" name="tx158"/>
            <p:cNvSpPr/>
            <p:nvPr/>
          </p:nvSpPr>
          <p:spPr>
            <a:xfrm>
              <a:off x="8027186" y="4486260"/>
              <a:ext cx="1131112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164BCE">
                      <a:alpha val="100000"/>
                    </a:srgbClr>
                  </a:solidFill>
                  <a:latin typeface="Arial"/>
                  <a:cs typeface="Arial"/>
                </a:rPr>
                <a:t>aldehyde metabolic process</a:t>
              </a:r>
            </a:p>
          </p:txBody>
        </p:sp>
        <p:sp>
          <p:nvSpPr>
            <p:cNvPr id="159" name="tx159"/>
            <p:cNvSpPr/>
            <p:nvPr/>
          </p:nvSpPr>
          <p:spPr>
            <a:xfrm>
              <a:off x="7357845" y="4303138"/>
              <a:ext cx="1800453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164BCE">
                      <a:alpha val="100000"/>
                    </a:srgbClr>
                  </a:solidFill>
                  <a:latin typeface="Arial"/>
                  <a:cs typeface="Arial"/>
                </a:rPr>
                <a:t>carbohydrate derivative biosynthetic process</a:t>
              </a:r>
            </a:p>
          </p:txBody>
        </p:sp>
        <p:sp>
          <p:nvSpPr>
            <p:cNvPr id="160" name="tx160"/>
            <p:cNvSpPr/>
            <p:nvPr/>
          </p:nvSpPr>
          <p:spPr>
            <a:xfrm>
              <a:off x="7905571" y="4120017"/>
              <a:ext cx="1252728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164BCE">
                      <a:alpha val="100000"/>
                    </a:srgbClr>
                  </a:solidFill>
                  <a:latin typeface="Arial"/>
                  <a:cs typeface="Arial"/>
                </a:rPr>
                <a:t>L-amino acid catabolic process</a:t>
              </a:r>
            </a:p>
          </p:txBody>
        </p:sp>
        <p:sp>
          <p:nvSpPr>
            <p:cNvPr id="161" name="tx161"/>
            <p:cNvSpPr/>
            <p:nvPr/>
          </p:nvSpPr>
          <p:spPr>
            <a:xfrm>
              <a:off x="7728086" y="3936896"/>
              <a:ext cx="1430213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164BCE">
                      <a:alpha val="100000"/>
                    </a:srgbClr>
                  </a:solidFill>
                  <a:latin typeface="Arial"/>
                  <a:cs typeface="Arial"/>
                </a:rPr>
                <a:t>dicarboxylic acid metabolic process</a:t>
              </a:r>
            </a:p>
          </p:txBody>
        </p:sp>
        <p:sp>
          <p:nvSpPr>
            <p:cNvPr id="162" name="tx162"/>
            <p:cNvSpPr/>
            <p:nvPr/>
          </p:nvSpPr>
          <p:spPr>
            <a:xfrm>
              <a:off x="7540542" y="3753774"/>
              <a:ext cx="1617756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164BCE">
                      <a:alpha val="100000"/>
                    </a:srgbClr>
                  </a:solidFill>
                  <a:latin typeface="Arial"/>
                  <a:cs typeface="Arial"/>
                </a:rPr>
                <a:t>water-soluble vitamin metabolic process</a:t>
              </a:r>
            </a:p>
          </p:txBody>
        </p:sp>
        <p:sp>
          <p:nvSpPr>
            <p:cNvPr id="163" name="tx163"/>
            <p:cNvSpPr/>
            <p:nvPr/>
          </p:nvSpPr>
          <p:spPr>
            <a:xfrm>
              <a:off x="7103825" y="3521275"/>
              <a:ext cx="2054473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164BCE">
                      <a:alpha val="100000"/>
                    </a:srgbClr>
                  </a:solidFill>
                  <a:latin typeface="Arial"/>
                  <a:cs typeface="Arial"/>
                </a:rPr>
                <a:t>purine ribonucleoside monophosphate biosynthetic</a:t>
              </a:r>
            </a:p>
          </p:txBody>
        </p:sp>
        <p:sp>
          <p:nvSpPr>
            <p:cNvPr id="164" name="tx164"/>
            <p:cNvSpPr/>
            <p:nvPr/>
          </p:nvSpPr>
          <p:spPr>
            <a:xfrm>
              <a:off x="8838807" y="3620030"/>
              <a:ext cx="319491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164BCE">
                      <a:alpha val="100000"/>
                    </a:srgbClr>
                  </a:solidFill>
                  <a:latin typeface="Arial"/>
                  <a:cs typeface="Arial"/>
                </a:rPr>
                <a:t>process</a:t>
              </a:r>
            </a:p>
          </p:txBody>
        </p:sp>
        <p:sp>
          <p:nvSpPr>
            <p:cNvPr id="165" name="tx165"/>
            <p:cNvSpPr/>
            <p:nvPr/>
          </p:nvSpPr>
          <p:spPr>
            <a:xfrm>
              <a:off x="7758444" y="3387531"/>
              <a:ext cx="1399854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164BCE">
                      <a:alpha val="100000"/>
                    </a:srgbClr>
                  </a:solidFill>
                  <a:latin typeface="Arial"/>
                  <a:cs typeface="Arial"/>
                </a:rPr>
                <a:t>monosaccharide catabolic process</a:t>
              </a:r>
            </a:p>
          </p:txBody>
        </p:sp>
        <p:sp>
          <p:nvSpPr>
            <p:cNvPr id="166" name="tx166"/>
            <p:cNvSpPr/>
            <p:nvPr/>
          </p:nvSpPr>
          <p:spPr>
            <a:xfrm>
              <a:off x="8012007" y="3204410"/>
              <a:ext cx="1146291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111111">
                      <a:alpha val="100000"/>
                    </a:srgbClr>
                  </a:solidFill>
                  <a:latin typeface="Arial"/>
                  <a:cs typeface="Arial"/>
                </a:rPr>
                <a:t>protein homooligomerization</a:t>
              </a:r>
            </a:p>
          </p:txBody>
        </p:sp>
        <p:sp>
          <p:nvSpPr>
            <p:cNvPr id="167" name="tx167"/>
            <p:cNvSpPr/>
            <p:nvPr/>
          </p:nvSpPr>
          <p:spPr>
            <a:xfrm>
              <a:off x="8250574" y="3021288"/>
              <a:ext cx="907724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111111">
                      <a:alpha val="100000"/>
                    </a:srgbClr>
                  </a:solidFill>
                  <a:latin typeface="Arial"/>
                  <a:cs typeface="Arial"/>
                </a:rPr>
                <a:t>protein tetramerization</a:t>
              </a:r>
            </a:p>
          </p:txBody>
        </p:sp>
        <p:sp>
          <p:nvSpPr>
            <p:cNvPr id="168" name="tx168"/>
            <p:cNvSpPr/>
            <p:nvPr/>
          </p:nvSpPr>
          <p:spPr>
            <a:xfrm>
              <a:off x="7986678" y="2838167"/>
              <a:ext cx="1171620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164BCE">
                      <a:alpha val="100000"/>
                    </a:srgbClr>
                  </a:solidFill>
                  <a:latin typeface="Arial"/>
                  <a:cs typeface="Arial"/>
                </a:rPr>
                <a:t>xenobiotic metabolic process</a:t>
              </a:r>
            </a:p>
          </p:txBody>
        </p:sp>
        <p:sp>
          <p:nvSpPr>
            <p:cNvPr id="169" name="tx169"/>
            <p:cNvSpPr/>
            <p:nvPr/>
          </p:nvSpPr>
          <p:spPr>
            <a:xfrm>
              <a:off x="8194613" y="2655045"/>
              <a:ext cx="963686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164BCE">
                      <a:alpha val="100000"/>
                    </a:srgbClr>
                  </a:solidFill>
                  <a:latin typeface="Arial"/>
                  <a:cs typeface="Arial"/>
                </a:rPr>
                <a:t>fatty acid beta-oxidation</a:t>
              </a:r>
            </a:p>
          </p:txBody>
        </p:sp>
        <p:sp>
          <p:nvSpPr>
            <p:cNvPr id="170" name="tx170"/>
            <p:cNvSpPr/>
            <p:nvPr/>
          </p:nvSpPr>
          <p:spPr>
            <a:xfrm>
              <a:off x="9268302" y="12233486"/>
              <a:ext cx="113019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171" name="tx171"/>
            <p:cNvSpPr/>
            <p:nvPr/>
          </p:nvSpPr>
          <p:spPr>
            <a:xfrm>
              <a:off x="9381322" y="12206406"/>
              <a:ext cx="48554" cy="497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−</a:t>
              </a:r>
            </a:p>
          </p:txBody>
        </p:sp>
        <p:sp>
          <p:nvSpPr>
            <p:cNvPr id="172" name="tx172"/>
            <p:cNvSpPr/>
            <p:nvPr/>
          </p:nvSpPr>
          <p:spPr>
            <a:xfrm>
              <a:off x="9429877" y="12205309"/>
              <a:ext cx="79004" cy="50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173" name="tx173"/>
            <p:cNvSpPr/>
            <p:nvPr/>
          </p:nvSpPr>
          <p:spPr>
            <a:xfrm>
              <a:off x="10068532" y="12233486"/>
              <a:ext cx="113019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174" name="tx174"/>
            <p:cNvSpPr/>
            <p:nvPr/>
          </p:nvSpPr>
          <p:spPr>
            <a:xfrm>
              <a:off x="10181552" y="12206406"/>
              <a:ext cx="48554" cy="497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−</a:t>
              </a:r>
            </a:p>
          </p:txBody>
        </p:sp>
        <p:sp>
          <p:nvSpPr>
            <p:cNvPr id="175" name="tx175"/>
            <p:cNvSpPr/>
            <p:nvPr/>
          </p:nvSpPr>
          <p:spPr>
            <a:xfrm>
              <a:off x="10230106" y="12205309"/>
              <a:ext cx="39502" cy="50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8</a:t>
              </a:r>
            </a:p>
          </p:txBody>
        </p:sp>
        <p:sp>
          <p:nvSpPr>
            <p:cNvPr id="176" name="tx176"/>
            <p:cNvSpPr/>
            <p:nvPr/>
          </p:nvSpPr>
          <p:spPr>
            <a:xfrm>
              <a:off x="10849010" y="12233486"/>
              <a:ext cx="113019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177" name="tx177"/>
            <p:cNvSpPr/>
            <p:nvPr/>
          </p:nvSpPr>
          <p:spPr>
            <a:xfrm>
              <a:off x="10962030" y="12206406"/>
              <a:ext cx="48554" cy="497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−</a:t>
              </a:r>
            </a:p>
          </p:txBody>
        </p:sp>
        <p:sp>
          <p:nvSpPr>
            <p:cNvPr id="178" name="tx178"/>
            <p:cNvSpPr/>
            <p:nvPr/>
          </p:nvSpPr>
          <p:spPr>
            <a:xfrm>
              <a:off x="11010585" y="12205309"/>
              <a:ext cx="39502" cy="50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</a:t>
              </a:r>
            </a:p>
          </p:txBody>
        </p:sp>
        <p:sp>
          <p:nvSpPr>
            <p:cNvPr id="179" name="tx179"/>
            <p:cNvSpPr/>
            <p:nvPr/>
          </p:nvSpPr>
          <p:spPr>
            <a:xfrm>
              <a:off x="11629488" y="12233304"/>
              <a:ext cx="113019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180" name="tx180"/>
            <p:cNvSpPr/>
            <p:nvPr/>
          </p:nvSpPr>
          <p:spPr>
            <a:xfrm>
              <a:off x="11742508" y="12206224"/>
              <a:ext cx="48554" cy="497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−</a:t>
              </a:r>
            </a:p>
          </p:txBody>
        </p:sp>
        <p:sp>
          <p:nvSpPr>
            <p:cNvPr id="181" name="tx181"/>
            <p:cNvSpPr/>
            <p:nvPr/>
          </p:nvSpPr>
          <p:spPr>
            <a:xfrm>
              <a:off x="11791063" y="12205126"/>
              <a:ext cx="39502" cy="50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182" name="tx182"/>
            <p:cNvSpPr/>
            <p:nvPr/>
          </p:nvSpPr>
          <p:spPr>
            <a:xfrm>
              <a:off x="12409967" y="12233486"/>
              <a:ext cx="113019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183" name="tx183"/>
            <p:cNvSpPr/>
            <p:nvPr/>
          </p:nvSpPr>
          <p:spPr>
            <a:xfrm>
              <a:off x="12522987" y="12206406"/>
              <a:ext cx="48554" cy="497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−</a:t>
              </a:r>
            </a:p>
          </p:txBody>
        </p:sp>
        <p:sp>
          <p:nvSpPr>
            <p:cNvPr id="184" name="tx184"/>
            <p:cNvSpPr/>
            <p:nvPr/>
          </p:nvSpPr>
          <p:spPr>
            <a:xfrm>
              <a:off x="12571541" y="12205309"/>
              <a:ext cx="39502" cy="50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185" name="tx185"/>
            <p:cNvSpPr/>
            <p:nvPr/>
          </p:nvSpPr>
          <p:spPr>
            <a:xfrm>
              <a:off x="10785995" y="12366816"/>
              <a:ext cx="70683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</a:t>
              </a:r>
            </a:p>
          </p:txBody>
        </p:sp>
        <p:sp>
          <p:nvSpPr>
            <p:cNvPr id="186" name="tx186"/>
            <p:cNvSpPr/>
            <p:nvPr/>
          </p:nvSpPr>
          <p:spPr>
            <a:xfrm>
              <a:off x="10856678" y="12368828"/>
              <a:ext cx="34747" cy="88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</a:t>
              </a:r>
            </a:p>
          </p:txBody>
        </p:sp>
        <p:sp>
          <p:nvSpPr>
            <p:cNvPr id="187" name="tx187"/>
            <p:cNvSpPr/>
            <p:nvPr/>
          </p:nvSpPr>
          <p:spPr>
            <a:xfrm>
              <a:off x="10891425" y="12366816"/>
              <a:ext cx="339150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value</a:t>
              </a:r>
            </a:p>
          </p:txBody>
        </p:sp>
        <p:sp>
          <p:nvSpPr>
            <p:cNvPr id="188" name="tx188"/>
            <p:cNvSpPr/>
            <p:nvPr/>
          </p:nvSpPr>
          <p:spPr>
            <a:xfrm>
              <a:off x="13017694" y="6157945"/>
              <a:ext cx="717621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Nr. of features</a:t>
              </a:r>
            </a:p>
          </p:txBody>
        </p:sp>
        <p:sp>
          <p:nvSpPr>
            <p:cNvPr id="189" name="pt189"/>
            <p:cNvSpPr/>
            <p:nvPr/>
          </p:nvSpPr>
          <p:spPr>
            <a:xfrm>
              <a:off x="13087089" y="6397072"/>
              <a:ext cx="80666" cy="80666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t190"/>
            <p:cNvSpPr/>
            <p:nvPr/>
          </p:nvSpPr>
          <p:spPr>
            <a:xfrm>
              <a:off x="13073060" y="6602500"/>
              <a:ext cx="108723" cy="108723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t191"/>
            <p:cNvSpPr/>
            <p:nvPr/>
          </p:nvSpPr>
          <p:spPr>
            <a:xfrm>
              <a:off x="13063401" y="6812297"/>
              <a:ext cx="128041" cy="12804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t192"/>
            <p:cNvSpPr/>
            <p:nvPr/>
          </p:nvSpPr>
          <p:spPr>
            <a:xfrm>
              <a:off x="13055550" y="7023902"/>
              <a:ext cx="143743" cy="143743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tx193"/>
            <p:cNvSpPr/>
            <p:nvPr/>
          </p:nvSpPr>
          <p:spPr>
            <a:xfrm>
              <a:off x="13313065" y="6401013"/>
              <a:ext cx="113019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194" name="tx194"/>
            <p:cNvSpPr/>
            <p:nvPr/>
          </p:nvSpPr>
          <p:spPr>
            <a:xfrm>
              <a:off x="13313065" y="6620469"/>
              <a:ext cx="113019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195" name="tx195"/>
            <p:cNvSpPr/>
            <p:nvPr/>
          </p:nvSpPr>
          <p:spPr>
            <a:xfrm>
              <a:off x="13313065" y="6839925"/>
              <a:ext cx="113019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30</a:t>
              </a:r>
            </a:p>
          </p:txBody>
        </p:sp>
        <p:sp>
          <p:nvSpPr>
            <p:cNvPr id="196" name="tx196"/>
            <p:cNvSpPr/>
            <p:nvPr/>
          </p:nvSpPr>
          <p:spPr>
            <a:xfrm>
              <a:off x="13313065" y="7059381"/>
              <a:ext cx="113019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40</a:t>
              </a:r>
            </a:p>
          </p:txBody>
        </p:sp>
        <p:sp>
          <p:nvSpPr>
            <p:cNvPr id="197" name="tx197"/>
            <p:cNvSpPr/>
            <p:nvPr/>
          </p:nvSpPr>
          <p:spPr>
            <a:xfrm>
              <a:off x="13017694" y="7521142"/>
              <a:ext cx="463692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Category</a:t>
              </a:r>
            </a:p>
          </p:txBody>
        </p:sp>
        <p:sp>
          <p:nvSpPr>
            <p:cNvPr id="198" name="pt198"/>
            <p:cNvSpPr/>
            <p:nvPr/>
          </p:nvSpPr>
          <p:spPr>
            <a:xfrm>
              <a:off x="13100339" y="7773520"/>
              <a:ext cx="54165" cy="54165"/>
            </a:xfrm>
            <a:prstGeom prst="ellipse">
              <a:avLst/>
            </a:prstGeom>
            <a:solidFill>
              <a:srgbClr val="164BCE">
                <a:alpha val="100000"/>
              </a:srgbClr>
            </a:solidFill>
            <a:ln w="9818" cap="rnd">
              <a:solidFill>
                <a:srgbClr val="164BC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t199"/>
            <p:cNvSpPr/>
            <p:nvPr/>
          </p:nvSpPr>
          <p:spPr>
            <a:xfrm>
              <a:off x="13100339" y="7992976"/>
              <a:ext cx="54165" cy="54165"/>
            </a:xfrm>
            <a:prstGeom prst="ellipse">
              <a:avLst/>
            </a:prstGeom>
            <a:solidFill>
              <a:srgbClr val="159230">
                <a:alpha val="100000"/>
              </a:srgbClr>
            </a:solidFill>
            <a:ln w="9818" cap="rnd">
              <a:solidFill>
                <a:srgbClr val="15923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t200"/>
            <p:cNvSpPr/>
            <p:nvPr/>
          </p:nvSpPr>
          <p:spPr>
            <a:xfrm>
              <a:off x="13100339" y="8212432"/>
              <a:ext cx="54165" cy="54165"/>
            </a:xfrm>
            <a:prstGeom prst="ellipse">
              <a:avLst/>
            </a:prstGeom>
            <a:solidFill>
              <a:srgbClr val="E02020">
                <a:alpha val="100000"/>
              </a:srgbClr>
            </a:solidFill>
            <a:ln w="9818" cap="rnd">
              <a:solidFill>
                <a:srgbClr val="E0202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t201"/>
            <p:cNvSpPr/>
            <p:nvPr/>
          </p:nvSpPr>
          <p:spPr>
            <a:xfrm>
              <a:off x="13100339" y="8431888"/>
              <a:ext cx="54165" cy="54165"/>
            </a:xfrm>
            <a:prstGeom prst="ellipse">
              <a:avLst/>
            </a:prstGeom>
            <a:solidFill>
              <a:srgbClr val="111111">
                <a:alpha val="100000"/>
              </a:srgbClr>
            </a:solidFill>
            <a:ln w="9818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tx202"/>
            <p:cNvSpPr/>
            <p:nvPr/>
          </p:nvSpPr>
          <p:spPr>
            <a:xfrm>
              <a:off x="13313065" y="7764209"/>
              <a:ext cx="903518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Nutrient metabolism</a:t>
              </a:r>
            </a:p>
          </p:txBody>
        </p:sp>
        <p:sp>
          <p:nvSpPr>
            <p:cNvPr id="203" name="tx203"/>
            <p:cNvSpPr/>
            <p:nvPr/>
          </p:nvSpPr>
          <p:spPr>
            <a:xfrm>
              <a:off x="13313065" y="7983665"/>
              <a:ext cx="519653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Hibernation</a:t>
              </a:r>
            </a:p>
          </p:txBody>
        </p:sp>
        <p:sp>
          <p:nvSpPr>
            <p:cNvPr id="204" name="tx204"/>
            <p:cNvSpPr/>
            <p:nvPr/>
          </p:nvSpPr>
          <p:spPr>
            <a:xfrm>
              <a:off x="13313065" y="8203121"/>
              <a:ext cx="604418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Reproduction</a:t>
              </a:r>
            </a:p>
          </p:txBody>
        </p:sp>
        <p:sp>
          <p:nvSpPr>
            <p:cNvPr id="205" name="tx205"/>
            <p:cNvSpPr/>
            <p:nvPr/>
          </p:nvSpPr>
          <p:spPr>
            <a:xfrm>
              <a:off x="13313065" y="8422577"/>
              <a:ext cx="254111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Other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0</Words>
  <Application>Microsoft Office PowerPoint</Application>
  <PresentationFormat>Custom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 Presentation</dc:title>
  <dc:creator>Tom Wenseleers</dc:creator>
  <cp:lastModifiedBy/>
  <cp:revision>8</cp:revision>
  <dcterms:created xsi:type="dcterms:W3CDTF">2015-07-14T21:05:00Z</dcterms:created>
  <dcterms:modified xsi:type="dcterms:W3CDTF">2026-09-10T14:03:53Z</dcterms:modified>
</cp:coreProperties>
</file>