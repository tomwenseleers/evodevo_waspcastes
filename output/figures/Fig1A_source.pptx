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3291682" y="1266825"/>
            <a:ext cx="4114800" cy="5029200"/>
            <a:chOff x="3291682" y="1266825"/>
            <a:chExt cx="4114800" cy="5029200"/>
          </a:xfrm>
        </p:grpSpPr>
        <p:sp>
          <p:nvSpPr>
            <p:cNvPr id="3" name="rc3"/>
            <p:cNvSpPr/>
            <p:nvPr/>
          </p:nvSpPr>
          <p:spPr>
            <a:xfrm>
              <a:off x="3291681" y="1266825"/>
              <a:ext cx="4114800" cy="5029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4280056" y="2566720"/>
              <a:ext cx="676691" cy="802832"/>
            </a:xfrm>
            <a:custGeom>
              <a:avLst/>
              <a:pathLst>
                <a:path w="676691" h="802832">
                  <a:moveTo>
                    <a:pt x="129903" y="802832"/>
                  </a:moveTo>
                  <a:lnTo>
                    <a:pt x="0" y="712795"/>
                  </a:lnTo>
                  <a:lnTo>
                    <a:pt x="41753" y="90741"/>
                  </a:lnTo>
                  <a:lnTo>
                    <a:pt x="399405" y="0"/>
                  </a:lnTo>
                  <a:lnTo>
                    <a:pt x="676691" y="110812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4346565" y="2458522"/>
              <a:ext cx="716722" cy="682314"/>
            </a:xfrm>
            <a:custGeom>
              <a:avLst/>
              <a:pathLst>
                <a:path w="716722" h="682314">
                  <a:moveTo>
                    <a:pt x="228968" y="601202"/>
                  </a:moveTo>
                  <a:lnTo>
                    <a:pt x="0" y="682314"/>
                  </a:lnTo>
                  <a:lnTo>
                    <a:pt x="392094" y="78376"/>
                  </a:lnTo>
                  <a:lnTo>
                    <a:pt x="71672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4704179" y="2468281"/>
              <a:ext cx="699774" cy="420334"/>
            </a:xfrm>
            <a:custGeom>
              <a:avLst/>
              <a:pathLst>
                <a:path w="699774" h="420334">
                  <a:moveTo>
                    <a:pt x="132446" y="420334"/>
                  </a:moveTo>
                  <a:lnTo>
                    <a:pt x="0" y="184011"/>
                  </a:lnTo>
                  <a:lnTo>
                    <a:pt x="159540" y="0"/>
                  </a:lnTo>
                  <a:lnTo>
                    <a:pt x="699774" y="12689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4900002" y="2538634"/>
              <a:ext cx="410931" cy="204123"/>
            </a:xfrm>
            <a:custGeom>
              <a:avLst/>
              <a:pathLst>
                <a:path w="410931" h="204123">
                  <a:moveTo>
                    <a:pt x="141886" y="204123"/>
                  </a:moveTo>
                  <a:lnTo>
                    <a:pt x="0" y="59566"/>
                  </a:lnTo>
                  <a:lnTo>
                    <a:pt x="163206" y="29239"/>
                  </a:lnTo>
                  <a:lnTo>
                    <a:pt x="218299" y="22151"/>
                  </a:lnTo>
                  <a:lnTo>
                    <a:pt x="410931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4801117" y="2023910"/>
              <a:ext cx="655823" cy="455252"/>
            </a:xfrm>
            <a:custGeom>
              <a:avLst/>
              <a:pathLst>
                <a:path w="655823" h="455252">
                  <a:moveTo>
                    <a:pt x="589874" y="455252"/>
                  </a:moveTo>
                  <a:lnTo>
                    <a:pt x="315008" y="375713"/>
                  </a:lnTo>
                  <a:lnTo>
                    <a:pt x="0" y="177348"/>
                  </a:lnTo>
                  <a:lnTo>
                    <a:pt x="60426" y="0"/>
                  </a:lnTo>
                  <a:lnTo>
                    <a:pt x="655823" y="6390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3897087" y="1873148"/>
              <a:ext cx="723015" cy="281290"/>
            </a:xfrm>
            <a:custGeom>
              <a:avLst/>
              <a:pathLst>
                <a:path w="723015" h="281290">
                  <a:moveTo>
                    <a:pt x="447214" y="281290"/>
                  </a:moveTo>
                  <a:lnTo>
                    <a:pt x="0" y="279989"/>
                  </a:lnTo>
                  <a:lnTo>
                    <a:pt x="651177" y="0"/>
                  </a:lnTo>
                  <a:lnTo>
                    <a:pt x="723015" y="90652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4684103" y="2412974"/>
              <a:ext cx="740753" cy="1060277"/>
            </a:xfrm>
            <a:custGeom>
              <a:avLst/>
              <a:pathLst>
                <a:path w="740753" h="1060277">
                  <a:moveTo>
                    <a:pt x="395625" y="1060277"/>
                  </a:moveTo>
                  <a:lnTo>
                    <a:pt x="0" y="661832"/>
                  </a:lnTo>
                  <a:lnTo>
                    <a:pt x="358896" y="171442"/>
                  </a:lnTo>
                  <a:lnTo>
                    <a:pt x="715067" y="5655"/>
                  </a:lnTo>
                  <a:lnTo>
                    <a:pt x="740753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5069114" y="2388640"/>
              <a:ext cx="531754" cy="953808"/>
            </a:xfrm>
            <a:custGeom>
              <a:avLst/>
              <a:pathLst>
                <a:path w="531754" h="953808">
                  <a:moveTo>
                    <a:pt x="234672" y="953808"/>
                  </a:moveTo>
                  <a:lnTo>
                    <a:pt x="0" y="283099"/>
                  </a:lnTo>
                  <a:lnTo>
                    <a:pt x="296736" y="0"/>
                  </a:lnTo>
                  <a:lnTo>
                    <a:pt x="530143" y="197302"/>
                  </a:lnTo>
                  <a:lnTo>
                    <a:pt x="531754" y="29527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5018467" y="2099015"/>
              <a:ext cx="740502" cy="629792"/>
            </a:xfrm>
            <a:custGeom>
              <a:avLst/>
              <a:pathLst>
                <a:path w="740502" h="629792">
                  <a:moveTo>
                    <a:pt x="695830" y="403487"/>
                  </a:moveTo>
                  <a:lnTo>
                    <a:pt x="501250" y="629792"/>
                  </a:lnTo>
                  <a:lnTo>
                    <a:pt x="0" y="533330"/>
                  </a:lnTo>
                  <a:lnTo>
                    <a:pt x="160069" y="295019"/>
                  </a:lnTo>
                  <a:lnTo>
                    <a:pt x="740502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5481371" y="2108063"/>
              <a:ext cx="533969" cy="292836"/>
            </a:xfrm>
            <a:custGeom>
              <a:avLst/>
              <a:pathLst>
                <a:path w="533969" h="292836">
                  <a:moveTo>
                    <a:pt x="533969" y="292836"/>
                  </a:moveTo>
                  <a:lnTo>
                    <a:pt x="0" y="175879"/>
                  </a:lnTo>
                  <a:lnTo>
                    <a:pt x="19377" y="77471"/>
                  </a:lnTo>
                  <a:lnTo>
                    <a:pt x="835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5311235" y="1940302"/>
              <a:ext cx="448281" cy="267793"/>
            </a:xfrm>
            <a:custGeom>
              <a:avLst/>
              <a:pathLst>
                <a:path w="448281" h="267793">
                  <a:moveTo>
                    <a:pt x="426849" y="130459"/>
                  </a:moveTo>
                  <a:lnTo>
                    <a:pt x="386338" y="267793"/>
                  </a:lnTo>
                  <a:lnTo>
                    <a:pt x="0" y="0"/>
                  </a:lnTo>
                  <a:lnTo>
                    <a:pt x="448281" y="16169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4421966" y="1875871"/>
              <a:ext cx="623752" cy="159530"/>
            </a:xfrm>
            <a:custGeom>
              <a:avLst/>
              <a:pathLst>
                <a:path w="623752" h="159530">
                  <a:moveTo>
                    <a:pt x="0" y="159530"/>
                  </a:moveTo>
                  <a:lnTo>
                    <a:pt x="234988" y="48946"/>
                  </a:lnTo>
                  <a:lnTo>
                    <a:pt x="522589" y="187"/>
                  </a:lnTo>
                  <a:lnTo>
                    <a:pt x="623752" y="0"/>
                  </a:lnTo>
                  <a:lnTo>
                    <a:pt x="609537" y="12883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327781" y="19115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999494" y="185674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912545" y="184404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818433" y="197413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10989" y="255240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5392846" y="238096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333840" y="23566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260617" y="255346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4576992" y="191402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08133" y="249735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361202" y="2311650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726959" y="206700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564142" y="214398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3853977" y="21033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532876" y="20760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279224" y="190829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727506" y="192446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36351" y="25169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389956" y="20033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902892" y="187705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020177" y="24087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4913636" y="26277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4278698" y="2607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793515" y="28388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876430" y="25089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695549" y="24871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998808" y="24694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236945" y="3229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842632" y="25594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020098" y="251809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856891" y="254842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758006" y="215147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073015" y="234984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157372" y="206328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505154" y="18233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1223" y="305205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366848" y="33197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32423" y="300994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610617" y="26922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4303454" y="30910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820608" y="241850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661068" y="26025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922765" y="258683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998778" y="26929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13830" y="203803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347881" y="242938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301191" y="21046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393085" y="194016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84881" y="25772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367160" y="238661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568858" y="265190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567247" y="255393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037104" y="263972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093093" y="26097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682286" y="24704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536849" y="25432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487707" y="269679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68672" y="230572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983330" y="236888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29062" y="230094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60843" y="243119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665563" y="217608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706074" y="203875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624945" y="189280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267823" y="24888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13708" y="18438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652092" y="30427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047718" y="344124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75191" y="251100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91588" y="27147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271776" y="331043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86456" y="260033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46525" y="236202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872413" y="209370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468738" y="215352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49361" y="225193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515674" y="196743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791175" y="1581888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4701247" y="5075547"/>
              <a:ext cx="327157" cy="229491"/>
            </a:xfrm>
            <a:custGeom>
              <a:avLst/>
              <a:pathLst>
                <a:path w="327157" h="229491">
                  <a:moveTo>
                    <a:pt x="288501" y="185540"/>
                  </a:moveTo>
                  <a:lnTo>
                    <a:pt x="327157" y="220382"/>
                  </a:lnTo>
                  <a:lnTo>
                    <a:pt x="167441" y="229491"/>
                  </a:lnTo>
                  <a:lnTo>
                    <a:pt x="0" y="0"/>
                  </a:lnTo>
                  <a:lnTo>
                    <a:pt x="69027" y="30474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4950304" y="5079033"/>
              <a:ext cx="270093" cy="233046"/>
            </a:xfrm>
            <a:custGeom>
              <a:avLst/>
              <a:pathLst>
                <a:path w="270093" h="233046">
                  <a:moveTo>
                    <a:pt x="270093" y="98195"/>
                  </a:moveTo>
                  <a:lnTo>
                    <a:pt x="0" y="233046"/>
                  </a:lnTo>
                  <a:lnTo>
                    <a:pt x="121720" y="0"/>
                  </a:lnTo>
                  <a:lnTo>
                    <a:pt x="176318" y="33484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087226" y="4569202"/>
              <a:ext cx="92168" cy="388624"/>
            </a:xfrm>
            <a:custGeom>
              <a:avLst/>
              <a:pathLst>
                <a:path w="92168" h="388624">
                  <a:moveTo>
                    <a:pt x="92168" y="388624"/>
                  </a:moveTo>
                  <a:lnTo>
                    <a:pt x="47751" y="354951"/>
                  </a:lnTo>
                  <a:lnTo>
                    <a:pt x="0" y="3345"/>
                  </a:lnTo>
                  <a:lnTo>
                    <a:pt x="62654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107502" y="4317203"/>
              <a:ext cx="263021" cy="190688"/>
            </a:xfrm>
            <a:custGeom>
              <a:avLst/>
              <a:pathLst>
                <a:path w="263021" h="190688">
                  <a:moveTo>
                    <a:pt x="263021" y="105884"/>
                  </a:moveTo>
                  <a:lnTo>
                    <a:pt x="201196" y="190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901617" y="3968444"/>
              <a:ext cx="279645" cy="263764"/>
            </a:xfrm>
            <a:custGeom>
              <a:avLst/>
              <a:pathLst>
                <a:path w="279645" h="263764">
                  <a:moveTo>
                    <a:pt x="279645" y="221489"/>
                  </a:moveTo>
                  <a:lnTo>
                    <a:pt x="0" y="263764"/>
                  </a:lnTo>
                  <a:lnTo>
                    <a:pt x="141296" y="76303"/>
                  </a:lnTo>
                  <a:lnTo>
                    <a:pt x="193954" y="7849"/>
                  </a:lnTo>
                  <a:lnTo>
                    <a:pt x="203686" y="0"/>
                  </a:lnTo>
                  <a:lnTo>
                    <a:pt x="245218" y="33777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032831" y="4031002"/>
              <a:ext cx="618567" cy="273105"/>
            </a:xfrm>
            <a:custGeom>
              <a:avLst/>
              <a:pathLst>
                <a:path w="618567" h="273105">
                  <a:moveTo>
                    <a:pt x="83826" y="241321"/>
                  </a:moveTo>
                  <a:lnTo>
                    <a:pt x="0" y="273105"/>
                  </a:lnTo>
                  <a:lnTo>
                    <a:pt x="127365" y="70712"/>
                  </a:lnTo>
                  <a:lnTo>
                    <a:pt x="618567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796795" y="5154968"/>
              <a:ext cx="510793" cy="160165"/>
            </a:xfrm>
            <a:custGeom>
              <a:avLst/>
              <a:pathLst>
                <a:path w="510793" h="160165">
                  <a:moveTo>
                    <a:pt x="510793" y="73317"/>
                  </a:moveTo>
                  <a:lnTo>
                    <a:pt x="315656" y="160165"/>
                  </a:lnTo>
                  <a:lnTo>
                    <a:pt x="166430" y="109222"/>
                  </a:lnTo>
                  <a:lnTo>
                    <a:pt x="0" y="0"/>
                  </a:lnTo>
                  <a:lnTo>
                    <a:pt x="200535" y="1327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358143" y="4659046"/>
              <a:ext cx="209131" cy="647427"/>
            </a:xfrm>
            <a:custGeom>
              <a:avLst/>
              <a:pathLst>
                <a:path w="209131" h="647427">
                  <a:moveTo>
                    <a:pt x="95511" y="647427"/>
                  </a:moveTo>
                  <a:lnTo>
                    <a:pt x="49604" y="572183"/>
                  </a:lnTo>
                  <a:lnTo>
                    <a:pt x="0" y="479564"/>
                  </a:lnTo>
                  <a:lnTo>
                    <a:pt x="25160" y="0"/>
                  </a:lnTo>
                  <a:lnTo>
                    <a:pt x="165636" y="55590"/>
                  </a:lnTo>
                  <a:lnTo>
                    <a:pt x="209131" y="305120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386015" y="4593873"/>
              <a:ext cx="246133" cy="542998"/>
            </a:xfrm>
            <a:custGeom>
              <a:avLst/>
              <a:pathLst>
                <a:path w="246133" h="542998">
                  <a:moveTo>
                    <a:pt x="0" y="542998"/>
                  </a:moveTo>
                  <a:lnTo>
                    <a:pt x="26297" y="6758"/>
                  </a:lnTo>
                  <a:lnTo>
                    <a:pt x="246133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51540" y="4387655"/>
              <a:ext cx="240730" cy="185008"/>
            </a:xfrm>
            <a:custGeom>
              <a:avLst/>
              <a:pathLst>
                <a:path w="240730" h="185008">
                  <a:moveTo>
                    <a:pt x="121988" y="185008"/>
                  </a:moveTo>
                  <a:lnTo>
                    <a:pt x="0" y="0"/>
                  </a:lnTo>
                  <a:lnTo>
                    <a:pt x="193881" y="19574"/>
                  </a:lnTo>
                  <a:lnTo>
                    <a:pt x="240730" y="61965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269742" y="4244752"/>
              <a:ext cx="121396" cy="147292"/>
            </a:xfrm>
            <a:custGeom>
              <a:avLst/>
              <a:pathLst>
                <a:path w="121396" h="147292">
                  <a:moveTo>
                    <a:pt x="121396" y="147292"/>
                  </a:moveTo>
                  <a:lnTo>
                    <a:pt x="0" y="120121"/>
                  </a:lnTo>
                  <a:lnTo>
                    <a:pt x="4757" y="0"/>
                  </a:lnTo>
                  <a:lnTo>
                    <a:pt x="113454" y="21973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4565313" y="4026444"/>
              <a:ext cx="352198" cy="173697"/>
            </a:xfrm>
            <a:custGeom>
              <a:avLst/>
              <a:pathLst>
                <a:path w="352198" h="173697">
                  <a:moveTo>
                    <a:pt x="173176" y="171446"/>
                  </a:moveTo>
                  <a:lnTo>
                    <a:pt x="0" y="173697"/>
                  </a:lnTo>
                  <a:lnTo>
                    <a:pt x="71418" y="86221"/>
                  </a:lnTo>
                  <a:lnTo>
                    <a:pt x="255431" y="0"/>
                  </a:lnTo>
                  <a:lnTo>
                    <a:pt x="352198" y="31247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727164" y="50562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658137" y="5025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944093" y="52067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044782" y="50646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106769" y="4519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044115" y="45227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103725" y="39524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062192" y="3918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117087" y="40519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105092" y="40777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85294" y="52461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825578" y="52552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83512" y="50627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028914" y="50292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327412" y="4373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052461" y="392651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999803" y="39949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989721" y="4254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081457" y="410889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946638" y="5211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815497" y="51873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177287" y="51274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4907193" y="52623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091867" y="48743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136284" y="49080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265587" y="445811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064391" y="4267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138151" y="41401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858506" y="41824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608289" y="39812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073547" y="422254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31215" y="523218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57698" y="51979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21643" y="527446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375736" y="519921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54005" y="510486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80722" y="479050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541518" y="45406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660260" y="441761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42489" y="421274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248268" y="426019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33303" y="416813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706479" y="41658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64785" y="512295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65321" y="513622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491769" y="468262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326132" y="510660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391173" y="46382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380302" y="456862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583340" y="441997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419529" y="435564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359129" y="436003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885502" y="40256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815495" y="401748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75578" y="5196275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80441" y="5283124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5263" y="493215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351293" y="462703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576798" y="459655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600138" y="456186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613411" y="437521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611070" y="444556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351186" y="423471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237732" y="433286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04722" y="408065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88734" y="399443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3791175" y="3878379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3791175" y="3639231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4492339" y="3713314"/>
              <a:ext cx="9277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75" name="rc175"/>
            <p:cNvSpPr/>
            <p:nvPr/>
          </p:nvSpPr>
          <p:spPr>
            <a:xfrm>
              <a:off x="3791175" y="1342740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6" name="tx176"/>
            <p:cNvSpPr/>
            <p:nvPr/>
          </p:nvSpPr>
          <p:spPr>
            <a:xfrm>
              <a:off x="4458232" y="1416822"/>
              <a:ext cx="99596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77" name="pl177"/>
            <p:cNvSpPr/>
            <p:nvPr/>
          </p:nvSpPr>
          <p:spPr>
            <a:xfrm>
              <a:off x="4021144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554681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5088218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5621756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3933087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4466624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054340" y="5928131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553998" y="5928131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3546737" y="3012342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655094" y="2359996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3587337" y="1707650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88" name="pl188"/>
            <p:cNvSpPr/>
            <p:nvPr/>
          </p:nvSpPr>
          <p:spPr>
            <a:xfrm>
              <a:off x="3753217" y="30559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3753217" y="24036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3753217" y="17512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1"/>
            <p:cNvSpPr/>
            <p:nvPr/>
          </p:nvSpPr>
          <p:spPr>
            <a:xfrm>
              <a:off x="3546737" y="5308833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3655094" y="4656488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3587337" y="4004142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94" name="pl194"/>
            <p:cNvSpPr/>
            <p:nvPr/>
          </p:nvSpPr>
          <p:spPr>
            <a:xfrm>
              <a:off x="3753217" y="53524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3753217" y="470010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753217" y="40477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tx197"/>
            <p:cNvSpPr/>
            <p:nvPr/>
          </p:nvSpPr>
          <p:spPr>
            <a:xfrm>
              <a:off x="4185192" y="6078926"/>
              <a:ext cx="154204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198" name="tx198"/>
            <p:cNvSpPr/>
            <p:nvPr/>
          </p:nvSpPr>
          <p:spPr>
            <a:xfrm rot="-5400000">
              <a:off x="2973124" y="3666258"/>
              <a:ext cx="89812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  <p:sp>
          <p:nvSpPr>
            <p:cNvPr id="199" name="rc199"/>
            <p:cNvSpPr/>
            <p:nvPr/>
          </p:nvSpPr>
          <p:spPr>
            <a:xfrm>
              <a:off x="6273084" y="2723503"/>
              <a:ext cx="1057481" cy="633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6348999" y="2812769"/>
              <a:ext cx="86877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201" name="rc201"/>
            <p:cNvSpPr/>
            <p:nvPr/>
          </p:nvSpPr>
          <p:spPr>
            <a:xfrm>
              <a:off x="6348999" y="2993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6353499" y="2997517"/>
              <a:ext cx="98999" cy="135000"/>
            </a:xfrm>
            <a:prstGeom prst="rect">
              <a:avLst/>
            </a:prstGeom>
            <a:solidFill>
              <a:srgbClr val="333333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359888" y="301523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6348999" y="3137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6353499" y="3141517"/>
              <a:ext cx="98999" cy="135000"/>
            </a:xfrm>
            <a:prstGeom prst="rect">
              <a:avLst/>
            </a:prstGeom>
            <a:solidFill>
              <a:srgbClr val="33333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370989" y="3177007"/>
              <a:ext cx="64020" cy="6402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6532914" y="3024097"/>
              <a:ext cx="72173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6532914" y="3168097"/>
              <a:ext cx="66065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209" name="rc209"/>
            <p:cNvSpPr/>
            <p:nvPr/>
          </p:nvSpPr>
          <p:spPr>
            <a:xfrm>
              <a:off x="6273084" y="3508763"/>
              <a:ext cx="483849" cy="1209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tx210"/>
            <p:cNvSpPr/>
            <p:nvPr/>
          </p:nvSpPr>
          <p:spPr>
            <a:xfrm>
              <a:off x="6348999" y="3598028"/>
              <a:ext cx="33201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6348999" y="3778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353499" y="3782777"/>
              <a:ext cx="98999" cy="134999"/>
            </a:xfrm>
            <a:prstGeom prst="rect">
              <a:avLst/>
            </a:prstGeom>
            <a:solidFill>
              <a:srgbClr val="D53E4F">
                <a:alpha val="10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370989" y="381826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  <a:ln w="9818" cap="rnd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6348999" y="3922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6353499" y="3926777"/>
              <a:ext cx="98999" cy="134999"/>
            </a:xfrm>
            <a:prstGeom prst="rect">
              <a:avLst/>
            </a:prstGeom>
            <a:solidFill>
              <a:srgbClr val="FC8D59">
                <a:alpha val="10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6370989" y="396226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9818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6348999" y="4066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6353499" y="4070777"/>
              <a:ext cx="98999" cy="135000"/>
            </a:xfrm>
            <a:prstGeom prst="rect">
              <a:avLst/>
            </a:prstGeom>
            <a:solidFill>
              <a:srgbClr val="FEE08B">
                <a:alpha val="10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6370989" y="410626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  <a:ln w="9818" cap="rnd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348999" y="4210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353499" y="4214777"/>
              <a:ext cx="98999" cy="134999"/>
            </a:xfrm>
            <a:prstGeom prst="rect">
              <a:avLst/>
            </a:prstGeom>
            <a:solidFill>
              <a:srgbClr val="E6F598">
                <a:alpha val="10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6370989" y="425026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  <a:ln w="9818" cap="rnd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348999" y="4354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353499" y="4358777"/>
              <a:ext cx="98999" cy="135000"/>
            </a:xfrm>
            <a:prstGeom prst="rect">
              <a:avLst/>
            </a:prstGeom>
            <a:solidFill>
              <a:srgbClr val="99D594">
                <a:alpha val="10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70989" y="439426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  <a:ln w="9818" cap="rnd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348999" y="4498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353499" y="4502777"/>
              <a:ext cx="98999" cy="134999"/>
            </a:xfrm>
            <a:prstGeom prst="rect">
              <a:avLst/>
            </a:prstGeom>
            <a:solidFill>
              <a:srgbClr val="3288BD">
                <a:alpha val="10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70989" y="453826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  <a:ln w="9818" cap="rnd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6532914" y="3809357"/>
              <a:ext cx="7626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6532914" y="3953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6532914" y="4097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6532914" y="4241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6532914" y="4385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532914" y="4529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2026-09-01T14:58:07Z</dcterms:modified>
</cp:coreProperties>
</file>