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4114800" cy="6858000"/>
            <a:chOff x="0" y="0"/>
            <a:chExt cx="41148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41148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1349029" y="1760884"/>
              <a:ext cx="909527" cy="1180116"/>
            </a:xfrm>
            <a:custGeom>
              <a:avLst/>
              <a:pathLst>
                <a:path w="909527" h="1180116">
                  <a:moveTo>
                    <a:pt x="174600" y="1180116"/>
                  </a:moveTo>
                  <a:lnTo>
                    <a:pt x="0" y="1047768"/>
                  </a:lnTo>
                  <a:lnTo>
                    <a:pt x="56119" y="133384"/>
                  </a:lnTo>
                  <a:lnTo>
                    <a:pt x="536833" y="0"/>
                  </a:lnTo>
                  <a:lnTo>
                    <a:pt x="909527" y="162888"/>
                  </a:lnTo>
                  <a:close/>
                </a:path>
              </a:pathLst>
            </a:custGeom>
            <a:solidFill>
              <a:srgbClr val="3288BD">
                <a:alpha val="21960"/>
              </a:srgbClr>
            </a:solidFill>
            <a:ln w="6775" cap="flat">
              <a:solidFill>
                <a:srgbClr val="3288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1438423" y="1601840"/>
              <a:ext cx="963332" cy="1002963"/>
            </a:xfrm>
            <a:custGeom>
              <a:avLst/>
              <a:pathLst>
                <a:path w="963332" h="1002963">
                  <a:moveTo>
                    <a:pt x="307752" y="883733"/>
                  </a:moveTo>
                  <a:lnTo>
                    <a:pt x="0" y="1002963"/>
                  </a:lnTo>
                  <a:lnTo>
                    <a:pt x="527006" y="115208"/>
                  </a:lnTo>
                  <a:lnTo>
                    <a:pt x="963332" y="0"/>
                  </a:lnTo>
                  <a:close/>
                </a:path>
              </a:pathLst>
            </a:custGeom>
            <a:solidFill>
              <a:srgbClr val="99D594">
                <a:alpha val="21960"/>
              </a:srgbClr>
            </a:solidFill>
            <a:ln w="6775" cap="flat">
              <a:solidFill>
                <a:srgbClr val="99D5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1919084" y="1616184"/>
              <a:ext cx="940553" cy="617867"/>
            </a:xfrm>
            <a:custGeom>
              <a:avLst/>
              <a:pathLst>
                <a:path w="940553" h="617867">
                  <a:moveTo>
                    <a:pt x="178019" y="617867"/>
                  </a:moveTo>
                  <a:lnTo>
                    <a:pt x="0" y="270486"/>
                  </a:lnTo>
                  <a:lnTo>
                    <a:pt x="214434" y="0"/>
                  </a:lnTo>
                  <a:lnTo>
                    <a:pt x="940553" y="18652"/>
                  </a:lnTo>
                  <a:close/>
                </a:path>
              </a:pathLst>
            </a:custGeom>
            <a:solidFill>
              <a:srgbClr val="E6F598">
                <a:alpha val="21960"/>
              </a:srgbClr>
            </a:solidFill>
            <a:ln w="6775" cap="flat">
              <a:solidFill>
                <a:srgbClr val="E6F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2182286" y="1719599"/>
              <a:ext cx="552324" cy="300049"/>
            </a:xfrm>
            <a:custGeom>
              <a:avLst/>
              <a:pathLst>
                <a:path w="552324" h="300049">
                  <a:moveTo>
                    <a:pt x="190707" y="300049"/>
                  </a:moveTo>
                  <a:lnTo>
                    <a:pt x="0" y="87559"/>
                  </a:lnTo>
                  <a:lnTo>
                    <a:pt x="219362" y="42979"/>
                  </a:lnTo>
                  <a:lnTo>
                    <a:pt x="293412" y="32561"/>
                  </a:lnTo>
                  <a:lnTo>
                    <a:pt x="552324" y="0"/>
                  </a:lnTo>
                  <a:close/>
                </a:path>
              </a:pathLst>
            </a:custGeom>
            <a:solidFill>
              <a:srgbClr val="FEE08B">
                <a:alpha val="21960"/>
              </a:srgbClr>
            </a:solidFill>
            <a:ln w="6775" cap="flat">
              <a:solidFill>
                <a:srgbClr val="FEE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2049377" y="962985"/>
              <a:ext cx="881478" cy="669195"/>
            </a:xfrm>
            <a:custGeom>
              <a:avLst/>
              <a:pathLst>
                <a:path w="881478" h="669195">
                  <a:moveTo>
                    <a:pt x="792838" y="669195"/>
                  </a:moveTo>
                  <a:lnTo>
                    <a:pt x="423397" y="552277"/>
                  </a:lnTo>
                  <a:lnTo>
                    <a:pt x="0" y="260692"/>
                  </a:lnTo>
                  <a:lnTo>
                    <a:pt x="81218" y="0"/>
                  </a:lnTo>
                  <a:lnTo>
                    <a:pt x="881478" y="93942"/>
                  </a:lnTo>
                  <a:close/>
                </a:path>
              </a:pathLst>
            </a:custGeom>
            <a:solidFill>
              <a:srgbClr val="FC8D59">
                <a:alpha val="21960"/>
              </a:srgbClr>
            </a:solidFill>
            <a:ln w="6775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834289" y="741373"/>
              <a:ext cx="971790" cy="413480"/>
            </a:xfrm>
            <a:custGeom>
              <a:avLst/>
              <a:pathLst>
                <a:path w="971790" h="413480">
                  <a:moveTo>
                    <a:pt x="601092" y="413480"/>
                  </a:moveTo>
                  <a:lnTo>
                    <a:pt x="0" y="411567"/>
                  </a:lnTo>
                  <a:lnTo>
                    <a:pt x="875234" y="0"/>
                  </a:lnTo>
                  <a:lnTo>
                    <a:pt x="971790" y="133254"/>
                  </a:lnTo>
                  <a:close/>
                </a:path>
              </a:pathLst>
            </a:custGeom>
            <a:solidFill>
              <a:srgbClr val="D53E4F">
                <a:alpha val="21960"/>
              </a:srgbClr>
            </a:solidFill>
            <a:ln w="6775" cap="flat">
              <a:solidFill>
                <a:srgbClr val="D53E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1892101" y="1534886"/>
              <a:ext cx="995631" cy="1558546"/>
            </a:xfrm>
            <a:custGeom>
              <a:avLst/>
              <a:pathLst>
                <a:path w="995631" h="1558546">
                  <a:moveTo>
                    <a:pt x="531751" y="1558546"/>
                  </a:moveTo>
                  <a:lnTo>
                    <a:pt x="0" y="972855"/>
                  </a:lnTo>
                  <a:lnTo>
                    <a:pt x="482385" y="252011"/>
                  </a:lnTo>
                  <a:lnTo>
                    <a:pt x="961107" y="8312"/>
                  </a:lnTo>
                  <a:lnTo>
                    <a:pt x="995631" y="0"/>
                  </a:lnTo>
                  <a:close/>
                </a:path>
              </a:pathLst>
            </a:custGeom>
            <a:solidFill>
              <a:srgbClr val="3288BD">
                <a:alpha val="60000"/>
              </a:srgbClr>
            </a:solidFill>
            <a:ln w="6775" cap="flat">
              <a:solidFill>
                <a:srgbClr val="3288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2409587" y="1499117"/>
              <a:ext cx="714720" cy="1402043"/>
            </a:xfrm>
            <a:custGeom>
              <a:avLst/>
              <a:pathLst>
                <a:path w="714720" h="1402043">
                  <a:moveTo>
                    <a:pt x="315418" y="1402043"/>
                  </a:moveTo>
                  <a:lnTo>
                    <a:pt x="0" y="416140"/>
                  </a:lnTo>
                  <a:lnTo>
                    <a:pt x="398837" y="0"/>
                  </a:lnTo>
                  <a:lnTo>
                    <a:pt x="712554" y="290023"/>
                  </a:lnTo>
                  <a:lnTo>
                    <a:pt x="714720" y="434036"/>
                  </a:lnTo>
                  <a:close/>
                </a:path>
              </a:pathLst>
            </a:custGeom>
            <a:solidFill>
              <a:srgbClr val="99D594">
                <a:alpha val="60000"/>
              </a:srgbClr>
            </a:solidFill>
            <a:ln w="6775" cap="flat">
              <a:solidFill>
                <a:srgbClr val="99D5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2341512" y="1073386"/>
              <a:ext cx="995294" cy="925758"/>
            </a:xfrm>
            <a:custGeom>
              <a:avLst/>
              <a:pathLst>
                <a:path w="995294" h="925758">
                  <a:moveTo>
                    <a:pt x="935251" y="593103"/>
                  </a:moveTo>
                  <a:lnTo>
                    <a:pt x="673720" y="925758"/>
                  </a:lnTo>
                  <a:lnTo>
                    <a:pt x="0" y="783964"/>
                  </a:lnTo>
                  <a:lnTo>
                    <a:pt x="215145" y="433661"/>
                  </a:lnTo>
                  <a:lnTo>
                    <a:pt x="995294" y="0"/>
                  </a:lnTo>
                  <a:close/>
                </a:path>
              </a:pathLst>
            </a:custGeom>
            <a:solidFill>
              <a:srgbClr val="E6F598">
                <a:alpha val="60000"/>
              </a:srgbClr>
            </a:solidFill>
            <a:ln w="6775" cap="flat">
              <a:solidFill>
                <a:srgbClr val="E6F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2963693" y="1086685"/>
              <a:ext cx="717697" cy="430453"/>
            </a:xfrm>
            <a:custGeom>
              <a:avLst/>
              <a:pathLst>
                <a:path w="717697" h="430453">
                  <a:moveTo>
                    <a:pt x="717697" y="430453"/>
                  </a:moveTo>
                  <a:lnTo>
                    <a:pt x="0" y="258532"/>
                  </a:lnTo>
                  <a:lnTo>
                    <a:pt x="26044" y="113878"/>
                  </a:lnTo>
                  <a:lnTo>
                    <a:pt x="112251" y="0"/>
                  </a:lnTo>
                  <a:close/>
                </a:path>
              </a:pathLst>
            </a:custGeom>
            <a:solidFill>
              <a:srgbClr val="FEE08B">
                <a:alpha val="60000"/>
              </a:srgbClr>
            </a:solidFill>
            <a:ln w="6775" cap="flat">
              <a:solidFill>
                <a:srgbClr val="FEE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735016" y="840086"/>
              <a:ext cx="602525" cy="393640"/>
            </a:xfrm>
            <a:custGeom>
              <a:avLst/>
              <a:pathLst>
                <a:path w="602525" h="393640">
                  <a:moveTo>
                    <a:pt x="573720" y="191767"/>
                  </a:moveTo>
                  <a:lnTo>
                    <a:pt x="519270" y="393640"/>
                  </a:lnTo>
                  <a:lnTo>
                    <a:pt x="0" y="0"/>
                  </a:lnTo>
                  <a:lnTo>
                    <a:pt x="602525" y="23768"/>
                  </a:lnTo>
                  <a:close/>
                </a:path>
              </a:pathLst>
            </a:custGeom>
            <a:solidFill>
              <a:srgbClr val="FC8D59">
                <a:alpha val="60000"/>
              </a:srgbClr>
            </a:solidFill>
            <a:ln w="6775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539768" y="745377"/>
              <a:ext cx="838372" cy="234500"/>
            </a:xfrm>
            <a:custGeom>
              <a:avLst/>
              <a:pathLst>
                <a:path w="838372" h="234500">
                  <a:moveTo>
                    <a:pt x="0" y="234500"/>
                  </a:moveTo>
                  <a:lnTo>
                    <a:pt x="315843" y="71947"/>
                  </a:lnTo>
                  <a:lnTo>
                    <a:pt x="702401" y="275"/>
                  </a:lnTo>
                  <a:lnTo>
                    <a:pt x="838372" y="0"/>
                  </a:lnTo>
                  <a:lnTo>
                    <a:pt x="819267" y="18937"/>
                  </a:lnTo>
                  <a:close/>
                </a:path>
              </a:pathLst>
            </a:custGeom>
            <a:solidFill>
              <a:srgbClr val="D53E4F">
                <a:alpha val="60000"/>
              </a:srgbClr>
            </a:solidFill>
            <a:ln w="6775" cap="flat">
              <a:solidFill>
                <a:srgbClr val="D53E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2768679" y="813286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327434" y="732713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210569" y="714052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2088036" y="91384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342885" y="1755296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856131" y="1503285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776823" y="1467516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678405" y="1756846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763520" y="82548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876679" y="1674370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13599" y="1401398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305205" y="1041784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086367" y="1154941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791729" y="110379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044343" y="1055084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703415" y="808485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305941" y="832253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843303" y="171174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508167" y="948276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197594" y="762567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359196" y="1552696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215996" y="187462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1362589" y="184512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2054544" y="218490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165988" y="169995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1922870" y="166790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2330474" y="164188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1306469" y="275950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2120561" y="177418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2359090" y="171343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139727" y="175801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2006817" y="117453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2430215" y="146611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1199517" y="104489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666964" y="69222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1540713" y="249832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1481069" y="289185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1703616" y="243642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1808715" y="1969476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1395863" y="255565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2090959" y="156704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1876525" y="183752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2228266" y="181447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2330434" y="197050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2888296" y="100778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2799656" y="158303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1392822" y="110571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1516334" y="86390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711018" y="1791772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821607" y="1511598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092706" y="1901552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090540" y="1757539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377985" y="1883656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2457201" y="184823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245162" y="1634888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049683" y="1741784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983632" y="1967542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361271" y="1392690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649789" y="1485537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308033" y="1385669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2817078" y="158569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222685" y="1202125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277135" y="1000252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824011" y="785724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2692051" y="167045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46540" y="713776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860499" y="2476141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392251" y="3061831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2433139" y="170301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585625" y="1993937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693404" y="2869559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309911" y="1825749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525057" y="1475446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2160589" y="108961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958136" y="1168962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32092" y="1313616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021221" y="895427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1667583" y="2048255"/>
              <a:ext cx="861416" cy="264419"/>
            </a:xfrm>
            <a:custGeom>
              <a:avLst/>
              <a:pathLst>
                <a:path w="861416" h="264419">
                  <a:moveTo>
                    <a:pt x="0" y="264419"/>
                  </a:moveTo>
                  <a:lnTo>
                    <a:pt x="861416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2387349" y="2043468"/>
              <a:ext cx="141651" cy="88224"/>
            </a:xfrm>
            <a:custGeom>
              <a:avLst/>
              <a:pathLst>
                <a:path w="141651" h="88224">
                  <a:moveTo>
                    <a:pt x="27081" y="88224"/>
                  </a:moveTo>
                  <a:lnTo>
                    <a:pt x="141651" y="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1935268" y="1944723"/>
              <a:ext cx="867854" cy="84774"/>
            </a:xfrm>
            <a:custGeom>
              <a:avLst/>
              <a:pathLst>
                <a:path w="867854" h="84774">
                  <a:moveTo>
                    <a:pt x="0" y="84774"/>
                  </a:moveTo>
                  <a:lnTo>
                    <a:pt x="867854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2665261" y="1911827"/>
              <a:ext cx="137861" cy="91849"/>
            </a:xfrm>
            <a:custGeom>
              <a:avLst/>
              <a:pathLst>
                <a:path w="137861" h="91849">
                  <a:moveTo>
                    <a:pt x="8972" y="91849"/>
                  </a:moveTo>
                  <a:lnTo>
                    <a:pt x="137861" y="328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292180" y="1615686"/>
              <a:ext cx="629742" cy="210524"/>
            </a:xfrm>
            <a:custGeom>
              <a:avLst/>
              <a:pathLst>
                <a:path w="629742" h="210524">
                  <a:moveTo>
                    <a:pt x="0" y="210524"/>
                  </a:moveTo>
                  <a:lnTo>
                    <a:pt x="629742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2780196" y="1614412"/>
              <a:ext cx="141726" cy="87525"/>
            </a:xfrm>
            <a:custGeom>
              <a:avLst/>
              <a:pathLst>
                <a:path w="141726" h="87525">
                  <a:moveTo>
                    <a:pt x="29260" y="87525"/>
                  </a:moveTo>
                  <a:lnTo>
                    <a:pt x="141726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406344" y="1311101"/>
              <a:ext cx="816690" cy="509693"/>
            </a:xfrm>
            <a:custGeom>
              <a:avLst/>
              <a:pathLst>
                <a:path w="816690" h="509693">
                  <a:moveTo>
                    <a:pt x="0" y="509693"/>
                  </a:moveTo>
                  <a:lnTo>
                    <a:pt x="816690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3084917" y="1311101"/>
              <a:ext cx="138117" cy="110096"/>
            </a:xfrm>
            <a:custGeom>
              <a:avLst/>
              <a:pathLst>
                <a:path w="138117" h="110096">
                  <a:moveTo>
                    <a:pt x="48861" y="110096"/>
                  </a:moveTo>
                  <a:lnTo>
                    <a:pt x="138117" y="0"/>
                  </a:lnTo>
                  <a:lnTo>
                    <a:pt x="0" y="318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438161" y="956906"/>
              <a:ext cx="643285" cy="298059"/>
            </a:xfrm>
            <a:custGeom>
              <a:avLst/>
              <a:pathLst>
                <a:path w="643285" h="298059">
                  <a:moveTo>
                    <a:pt x="0" y="298059"/>
                  </a:moveTo>
                  <a:lnTo>
                    <a:pt x="643285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2940456" y="956906"/>
              <a:ext cx="140991" cy="98206"/>
            </a:xfrm>
            <a:custGeom>
              <a:avLst/>
              <a:pathLst>
                <a:path w="140991" h="98206">
                  <a:moveTo>
                    <a:pt x="38797" y="98206"/>
                  </a:moveTo>
                  <a:lnTo>
                    <a:pt x="140991" y="0"/>
                  </a:lnTo>
                  <a:lnTo>
                    <a:pt x="0" y="144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1431041" y="807786"/>
              <a:ext cx="669613" cy="180695"/>
            </a:xfrm>
            <a:custGeom>
              <a:avLst/>
              <a:pathLst>
                <a:path w="669613" h="180695">
                  <a:moveTo>
                    <a:pt x="0" y="180695"/>
                  </a:moveTo>
                  <a:lnTo>
                    <a:pt x="669613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1959250" y="798150"/>
              <a:ext cx="141404" cy="89099"/>
            </a:xfrm>
            <a:custGeom>
              <a:avLst/>
              <a:pathLst>
                <a:path w="141404" h="89099">
                  <a:moveTo>
                    <a:pt x="24043" y="89099"/>
                  </a:moveTo>
                  <a:lnTo>
                    <a:pt x="141404" y="96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667583" y="2048255"/>
              <a:ext cx="861416" cy="264419"/>
            </a:xfrm>
            <a:custGeom>
              <a:avLst/>
              <a:pathLst>
                <a:path w="861416" h="264419">
                  <a:moveTo>
                    <a:pt x="0" y="264419"/>
                  </a:moveTo>
                  <a:lnTo>
                    <a:pt x="861416" y="0"/>
                  </a:lnTo>
                </a:path>
              </a:pathLst>
            </a:custGeom>
            <a:ln w="34689" cap="rnd">
              <a:solidFill>
                <a:srgbClr val="2461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2387349" y="2043468"/>
              <a:ext cx="141651" cy="88224"/>
            </a:xfrm>
            <a:custGeom>
              <a:avLst/>
              <a:pathLst>
                <a:path w="141651" h="88224">
                  <a:moveTo>
                    <a:pt x="27081" y="88224"/>
                  </a:moveTo>
                  <a:lnTo>
                    <a:pt x="141651" y="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6188">
                <a:alpha val="100000"/>
              </a:srgbClr>
            </a:solidFill>
            <a:ln w="34689" cap="rnd">
              <a:solidFill>
                <a:srgbClr val="2461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1935268" y="1944723"/>
              <a:ext cx="867854" cy="84774"/>
            </a:xfrm>
            <a:custGeom>
              <a:avLst/>
              <a:pathLst>
                <a:path w="867854" h="84774">
                  <a:moveTo>
                    <a:pt x="0" y="84774"/>
                  </a:moveTo>
                  <a:lnTo>
                    <a:pt x="867854" y="0"/>
                  </a:lnTo>
                </a:path>
              </a:pathLst>
            </a:custGeom>
            <a:ln w="34689" cap="rnd">
              <a:solidFill>
                <a:srgbClr val="6E99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2665261" y="1911827"/>
              <a:ext cx="137861" cy="91849"/>
            </a:xfrm>
            <a:custGeom>
              <a:avLst/>
              <a:pathLst>
                <a:path w="137861" h="91849">
                  <a:moveTo>
                    <a:pt x="8972" y="91849"/>
                  </a:moveTo>
                  <a:lnTo>
                    <a:pt x="137861" y="328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996A">
                <a:alpha val="100000"/>
              </a:srgbClr>
            </a:solidFill>
            <a:ln w="34689" cap="rnd">
              <a:solidFill>
                <a:srgbClr val="6E99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292180" y="1615686"/>
              <a:ext cx="629742" cy="210524"/>
            </a:xfrm>
            <a:custGeom>
              <a:avLst/>
              <a:pathLst>
                <a:path w="629742" h="210524">
                  <a:moveTo>
                    <a:pt x="0" y="210524"/>
                  </a:moveTo>
                  <a:lnTo>
                    <a:pt x="629742" y="0"/>
                  </a:lnTo>
                </a:path>
              </a:pathLst>
            </a:custGeom>
            <a:ln w="34689" cap="rnd">
              <a:solidFill>
                <a:srgbClr val="A5B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2780196" y="1614412"/>
              <a:ext cx="141726" cy="87525"/>
            </a:xfrm>
            <a:custGeom>
              <a:avLst/>
              <a:pathLst>
                <a:path w="141726" h="87525">
                  <a:moveTo>
                    <a:pt x="29260" y="87525"/>
                  </a:moveTo>
                  <a:lnTo>
                    <a:pt x="141726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B06D">
                <a:alpha val="100000"/>
              </a:srgbClr>
            </a:solidFill>
            <a:ln w="34689" cap="rnd">
              <a:solidFill>
                <a:srgbClr val="A5B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406344" y="1311101"/>
              <a:ext cx="816690" cy="509693"/>
            </a:xfrm>
            <a:custGeom>
              <a:avLst/>
              <a:pathLst>
                <a:path w="816690" h="509693">
                  <a:moveTo>
                    <a:pt x="0" y="509693"/>
                  </a:moveTo>
                  <a:lnTo>
                    <a:pt x="816690" y="0"/>
                  </a:lnTo>
                </a:path>
              </a:pathLst>
            </a:custGeom>
            <a:ln w="34689" cap="rnd">
              <a:solidFill>
                <a:srgbClr val="B6A1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3084917" y="1311101"/>
              <a:ext cx="138117" cy="110096"/>
            </a:xfrm>
            <a:custGeom>
              <a:avLst/>
              <a:pathLst>
                <a:path w="138117" h="110096">
                  <a:moveTo>
                    <a:pt x="48861" y="110096"/>
                  </a:moveTo>
                  <a:lnTo>
                    <a:pt x="138117" y="0"/>
                  </a:lnTo>
                  <a:lnTo>
                    <a:pt x="0" y="31806"/>
                  </a:lnTo>
                  <a:close/>
                </a:path>
              </a:pathLst>
            </a:custGeom>
            <a:solidFill>
              <a:srgbClr val="B6A164">
                <a:alpha val="100000"/>
              </a:srgbClr>
            </a:solidFill>
            <a:ln w="34689" cap="rnd">
              <a:solidFill>
                <a:srgbClr val="B6A1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438161" y="956906"/>
              <a:ext cx="643285" cy="298059"/>
            </a:xfrm>
            <a:custGeom>
              <a:avLst/>
              <a:pathLst>
                <a:path w="643285" h="298059">
                  <a:moveTo>
                    <a:pt x="0" y="298059"/>
                  </a:moveTo>
                  <a:lnTo>
                    <a:pt x="643285" y="0"/>
                  </a:lnTo>
                </a:path>
              </a:pathLst>
            </a:custGeom>
            <a:ln w="34689" cap="rnd">
              <a:solidFill>
                <a:srgbClr val="B56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2940456" y="956906"/>
              <a:ext cx="140991" cy="98206"/>
            </a:xfrm>
            <a:custGeom>
              <a:avLst/>
              <a:pathLst>
                <a:path w="140991" h="98206">
                  <a:moveTo>
                    <a:pt x="38797" y="98206"/>
                  </a:moveTo>
                  <a:lnTo>
                    <a:pt x="140991" y="0"/>
                  </a:lnTo>
                  <a:lnTo>
                    <a:pt x="0" y="14470"/>
                  </a:lnTo>
                  <a:close/>
                </a:path>
              </a:pathLst>
            </a:custGeom>
            <a:solidFill>
              <a:srgbClr val="B56540">
                <a:alpha val="100000"/>
              </a:srgbClr>
            </a:solidFill>
            <a:ln w="34689" cap="rnd">
              <a:solidFill>
                <a:srgbClr val="B56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1431041" y="807786"/>
              <a:ext cx="669613" cy="180695"/>
            </a:xfrm>
            <a:custGeom>
              <a:avLst/>
              <a:pathLst>
                <a:path w="669613" h="180695">
                  <a:moveTo>
                    <a:pt x="0" y="180695"/>
                  </a:moveTo>
                  <a:lnTo>
                    <a:pt x="669613" y="0"/>
                  </a:lnTo>
                </a:path>
              </a:pathLst>
            </a:custGeom>
            <a:ln w="34689" cap="rnd">
              <a:solidFill>
                <a:srgbClr val="992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1959250" y="798150"/>
              <a:ext cx="141404" cy="89099"/>
            </a:xfrm>
            <a:custGeom>
              <a:avLst/>
              <a:pathLst>
                <a:path w="141404" h="89099">
                  <a:moveTo>
                    <a:pt x="24043" y="89099"/>
                  </a:moveTo>
                  <a:lnTo>
                    <a:pt x="141404" y="96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2C38">
                <a:alpha val="100000"/>
              </a:srgbClr>
            </a:solidFill>
            <a:ln w="34689" cap="rnd">
              <a:solidFill>
                <a:srgbClr val="992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008958" y="3055383"/>
              <a:ext cx="573693" cy="0"/>
            </a:xfrm>
            <a:custGeom>
              <a:avLst/>
              <a:pathLst>
                <a:path w="573693" h="0">
                  <a:moveTo>
                    <a:pt x="0" y="0"/>
                  </a:moveTo>
                  <a:lnTo>
                    <a:pt x="573693" y="0"/>
                  </a:lnTo>
                </a:path>
              </a:pathLst>
            </a:custGeom>
            <a:ln w="21681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3478901" y="3019659"/>
              <a:ext cx="103749" cy="71447"/>
            </a:xfrm>
            <a:custGeom>
              <a:avLst/>
              <a:pathLst>
                <a:path w="103749" h="71447">
                  <a:moveTo>
                    <a:pt x="0" y="71447"/>
                  </a:moveTo>
                  <a:lnTo>
                    <a:pt x="103749" y="35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21681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tx119"/>
            <p:cNvSpPr/>
            <p:nvPr/>
          </p:nvSpPr>
          <p:spPr>
            <a:xfrm>
              <a:off x="2910326" y="2822102"/>
              <a:ext cx="770956" cy="802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7F7F7F">
                      <a:alpha val="100000"/>
                    </a:srgbClr>
                  </a:solidFill>
                  <a:latin typeface="Arial"/>
                  <a:cs typeface="Arial"/>
                </a:rPr>
                <a:t>LATE SEASON</a:t>
              </a:r>
            </a:p>
          </p:txBody>
        </p:sp>
        <p:sp>
          <p:nvSpPr>
            <p:cNvPr id="120" name="rc120"/>
            <p:cNvSpPr/>
            <p:nvPr/>
          </p:nvSpPr>
          <p:spPr>
            <a:xfrm>
              <a:off x="691934" y="313238"/>
              <a:ext cx="3131811" cy="2912584"/>
            </a:xfrm>
            <a:prstGeom prst="rect">
              <a:avLst/>
            </a:prstGeom>
            <a:ln w="1273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1915144" y="5313018"/>
              <a:ext cx="439725" cy="337338"/>
            </a:xfrm>
            <a:custGeom>
              <a:avLst/>
              <a:pathLst>
                <a:path w="439725" h="337338">
                  <a:moveTo>
                    <a:pt x="387768" y="272733"/>
                  </a:moveTo>
                  <a:lnTo>
                    <a:pt x="439725" y="323949"/>
                  </a:lnTo>
                  <a:lnTo>
                    <a:pt x="225055" y="337338"/>
                  </a:lnTo>
                  <a:lnTo>
                    <a:pt x="0" y="0"/>
                  </a:lnTo>
                  <a:lnTo>
                    <a:pt x="92778" y="44795"/>
                  </a:lnTo>
                  <a:close/>
                </a:path>
              </a:pathLst>
            </a:custGeom>
            <a:solidFill>
              <a:srgbClr val="3288BD">
                <a:alpha val="21960"/>
              </a:srgbClr>
            </a:solidFill>
            <a:ln w="6775" cap="flat">
              <a:solidFill>
                <a:srgbClr val="3288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2249896" y="5318142"/>
              <a:ext cx="363027" cy="342565"/>
            </a:xfrm>
            <a:custGeom>
              <a:avLst/>
              <a:pathLst>
                <a:path w="363027" h="342565">
                  <a:moveTo>
                    <a:pt x="363027" y="144341"/>
                  </a:moveTo>
                  <a:lnTo>
                    <a:pt x="0" y="342565"/>
                  </a:lnTo>
                  <a:lnTo>
                    <a:pt x="163602" y="0"/>
                  </a:lnTo>
                  <a:lnTo>
                    <a:pt x="236986" y="49220"/>
                  </a:lnTo>
                  <a:close/>
                </a:path>
              </a:pathLst>
            </a:custGeom>
            <a:solidFill>
              <a:srgbClr val="99D594">
                <a:alpha val="21960"/>
              </a:srgbClr>
            </a:solidFill>
            <a:ln w="6775" cap="flat">
              <a:solidFill>
                <a:srgbClr val="99D5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2433930" y="4568721"/>
              <a:ext cx="123881" cy="571255"/>
            </a:xfrm>
            <a:custGeom>
              <a:avLst/>
              <a:pathLst>
                <a:path w="123881" h="571255">
                  <a:moveTo>
                    <a:pt x="123881" y="571255"/>
                  </a:moveTo>
                  <a:lnTo>
                    <a:pt x="64182" y="521757"/>
                  </a:lnTo>
                  <a:lnTo>
                    <a:pt x="0" y="4918"/>
                  </a:lnTo>
                  <a:lnTo>
                    <a:pt x="84212" y="0"/>
                  </a:lnTo>
                  <a:close/>
                </a:path>
              </a:pathLst>
            </a:custGeom>
            <a:solidFill>
              <a:srgbClr val="E6F598">
                <a:alpha val="21960"/>
              </a:srgbClr>
            </a:solidFill>
            <a:ln w="6775" cap="flat">
              <a:solidFill>
                <a:srgbClr val="E6F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2461183" y="4198296"/>
              <a:ext cx="353521" cy="280301"/>
            </a:xfrm>
            <a:custGeom>
              <a:avLst/>
              <a:pathLst>
                <a:path w="353521" h="280301">
                  <a:moveTo>
                    <a:pt x="353521" y="155643"/>
                  </a:moveTo>
                  <a:lnTo>
                    <a:pt x="270423" y="280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08B">
                <a:alpha val="21960"/>
              </a:srgbClr>
            </a:solidFill>
            <a:ln w="6775" cap="flat">
              <a:solidFill>
                <a:srgbClr val="FEE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2184457" y="3685641"/>
              <a:ext cx="375865" cy="387718"/>
            </a:xfrm>
            <a:custGeom>
              <a:avLst/>
              <a:pathLst>
                <a:path w="375865" h="387718">
                  <a:moveTo>
                    <a:pt x="375865" y="325577"/>
                  </a:moveTo>
                  <a:lnTo>
                    <a:pt x="0" y="387718"/>
                  </a:lnTo>
                  <a:lnTo>
                    <a:pt x="189913" y="112161"/>
                  </a:lnTo>
                  <a:lnTo>
                    <a:pt x="260690" y="11538"/>
                  </a:lnTo>
                  <a:lnTo>
                    <a:pt x="273770" y="0"/>
                  </a:lnTo>
                  <a:lnTo>
                    <a:pt x="329593" y="49650"/>
                  </a:lnTo>
                  <a:close/>
                </a:path>
              </a:pathLst>
            </a:custGeom>
            <a:solidFill>
              <a:srgbClr val="FC8D59">
                <a:alpha val="21960"/>
              </a:srgbClr>
            </a:solidFill>
            <a:ln w="6775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1016740" y="3777598"/>
              <a:ext cx="831404" cy="401449"/>
            </a:xfrm>
            <a:custGeom>
              <a:avLst/>
              <a:pathLst>
                <a:path w="831404" h="401449">
                  <a:moveTo>
                    <a:pt x="112669" y="354727"/>
                  </a:moveTo>
                  <a:lnTo>
                    <a:pt x="0" y="401449"/>
                  </a:lnTo>
                  <a:lnTo>
                    <a:pt x="171189" y="103943"/>
                  </a:lnTo>
                  <a:lnTo>
                    <a:pt x="831404" y="0"/>
                  </a:lnTo>
                  <a:close/>
                </a:path>
              </a:pathLst>
            </a:custGeom>
            <a:solidFill>
              <a:srgbClr val="D53E4F">
                <a:alpha val="21960"/>
              </a:srgbClr>
            </a:solidFill>
            <a:ln w="6775" cap="flat">
              <a:solidFill>
                <a:srgbClr val="D53E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2043568" y="5429762"/>
              <a:ext cx="686547" cy="235434"/>
            </a:xfrm>
            <a:custGeom>
              <a:avLst/>
              <a:pathLst>
                <a:path w="686547" h="235434">
                  <a:moveTo>
                    <a:pt x="686547" y="107772"/>
                  </a:moveTo>
                  <a:lnTo>
                    <a:pt x="424267" y="235434"/>
                  </a:lnTo>
                  <a:lnTo>
                    <a:pt x="223695" y="160550"/>
                  </a:lnTo>
                  <a:lnTo>
                    <a:pt x="0" y="0"/>
                  </a:lnTo>
                  <a:lnTo>
                    <a:pt x="269536" y="19506"/>
                  </a:lnTo>
                  <a:close/>
                </a:path>
              </a:pathLst>
            </a:custGeom>
            <a:solidFill>
              <a:srgbClr val="3288BD">
                <a:alpha val="60000"/>
              </a:srgbClr>
            </a:solidFill>
            <a:ln w="6775" cap="flat">
              <a:solidFill>
                <a:srgbClr val="3288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2798064" y="4700786"/>
              <a:ext cx="281088" cy="951680"/>
            </a:xfrm>
            <a:custGeom>
              <a:avLst/>
              <a:pathLst>
                <a:path w="281088" h="951680">
                  <a:moveTo>
                    <a:pt x="128374" y="951680"/>
                  </a:moveTo>
                  <a:lnTo>
                    <a:pt x="66671" y="841076"/>
                  </a:lnTo>
                  <a:lnTo>
                    <a:pt x="0" y="704932"/>
                  </a:lnTo>
                  <a:lnTo>
                    <a:pt x="33818" y="0"/>
                  </a:lnTo>
                  <a:lnTo>
                    <a:pt x="222628" y="81714"/>
                  </a:lnTo>
                  <a:lnTo>
                    <a:pt x="281088" y="448509"/>
                  </a:lnTo>
                  <a:close/>
                </a:path>
              </a:pathLst>
            </a:custGeom>
            <a:solidFill>
              <a:srgbClr val="99D594">
                <a:alpha val="60000"/>
              </a:srgbClr>
            </a:solidFill>
            <a:ln w="6775" cap="flat">
              <a:solidFill>
                <a:srgbClr val="99D5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835527" y="4604985"/>
              <a:ext cx="330823" cy="798175"/>
            </a:xfrm>
            <a:custGeom>
              <a:avLst/>
              <a:pathLst>
                <a:path w="330823" h="798175">
                  <a:moveTo>
                    <a:pt x="0" y="798175"/>
                  </a:moveTo>
                  <a:lnTo>
                    <a:pt x="35345" y="9934"/>
                  </a:lnTo>
                  <a:lnTo>
                    <a:pt x="330823" y="0"/>
                  </a:lnTo>
                  <a:close/>
                </a:path>
              </a:pathLst>
            </a:custGeom>
            <a:solidFill>
              <a:srgbClr val="E6F598">
                <a:alpha val="60000"/>
              </a:srgbClr>
            </a:solidFill>
            <a:ln w="6775" cap="flat">
              <a:solidFill>
                <a:srgbClr val="E6F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2923597" y="4301857"/>
              <a:ext cx="323561" cy="271951"/>
            </a:xfrm>
            <a:custGeom>
              <a:avLst/>
              <a:pathLst>
                <a:path w="323561" h="271951">
                  <a:moveTo>
                    <a:pt x="163962" y="271951"/>
                  </a:moveTo>
                  <a:lnTo>
                    <a:pt x="0" y="0"/>
                  </a:lnTo>
                  <a:lnTo>
                    <a:pt x="260592" y="28773"/>
                  </a:lnTo>
                  <a:lnTo>
                    <a:pt x="323561" y="91086"/>
                  </a:lnTo>
                  <a:close/>
                </a:path>
              </a:pathLst>
            </a:custGeom>
            <a:solidFill>
              <a:srgbClr val="FEE08B">
                <a:alpha val="60000"/>
              </a:srgbClr>
            </a:solidFill>
            <a:ln w="6775" cap="flat">
              <a:solidFill>
                <a:srgbClr val="FEE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2679247" y="4091798"/>
              <a:ext cx="163166" cy="216511"/>
            </a:xfrm>
            <a:custGeom>
              <a:avLst/>
              <a:pathLst>
                <a:path w="163166" h="216511">
                  <a:moveTo>
                    <a:pt x="163166" y="216511"/>
                  </a:moveTo>
                  <a:lnTo>
                    <a:pt x="0" y="176571"/>
                  </a:lnTo>
                  <a:lnTo>
                    <a:pt x="6394" y="0"/>
                  </a:lnTo>
                  <a:lnTo>
                    <a:pt x="152491" y="32299"/>
                  </a:lnTo>
                  <a:close/>
                </a:path>
              </a:pathLst>
            </a:custGeom>
            <a:solidFill>
              <a:srgbClr val="FC8D59">
                <a:alpha val="60000"/>
              </a:srgbClr>
            </a:solidFill>
            <a:ln w="6775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1732438" y="3770897"/>
              <a:ext cx="473383" cy="255324"/>
            </a:xfrm>
            <a:custGeom>
              <a:avLst/>
              <a:pathLst>
                <a:path w="473383" h="255324">
                  <a:moveTo>
                    <a:pt x="232762" y="252016"/>
                  </a:moveTo>
                  <a:lnTo>
                    <a:pt x="0" y="255324"/>
                  </a:lnTo>
                  <a:lnTo>
                    <a:pt x="95992" y="126741"/>
                  </a:lnTo>
                  <a:lnTo>
                    <a:pt x="343319" y="0"/>
                  </a:lnTo>
                  <a:lnTo>
                    <a:pt x="473383" y="45932"/>
                  </a:lnTo>
                  <a:close/>
                </a:path>
              </a:pathLst>
            </a:custGeom>
            <a:solidFill>
              <a:srgbClr val="D53E4F">
                <a:alpha val="60000"/>
              </a:srgbClr>
            </a:solidFill>
            <a:ln w="6775" cap="flat">
              <a:solidFill>
                <a:srgbClr val="D53E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1965363" y="530867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1872584" y="526387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2256933" y="552989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2392267" y="532109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2475583" y="451957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2391370" y="452449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2471491" y="368614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2415668" y="363649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1145370" y="383239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1129248" y="387027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2312310" y="558782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2097640" y="560121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2444323" y="531821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2370939" y="526899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2772145" y="4304796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2402588" y="3648036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2331811" y="374865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974180" y="412990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1097481" y="391612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2260353" y="553660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2084089" y="550145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2570365" y="541333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2207337" y="561156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2455552" y="504133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2515252" y="5090832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2689046" y="442945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2418623" y="4149152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2517763" y="396207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2141897" y="4024216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1805585" y="372845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1086850" y="4083182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235663" y="5558711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271258" y="5508325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2894838" y="5620865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2833135" y="5510261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2803925" y="5371560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2839836" y="4909472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055958" y="4542207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215558" y="4361342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2654040" y="4060197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661807" y="4129947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1700837" y="3994621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933600" y="3991313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2011967" y="5398161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2281503" y="5417668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2989091" y="4750899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2766463" y="5374117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853883" y="4685732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2839271" y="4583319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112171" y="4364817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891996" y="4270256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810812" y="4276708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2174220" y="3785228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080125" y="3773181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698514" y="5505933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436234" y="5633596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047552" y="5117695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800281" y="4669185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103377" y="4624381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134749" y="4573384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152589" y="4299029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149441" y="4402434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800137" y="4092496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647645" y="4236768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796829" y="3866037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044157" y="3739296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2141283" y="5515751"/>
              <a:ext cx="212841" cy="19582"/>
            </a:xfrm>
            <a:custGeom>
              <a:avLst/>
              <a:pathLst>
                <a:path w="212841" h="19582">
                  <a:moveTo>
                    <a:pt x="0" y="0"/>
                  </a:moveTo>
                  <a:lnTo>
                    <a:pt x="212841" y="19582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2216450" y="5477107"/>
              <a:ext cx="137674" cy="91898"/>
            </a:xfrm>
            <a:custGeom>
              <a:avLst/>
              <a:pathLst>
                <a:path w="137674" h="91898">
                  <a:moveTo>
                    <a:pt x="0" y="91898"/>
                  </a:moveTo>
                  <a:lnTo>
                    <a:pt x="137674" y="58226"/>
                  </a:lnTo>
                  <a:lnTo>
                    <a:pt x="845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2416254" y="5205438"/>
              <a:ext cx="503907" cy="254222"/>
            </a:xfrm>
            <a:custGeom>
              <a:avLst/>
              <a:pathLst>
                <a:path w="503907" h="254222">
                  <a:moveTo>
                    <a:pt x="0" y="254222"/>
                  </a:moveTo>
                  <a:lnTo>
                    <a:pt x="503907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2779731" y="5205438"/>
              <a:ext cx="140430" cy="101559"/>
            </a:xfrm>
            <a:custGeom>
              <a:avLst/>
              <a:pathLst>
                <a:path w="140430" h="101559">
                  <a:moveTo>
                    <a:pt x="41568" y="101559"/>
                  </a:moveTo>
                  <a:lnTo>
                    <a:pt x="140430" y="0"/>
                  </a:lnTo>
                  <a:lnTo>
                    <a:pt x="0" y="19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2501999" y="4822909"/>
              <a:ext cx="458775" cy="20294"/>
            </a:xfrm>
            <a:custGeom>
              <a:avLst/>
              <a:pathLst>
                <a:path w="458775" h="20294">
                  <a:moveTo>
                    <a:pt x="0" y="20294"/>
                  </a:moveTo>
                  <a:lnTo>
                    <a:pt x="458775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2824856" y="4782733"/>
              <a:ext cx="135918" cy="92196"/>
            </a:xfrm>
            <a:custGeom>
              <a:avLst/>
              <a:pathLst>
                <a:path w="135918" h="92196">
                  <a:moveTo>
                    <a:pt x="4078" y="92196"/>
                  </a:moveTo>
                  <a:lnTo>
                    <a:pt x="135918" y="40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2669164" y="4343611"/>
              <a:ext cx="458722" cy="61337"/>
            </a:xfrm>
            <a:custGeom>
              <a:avLst/>
              <a:pathLst>
                <a:path w="458722" h="61337">
                  <a:moveTo>
                    <a:pt x="0" y="0"/>
                  </a:moveTo>
                  <a:lnTo>
                    <a:pt x="458722" y="61337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2988943" y="4341451"/>
              <a:ext cx="138943" cy="91472"/>
            </a:xfrm>
            <a:custGeom>
              <a:avLst/>
              <a:pathLst>
                <a:path w="138943" h="91472">
                  <a:moveTo>
                    <a:pt x="0" y="91472"/>
                  </a:moveTo>
                  <a:lnTo>
                    <a:pt x="138943" y="63497"/>
                  </a:lnTo>
                  <a:lnTo>
                    <a:pt x="1223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2422763" y="3833415"/>
              <a:ext cx="323726" cy="357409"/>
            </a:xfrm>
            <a:custGeom>
              <a:avLst/>
              <a:pathLst>
                <a:path w="323726" h="357409">
                  <a:moveTo>
                    <a:pt x="0" y="0"/>
                  </a:moveTo>
                  <a:lnTo>
                    <a:pt x="323726" y="357409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2622326" y="4060524"/>
              <a:ext cx="124163" cy="130301"/>
            </a:xfrm>
            <a:custGeom>
              <a:avLst/>
              <a:pathLst>
                <a:path w="124163" h="130301">
                  <a:moveTo>
                    <a:pt x="0" y="61953"/>
                  </a:moveTo>
                  <a:lnTo>
                    <a:pt x="124163" y="130301"/>
                  </a:lnTo>
                  <a:lnTo>
                    <a:pt x="6840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249012" y="3889881"/>
              <a:ext cx="737550" cy="85984"/>
            </a:xfrm>
            <a:custGeom>
              <a:avLst/>
              <a:pathLst>
                <a:path w="737550" h="85984">
                  <a:moveTo>
                    <a:pt x="0" y="85984"/>
                  </a:moveTo>
                  <a:lnTo>
                    <a:pt x="737550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1848110" y="3859566"/>
              <a:ext cx="138452" cy="91666"/>
            </a:xfrm>
            <a:custGeom>
              <a:avLst/>
              <a:pathLst>
                <a:path w="138452" h="91666">
                  <a:moveTo>
                    <a:pt x="10686" y="91666"/>
                  </a:moveTo>
                  <a:lnTo>
                    <a:pt x="138452" y="30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2141283" y="5515751"/>
              <a:ext cx="212841" cy="19582"/>
            </a:xfrm>
            <a:custGeom>
              <a:avLst/>
              <a:pathLst>
                <a:path w="212841" h="19582">
                  <a:moveTo>
                    <a:pt x="0" y="0"/>
                  </a:moveTo>
                  <a:lnTo>
                    <a:pt x="212841" y="19582"/>
                  </a:lnTo>
                </a:path>
              </a:pathLst>
            </a:custGeom>
            <a:ln w="34689" cap="rnd">
              <a:solidFill>
                <a:srgbClr val="2461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2216450" y="5477107"/>
              <a:ext cx="137674" cy="91898"/>
            </a:xfrm>
            <a:custGeom>
              <a:avLst/>
              <a:pathLst>
                <a:path w="137674" h="91898">
                  <a:moveTo>
                    <a:pt x="0" y="91898"/>
                  </a:moveTo>
                  <a:lnTo>
                    <a:pt x="137674" y="58226"/>
                  </a:lnTo>
                  <a:lnTo>
                    <a:pt x="8454" y="0"/>
                  </a:lnTo>
                  <a:close/>
                </a:path>
              </a:pathLst>
            </a:custGeom>
            <a:solidFill>
              <a:srgbClr val="246188">
                <a:alpha val="100000"/>
              </a:srgbClr>
            </a:solidFill>
            <a:ln w="34689" cap="rnd">
              <a:solidFill>
                <a:srgbClr val="2461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2416254" y="5205438"/>
              <a:ext cx="503907" cy="254222"/>
            </a:xfrm>
            <a:custGeom>
              <a:avLst/>
              <a:pathLst>
                <a:path w="503907" h="254222">
                  <a:moveTo>
                    <a:pt x="0" y="254222"/>
                  </a:moveTo>
                  <a:lnTo>
                    <a:pt x="503907" y="0"/>
                  </a:lnTo>
                </a:path>
              </a:pathLst>
            </a:custGeom>
            <a:ln w="34689" cap="rnd">
              <a:solidFill>
                <a:srgbClr val="6E99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2779731" y="5205438"/>
              <a:ext cx="140430" cy="101559"/>
            </a:xfrm>
            <a:custGeom>
              <a:avLst/>
              <a:pathLst>
                <a:path w="140430" h="101559">
                  <a:moveTo>
                    <a:pt x="41568" y="101559"/>
                  </a:moveTo>
                  <a:lnTo>
                    <a:pt x="140430" y="0"/>
                  </a:lnTo>
                  <a:lnTo>
                    <a:pt x="0" y="19164"/>
                  </a:lnTo>
                  <a:close/>
                </a:path>
              </a:pathLst>
            </a:custGeom>
            <a:solidFill>
              <a:srgbClr val="6E996A">
                <a:alpha val="100000"/>
              </a:srgbClr>
            </a:solidFill>
            <a:ln w="34689" cap="rnd">
              <a:solidFill>
                <a:srgbClr val="6E99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2501999" y="4822909"/>
              <a:ext cx="458775" cy="20294"/>
            </a:xfrm>
            <a:custGeom>
              <a:avLst/>
              <a:pathLst>
                <a:path w="458775" h="20294">
                  <a:moveTo>
                    <a:pt x="0" y="20294"/>
                  </a:moveTo>
                  <a:lnTo>
                    <a:pt x="458775" y="0"/>
                  </a:lnTo>
                </a:path>
              </a:pathLst>
            </a:custGeom>
            <a:ln w="34689" cap="rnd">
              <a:solidFill>
                <a:srgbClr val="A5B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2824856" y="4782733"/>
              <a:ext cx="135918" cy="92196"/>
            </a:xfrm>
            <a:custGeom>
              <a:avLst/>
              <a:pathLst>
                <a:path w="135918" h="92196">
                  <a:moveTo>
                    <a:pt x="4078" y="92196"/>
                  </a:moveTo>
                  <a:lnTo>
                    <a:pt x="135918" y="40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B06D">
                <a:alpha val="100000"/>
              </a:srgbClr>
            </a:solidFill>
            <a:ln w="34689" cap="rnd">
              <a:solidFill>
                <a:srgbClr val="A5B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2669164" y="4343611"/>
              <a:ext cx="458722" cy="61337"/>
            </a:xfrm>
            <a:custGeom>
              <a:avLst/>
              <a:pathLst>
                <a:path w="458722" h="61337">
                  <a:moveTo>
                    <a:pt x="0" y="0"/>
                  </a:moveTo>
                  <a:lnTo>
                    <a:pt x="458722" y="61337"/>
                  </a:lnTo>
                </a:path>
              </a:pathLst>
            </a:custGeom>
            <a:ln w="34689" cap="rnd">
              <a:solidFill>
                <a:srgbClr val="B6A1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2988943" y="4341451"/>
              <a:ext cx="138943" cy="91472"/>
            </a:xfrm>
            <a:custGeom>
              <a:avLst/>
              <a:pathLst>
                <a:path w="138943" h="91472">
                  <a:moveTo>
                    <a:pt x="0" y="91472"/>
                  </a:moveTo>
                  <a:lnTo>
                    <a:pt x="138943" y="63497"/>
                  </a:lnTo>
                  <a:lnTo>
                    <a:pt x="12231" y="0"/>
                  </a:lnTo>
                  <a:close/>
                </a:path>
              </a:pathLst>
            </a:custGeom>
            <a:solidFill>
              <a:srgbClr val="B6A164">
                <a:alpha val="100000"/>
              </a:srgbClr>
            </a:solidFill>
            <a:ln w="34689" cap="rnd">
              <a:solidFill>
                <a:srgbClr val="B6A1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2422763" y="3833415"/>
              <a:ext cx="323726" cy="357409"/>
            </a:xfrm>
            <a:custGeom>
              <a:avLst/>
              <a:pathLst>
                <a:path w="323726" h="357409">
                  <a:moveTo>
                    <a:pt x="0" y="0"/>
                  </a:moveTo>
                  <a:lnTo>
                    <a:pt x="323726" y="357409"/>
                  </a:lnTo>
                </a:path>
              </a:pathLst>
            </a:custGeom>
            <a:ln w="34689" cap="rnd">
              <a:solidFill>
                <a:srgbClr val="B56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2622326" y="4060524"/>
              <a:ext cx="124163" cy="130301"/>
            </a:xfrm>
            <a:custGeom>
              <a:avLst/>
              <a:pathLst>
                <a:path w="124163" h="130301">
                  <a:moveTo>
                    <a:pt x="0" y="61953"/>
                  </a:moveTo>
                  <a:lnTo>
                    <a:pt x="124163" y="130301"/>
                  </a:lnTo>
                  <a:lnTo>
                    <a:pt x="68400" y="0"/>
                  </a:lnTo>
                  <a:close/>
                </a:path>
              </a:pathLst>
            </a:custGeom>
            <a:solidFill>
              <a:srgbClr val="B56540">
                <a:alpha val="100000"/>
              </a:srgbClr>
            </a:solidFill>
            <a:ln w="34689" cap="rnd">
              <a:solidFill>
                <a:srgbClr val="B56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1249012" y="3889881"/>
              <a:ext cx="737550" cy="85984"/>
            </a:xfrm>
            <a:custGeom>
              <a:avLst/>
              <a:pathLst>
                <a:path w="737550" h="85984">
                  <a:moveTo>
                    <a:pt x="0" y="85984"/>
                  </a:moveTo>
                  <a:lnTo>
                    <a:pt x="737550" y="0"/>
                  </a:lnTo>
                </a:path>
              </a:pathLst>
            </a:custGeom>
            <a:ln w="34689" cap="rnd">
              <a:solidFill>
                <a:srgbClr val="992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1848110" y="3859566"/>
              <a:ext cx="138452" cy="91666"/>
            </a:xfrm>
            <a:custGeom>
              <a:avLst/>
              <a:pathLst>
                <a:path w="138452" h="91666">
                  <a:moveTo>
                    <a:pt x="10686" y="91666"/>
                  </a:moveTo>
                  <a:lnTo>
                    <a:pt x="138452" y="30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2C38">
                <a:alpha val="100000"/>
              </a:srgbClr>
            </a:solidFill>
            <a:ln w="34689" cap="rnd">
              <a:solidFill>
                <a:srgbClr val="992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tx223"/>
            <p:cNvSpPr/>
            <p:nvPr/>
          </p:nvSpPr>
          <p:spPr>
            <a:xfrm>
              <a:off x="875536" y="4312541"/>
              <a:ext cx="292735" cy="105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Stage</a:t>
              </a:r>
            </a:p>
          </p:txBody>
        </p:sp>
        <p:sp>
          <p:nvSpPr>
            <p:cNvPr id="224" name="pg224"/>
            <p:cNvSpPr/>
            <p:nvPr/>
          </p:nvSpPr>
          <p:spPr>
            <a:xfrm>
              <a:off x="902095" y="4562562"/>
              <a:ext cx="90303" cy="90303"/>
            </a:xfrm>
            <a:custGeom>
              <a:avLst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902095" y="4715987"/>
              <a:ext cx="90303" cy="90303"/>
            </a:xfrm>
            <a:custGeom>
              <a:avLst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902095" y="4869413"/>
              <a:ext cx="90303" cy="90303"/>
            </a:xfrm>
            <a:custGeom>
              <a:avLst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902095" y="5022839"/>
              <a:ext cx="90303" cy="90303"/>
            </a:xfrm>
            <a:custGeom>
              <a:avLst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902095" y="5176264"/>
              <a:ext cx="90303" cy="90303"/>
            </a:xfrm>
            <a:custGeom>
              <a:avLst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902095" y="5329690"/>
              <a:ext cx="90303" cy="90303"/>
            </a:xfrm>
            <a:custGeom>
              <a:avLst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tx230"/>
            <p:cNvSpPr/>
            <p:nvPr/>
          </p:nvSpPr>
          <p:spPr>
            <a:xfrm>
              <a:off x="1090671" y="4572794"/>
              <a:ext cx="65074" cy="69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1090671" y="4725029"/>
              <a:ext cx="108521" cy="71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1090671" y="4879646"/>
              <a:ext cx="108521" cy="69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1090671" y="5031547"/>
              <a:ext cx="108521" cy="71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1090671" y="5186211"/>
              <a:ext cx="108521" cy="70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1090671" y="5339637"/>
              <a:ext cx="108521" cy="70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875536" y="5562153"/>
              <a:ext cx="765915" cy="82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Season / Caste</a:t>
              </a:r>
            </a:p>
          </p:txBody>
        </p:sp>
        <p:sp>
          <p:nvSpPr>
            <p:cNvPr id="237" name="pg237"/>
            <p:cNvSpPr/>
            <p:nvPr/>
          </p:nvSpPr>
          <p:spPr>
            <a:xfrm>
              <a:off x="886438" y="5745724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902095" y="6000928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tx239"/>
            <p:cNvSpPr/>
            <p:nvPr/>
          </p:nvSpPr>
          <p:spPr>
            <a:xfrm>
              <a:off x="1090671" y="5759298"/>
              <a:ext cx="617972" cy="915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Early / Worker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1090671" y="6004491"/>
              <a:ext cx="564140" cy="765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Late / Queen</a:t>
              </a:r>
            </a:p>
          </p:txBody>
        </p:sp>
        <p:sp>
          <p:nvSpPr>
            <p:cNvPr id="241" name="pl241"/>
            <p:cNvSpPr/>
            <p:nvPr/>
          </p:nvSpPr>
          <p:spPr>
            <a:xfrm>
              <a:off x="3008958" y="6295396"/>
              <a:ext cx="573693" cy="0"/>
            </a:xfrm>
            <a:custGeom>
              <a:avLst/>
              <a:pathLst>
                <a:path w="573693" h="0">
                  <a:moveTo>
                    <a:pt x="0" y="0"/>
                  </a:moveTo>
                  <a:lnTo>
                    <a:pt x="573693" y="0"/>
                  </a:lnTo>
                </a:path>
              </a:pathLst>
            </a:custGeom>
            <a:ln w="21681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3478901" y="6259672"/>
              <a:ext cx="103749" cy="71447"/>
            </a:xfrm>
            <a:custGeom>
              <a:avLst/>
              <a:pathLst>
                <a:path w="103749" h="71447">
                  <a:moveTo>
                    <a:pt x="0" y="71447"/>
                  </a:moveTo>
                  <a:lnTo>
                    <a:pt x="103749" y="35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21681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tx243"/>
            <p:cNvSpPr/>
            <p:nvPr/>
          </p:nvSpPr>
          <p:spPr>
            <a:xfrm>
              <a:off x="2880208" y="6055710"/>
              <a:ext cx="831193" cy="867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7F7F7F">
                      <a:alpha val="100000"/>
                    </a:srgbClr>
                  </a:solidFill>
                  <a:latin typeface="Arial"/>
                  <a:cs typeface="Arial"/>
                </a:rPr>
                <a:t>QUEEN-BIASED</a:t>
              </a:r>
            </a:p>
          </p:txBody>
        </p:sp>
        <p:sp>
          <p:nvSpPr>
            <p:cNvPr id="244" name="rc244"/>
            <p:cNvSpPr/>
            <p:nvPr/>
          </p:nvSpPr>
          <p:spPr>
            <a:xfrm>
              <a:off x="691934" y="3553251"/>
              <a:ext cx="3131811" cy="2912584"/>
            </a:xfrm>
            <a:prstGeom prst="rect">
              <a:avLst/>
            </a:prstGeom>
            <a:ln w="1273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tx245"/>
            <p:cNvSpPr/>
            <p:nvPr/>
          </p:nvSpPr>
          <p:spPr>
            <a:xfrm>
              <a:off x="1698730" y="3335765"/>
              <a:ext cx="1118220" cy="140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i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Vespula vulgaris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1660630" y="125592"/>
              <a:ext cx="119442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i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Polistes dominula</a:t>
              </a:r>
            </a:p>
          </p:txBody>
        </p:sp>
        <p:sp>
          <p:nvSpPr>
            <p:cNvPr id="247" name="pl247"/>
            <p:cNvSpPr/>
            <p:nvPr/>
          </p:nvSpPr>
          <p:spPr>
            <a:xfrm>
              <a:off x="1001031" y="64658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1718148" y="64658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2435264" y="64658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3152381" y="64658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tx251"/>
            <p:cNvSpPr/>
            <p:nvPr/>
          </p:nvSpPr>
          <p:spPr>
            <a:xfrm>
              <a:off x="918431" y="6532429"/>
              <a:ext cx="165199" cy="83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-40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1635548" y="6532429"/>
              <a:ext cx="165199" cy="83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2403480" y="6532429"/>
              <a:ext cx="63568" cy="83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3088813" y="6532429"/>
              <a:ext cx="127136" cy="83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458411" y="2437398"/>
              <a:ext cx="165199" cy="83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-50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560042" y="1478487"/>
              <a:ext cx="63568" cy="83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496474" y="519576"/>
              <a:ext cx="127136" cy="83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58" name="pl258"/>
            <p:cNvSpPr/>
            <p:nvPr/>
          </p:nvSpPr>
          <p:spPr>
            <a:xfrm>
              <a:off x="653976" y="248003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653976" y="152112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653976" y="56221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tx261"/>
            <p:cNvSpPr/>
            <p:nvPr/>
          </p:nvSpPr>
          <p:spPr>
            <a:xfrm>
              <a:off x="458411" y="5677411"/>
              <a:ext cx="165199" cy="83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-50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560042" y="4718500"/>
              <a:ext cx="63568" cy="83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496474" y="3759589"/>
              <a:ext cx="127136" cy="83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64" name="pl264"/>
            <p:cNvSpPr/>
            <p:nvPr/>
          </p:nvSpPr>
          <p:spPr>
            <a:xfrm>
              <a:off x="653976" y="572005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653976" y="476113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653976" y="380222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tx267"/>
            <p:cNvSpPr/>
            <p:nvPr/>
          </p:nvSpPr>
          <p:spPr>
            <a:xfrm>
              <a:off x="1551222" y="6674579"/>
              <a:ext cx="1413234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Axis 1: Season / Caste</a:t>
              </a:r>
            </a:p>
          </p:txBody>
        </p:sp>
        <p:sp>
          <p:nvSpPr>
            <p:cNvPr id="268" name="tx268"/>
            <p:cNvSpPr/>
            <p:nvPr/>
          </p:nvSpPr>
          <p:spPr>
            <a:xfrm rot="-5400000">
              <a:off x="-86061" y="3323984"/>
              <a:ext cx="82312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Axis 2: Stage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2026-09-12T13:27:29Z</dcterms:modified>
  <cp:category/>
</cp:coreProperties>
</file>