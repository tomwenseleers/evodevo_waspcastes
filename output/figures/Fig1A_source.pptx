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2" Type="http://schemas.openxmlformats.org/package/2006/relationships/metadata/thumbnail" Target="docProps/thumbnail.jpeg"/>
<Relationship Id="rId1" Type="http://schemas.openxmlformats.org/officeDocument/2006/relationships/officeDocument" Target="ppt/presentation.xml"/>
<Relationship Id="rId4" Type="http://schemas.openxmlformats.org/officeDocument/2006/relationships/extended-properties" Target="docProps/app.xml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6"/>
  </p:sldIdLst>
  <p:sldSz cx="10698163" cy="7562850"/>
  <p:notesSz cx="6858000" cy="9144000"/>
  <p:defaultTextStyle>
    <a:defPPr>
      <a:defRPr lang="en-US"/>
    </a:defPPr>
    <a:lvl1pPr marL="0" algn="l" defTabSz="995964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1pPr>
    <a:lvl2pPr marL="497982" algn="l" defTabSz="995964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2pPr>
    <a:lvl3pPr marL="995964" algn="l" defTabSz="995964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3pPr>
    <a:lvl4pPr marL="1493947" algn="l" defTabSz="995964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4pPr>
    <a:lvl5pPr marL="1991929" algn="l" defTabSz="995964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5pPr>
    <a:lvl6pPr marL="2489911" algn="l" defTabSz="995964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6pPr>
    <a:lvl7pPr marL="2987893" algn="l" defTabSz="995964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7pPr>
    <a:lvl8pPr marL="3485876" algn="l" defTabSz="995964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8pPr>
    <a:lvl9pPr marL="3983858" algn="l" defTabSz="995964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howGuides="1">
      <p:cViewPr varScale="1">
        <p:scale>
          <a:sx n="76" d="100"/>
          <a:sy n="76" d="100"/>
        </p:scale>
        <p:origin x="-1320" y="-77"/>
      </p:cViewPr>
      <p:guideLst>
        <p:guide orient="horz" pos="2382"/>
        <p:guide pos="337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viewProps" Target="viewProps.xml"/>
<Relationship Id="rId2" Type="http://schemas.openxmlformats.org/officeDocument/2006/relationships/presProps" Target="presProps.xml"/>
<Relationship Id="rId1" Type="http://schemas.openxmlformats.org/officeDocument/2006/relationships/slideMaster" Target="slideMasters/slideMaster1.xml"/>
<Relationship Id="rId5" Type="http://schemas.openxmlformats.org/officeDocument/2006/relationships/tableStyles" Target="tableStyles.xml"/>
<Relationship Id="rId4" Type="http://schemas.openxmlformats.org/officeDocument/2006/relationships/theme" Target="theme/theme1.xml"/>
<Relationship Id="rId6" Type="http://schemas.openxmlformats.org/officeDocument/2006/relationships/slide" Target="slides/slide1.xml"/>
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02362" y="2349388"/>
            <a:ext cx="9093439" cy="1621111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604725" y="4285615"/>
            <a:ext cx="7488714" cy="1932728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9798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9596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49394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99192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48991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9878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48587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98385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96263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724996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5081" y="4859833"/>
            <a:ext cx="9093439" cy="1502066"/>
          </a:xfrm>
        </p:spPr>
        <p:txBody>
          <a:bodyPr anchor="t"/>
          <a:lstStyle>
            <a:lvl1pPr algn="l">
              <a:defRPr sz="44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45081" y="3205460"/>
            <a:ext cx="9093439" cy="1654373"/>
          </a:xfrm>
        </p:spPr>
        <p:txBody>
          <a:bodyPr anchor="b"/>
          <a:lstStyle>
            <a:lvl1pPr marL="0" indent="0">
              <a:buNone/>
              <a:defRPr sz="2200">
                <a:solidFill>
                  <a:schemeClr val="tx1">
                    <a:tint val="75000"/>
                  </a:schemeClr>
                </a:solidFill>
              </a:defRPr>
            </a:lvl1pPr>
            <a:lvl2pPr marL="497982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95964" indent="0">
              <a:buNone/>
              <a:defRPr sz="1700">
                <a:solidFill>
                  <a:schemeClr val="tx1">
                    <a:tint val="75000"/>
                  </a:schemeClr>
                </a:solidFill>
              </a:defRPr>
            </a:lvl3pPr>
            <a:lvl4pPr marL="1493947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4pPr>
            <a:lvl5pPr marL="1991929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5pPr>
            <a:lvl6pPr marL="2489911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6pPr>
            <a:lvl7pPr marL="2987893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7pPr>
            <a:lvl8pPr marL="3485876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8pPr>
            <a:lvl9pPr marL="3983858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613276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79486" y="1764667"/>
            <a:ext cx="5126203" cy="4991131"/>
          </a:xfrm>
        </p:spPr>
        <p:txBody>
          <a:bodyPr/>
          <a:lstStyle>
            <a:lvl1pPr>
              <a:defRPr sz="3000"/>
            </a:lvl1pPr>
            <a:lvl2pPr>
              <a:defRPr sz="2600"/>
            </a:lvl2pPr>
            <a:lvl3pPr>
              <a:defRPr sz="22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83991" y="1764667"/>
            <a:ext cx="5126203" cy="4991131"/>
          </a:xfrm>
        </p:spPr>
        <p:txBody>
          <a:bodyPr/>
          <a:lstStyle>
            <a:lvl1pPr>
              <a:defRPr sz="3000"/>
            </a:lvl1pPr>
            <a:lvl2pPr>
              <a:defRPr sz="2600"/>
            </a:lvl2pPr>
            <a:lvl3pPr>
              <a:defRPr sz="22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831403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4908" y="302865"/>
            <a:ext cx="9628347" cy="1260475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4909" y="1692889"/>
            <a:ext cx="4726880" cy="705515"/>
          </a:xfrm>
        </p:spPr>
        <p:txBody>
          <a:bodyPr anchor="b"/>
          <a:lstStyle>
            <a:lvl1pPr marL="0" indent="0">
              <a:buNone/>
              <a:defRPr sz="2600" b="1"/>
            </a:lvl1pPr>
            <a:lvl2pPr marL="497982" indent="0">
              <a:buNone/>
              <a:defRPr sz="2200" b="1"/>
            </a:lvl2pPr>
            <a:lvl3pPr marL="995964" indent="0">
              <a:buNone/>
              <a:defRPr sz="2000" b="1"/>
            </a:lvl3pPr>
            <a:lvl4pPr marL="1493947" indent="0">
              <a:buNone/>
              <a:defRPr sz="1700" b="1"/>
            </a:lvl4pPr>
            <a:lvl5pPr marL="1991929" indent="0">
              <a:buNone/>
              <a:defRPr sz="1700" b="1"/>
            </a:lvl5pPr>
            <a:lvl6pPr marL="2489911" indent="0">
              <a:buNone/>
              <a:defRPr sz="1700" b="1"/>
            </a:lvl6pPr>
            <a:lvl7pPr marL="2987893" indent="0">
              <a:buNone/>
              <a:defRPr sz="1700" b="1"/>
            </a:lvl7pPr>
            <a:lvl8pPr marL="3485876" indent="0">
              <a:buNone/>
              <a:defRPr sz="1700" b="1"/>
            </a:lvl8pPr>
            <a:lvl9pPr marL="3983858" indent="0">
              <a:buNone/>
              <a:defRPr sz="17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34909" y="2398404"/>
            <a:ext cx="4726880" cy="4357393"/>
          </a:xfrm>
        </p:spPr>
        <p:txBody>
          <a:bodyPr/>
          <a:lstStyle>
            <a:lvl1pPr>
              <a:defRPr sz="2600"/>
            </a:lvl1pPr>
            <a:lvl2pPr>
              <a:defRPr sz="2200"/>
            </a:lvl2pPr>
            <a:lvl3pPr>
              <a:defRPr sz="2000"/>
            </a:lvl3pPr>
            <a:lvl4pPr>
              <a:defRPr sz="1700"/>
            </a:lvl4pPr>
            <a:lvl5pPr>
              <a:defRPr sz="1700"/>
            </a:lvl5pPr>
            <a:lvl6pPr>
              <a:defRPr sz="1700"/>
            </a:lvl6pPr>
            <a:lvl7pPr>
              <a:defRPr sz="1700"/>
            </a:lvl7pPr>
            <a:lvl8pPr>
              <a:defRPr sz="1700"/>
            </a:lvl8pPr>
            <a:lvl9pPr>
              <a:defRPr sz="17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434519" y="1692889"/>
            <a:ext cx="4728738" cy="705515"/>
          </a:xfrm>
        </p:spPr>
        <p:txBody>
          <a:bodyPr anchor="b"/>
          <a:lstStyle>
            <a:lvl1pPr marL="0" indent="0">
              <a:buNone/>
              <a:defRPr sz="2600" b="1"/>
            </a:lvl1pPr>
            <a:lvl2pPr marL="497982" indent="0">
              <a:buNone/>
              <a:defRPr sz="2200" b="1"/>
            </a:lvl2pPr>
            <a:lvl3pPr marL="995964" indent="0">
              <a:buNone/>
              <a:defRPr sz="2000" b="1"/>
            </a:lvl3pPr>
            <a:lvl4pPr marL="1493947" indent="0">
              <a:buNone/>
              <a:defRPr sz="1700" b="1"/>
            </a:lvl4pPr>
            <a:lvl5pPr marL="1991929" indent="0">
              <a:buNone/>
              <a:defRPr sz="1700" b="1"/>
            </a:lvl5pPr>
            <a:lvl6pPr marL="2489911" indent="0">
              <a:buNone/>
              <a:defRPr sz="1700" b="1"/>
            </a:lvl6pPr>
            <a:lvl7pPr marL="2987893" indent="0">
              <a:buNone/>
              <a:defRPr sz="1700" b="1"/>
            </a:lvl7pPr>
            <a:lvl8pPr marL="3485876" indent="0">
              <a:buNone/>
              <a:defRPr sz="1700" b="1"/>
            </a:lvl8pPr>
            <a:lvl9pPr marL="3983858" indent="0">
              <a:buNone/>
              <a:defRPr sz="17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434519" y="2398404"/>
            <a:ext cx="4728738" cy="4357393"/>
          </a:xfrm>
        </p:spPr>
        <p:txBody>
          <a:bodyPr/>
          <a:lstStyle>
            <a:lvl1pPr>
              <a:defRPr sz="2600"/>
            </a:lvl1pPr>
            <a:lvl2pPr>
              <a:defRPr sz="2200"/>
            </a:lvl2pPr>
            <a:lvl3pPr>
              <a:defRPr sz="2000"/>
            </a:lvl3pPr>
            <a:lvl4pPr>
              <a:defRPr sz="1700"/>
            </a:lvl4pPr>
            <a:lvl5pPr>
              <a:defRPr sz="1700"/>
            </a:lvl5pPr>
            <a:lvl6pPr>
              <a:defRPr sz="1700"/>
            </a:lvl6pPr>
            <a:lvl7pPr>
              <a:defRPr sz="1700"/>
            </a:lvl7pPr>
            <a:lvl8pPr>
              <a:defRPr sz="1700"/>
            </a:lvl8pPr>
            <a:lvl9pPr>
              <a:defRPr sz="17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305597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015641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318188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4909" y="301113"/>
            <a:ext cx="3519622" cy="1281483"/>
          </a:xfrm>
        </p:spPr>
        <p:txBody>
          <a:bodyPr anchor="b"/>
          <a:lstStyle>
            <a:lvl1pPr algn="l">
              <a:defRPr sz="2200" b="1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182686" y="301116"/>
            <a:ext cx="5980569" cy="6454683"/>
          </a:xfrm>
        </p:spPr>
        <p:txBody>
          <a:bodyPr/>
          <a:lstStyle>
            <a:lvl1pPr>
              <a:defRPr sz="3500"/>
            </a:lvl1pPr>
            <a:lvl2pPr>
              <a:defRPr sz="3000"/>
            </a:lvl2pPr>
            <a:lvl3pPr>
              <a:defRPr sz="2600"/>
            </a:lvl3pPr>
            <a:lvl4pPr>
              <a:defRPr sz="2200"/>
            </a:lvl4pPr>
            <a:lvl5pPr>
              <a:defRPr sz="2200"/>
            </a:lvl5pPr>
            <a:lvl6pPr>
              <a:defRPr sz="2200"/>
            </a:lvl6pPr>
            <a:lvl7pPr>
              <a:defRPr sz="2200"/>
            </a:lvl7pPr>
            <a:lvl8pPr>
              <a:defRPr sz="2200"/>
            </a:lvl8pPr>
            <a:lvl9pPr>
              <a:defRPr sz="22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34909" y="1582598"/>
            <a:ext cx="3519622" cy="5173200"/>
          </a:xfrm>
        </p:spPr>
        <p:txBody>
          <a:bodyPr/>
          <a:lstStyle>
            <a:lvl1pPr marL="0" indent="0">
              <a:buNone/>
              <a:defRPr sz="1500"/>
            </a:lvl1pPr>
            <a:lvl2pPr marL="497982" indent="0">
              <a:buNone/>
              <a:defRPr sz="1300"/>
            </a:lvl2pPr>
            <a:lvl3pPr marL="995964" indent="0">
              <a:buNone/>
              <a:defRPr sz="1100"/>
            </a:lvl3pPr>
            <a:lvl4pPr marL="1493947" indent="0">
              <a:buNone/>
              <a:defRPr sz="1000"/>
            </a:lvl4pPr>
            <a:lvl5pPr marL="1991929" indent="0">
              <a:buNone/>
              <a:defRPr sz="1000"/>
            </a:lvl5pPr>
            <a:lvl6pPr marL="2489911" indent="0">
              <a:buNone/>
              <a:defRPr sz="1000"/>
            </a:lvl6pPr>
            <a:lvl7pPr marL="2987893" indent="0">
              <a:buNone/>
              <a:defRPr sz="1000"/>
            </a:lvl7pPr>
            <a:lvl8pPr marL="3485876" indent="0">
              <a:buNone/>
              <a:defRPr sz="1000"/>
            </a:lvl8pPr>
            <a:lvl9pPr marL="3983858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108045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96914" y="5293995"/>
            <a:ext cx="6418898" cy="624986"/>
          </a:xfrm>
        </p:spPr>
        <p:txBody>
          <a:bodyPr anchor="b"/>
          <a:lstStyle>
            <a:lvl1pPr algn="l">
              <a:defRPr sz="2200" b="1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096914" y="675755"/>
            <a:ext cx="6418898" cy="4537710"/>
          </a:xfrm>
        </p:spPr>
        <p:txBody>
          <a:bodyPr/>
          <a:lstStyle>
            <a:lvl1pPr marL="0" indent="0">
              <a:buNone/>
              <a:defRPr sz="3500"/>
            </a:lvl1pPr>
            <a:lvl2pPr marL="497982" indent="0">
              <a:buNone/>
              <a:defRPr sz="3000"/>
            </a:lvl2pPr>
            <a:lvl3pPr marL="995964" indent="0">
              <a:buNone/>
              <a:defRPr sz="2600"/>
            </a:lvl3pPr>
            <a:lvl4pPr marL="1493947" indent="0">
              <a:buNone/>
              <a:defRPr sz="2200"/>
            </a:lvl4pPr>
            <a:lvl5pPr marL="1991929" indent="0">
              <a:buNone/>
              <a:defRPr sz="2200"/>
            </a:lvl5pPr>
            <a:lvl6pPr marL="2489911" indent="0">
              <a:buNone/>
              <a:defRPr sz="2200"/>
            </a:lvl6pPr>
            <a:lvl7pPr marL="2987893" indent="0">
              <a:buNone/>
              <a:defRPr sz="2200"/>
            </a:lvl7pPr>
            <a:lvl8pPr marL="3485876" indent="0">
              <a:buNone/>
              <a:defRPr sz="2200"/>
            </a:lvl8pPr>
            <a:lvl9pPr marL="3983858" indent="0">
              <a:buNone/>
              <a:defRPr sz="2200"/>
            </a:lvl9pPr>
          </a:lstStyle>
          <a:p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096914" y="5918981"/>
            <a:ext cx="6418898" cy="887584"/>
          </a:xfrm>
        </p:spPr>
        <p:txBody>
          <a:bodyPr/>
          <a:lstStyle>
            <a:lvl1pPr marL="0" indent="0">
              <a:buNone/>
              <a:defRPr sz="1500"/>
            </a:lvl1pPr>
            <a:lvl2pPr marL="497982" indent="0">
              <a:buNone/>
              <a:defRPr sz="1300"/>
            </a:lvl2pPr>
            <a:lvl3pPr marL="995964" indent="0">
              <a:buNone/>
              <a:defRPr sz="1100"/>
            </a:lvl3pPr>
            <a:lvl4pPr marL="1493947" indent="0">
              <a:buNone/>
              <a:defRPr sz="1000"/>
            </a:lvl4pPr>
            <a:lvl5pPr marL="1991929" indent="0">
              <a:buNone/>
              <a:defRPr sz="1000"/>
            </a:lvl5pPr>
            <a:lvl6pPr marL="2489911" indent="0">
              <a:buNone/>
              <a:defRPr sz="1000"/>
            </a:lvl6pPr>
            <a:lvl7pPr marL="2987893" indent="0">
              <a:buNone/>
              <a:defRPr sz="1000"/>
            </a:lvl7pPr>
            <a:lvl8pPr marL="3485876" indent="0">
              <a:buNone/>
              <a:defRPr sz="1000"/>
            </a:lvl8pPr>
            <a:lvl9pPr marL="3983858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562714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046033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402515" y="302867"/>
            <a:ext cx="2607678" cy="6452932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79485" y="302867"/>
            <a:ext cx="7644730" cy="6452932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57309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34908" y="302865"/>
            <a:ext cx="9628347" cy="1260475"/>
          </a:xfrm>
          <a:prstGeom prst="rect">
            <a:avLst/>
          </a:prstGeom>
        </p:spPr>
        <p:txBody>
          <a:bodyPr vert="horz" lIns="99596" tIns="49798" rIns="99596" bIns="49798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4908" y="1764667"/>
            <a:ext cx="9628347" cy="4991131"/>
          </a:xfrm>
          <a:prstGeom prst="rect">
            <a:avLst/>
          </a:prstGeom>
        </p:spPr>
        <p:txBody>
          <a:bodyPr vert="horz" lIns="99596" tIns="49798" rIns="99596" bIns="49798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34908" y="7009644"/>
            <a:ext cx="2496238" cy="402652"/>
          </a:xfrm>
          <a:prstGeom prst="rect">
            <a:avLst/>
          </a:prstGeom>
        </p:spPr>
        <p:txBody>
          <a:bodyPr vert="horz" lIns="99596" tIns="49798" rIns="99596" bIns="49798" rtlCol="0" anchor="ctr"/>
          <a:lstStyle>
            <a:lvl1pPr algn="l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55206" y="7009644"/>
            <a:ext cx="3387752" cy="402652"/>
          </a:xfrm>
          <a:prstGeom prst="rect">
            <a:avLst/>
          </a:prstGeom>
        </p:spPr>
        <p:txBody>
          <a:bodyPr vert="horz" lIns="99596" tIns="49798" rIns="99596" bIns="49798" rtlCol="0" anchor="ctr"/>
          <a:lstStyle>
            <a:lvl1pPr algn="ctr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667017" y="7009644"/>
            <a:ext cx="2496238" cy="402652"/>
          </a:xfrm>
          <a:prstGeom prst="rect">
            <a:avLst/>
          </a:prstGeom>
        </p:spPr>
        <p:txBody>
          <a:bodyPr vert="horz" lIns="99596" tIns="49798" rIns="99596" bIns="49798" rtlCol="0" anchor="ctr"/>
          <a:lstStyle>
            <a:lvl1pPr algn="r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62745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95964" rtl="0" eaLnBrk="1" latinLnBrk="0" hangingPunct="1">
        <a:spcBef>
          <a:spcPct val="0"/>
        </a:spcBef>
        <a:buNone/>
        <a:defRPr sz="48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73487" indent="-373487" algn="l" defTabSz="995964" rtl="0" eaLnBrk="1" latinLnBrk="0" hangingPunct="1">
        <a:spcBef>
          <a:spcPct val="20000"/>
        </a:spcBef>
        <a:buFont typeface="Arial" panose="020B0604020202020204" pitchFamily="34" charset="0"/>
        <a:buChar char="•"/>
        <a:defRPr sz="3500" kern="1200">
          <a:solidFill>
            <a:schemeClr val="tx1"/>
          </a:solidFill>
          <a:latin typeface="+mn-lt"/>
          <a:ea typeface="+mn-ea"/>
          <a:cs typeface="+mn-cs"/>
        </a:defRPr>
      </a:lvl1pPr>
      <a:lvl2pPr marL="809221" indent="-311239" algn="l" defTabSz="995964" rtl="0" eaLnBrk="1" latinLnBrk="0" hangingPunct="1">
        <a:spcBef>
          <a:spcPct val="20000"/>
        </a:spcBef>
        <a:buFont typeface="Arial" panose="020B0604020202020204" pitchFamily="34" charset="0"/>
        <a:buChar char="–"/>
        <a:defRPr sz="3000" kern="1200">
          <a:solidFill>
            <a:schemeClr val="tx1"/>
          </a:solidFill>
          <a:latin typeface="+mn-lt"/>
          <a:ea typeface="+mn-ea"/>
          <a:cs typeface="+mn-cs"/>
        </a:defRPr>
      </a:lvl2pPr>
      <a:lvl3pPr marL="1244956" indent="-248991" algn="l" defTabSz="995964" rtl="0" eaLnBrk="1" latinLnBrk="0" hangingPunct="1">
        <a:spcBef>
          <a:spcPct val="20000"/>
        </a:spcBef>
        <a:buFont typeface="Arial" panose="020B0604020202020204" pitchFamily="34" charset="0"/>
        <a:buChar char="•"/>
        <a:defRPr sz="2600" kern="1200">
          <a:solidFill>
            <a:schemeClr val="tx1"/>
          </a:solidFill>
          <a:latin typeface="+mn-lt"/>
          <a:ea typeface="+mn-ea"/>
          <a:cs typeface="+mn-cs"/>
        </a:defRPr>
      </a:lvl3pPr>
      <a:lvl4pPr marL="1742938" indent="-248991" algn="l" defTabSz="995964" rtl="0" eaLnBrk="1" latinLnBrk="0" hangingPunct="1">
        <a:spcBef>
          <a:spcPct val="20000"/>
        </a:spcBef>
        <a:buFont typeface="Arial" panose="020B0604020202020204" pitchFamily="34" charset="0"/>
        <a:buChar char="–"/>
        <a:defRPr sz="2200" kern="1200">
          <a:solidFill>
            <a:schemeClr val="tx1"/>
          </a:solidFill>
          <a:latin typeface="+mn-lt"/>
          <a:ea typeface="+mn-ea"/>
          <a:cs typeface="+mn-cs"/>
        </a:defRPr>
      </a:lvl4pPr>
      <a:lvl5pPr marL="2240920" indent="-248991" algn="l" defTabSz="995964" rtl="0" eaLnBrk="1" latinLnBrk="0" hangingPunct="1">
        <a:spcBef>
          <a:spcPct val="20000"/>
        </a:spcBef>
        <a:buFont typeface="Arial" panose="020B0604020202020204" pitchFamily="34" charset="0"/>
        <a:buChar char="»"/>
        <a:defRPr sz="2200" kern="1200">
          <a:solidFill>
            <a:schemeClr val="tx1"/>
          </a:solidFill>
          <a:latin typeface="+mn-lt"/>
          <a:ea typeface="+mn-ea"/>
          <a:cs typeface="+mn-cs"/>
        </a:defRPr>
      </a:lvl5pPr>
      <a:lvl6pPr marL="2738902" indent="-248991" algn="l" defTabSz="995964" rtl="0" eaLnBrk="1" latinLnBrk="0" hangingPunct="1">
        <a:spcBef>
          <a:spcPct val="200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6pPr>
      <a:lvl7pPr marL="3236885" indent="-248991" algn="l" defTabSz="995964" rtl="0" eaLnBrk="1" latinLnBrk="0" hangingPunct="1">
        <a:spcBef>
          <a:spcPct val="200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7pPr>
      <a:lvl8pPr marL="3734867" indent="-248991" algn="l" defTabSz="995964" rtl="0" eaLnBrk="1" latinLnBrk="0" hangingPunct="1">
        <a:spcBef>
          <a:spcPct val="200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8pPr>
      <a:lvl9pPr marL="4232849" indent="-248991" algn="l" defTabSz="995964" rtl="0" eaLnBrk="1" latinLnBrk="0" hangingPunct="1">
        <a:spcBef>
          <a:spcPct val="200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95964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97982" algn="l" defTabSz="995964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995964" algn="l" defTabSz="995964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493947" algn="l" defTabSz="995964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991929" algn="l" defTabSz="995964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489911" algn="l" defTabSz="995964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87893" algn="l" defTabSz="995964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85876" algn="l" defTabSz="995964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983858" algn="l" defTabSz="995964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7.xml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3291682" y="1266825"/>
            <a:ext cx="4114800" cy="5029200"/>
            <a:chOff x="3291682" y="1266825"/>
            <a:chExt cx="4114800" cy="5029200"/>
          </a:xfrm>
        </p:grpSpPr>
        <p:sp>
          <p:nvSpPr>
            <p:cNvPr id="3" name="rc3"/>
            <p:cNvSpPr/>
            <p:nvPr/>
          </p:nvSpPr>
          <p:spPr>
            <a:xfrm>
              <a:off x="3291681" y="1266825"/>
              <a:ext cx="4114800" cy="50292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g4"/>
            <p:cNvSpPr/>
            <p:nvPr/>
          </p:nvSpPr>
          <p:spPr>
            <a:xfrm>
              <a:off x="4280056" y="2566720"/>
              <a:ext cx="676691" cy="802832"/>
            </a:xfrm>
            <a:custGeom>
              <a:avLst/>
              <a:pathLst>
                <a:path w="676691" h="802832">
                  <a:moveTo>
                    <a:pt x="129903" y="802832"/>
                  </a:moveTo>
                  <a:lnTo>
                    <a:pt x="0" y="712795"/>
                  </a:lnTo>
                  <a:lnTo>
                    <a:pt x="41753" y="90741"/>
                  </a:lnTo>
                  <a:lnTo>
                    <a:pt x="399405" y="0"/>
                  </a:lnTo>
                  <a:lnTo>
                    <a:pt x="676691" y="110812"/>
                  </a:lnTo>
                  <a:close/>
                </a:path>
              </a:pathLst>
            </a:custGeom>
            <a:solidFill>
              <a:srgbClr val="3288BD">
                <a:alpha val="21960"/>
              </a:srgbClr>
            </a:solidFill>
            <a:ln w="6775" cap="flat">
              <a:solidFill>
                <a:srgbClr val="3288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g5"/>
            <p:cNvSpPr/>
            <p:nvPr/>
          </p:nvSpPr>
          <p:spPr>
            <a:xfrm>
              <a:off x="4346565" y="2458522"/>
              <a:ext cx="716722" cy="682314"/>
            </a:xfrm>
            <a:custGeom>
              <a:avLst/>
              <a:pathLst>
                <a:path w="716722" h="682314">
                  <a:moveTo>
                    <a:pt x="228968" y="601202"/>
                  </a:moveTo>
                  <a:lnTo>
                    <a:pt x="0" y="682314"/>
                  </a:lnTo>
                  <a:lnTo>
                    <a:pt x="392094" y="78376"/>
                  </a:lnTo>
                  <a:lnTo>
                    <a:pt x="716722" y="0"/>
                  </a:lnTo>
                  <a:close/>
                </a:path>
              </a:pathLst>
            </a:custGeom>
            <a:solidFill>
              <a:srgbClr val="99D594">
                <a:alpha val="21960"/>
              </a:srgbClr>
            </a:solidFill>
            <a:ln w="6775" cap="flat">
              <a:solidFill>
                <a:srgbClr val="99D5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g6"/>
            <p:cNvSpPr/>
            <p:nvPr/>
          </p:nvSpPr>
          <p:spPr>
            <a:xfrm>
              <a:off x="4704179" y="2468281"/>
              <a:ext cx="699774" cy="420334"/>
            </a:xfrm>
            <a:custGeom>
              <a:avLst/>
              <a:pathLst>
                <a:path w="699774" h="420334">
                  <a:moveTo>
                    <a:pt x="132446" y="420334"/>
                  </a:moveTo>
                  <a:lnTo>
                    <a:pt x="0" y="184011"/>
                  </a:lnTo>
                  <a:lnTo>
                    <a:pt x="159540" y="0"/>
                  </a:lnTo>
                  <a:lnTo>
                    <a:pt x="699774" y="12689"/>
                  </a:lnTo>
                  <a:close/>
                </a:path>
              </a:pathLst>
            </a:custGeom>
            <a:solidFill>
              <a:srgbClr val="E6F598">
                <a:alpha val="21960"/>
              </a:srgbClr>
            </a:solidFill>
            <a:ln w="6775" cap="flat">
              <a:solidFill>
                <a:srgbClr val="E6F5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7"/>
            <p:cNvSpPr/>
            <p:nvPr/>
          </p:nvSpPr>
          <p:spPr>
            <a:xfrm>
              <a:off x="4900002" y="2538634"/>
              <a:ext cx="410931" cy="204123"/>
            </a:xfrm>
            <a:custGeom>
              <a:avLst/>
              <a:pathLst>
                <a:path w="410931" h="204123">
                  <a:moveTo>
                    <a:pt x="141886" y="204123"/>
                  </a:moveTo>
                  <a:lnTo>
                    <a:pt x="0" y="59566"/>
                  </a:lnTo>
                  <a:lnTo>
                    <a:pt x="163206" y="29239"/>
                  </a:lnTo>
                  <a:lnTo>
                    <a:pt x="218299" y="22151"/>
                  </a:lnTo>
                  <a:lnTo>
                    <a:pt x="410931" y="0"/>
                  </a:lnTo>
                  <a:close/>
                </a:path>
              </a:pathLst>
            </a:custGeom>
            <a:solidFill>
              <a:srgbClr val="FEE08B">
                <a:alpha val="21960"/>
              </a:srgbClr>
            </a:solidFill>
            <a:ln w="6775" cap="flat">
              <a:solidFill>
                <a:srgbClr val="FEE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8"/>
            <p:cNvSpPr/>
            <p:nvPr/>
          </p:nvSpPr>
          <p:spPr>
            <a:xfrm>
              <a:off x="4801117" y="2023910"/>
              <a:ext cx="655823" cy="455252"/>
            </a:xfrm>
            <a:custGeom>
              <a:avLst/>
              <a:pathLst>
                <a:path w="655823" h="455252">
                  <a:moveTo>
                    <a:pt x="589874" y="455252"/>
                  </a:moveTo>
                  <a:lnTo>
                    <a:pt x="315008" y="375713"/>
                  </a:lnTo>
                  <a:lnTo>
                    <a:pt x="0" y="177348"/>
                  </a:lnTo>
                  <a:lnTo>
                    <a:pt x="60426" y="0"/>
                  </a:lnTo>
                  <a:lnTo>
                    <a:pt x="655823" y="63908"/>
                  </a:lnTo>
                  <a:close/>
                </a:path>
              </a:pathLst>
            </a:custGeom>
            <a:solidFill>
              <a:srgbClr val="FC8D59">
                <a:alpha val="21960"/>
              </a:srgbClr>
            </a:solidFill>
            <a:ln w="6775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9"/>
            <p:cNvSpPr/>
            <p:nvPr/>
          </p:nvSpPr>
          <p:spPr>
            <a:xfrm>
              <a:off x="3897087" y="1873148"/>
              <a:ext cx="723015" cy="281290"/>
            </a:xfrm>
            <a:custGeom>
              <a:avLst/>
              <a:pathLst>
                <a:path w="723015" h="281290">
                  <a:moveTo>
                    <a:pt x="447214" y="281290"/>
                  </a:moveTo>
                  <a:lnTo>
                    <a:pt x="0" y="279989"/>
                  </a:lnTo>
                  <a:lnTo>
                    <a:pt x="651177" y="0"/>
                  </a:lnTo>
                  <a:lnTo>
                    <a:pt x="723015" y="90652"/>
                  </a:lnTo>
                  <a:close/>
                </a:path>
              </a:pathLst>
            </a:custGeom>
            <a:solidFill>
              <a:srgbClr val="D53E4F">
                <a:alpha val="21960"/>
              </a:srgbClr>
            </a:solidFill>
            <a:ln w="6775" cap="flat">
              <a:solidFill>
                <a:srgbClr val="D53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10"/>
            <p:cNvSpPr/>
            <p:nvPr/>
          </p:nvSpPr>
          <p:spPr>
            <a:xfrm>
              <a:off x="4684103" y="2412974"/>
              <a:ext cx="740753" cy="1060277"/>
            </a:xfrm>
            <a:custGeom>
              <a:avLst/>
              <a:pathLst>
                <a:path w="740753" h="1060277">
                  <a:moveTo>
                    <a:pt x="395625" y="1060277"/>
                  </a:moveTo>
                  <a:lnTo>
                    <a:pt x="0" y="661832"/>
                  </a:lnTo>
                  <a:lnTo>
                    <a:pt x="358896" y="171442"/>
                  </a:lnTo>
                  <a:lnTo>
                    <a:pt x="715067" y="5655"/>
                  </a:lnTo>
                  <a:lnTo>
                    <a:pt x="740753" y="0"/>
                  </a:lnTo>
                  <a:close/>
                </a:path>
              </a:pathLst>
            </a:custGeom>
            <a:solidFill>
              <a:srgbClr val="3288BD">
                <a:alpha val="60000"/>
              </a:srgbClr>
            </a:solidFill>
            <a:ln w="6775" cap="flat">
              <a:solidFill>
                <a:srgbClr val="3288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11"/>
            <p:cNvSpPr/>
            <p:nvPr/>
          </p:nvSpPr>
          <p:spPr>
            <a:xfrm>
              <a:off x="5069114" y="2388640"/>
              <a:ext cx="531754" cy="953808"/>
            </a:xfrm>
            <a:custGeom>
              <a:avLst/>
              <a:pathLst>
                <a:path w="531754" h="953808">
                  <a:moveTo>
                    <a:pt x="234672" y="953808"/>
                  </a:moveTo>
                  <a:lnTo>
                    <a:pt x="0" y="283099"/>
                  </a:lnTo>
                  <a:lnTo>
                    <a:pt x="296736" y="0"/>
                  </a:lnTo>
                  <a:lnTo>
                    <a:pt x="530143" y="197302"/>
                  </a:lnTo>
                  <a:lnTo>
                    <a:pt x="531754" y="295274"/>
                  </a:lnTo>
                  <a:close/>
                </a:path>
              </a:pathLst>
            </a:custGeom>
            <a:solidFill>
              <a:srgbClr val="99D594">
                <a:alpha val="60000"/>
              </a:srgbClr>
            </a:solidFill>
            <a:ln w="6775" cap="flat">
              <a:solidFill>
                <a:srgbClr val="99D5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2"/>
            <p:cNvSpPr/>
            <p:nvPr/>
          </p:nvSpPr>
          <p:spPr>
            <a:xfrm>
              <a:off x="5018467" y="2099015"/>
              <a:ext cx="740502" cy="629792"/>
            </a:xfrm>
            <a:custGeom>
              <a:avLst/>
              <a:pathLst>
                <a:path w="740502" h="629792">
                  <a:moveTo>
                    <a:pt x="695830" y="403487"/>
                  </a:moveTo>
                  <a:lnTo>
                    <a:pt x="501250" y="629792"/>
                  </a:lnTo>
                  <a:lnTo>
                    <a:pt x="0" y="533330"/>
                  </a:lnTo>
                  <a:lnTo>
                    <a:pt x="160069" y="295019"/>
                  </a:lnTo>
                  <a:lnTo>
                    <a:pt x="740502" y="0"/>
                  </a:lnTo>
                  <a:close/>
                </a:path>
              </a:pathLst>
            </a:custGeom>
            <a:solidFill>
              <a:srgbClr val="E6F598">
                <a:alpha val="60000"/>
              </a:srgbClr>
            </a:solidFill>
            <a:ln w="6775" cap="flat">
              <a:solidFill>
                <a:srgbClr val="E6F5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3"/>
            <p:cNvSpPr/>
            <p:nvPr/>
          </p:nvSpPr>
          <p:spPr>
            <a:xfrm>
              <a:off x="5481371" y="2108063"/>
              <a:ext cx="533969" cy="292836"/>
            </a:xfrm>
            <a:custGeom>
              <a:avLst/>
              <a:pathLst>
                <a:path w="533969" h="292836">
                  <a:moveTo>
                    <a:pt x="533969" y="292836"/>
                  </a:moveTo>
                  <a:lnTo>
                    <a:pt x="0" y="175879"/>
                  </a:lnTo>
                  <a:lnTo>
                    <a:pt x="19377" y="77471"/>
                  </a:lnTo>
                  <a:lnTo>
                    <a:pt x="83515" y="0"/>
                  </a:lnTo>
                  <a:close/>
                </a:path>
              </a:pathLst>
            </a:custGeom>
            <a:solidFill>
              <a:srgbClr val="FEE08B">
                <a:alpha val="60000"/>
              </a:srgbClr>
            </a:solidFill>
            <a:ln w="6775" cap="flat">
              <a:solidFill>
                <a:srgbClr val="FEE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4"/>
            <p:cNvSpPr/>
            <p:nvPr/>
          </p:nvSpPr>
          <p:spPr>
            <a:xfrm>
              <a:off x="5311235" y="1940302"/>
              <a:ext cx="448281" cy="267793"/>
            </a:xfrm>
            <a:custGeom>
              <a:avLst/>
              <a:pathLst>
                <a:path w="448281" h="267793">
                  <a:moveTo>
                    <a:pt x="426849" y="130459"/>
                  </a:moveTo>
                  <a:lnTo>
                    <a:pt x="386338" y="267793"/>
                  </a:lnTo>
                  <a:lnTo>
                    <a:pt x="0" y="0"/>
                  </a:lnTo>
                  <a:lnTo>
                    <a:pt x="448281" y="16169"/>
                  </a:lnTo>
                  <a:close/>
                </a:path>
              </a:pathLst>
            </a:custGeom>
            <a:solidFill>
              <a:srgbClr val="FC8D59">
                <a:alpha val="60000"/>
              </a:srgbClr>
            </a:solidFill>
            <a:ln w="6775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5"/>
            <p:cNvSpPr/>
            <p:nvPr/>
          </p:nvSpPr>
          <p:spPr>
            <a:xfrm>
              <a:off x="4421966" y="1875871"/>
              <a:ext cx="623752" cy="159530"/>
            </a:xfrm>
            <a:custGeom>
              <a:avLst/>
              <a:pathLst>
                <a:path w="623752" h="159530">
                  <a:moveTo>
                    <a:pt x="0" y="159530"/>
                  </a:moveTo>
                  <a:lnTo>
                    <a:pt x="234988" y="48946"/>
                  </a:lnTo>
                  <a:lnTo>
                    <a:pt x="522589" y="187"/>
                  </a:lnTo>
                  <a:lnTo>
                    <a:pt x="623752" y="0"/>
                  </a:lnTo>
                  <a:lnTo>
                    <a:pt x="609537" y="12883"/>
                  </a:lnTo>
                  <a:close/>
                </a:path>
              </a:pathLst>
            </a:custGeom>
            <a:solidFill>
              <a:srgbClr val="D53E4F">
                <a:alpha val="60000"/>
              </a:srgbClr>
            </a:solidFill>
            <a:ln w="6775" cap="flat">
              <a:solidFill>
                <a:srgbClr val="D53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6"/>
            <p:cNvSpPr/>
            <p:nvPr/>
          </p:nvSpPr>
          <p:spPr>
            <a:xfrm>
              <a:off x="5327781" y="1911558"/>
              <a:ext cx="64020" cy="64020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pt17"/>
            <p:cNvSpPr/>
            <p:nvPr/>
          </p:nvSpPr>
          <p:spPr>
            <a:xfrm>
              <a:off x="4999494" y="1856744"/>
              <a:ext cx="64020" cy="64020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" name="pt18"/>
            <p:cNvSpPr/>
            <p:nvPr/>
          </p:nvSpPr>
          <p:spPr>
            <a:xfrm>
              <a:off x="4912545" y="1844049"/>
              <a:ext cx="64020" cy="64020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4818433" y="1974130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5010989" y="2552406"/>
              <a:ext cx="64020" cy="64020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5392846" y="2380963"/>
              <a:ext cx="64020" cy="64020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5333840" y="2356630"/>
              <a:ext cx="64020" cy="64020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260617" y="2553461"/>
              <a:ext cx="64020" cy="64020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4576992" y="1914020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5408133" y="2497352"/>
              <a:ext cx="64020" cy="64020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5361202" y="2311650"/>
              <a:ext cx="64020" cy="64020"/>
            </a:xfrm>
            <a:prstGeom prst="ellipse">
              <a:avLst/>
            </a:pr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5726959" y="2067005"/>
              <a:ext cx="64020" cy="64020"/>
            </a:xfrm>
            <a:prstGeom prst="ellipse">
              <a:avLst/>
            </a:pr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5564142" y="2143986"/>
              <a:ext cx="64020" cy="64020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3853977" y="2103357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5532876" y="2076053"/>
              <a:ext cx="64020" cy="64020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5279224" y="1908292"/>
              <a:ext cx="64020" cy="64020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5727506" y="1924461"/>
              <a:ext cx="64020" cy="64020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4636351" y="2516940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389956" y="2003392"/>
              <a:ext cx="64020" cy="64020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4902892" y="1877054"/>
              <a:ext cx="64020" cy="64020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5020177" y="2408742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4913636" y="2627753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" name="pg38"/>
            <p:cNvSpPr/>
            <p:nvPr/>
          </p:nvSpPr>
          <p:spPr>
            <a:xfrm>
              <a:off x="4278698" y="2607681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pg39"/>
            <p:cNvSpPr/>
            <p:nvPr/>
          </p:nvSpPr>
          <p:spPr>
            <a:xfrm>
              <a:off x="4793515" y="2838835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4876430" y="2508922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pg41"/>
            <p:cNvSpPr/>
            <p:nvPr/>
          </p:nvSpPr>
          <p:spPr>
            <a:xfrm>
              <a:off x="4695549" y="2487119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" name="pg42"/>
            <p:cNvSpPr/>
            <p:nvPr/>
          </p:nvSpPr>
          <p:spPr>
            <a:xfrm>
              <a:off x="4998808" y="2469417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pg43"/>
            <p:cNvSpPr/>
            <p:nvPr/>
          </p:nvSpPr>
          <p:spPr>
            <a:xfrm>
              <a:off x="4236945" y="3229736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pg44"/>
            <p:cNvSpPr/>
            <p:nvPr/>
          </p:nvSpPr>
          <p:spPr>
            <a:xfrm>
              <a:off x="4842632" y="2559419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pg45"/>
            <p:cNvSpPr/>
            <p:nvPr/>
          </p:nvSpPr>
          <p:spPr>
            <a:xfrm>
              <a:off x="5020098" y="2518093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pg46"/>
            <p:cNvSpPr/>
            <p:nvPr/>
          </p:nvSpPr>
          <p:spPr>
            <a:xfrm>
              <a:off x="4856891" y="2548421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pg47"/>
            <p:cNvSpPr/>
            <p:nvPr/>
          </p:nvSpPr>
          <p:spPr>
            <a:xfrm>
              <a:off x="4758006" y="2151479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" name="pg48"/>
            <p:cNvSpPr/>
            <p:nvPr/>
          </p:nvSpPr>
          <p:spPr>
            <a:xfrm>
              <a:off x="5073015" y="2349844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" name="pg49"/>
            <p:cNvSpPr/>
            <p:nvPr/>
          </p:nvSpPr>
          <p:spPr>
            <a:xfrm>
              <a:off x="4157372" y="2063286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" name="pg50"/>
            <p:cNvSpPr/>
            <p:nvPr/>
          </p:nvSpPr>
          <p:spPr>
            <a:xfrm>
              <a:off x="4505154" y="1823368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" name="pg51"/>
            <p:cNvSpPr/>
            <p:nvPr/>
          </p:nvSpPr>
          <p:spPr>
            <a:xfrm>
              <a:off x="4411223" y="3052052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pg52"/>
            <p:cNvSpPr/>
            <p:nvPr/>
          </p:nvSpPr>
          <p:spPr>
            <a:xfrm>
              <a:off x="4366848" y="3319772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pg53"/>
            <p:cNvSpPr/>
            <p:nvPr/>
          </p:nvSpPr>
          <p:spPr>
            <a:xfrm>
              <a:off x="4532423" y="3009945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pg54"/>
            <p:cNvSpPr/>
            <p:nvPr/>
          </p:nvSpPr>
          <p:spPr>
            <a:xfrm>
              <a:off x="4610617" y="2692277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pg55"/>
            <p:cNvSpPr/>
            <p:nvPr/>
          </p:nvSpPr>
          <p:spPr>
            <a:xfrm>
              <a:off x="4303454" y="3091057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pg56"/>
            <p:cNvSpPr/>
            <p:nvPr/>
          </p:nvSpPr>
          <p:spPr>
            <a:xfrm>
              <a:off x="4820608" y="2418501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7" name="pg57"/>
            <p:cNvSpPr/>
            <p:nvPr/>
          </p:nvSpPr>
          <p:spPr>
            <a:xfrm>
              <a:off x="4661068" y="2602513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8" name="pg58"/>
            <p:cNvSpPr/>
            <p:nvPr/>
          </p:nvSpPr>
          <p:spPr>
            <a:xfrm>
              <a:off x="4922765" y="2586832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9" name="pg59"/>
            <p:cNvSpPr/>
            <p:nvPr/>
          </p:nvSpPr>
          <p:spPr>
            <a:xfrm>
              <a:off x="4998778" y="2692977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0" name="pg60"/>
            <p:cNvSpPr/>
            <p:nvPr/>
          </p:nvSpPr>
          <p:spPr>
            <a:xfrm>
              <a:off x="5413830" y="2038039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" name="pg61"/>
            <p:cNvSpPr/>
            <p:nvPr/>
          </p:nvSpPr>
          <p:spPr>
            <a:xfrm>
              <a:off x="5347881" y="2429383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2" name="pg62"/>
            <p:cNvSpPr/>
            <p:nvPr/>
          </p:nvSpPr>
          <p:spPr>
            <a:xfrm>
              <a:off x="4301191" y="2104658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3" name="pg63"/>
            <p:cNvSpPr/>
            <p:nvPr/>
          </p:nvSpPr>
          <p:spPr>
            <a:xfrm>
              <a:off x="4393085" y="1940161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5284881" y="2577221"/>
              <a:ext cx="64020" cy="64020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5367160" y="2386618"/>
              <a:ext cx="64020" cy="64020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568858" y="2651904"/>
              <a:ext cx="64020" cy="64020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5567247" y="2553932"/>
              <a:ext cx="64020" cy="64020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5037104" y="2639729"/>
              <a:ext cx="64020" cy="64020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" name="pg69"/>
            <p:cNvSpPr/>
            <p:nvPr/>
          </p:nvSpPr>
          <p:spPr>
            <a:xfrm>
              <a:off x="5093093" y="2609796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5682286" y="2470493"/>
              <a:ext cx="64020" cy="64020"/>
            </a:xfrm>
            <a:prstGeom prst="ellipse">
              <a:avLst/>
            </a:pr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5536849" y="2543214"/>
              <a:ext cx="64020" cy="64020"/>
            </a:xfrm>
            <a:prstGeom prst="ellipse">
              <a:avLst/>
            </a:pr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5487707" y="2696797"/>
              <a:ext cx="64020" cy="64020"/>
            </a:xfrm>
            <a:prstGeom prst="ellipse">
              <a:avLst/>
            </a:pr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5768672" y="2305726"/>
              <a:ext cx="64020" cy="64020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5983330" y="2368889"/>
              <a:ext cx="64020" cy="64020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5729062" y="2300949"/>
              <a:ext cx="64020" cy="64020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" name="pg76"/>
            <p:cNvSpPr/>
            <p:nvPr/>
          </p:nvSpPr>
          <p:spPr>
            <a:xfrm>
              <a:off x="5360843" y="2431190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665563" y="2176085"/>
              <a:ext cx="64020" cy="64020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5706074" y="2038751"/>
              <a:ext cx="64020" cy="64020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4624945" y="1892807"/>
              <a:ext cx="64020" cy="64020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" name="pg80"/>
            <p:cNvSpPr/>
            <p:nvPr/>
          </p:nvSpPr>
          <p:spPr>
            <a:xfrm>
              <a:off x="5267823" y="2488854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5013708" y="1843861"/>
              <a:ext cx="64020" cy="64020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652092" y="3042796"/>
              <a:ext cx="64020" cy="64020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5047718" y="3441241"/>
              <a:ext cx="64020" cy="64020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" name="pg84"/>
            <p:cNvSpPr/>
            <p:nvPr/>
          </p:nvSpPr>
          <p:spPr>
            <a:xfrm>
              <a:off x="5075191" y="2511006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5191588" y="2714754"/>
              <a:ext cx="64020" cy="64020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5271776" y="3310438"/>
              <a:ext cx="64020" cy="64020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986456" y="2600336"/>
              <a:ext cx="64020" cy="64020"/>
            </a:xfrm>
            <a:prstGeom prst="ellipse">
              <a:avLst/>
            </a:pr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5146525" y="2362025"/>
              <a:ext cx="64020" cy="64020"/>
            </a:xfrm>
            <a:prstGeom prst="ellipse">
              <a:avLst/>
            </a:pr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9" name="pg89"/>
            <p:cNvSpPr/>
            <p:nvPr/>
          </p:nvSpPr>
          <p:spPr>
            <a:xfrm>
              <a:off x="4872413" y="2093709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5468738" y="2153524"/>
              <a:ext cx="64020" cy="64020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5449361" y="2251932"/>
              <a:ext cx="64020" cy="64020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5515674" y="1967438"/>
              <a:ext cx="64020" cy="64020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3791175" y="1581888"/>
              <a:ext cx="2330078" cy="1981428"/>
            </a:xfrm>
            <a:prstGeom prst="rect">
              <a:avLst/>
            </a:prstGeom>
            <a:noFill/>
            <a:ln w="13550" cap="rnd">
              <a:solidFill>
                <a:srgbClr val="4D4D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4"/>
            <p:cNvSpPr/>
            <p:nvPr/>
          </p:nvSpPr>
          <p:spPr>
            <a:xfrm>
              <a:off x="4701247" y="5075547"/>
              <a:ext cx="327157" cy="229491"/>
            </a:xfrm>
            <a:custGeom>
              <a:avLst/>
              <a:pathLst>
                <a:path w="327157" h="229491">
                  <a:moveTo>
                    <a:pt x="288501" y="185540"/>
                  </a:moveTo>
                  <a:lnTo>
                    <a:pt x="327157" y="220382"/>
                  </a:lnTo>
                  <a:lnTo>
                    <a:pt x="167441" y="229491"/>
                  </a:lnTo>
                  <a:lnTo>
                    <a:pt x="0" y="0"/>
                  </a:lnTo>
                  <a:lnTo>
                    <a:pt x="69027" y="30474"/>
                  </a:lnTo>
                  <a:close/>
                </a:path>
              </a:pathLst>
            </a:custGeom>
            <a:solidFill>
              <a:srgbClr val="3288BD">
                <a:alpha val="21960"/>
              </a:srgbClr>
            </a:solidFill>
            <a:ln w="6775" cap="flat">
              <a:solidFill>
                <a:srgbClr val="3288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5"/>
            <p:cNvSpPr/>
            <p:nvPr/>
          </p:nvSpPr>
          <p:spPr>
            <a:xfrm>
              <a:off x="4950304" y="5079033"/>
              <a:ext cx="270093" cy="233046"/>
            </a:xfrm>
            <a:custGeom>
              <a:avLst/>
              <a:pathLst>
                <a:path w="270093" h="233046">
                  <a:moveTo>
                    <a:pt x="270093" y="98195"/>
                  </a:moveTo>
                  <a:lnTo>
                    <a:pt x="0" y="233046"/>
                  </a:lnTo>
                  <a:lnTo>
                    <a:pt x="121720" y="0"/>
                  </a:lnTo>
                  <a:lnTo>
                    <a:pt x="176318" y="33484"/>
                  </a:lnTo>
                  <a:close/>
                </a:path>
              </a:pathLst>
            </a:custGeom>
            <a:solidFill>
              <a:srgbClr val="99D594">
                <a:alpha val="21960"/>
              </a:srgbClr>
            </a:solidFill>
            <a:ln w="6775" cap="flat">
              <a:solidFill>
                <a:srgbClr val="99D5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6"/>
            <p:cNvSpPr/>
            <p:nvPr/>
          </p:nvSpPr>
          <p:spPr>
            <a:xfrm>
              <a:off x="5087226" y="4569202"/>
              <a:ext cx="92168" cy="388624"/>
            </a:xfrm>
            <a:custGeom>
              <a:avLst/>
              <a:pathLst>
                <a:path w="92168" h="388624">
                  <a:moveTo>
                    <a:pt x="92168" y="388624"/>
                  </a:moveTo>
                  <a:lnTo>
                    <a:pt x="47751" y="354951"/>
                  </a:lnTo>
                  <a:lnTo>
                    <a:pt x="0" y="3345"/>
                  </a:lnTo>
                  <a:lnTo>
                    <a:pt x="62654" y="0"/>
                  </a:lnTo>
                  <a:close/>
                </a:path>
              </a:pathLst>
            </a:custGeom>
            <a:solidFill>
              <a:srgbClr val="E6F598">
                <a:alpha val="21960"/>
              </a:srgbClr>
            </a:solidFill>
            <a:ln w="6775" cap="flat">
              <a:solidFill>
                <a:srgbClr val="E6F5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7"/>
            <p:cNvSpPr/>
            <p:nvPr/>
          </p:nvSpPr>
          <p:spPr>
            <a:xfrm>
              <a:off x="5107502" y="4317203"/>
              <a:ext cx="263021" cy="190688"/>
            </a:xfrm>
            <a:custGeom>
              <a:avLst/>
              <a:pathLst>
                <a:path w="263021" h="190688">
                  <a:moveTo>
                    <a:pt x="263021" y="105884"/>
                  </a:moveTo>
                  <a:lnTo>
                    <a:pt x="201196" y="19068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EE08B">
                <a:alpha val="21960"/>
              </a:srgbClr>
            </a:solidFill>
            <a:ln w="6775" cap="flat">
              <a:solidFill>
                <a:srgbClr val="FEE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8"/>
            <p:cNvSpPr/>
            <p:nvPr/>
          </p:nvSpPr>
          <p:spPr>
            <a:xfrm>
              <a:off x="4901617" y="3968444"/>
              <a:ext cx="279645" cy="263764"/>
            </a:xfrm>
            <a:custGeom>
              <a:avLst/>
              <a:pathLst>
                <a:path w="279645" h="263764">
                  <a:moveTo>
                    <a:pt x="279645" y="221489"/>
                  </a:moveTo>
                  <a:lnTo>
                    <a:pt x="0" y="263764"/>
                  </a:lnTo>
                  <a:lnTo>
                    <a:pt x="141296" y="76303"/>
                  </a:lnTo>
                  <a:lnTo>
                    <a:pt x="193954" y="7849"/>
                  </a:lnTo>
                  <a:lnTo>
                    <a:pt x="203686" y="0"/>
                  </a:lnTo>
                  <a:lnTo>
                    <a:pt x="245218" y="33777"/>
                  </a:lnTo>
                  <a:close/>
                </a:path>
              </a:pathLst>
            </a:custGeom>
            <a:solidFill>
              <a:srgbClr val="FC8D59">
                <a:alpha val="21960"/>
              </a:srgbClr>
            </a:solidFill>
            <a:ln w="6775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9"/>
            <p:cNvSpPr/>
            <p:nvPr/>
          </p:nvSpPr>
          <p:spPr>
            <a:xfrm>
              <a:off x="4032831" y="4031002"/>
              <a:ext cx="618567" cy="273105"/>
            </a:xfrm>
            <a:custGeom>
              <a:avLst/>
              <a:pathLst>
                <a:path w="618567" h="273105">
                  <a:moveTo>
                    <a:pt x="83826" y="241321"/>
                  </a:moveTo>
                  <a:lnTo>
                    <a:pt x="0" y="273105"/>
                  </a:lnTo>
                  <a:lnTo>
                    <a:pt x="127365" y="70712"/>
                  </a:lnTo>
                  <a:lnTo>
                    <a:pt x="618567" y="0"/>
                  </a:lnTo>
                  <a:close/>
                </a:path>
              </a:pathLst>
            </a:custGeom>
            <a:solidFill>
              <a:srgbClr val="D53E4F">
                <a:alpha val="21960"/>
              </a:srgbClr>
            </a:solidFill>
            <a:ln w="6775" cap="flat">
              <a:solidFill>
                <a:srgbClr val="D53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100"/>
            <p:cNvSpPr/>
            <p:nvPr/>
          </p:nvSpPr>
          <p:spPr>
            <a:xfrm>
              <a:off x="4796795" y="5154968"/>
              <a:ext cx="510793" cy="160165"/>
            </a:xfrm>
            <a:custGeom>
              <a:avLst/>
              <a:pathLst>
                <a:path w="510793" h="160165">
                  <a:moveTo>
                    <a:pt x="510793" y="73317"/>
                  </a:moveTo>
                  <a:lnTo>
                    <a:pt x="315656" y="160165"/>
                  </a:lnTo>
                  <a:lnTo>
                    <a:pt x="166430" y="109222"/>
                  </a:lnTo>
                  <a:lnTo>
                    <a:pt x="0" y="0"/>
                  </a:lnTo>
                  <a:lnTo>
                    <a:pt x="200535" y="13270"/>
                  </a:lnTo>
                  <a:close/>
                </a:path>
              </a:pathLst>
            </a:custGeom>
            <a:solidFill>
              <a:srgbClr val="3288BD">
                <a:alpha val="60000"/>
              </a:srgbClr>
            </a:solidFill>
            <a:ln w="6775" cap="flat">
              <a:solidFill>
                <a:srgbClr val="3288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101"/>
            <p:cNvSpPr/>
            <p:nvPr/>
          </p:nvSpPr>
          <p:spPr>
            <a:xfrm>
              <a:off x="5358143" y="4659046"/>
              <a:ext cx="209131" cy="647427"/>
            </a:xfrm>
            <a:custGeom>
              <a:avLst/>
              <a:pathLst>
                <a:path w="209131" h="647427">
                  <a:moveTo>
                    <a:pt x="95511" y="647427"/>
                  </a:moveTo>
                  <a:lnTo>
                    <a:pt x="49604" y="572183"/>
                  </a:lnTo>
                  <a:lnTo>
                    <a:pt x="0" y="479564"/>
                  </a:lnTo>
                  <a:lnTo>
                    <a:pt x="25160" y="0"/>
                  </a:lnTo>
                  <a:lnTo>
                    <a:pt x="165636" y="55590"/>
                  </a:lnTo>
                  <a:lnTo>
                    <a:pt x="209131" y="305120"/>
                  </a:lnTo>
                  <a:close/>
                </a:path>
              </a:pathLst>
            </a:custGeom>
            <a:solidFill>
              <a:srgbClr val="99D594">
                <a:alpha val="60000"/>
              </a:srgbClr>
            </a:solidFill>
            <a:ln w="6775" cap="flat">
              <a:solidFill>
                <a:srgbClr val="99D5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102"/>
            <p:cNvSpPr/>
            <p:nvPr/>
          </p:nvSpPr>
          <p:spPr>
            <a:xfrm>
              <a:off x="5386015" y="4593873"/>
              <a:ext cx="246133" cy="542998"/>
            </a:xfrm>
            <a:custGeom>
              <a:avLst/>
              <a:pathLst>
                <a:path w="246133" h="542998">
                  <a:moveTo>
                    <a:pt x="0" y="542998"/>
                  </a:moveTo>
                  <a:lnTo>
                    <a:pt x="26297" y="6758"/>
                  </a:lnTo>
                  <a:lnTo>
                    <a:pt x="246133" y="0"/>
                  </a:lnTo>
                  <a:close/>
                </a:path>
              </a:pathLst>
            </a:custGeom>
            <a:solidFill>
              <a:srgbClr val="E6F598">
                <a:alpha val="60000"/>
              </a:srgbClr>
            </a:solidFill>
            <a:ln w="6775" cap="flat">
              <a:solidFill>
                <a:srgbClr val="E6F5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3"/>
            <p:cNvSpPr/>
            <p:nvPr/>
          </p:nvSpPr>
          <p:spPr>
            <a:xfrm>
              <a:off x="5451540" y="4387655"/>
              <a:ext cx="240730" cy="185008"/>
            </a:xfrm>
            <a:custGeom>
              <a:avLst/>
              <a:pathLst>
                <a:path w="240730" h="185008">
                  <a:moveTo>
                    <a:pt x="121988" y="185008"/>
                  </a:moveTo>
                  <a:lnTo>
                    <a:pt x="0" y="0"/>
                  </a:lnTo>
                  <a:lnTo>
                    <a:pt x="193881" y="19574"/>
                  </a:lnTo>
                  <a:lnTo>
                    <a:pt x="240730" y="61965"/>
                  </a:lnTo>
                  <a:close/>
                </a:path>
              </a:pathLst>
            </a:custGeom>
            <a:solidFill>
              <a:srgbClr val="FEE08B">
                <a:alpha val="60000"/>
              </a:srgbClr>
            </a:solidFill>
            <a:ln w="6775" cap="flat">
              <a:solidFill>
                <a:srgbClr val="FEE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4"/>
            <p:cNvSpPr/>
            <p:nvPr/>
          </p:nvSpPr>
          <p:spPr>
            <a:xfrm>
              <a:off x="5269742" y="4244752"/>
              <a:ext cx="121396" cy="147292"/>
            </a:xfrm>
            <a:custGeom>
              <a:avLst/>
              <a:pathLst>
                <a:path w="121396" h="147292">
                  <a:moveTo>
                    <a:pt x="121396" y="147292"/>
                  </a:moveTo>
                  <a:lnTo>
                    <a:pt x="0" y="120121"/>
                  </a:lnTo>
                  <a:lnTo>
                    <a:pt x="4757" y="0"/>
                  </a:lnTo>
                  <a:lnTo>
                    <a:pt x="113454" y="21973"/>
                  </a:lnTo>
                  <a:close/>
                </a:path>
              </a:pathLst>
            </a:custGeom>
            <a:solidFill>
              <a:srgbClr val="FC8D59">
                <a:alpha val="60000"/>
              </a:srgbClr>
            </a:solidFill>
            <a:ln w="6775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5"/>
            <p:cNvSpPr/>
            <p:nvPr/>
          </p:nvSpPr>
          <p:spPr>
            <a:xfrm>
              <a:off x="4565313" y="4026444"/>
              <a:ext cx="352198" cy="173697"/>
            </a:xfrm>
            <a:custGeom>
              <a:avLst/>
              <a:pathLst>
                <a:path w="352198" h="173697">
                  <a:moveTo>
                    <a:pt x="173176" y="171446"/>
                  </a:moveTo>
                  <a:lnTo>
                    <a:pt x="0" y="173697"/>
                  </a:lnTo>
                  <a:lnTo>
                    <a:pt x="71418" y="86221"/>
                  </a:lnTo>
                  <a:lnTo>
                    <a:pt x="255431" y="0"/>
                  </a:lnTo>
                  <a:lnTo>
                    <a:pt x="352198" y="31247"/>
                  </a:lnTo>
                  <a:close/>
                </a:path>
              </a:pathLst>
            </a:custGeom>
            <a:solidFill>
              <a:srgbClr val="D53E4F">
                <a:alpha val="60000"/>
              </a:srgbClr>
            </a:solidFill>
            <a:ln w="6775" cap="flat">
              <a:solidFill>
                <a:srgbClr val="D53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6"/>
            <p:cNvSpPr/>
            <p:nvPr/>
          </p:nvSpPr>
          <p:spPr>
            <a:xfrm>
              <a:off x="4727164" y="5056241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7" name="pg107"/>
            <p:cNvSpPr/>
            <p:nvPr/>
          </p:nvSpPr>
          <p:spPr>
            <a:xfrm>
              <a:off x="4658137" y="5025767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8" name="pg108"/>
            <p:cNvSpPr/>
            <p:nvPr/>
          </p:nvSpPr>
          <p:spPr>
            <a:xfrm>
              <a:off x="4944093" y="5206740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9" name="pg109"/>
            <p:cNvSpPr/>
            <p:nvPr/>
          </p:nvSpPr>
          <p:spPr>
            <a:xfrm>
              <a:off x="5044782" y="5064692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0" name="pg110"/>
            <p:cNvSpPr/>
            <p:nvPr/>
          </p:nvSpPr>
          <p:spPr>
            <a:xfrm>
              <a:off x="5106769" y="4519423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1" name="pg111"/>
            <p:cNvSpPr/>
            <p:nvPr/>
          </p:nvSpPr>
          <p:spPr>
            <a:xfrm>
              <a:off x="5044115" y="4522768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2" name="pg112"/>
            <p:cNvSpPr/>
            <p:nvPr/>
          </p:nvSpPr>
          <p:spPr>
            <a:xfrm>
              <a:off x="5103725" y="3952441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3" name="pg113"/>
            <p:cNvSpPr/>
            <p:nvPr/>
          </p:nvSpPr>
          <p:spPr>
            <a:xfrm>
              <a:off x="5062192" y="3918664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4" name="pg114"/>
            <p:cNvSpPr/>
            <p:nvPr/>
          </p:nvSpPr>
          <p:spPr>
            <a:xfrm>
              <a:off x="4117087" y="4051935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5" name="pg115"/>
            <p:cNvSpPr/>
            <p:nvPr/>
          </p:nvSpPr>
          <p:spPr>
            <a:xfrm>
              <a:off x="4105092" y="4077700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6" name="pg116"/>
            <p:cNvSpPr/>
            <p:nvPr/>
          </p:nvSpPr>
          <p:spPr>
            <a:xfrm>
              <a:off x="4985294" y="5246149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7" name="pg117"/>
            <p:cNvSpPr/>
            <p:nvPr/>
          </p:nvSpPr>
          <p:spPr>
            <a:xfrm>
              <a:off x="4825578" y="5255258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8" name="pg118"/>
            <p:cNvSpPr/>
            <p:nvPr/>
          </p:nvSpPr>
          <p:spPr>
            <a:xfrm>
              <a:off x="5083512" y="5062738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9" name="pg119"/>
            <p:cNvSpPr/>
            <p:nvPr/>
          </p:nvSpPr>
          <p:spPr>
            <a:xfrm>
              <a:off x="5028914" y="5029253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0" name="pg120"/>
            <p:cNvSpPr/>
            <p:nvPr/>
          </p:nvSpPr>
          <p:spPr>
            <a:xfrm>
              <a:off x="5327412" y="4373307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1" name="pg121"/>
            <p:cNvSpPr/>
            <p:nvPr/>
          </p:nvSpPr>
          <p:spPr>
            <a:xfrm>
              <a:off x="5052461" y="3926514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2" name="pg122"/>
            <p:cNvSpPr/>
            <p:nvPr/>
          </p:nvSpPr>
          <p:spPr>
            <a:xfrm>
              <a:off x="4999803" y="3994967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3" name="pg123"/>
            <p:cNvSpPr/>
            <p:nvPr/>
          </p:nvSpPr>
          <p:spPr>
            <a:xfrm>
              <a:off x="3989721" y="4254328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4" name="pg124"/>
            <p:cNvSpPr/>
            <p:nvPr/>
          </p:nvSpPr>
          <p:spPr>
            <a:xfrm>
              <a:off x="4081457" y="4108894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5" name="pg125"/>
            <p:cNvSpPr/>
            <p:nvPr/>
          </p:nvSpPr>
          <p:spPr>
            <a:xfrm>
              <a:off x="4946638" y="5211307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6" name="pg126"/>
            <p:cNvSpPr/>
            <p:nvPr/>
          </p:nvSpPr>
          <p:spPr>
            <a:xfrm>
              <a:off x="4815497" y="5187396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7" name="pg127"/>
            <p:cNvSpPr/>
            <p:nvPr/>
          </p:nvSpPr>
          <p:spPr>
            <a:xfrm>
              <a:off x="5177287" y="5127448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8" name="pg128"/>
            <p:cNvSpPr/>
            <p:nvPr/>
          </p:nvSpPr>
          <p:spPr>
            <a:xfrm>
              <a:off x="4907193" y="5262300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9" name="pg129"/>
            <p:cNvSpPr/>
            <p:nvPr/>
          </p:nvSpPr>
          <p:spPr>
            <a:xfrm>
              <a:off x="5091867" y="4874374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0" name="pg130"/>
            <p:cNvSpPr/>
            <p:nvPr/>
          </p:nvSpPr>
          <p:spPr>
            <a:xfrm>
              <a:off x="5136284" y="4908047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1" name="pg131"/>
            <p:cNvSpPr/>
            <p:nvPr/>
          </p:nvSpPr>
          <p:spPr>
            <a:xfrm>
              <a:off x="5265587" y="4458112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2" name="pg132"/>
            <p:cNvSpPr/>
            <p:nvPr/>
          </p:nvSpPr>
          <p:spPr>
            <a:xfrm>
              <a:off x="5064391" y="4267423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3" name="pg133"/>
            <p:cNvSpPr/>
            <p:nvPr/>
          </p:nvSpPr>
          <p:spPr>
            <a:xfrm>
              <a:off x="5138151" y="4140154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4" name="pg134"/>
            <p:cNvSpPr/>
            <p:nvPr/>
          </p:nvSpPr>
          <p:spPr>
            <a:xfrm>
              <a:off x="4858506" y="4182429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5" name="pg135"/>
            <p:cNvSpPr/>
            <p:nvPr/>
          </p:nvSpPr>
          <p:spPr>
            <a:xfrm>
              <a:off x="4608289" y="3981222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6" name="pg136"/>
            <p:cNvSpPr/>
            <p:nvPr/>
          </p:nvSpPr>
          <p:spPr>
            <a:xfrm>
              <a:off x="4073547" y="4222543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931215" y="5232180"/>
              <a:ext cx="64020" cy="64020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4957698" y="5197902"/>
              <a:ext cx="64020" cy="64020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5421643" y="5274463"/>
              <a:ext cx="64020" cy="64020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375736" y="5199219"/>
              <a:ext cx="64020" cy="64020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5354005" y="5104861"/>
              <a:ext cx="64020" cy="64020"/>
            </a:xfrm>
            <a:prstGeom prst="ellipse">
              <a:avLst/>
            </a:pr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380722" y="4790503"/>
              <a:ext cx="64020" cy="64020"/>
            </a:xfrm>
            <a:prstGeom prst="ellipse">
              <a:avLst/>
            </a:pr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5541518" y="4540653"/>
              <a:ext cx="64020" cy="64020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5660260" y="4417611"/>
              <a:ext cx="64020" cy="64020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242489" y="4212742"/>
              <a:ext cx="64020" cy="64020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5248268" y="4260193"/>
              <a:ext cx="64020" cy="64020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533303" y="4168131"/>
              <a:ext cx="64020" cy="64020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4706479" y="4165881"/>
              <a:ext cx="64020" cy="64020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764785" y="5122958"/>
              <a:ext cx="64020" cy="64020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965321" y="5136228"/>
              <a:ext cx="64020" cy="64020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5491769" y="4682626"/>
              <a:ext cx="64020" cy="64020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5326132" y="5106601"/>
              <a:ext cx="64020" cy="64020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5391173" y="4638293"/>
              <a:ext cx="64020" cy="64020"/>
            </a:xfrm>
            <a:prstGeom prst="ellipse">
              <a:avLst/>
            </a:pr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5380302" y="4568621"/>
              <a:ext cx="64020" cy="64020"/>
            </a:xfrm>
            <a:prstGeom prst="ellipse">
              <a:avLst/>
            </a:pr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5583340" y="4419975"/>
              <a:ext cx="64020" cy="64020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5419529" y="4355645"/>
              <a:ext cx="64020" cy="64020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5359129" y="4360034"/>
              <a:ext cx="64020" cy="64020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885502" y="4025681"/>
              <a:ext cx="64020" cy="64020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4815495" y="4017486"/>
              <a:ext cx="64020" cy="64020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5275578" y="5196275"/>
              <a:ext cx="64020" cy="64020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5080441" y="5283124"/>
              <a:ext cx="64020" cy="64020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5535263" y="4932157"/>
              <a:ext cx="64020" cy="64020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5351293" y="4627036"/>
              <a:ext cx="64020" cy="64020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5576798" y="4596556"/>
              <a:ext cx="64020" cy="64020"/>
            </a:xfrm>
            <a:prstGeom prst="ellipse">
              <a:avLst/>
            </a:pr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5600138" y="4561863"/>
              <a:ext cx="64020" cy="64020"/>
            </a:xfrm>
            <a:prstGeom prst="ellipse">
              <a:avLst/>
            </a:pr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5613411" y="4375219"/>
              <a:ext cx="64020" cy="64020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5611070" y="4445565"/>
              <a:ext cx="64020" cy="64020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5351186" y="4234715"/>
              <a:ext cx="64020" cy="64020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5237732" y="4332863"/>
              <a:ext cx="64020" cy="64020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4604722" y="4080656"/>
              <a:ext cx="64020" cy="64020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4788734" y="3994434"/>
              <a:ext cx="64020" cy="64020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2" name="rc172"/>
            <p:cNvSpPr/>
            <p:nvPr/>
          </p:nvSpPr>
          <p:spPr>
            <a:xfrm>
              <a:off x="3791175" y="3878379"/>
              <a:ext cx="2330078" cy="1981428"/>
            </a:xfrm>
            <a:prstGeom prst="rect">
              <a:avLst/>
            </a:prstGeom>
            <a:noFill/>
            <a:ln w="13550" cap="rnd">
              <a:solidFill>
                <a:srgbClr val="4D4D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rc173"/>
            <p:cNvSpPr/>
            <p:nvPr/>
          </p:nvSpPr>
          <p:spPr>
            <a:xfrm>
              <a:off x="3791175" y="3639231"/>
              <a:ext cx="2330078" cy="239147"/>
            </a:xfrm>
            <a:prstGeom prst="rect">
              <a:avLst/>
            </a:prstGeom>
            <a:noFill/>
          </p:spPr>
          <p:txBody>
            <a:bodyPr/>
            <a:lstStyle/>
            <a:p/>
          </p:txBody>
        </p:sp>
        <p:sp>
          <p:nvSpPr>
            <p:cNvPr id="174" name="tx174"/>
            <p:cNvSpPr/>
            <p:nvPr/>
          </p:nvSpPr>
          <p:spPr>
            <a:xfrm>
              <a:off x="4492339" y="3713314"/>
              <a:ext cx="927750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1" b="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Vespula vulgaris</a:t>
              </a:r>
            </a:p>
          </p:txBody>
        </p:sp>
        <p:sp>
          <p:nvSpPr>
            <p:cNvPr id="175" name="rc175"/>
            <p:cNvSpPr/>
            <p:nvPr/>
          </p:nvSpPr>
          <p:spPr>
            <a:xfrm>
              <a:off x="3791175" y="1342740"/>
              <a:ext cx="2330078" cy="239147"/>
            </a:xfrm>
            <a:prstGeom prst="rect">
              <a:avLst/>
            </a:prstGeom>
            <a:noFill/>
          </p:spPr>
          <p:txBody>
            <a:bodyPr/>
            <a:lstStyle/>
            <a:p/>
          </p:txBody>
        </p:sp>
        <p:sp>
          <p:nvSpPr>
            <p:cNvPr id="176" name="tx176"/>
            <p:cNvSpPr/>
            <p:nvPr/>
          </p:nvSpPr>
          <p:spPr>
            <a:xfrm>
              <a:off x="4458232" y="1416822"/>
              <a:ext cx="995964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1" b="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Polistes dominula</a:t>
              </a:r>
            </a:p>
          </p:txBody>
        </p:sp>
        <p:sp>
          <p:nvSpPr>
            <p:cNvPr id="177" name="pl177"/>
            <p:cNvSpPr/>
            <p:nvPr/>
          </p:nvSpPr>
          <p:spPr>
            <a:xfrm>
              <a:off x="4021144" y="5859807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l178"/>
            <p:cNvSpPr/>
            <p:nvPr/>
          </p:nvSpPr>
          <p:spPr>
            <a:xfrm>
              <a:off x="4554681" y="5859807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l179"/>
            <p:cNvSpPr/>
            <p:nvPr/>
          </p:nvSpPr>
          <p:spPr>
            <a:xfrm>
              <a:off x="5088218" y="5859807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l180"/>
            <p:cNvSpPr/>
            <p:nvPr/>
          </p:nvSpPr>
          <p:spPr>
            <a:xfrm>
              <a:off x="5621756" y="5859807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tx181"/>
            <p:cNvSpPr/>
            <p:nvPr/>
          </p:nvSpPr>
          <p:spPr>
            <a:xfrm>
              <a:off x="3933087" y="5928131"/>
              <a:ext cx="176113" cy="872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6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-40</a:t>
              </a:r>
            </a:p>
          </p:txBody>
        </p:sp>
        <p:sp>
          <p:nvSpPr>
            <p:cNvPr id="182" name="tx182"/>
            <p:cNvSpPr/>
            <p:nvPr/>
          </p:nvSpPr>
          <p:spPr>
            <a:xfrm>
              <a:off x="4466624" y="5928131"/>
              <a:ext cx="176113" cy="872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6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-20</a:t>
              </a:r>
            </a:p>
          </p:txBody>
        </p:sp>
        <p:sp>
          <p:nvSpPr>
            <p:cNvPr id="183" name="tx183"/>
            <p:cNvSpPr/>
            <p:nvPr/>
          </p:nvSpPr>
          <p:spPr>
            <a:xfrm>
              <a:off x="5054340" y="5928131"/>
              <a:ext cx="67757" cy="872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6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184" name="tx184"/>
            <p:cNvSpPr/>
            <p:nvPr/>
          </p:nvSpPr>
          <p:spPr>
            <a:xfrm>
              <a:off x="5553998" y="5928131"/>
              <a:ext cx="135514" cy="872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6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185" name="tx185"/>
            <p:cNvSpPr/>
            <p:nvPr/>
          </p:nvSpPr>
          <p:spPr>
            <a:xfrm>
              <a:off x="3546737" y="3012342"/>
              <a:ext cx="176113" cy="872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6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-50</a:t>
              </a:r>
            </a:p>
          </p:txBody>
        </p:sp>
        <p:sp>
          <p:nvSpPr>
            <p:cNvPr id="186" name="tx186"/>
            <p:cNvSpPr/>
            <p:nvPr/>
          </p:nvSpPr>
          <p:spPr>
            <a:xfrm>
              <a:off x="3655094" y="2359996"/>
              <a:ext cx="67757" cy="872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6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187" name="tx187"/>
            <p:cNvSpPr/>
            <p:nvPr/>
          </p:nvSpPr>
          <p:spPr>
            <a:xfrm>
              <a:off x="3587337" y="1707650"/>
              <a:ext cx="135514" cy="872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6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50</a:t>
              </a:r>
            </a:p>
          </p:txBody>
        </p:sp>
        <p:sp>
          <p:nvSpPr>
            <p:cNvPr id="188" name="pl188"/>
            <p:cNvSpPr/>
            <p:nvPr/>
          </p:nvSpPr>
          <p:spPr>
            <a:xfrm>
              <a:off x="3753217" y="3055959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813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l189"/>
            <p:cNvSpPr/>
            <p:nvPr/>
          </p:nvSpPr>
          <p:spPr>
            <a:xfrm>
              <a:off x="3753217" y="2403613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813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l190"/>
            <p:cNvSpPr/>
            <p:nvPr/>
          </p:nvSpPr>
          <p:spPr>
            <a:xfrm>
              <a:off x="3753217" y="1751267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813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tx191"/>
            <p:cNvSpPr/>
            <p:nvPr/>
          </p:nvSpPr>
          <p:spPr>
            <a:xfrm>
              <a:off x="3546737" y="5308833"/>
              <a:ext cx="176113" cy="872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6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-50</a:t>
              </a:r>
            </a:p>
          </p:txBody>
        </p:sp>
        <p:sp>
          <p:nvSpPr>
            <p:cNvPr id="192" name="tx192"/>
            <p:cNvSpPr/>
            <p:nvPr/>
          </p:nvSpPr>
          <p:spPr>
            <a:xfrm>
              <a:off x="3655094" y="4656488"/>
              <a:ext cx="67757" cy="872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6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193" name="tx193"/>
            <p:cNvSpPr/>
            <p:nvPr/>
          </p:nvSpPr>
          <p:spPr>
            <a:xfrm>
              <a:off x="3587337" y="4004142"/>
              <a:ext cx="135514" cy="872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6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50</a:t>
              </a:r>
            </a:p>
          </p:txBody>
        </p:sp>
        <p:sp>
          <p:nvSpPr>
            <p:cNvPr id="194" name="pl194"/>
            <p:cNvSpPr/>
            <p:nvPr/>
          </p:nvSpPr>
          <p:spPr>
            <a:xfrm>
              <a:off x="3753217" y="5352450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813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l195"/>
            <p:cNvSpPr/>
            <p:nvPr/>
          </p:nvSpPr>
          <p:spPr>
            <a:xfrm>
              <a:off x="3753217" y="4700104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813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l196"/>
            <p:cNvSpPr/>
            <p:nvPr/>
          </p:nvSpPr>
          <p:spPr>
            <a:xfrm>
              <a:off x="3753217" y="4047759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813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tx197"/>
            <p:cNvSpPr/>
            <p:nvPr/>
          </p:nvSpPr>
          <p:spPr>
            <a:xfrm>
              <a:off x="4185192" y="6078926"/>
              <a:ext cx="1542044" cy="1091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Axis 1: Season / Caste</a:t>
              </a:r>
            </a:p>
          </p:txBody>
        </p:sp>
        <p:sp>
          <p:nvSpPr>
            <p:cNvPr id="198" name="tx198"/>
            <p:cNvSpPr/>
            <p:nvPr/>
          </p:nvSpPr>
          <p:spPr>
            <a:xfrm rot="-5400000">
              <a:off x="2973124" y="3666258"/>
              <a:ext cx="898123" cy="1091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Axis 2: Stage</a:t>
              </a:r>
            </a:p>
          </p:txBody>
        </p:sp>
        <p:sp>
          <p:nvSpPr>
            <p:cNvPr id="199" name="rc199"/>
            <p:cNvSpPr/>
            <p:nvPr/>
          </p:nvSpPr>
          <p:spPr>
            <a:xfrm>
              <a:off x="6273084" y="2723503"/>
              <a:ext cx="1057481" cy="63342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0" name="tx200"/>
            <p:cNvSpPr/>
            <p:nvPr/>
          </p:nvSpPr>
          <p:spPr>
            <a:xfrm>
              <a:off x="6348999" y="2812769"/>
              <a:ext cx="868771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Season / Caste</a:t>
              </a:r>
            </a:p>
          </p:txBody>
        </p:sp>
        <p:sp>
          <p:nvSpPr>
            <p:cNvPr id="201" name="rc201"/>
            <p:cNvSpPr/>
            <p:nvPr/>
          </p:nvSpPr>
          <p:spPr>
            <a:xfrm>
              <a:off x="6348999" y="2993017"/>
              <a:ext cx="107999" cy="144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2" name="rc202"/>
            <p:cNvSpPr/>
            <p:nvPr/>
          </p:nvSpPr>
          <p:spPr>
            <a:xfrm>
              <a:off x="6353499" y="2997517"/>
              <a:ext cx="98999" cy="135000"/>
            </a:xfrm>
            <a:prstGeom prst="rect">
              <a:avLst/>
            </a:prstGeom>
            <a:solidFill>
              <a:srgbClr val="333333">
                <a:alpha val="21960"/>
              </a:srgbClr>
            </a:solidFill>
          </p:spPr>
          <p:txBody>
            <a:bodyPr/>
            <a:lstStyle/>
            <a:p/>
          </p:txBody>
        </p:sp>
        <p:sp>
          <p:nvSpPr>
            <p:cNvPr id="203" name="pg203"/>
            <p:cNvSpPr/>
            <p:nvPr/>
          </p:nvSpPr>
          <p:spPr>
            <a:xfrm>
              <a:off x="6359888" y="3015237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00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4" name="rc204"/>
            <p:cNvSpPr/>
            <p:nvPr/>
          </p:nvSpPr>
          <p:spPr>
            <a:xfrm>
              <a:off x="6348999" y="3137017"/>
              <a:ext cx="107999" cy="144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5" name="rc205"/>
            <p:cNvSpPr/>
            <p:nvPr/>
          </p:nvSpPr>
          <p:spPr>
            <a:xfrm>
              <a:off x="6353499" y="3141517"/>
              <a:ext cx="98999" cy="135000"/>
            </a:xfrm>
            <a:prstGeom prst="rect">
              <a:avLst/>
            </a:prstGeom>
            <a:solidFill>
              <a:srgbClr val="33333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6370989" y="3177007"/>
              <a:ext cx="64020" cy="64020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7" name="tx207"/>
            <p:cNvSpPr/>
            <p:nvPr/>
          </p:nvSpPr>
          <p:spPr>
            <a:xfrm>
              <a:off x="6532914" y="3024097"/>
              <a:ext cx="721735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Early / Worker</a:t>
              </a:r>
            </a:p>
          </p:txBody>
        </p:sp>
        <p:sp>
          <p:nvSpPr>
            <p:cNvPr id="208" name="tx208"/>
            <p:cNvSpPr/>
            <p:nvPr/>
          </p:nvSpPr>
          <p:spPr>
            <a:xfrm>
              <a:off x="6532914" y="3168097"/>
              <a:ext cx="660654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Late / Queen</a:t>
              </a:r>
            </a:p>
          </p:txBody>
        </p:sp>
        <p:sp>
          <p:nvSpPr>
            <p:cNvPr id="209" name="rc209"/>
            <p:cNvSpPr/>
            <p:nvPr/>
          </p:nvSpPr>
          <p:spPr>
            <a:xfrm>
              <a:off x="6273084" y="3508763"/>
              <a:ext cx="483849" cy="120942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0" name="tx210"/>
            <p:cNvSpPr/>
            <p:nvPr/>
          </p:nvSpPr>
          <p:spPr>
            <a:xfrm>
              <a:off x="6348999" y="3598028"/>
              <a:ext cx="332018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Stage</a:t>
              </a:r>
            </a:p>
          </p:txBody>
        </p:sp>
        <p:sp>
          <p:nvSpPr>
            <p:cNvPr id="211" name="rc211"/>
            <p:cNvSpPr/>
            <p:nvPr/>
          </p:nvSpPr>
          <p:spPr>
            <a:xfrm>
              <a:off x="6348999" y="3778277"/>
              <a:ext cx="107999" cy="144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2" name="rc212"/>
            <p:cNvSpPr/>
            <p:nvPr/>
          </p:nvSpPr>
          <p:spPr>
            <a:xfrm>
              <a:off x="6353499" y="3782777"/>
              <a:ext cx="98999" cy="134999"/>
            </a:xfrm>
            <a:prstGeom prst="rect">
              <a:avLst/>
            </a:prstGeom>
            <a:solidFill>
              <a:srgbClr val="D53E4F">
                <a:alpha val="100000"/>
              </a:srgbClr>
            </a:solidFill>
            <a:ln w="6775" cap="flat">
              <a:solidFill>
                <a:srgbClr val="D53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6370989" y="3818266"/>
              <a:ext cx="64020" cy="64020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  <a:ln w="9818" cap="rnd">
              <a:solidFill>
                <a:srgbClr val="D53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rc214"/>
            <p:cNvSpPr/>
            <p:nvPr/>
          </p:nvSpPr>
          <p:spPr>
            <a:xfrm>
              <a:off x="6348999" y="3922277"/>
              <a:ext cx="107999" cy="143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5" name="rc215"/>
            <p:cNvSpPr/>
            <p:nvPr/>
          </p:nvSpPr>
          <p:spPr>
            <a:xfrm>
              <a:off x="6353499" y="3926777"/>
              <a:ext cx="98999" cy="134999"/>
            </a:xfrm>
            <a:prstGeom prst="rect">
              <a:avLst/>
            </a:prstGeom>
            <a:solidFill>
              <a:srgbClr val="FC8D59">
                <a:alpha val="100000"/>
              </a:srgbClr>
            </a:solidFill>
            <a:ln w="6775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6370989" y="3962266"/>
              <a:ext cx="64020" cy="64020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  <a:ln w="9818" cap="rnd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rc217"/>
            <p:cNvSpPr/>
            <p:nvPr/>
          </p:nvSpPr>
          <p:spPr>
            <a:xfrm>
              <a:off x="6348999" y="4066277"/>
              <a:ext cx="107999" cy="144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8" name="rc218"/>
            <p:cNvSpPr/>
            <p:nvPr/>
          </p:nvSpPr>
          <p:spPr>
            <a:xfrm>
              <a:off x="6353499" y="4070777"/>
              <a:ext cx="98999" cy="135000"/>
            </a:xfrm>
            <a:prstGeom prst="rect">
              <a:avLst/>
            </a:prstGeom>
            <a:solidFill>
              <a:srgbClr val="FEE08B">
                <a:alpha val="100000"/>
              </a:srgbClr>
            </a:solidFill>
            <a:ln w="6775" cap="flat">
              <a:solidFill>
                <a:srgbClr val="FEE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6370989" y="4106266"/>
              <a:ext cx="64020" cy="64020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  <a:ln w="9818" cap="rnd">
              <a:solidFill>
                <a:srgbClr val="FEE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rc220"/>
            <p:cNvSpPr/>
            <p:nvPr/>
          </p:nvSpPr>
          <p:spPr>
            <a:xfrm>
              <a:off x="6348999" y="4210277"/>
              <a:ext cx="107999" cy="144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1" name="rc221"/>
            <p:cNvSpPr/>
            <p:nvPr/>
          </p:nvSpPr>
          <p:spPr>
            <a:xfrm>
              <a:off x="6353499" y="4214777"/>
              <a:ext cx="98999" cy="134999"/>
            </a:xfrm>
            <a:prstGeom prst="rect">
              <a:avLst/>
            </a:prstGeom>
            <a:solidFill>
              <a:srgbClr val="E6F598">
                <a:alpha val="100000"/>
              </a:srgbClr>
            </a:solidFill>
            <a:ln w="6775" cap="flat">
              <a:solidFill>
                <a:srgbClr val="E6F5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6370989" y="4250266"/>
              <a:ext cx="64020" cy="64020"/>
            </a:xfrm>
            <a:prstGeom prst="ellipse">
              <a:avLst/>
            </a:prstGeom>
            <a:solidFill>
              <a:srgbClr val="E6F598">
                <a:alpha val="100000"/>
              </a:srgbClr>
            </a:solidFill>
            <a:ln w="9818" cap="rnd">
              <a:solidFill>
                <a:srgbClr val="E6F5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rc223"/>
            <p:cNvSpPr/>
            <p:nvPr/>
          </p:nvSpPr>
          <p:spPr>
            <a:xfrm>
              <a:off x="6348999" y="4354277"/>
              <a:ext cx="107999" cy="143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4" name="rc224"/>
            <p:cNvSpPr/>
            <p:nvPr/>
          </p:nvSpPr>
          <p:spPr>
            <a:xfrm>
              <a:off x="6353499" y="4358777"/>
              <a:ext cx="98999" cy="135000"/>
            </a:xfrm>
            <a:prstGeom prst="rect">
              <a:avLst/>
            </a:prstGeom>
            <a:solidFill>
              <a:srgbClr val="99D594">
                <a:alpha val="100000"/>
              </a:srgbClr>
            </a:solidFill>
            <a:ln w="6775" cap="flat">
              <a:solidFill>
                <a:srgbClr val="99D5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6370989" y="4394266"/>
              <a:ext cx="64020" cy="64020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  <a:ln w="9818" cap="rnd">
              <a:solidFill>
                <a:srgbClr val="99D5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rc226"/>
            <p:cNvSpPr/>
            <p:nvPr/>
          </p:nvSpPr>
          <p:spPr>
            <a:xfrm>
              <a:off x="6348999" y="4498277"/>
              <a:ext cx="107999" cy="143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7" name="rc227"/>
            <p:cNvSpPr/>
            <p:nvPr/>
          </p:nvSpPr>
          <p:spPr>
            <a:xfrm>
              <a:off x="6353499" y="4502777"/>
              <a:ext cx="98999" cy="134999"/>
            </a:xfrm>
            <a:prstGeom prst="rect">
              <a:avLst/>
            </a:prstGeom>
            <a:solidFill>
              <a:srgbClr val="3288BD">
                <a:alpha val="100000"/>
              </a:srgbClr>
            </a:solidFill>
            <a:ln w="6775" cap="flat">
              <a:solidFill>
                <a:srgbClr val="3288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6370989" y="4538266"/>
              <a:ext cx="64020" cy="64020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  <a:ln w="9818" cap="rnd">
              <a:solidFill>
                <a:srgbClr val="3288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tx229"/>
            <p:cNvSpPr/>
            <p:nvPr/>
          </p:nvSpPr>
          <p:spPr>
            <a:xfrm>
              <a:off x="6532914" y="3809357"/>
              <a:ext cx="76260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</a:t>
              </a:r>
            </a:p>
          </p:txBody>
        </p:sp>
        <p:sp>
          <p:nvSpPr>
            <p:cNvPr id="230" name="tx230"/>
            <p:cNvSpPr/>
            <p:nvPr/>
          </p:nvSpPr>
          <p:spPr>
            <a:xfrm>
              <a:off x="6532914" y="3953357"/>
              <a:ext cx="127101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L5</a:t>
              </a:r>
            </a:p>
          </p:txBody>
        </p:sp>
        <p:sp>
          <p:nvSpPr>
            <p:cNvPr id="231" name="tx231"/>
            <p:cNvSpPr/>
            <p:nvPr/>
          </p:nvSpPr>
          <p:spPr>
            <a:xfrm>
              <a:off x="6532914" y="4097357"/>
              <a:ext cx="127101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L4</a:t>
              </a:r>
            </a:p>
          </p:txBody>
        </p:sp>
        <p:sp>
          <p:nvSpPr>
            <p:cNvPr id="232" name="tx232"/>
            <p:cNvSpPr/>
            <p:nvPr/>
          </p:nvSpPr>
          <p:spPr>
            <a:xfrm>
              <a:off x="6532914" y="4241357"/>
              <a:ext cx="127101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L3</a:t>
              </a:r>
            </a:p>
          </p:txBody>
        </p:sp>
        <p:sp>
          <p:nvSpPr>
            <p:cNvPr id="233" name="tx233"/>
            <p:cNvSpPr/>
            <p:nvPr/>
          </p:nvSpPr>
          <p:spPr>
            <a:xfrm>
              <a:off x="6532914" y="4385357"/>
              <a:ext cx="127101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L2</a:t>
              </a:r>
            </a:p>
          </p:txBody>
        </p:sp>
        <p:sp>
          <p:nvSpPr>
            <p:cNvPr id="234" name="tx234"/>
            <p:cNvSpPr/>
            <p:nvPr/>
          </p:nvSpPr>
          <p:spPr>
            <a:xfrm>
              <a:off x="6532914" y="4529357"/>
              <a:ext cx="127101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L1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0</Words>
  <Application>Microsoft Office PowerPoint</Application>
  <PresentationFormat>Custom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 Presentation</dc:title>
  <dc:creator>Tom Wenseleers</dc:creator>
  <cp:lastModifiedBy/>
  <cp:revision>5</cp:revision>
  <dcterms:created xsi:type="dcterms:W3CDTF">2015-07-14T21:05:00Z</dcterms:created>
  <dcterms:modified xsi:type="dcterms:W3CDTF">2026-09-10T13:59:39Z</dcterms:modified>
</cp:coreProperties>
</file>