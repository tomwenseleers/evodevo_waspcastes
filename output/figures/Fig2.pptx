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88952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0b903bcb219876f44de7a8a37b8f5af9a02b8072.png"/>
<Relationship Id="rId3" Type="http://schemas.openxmlformats.org/officeDocument/2006/relationships/image" Target="../media/45030189a16b5911ad1d81ceb16dff7c62aa74b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8895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88951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409028" cy="6718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478617" y="69589"/>
              <a:ext cx="7640745" cy="6718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87345" y="1841645"/>
              <a:ext cx="3621682" cy="3621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845760" y="4820772"/>
              <a:ext cx="584142" cy="584142"/>
            </a:xfrm>
            <a:prstGeom prst="rect">
              <a:avLst/>
            </a:prstGeom>
            <a:solidFill>
              <a:srgbClr val="FFE0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845760" y="4236629"/>
              <a:ext cx="584142" cy="584142"/>
            </a:xfrm>
            <a:prstGeom prst="rect">
              <a:avLst/>
            </a:prstGeom>
            <a:solidFill>
              <a:srgbClr val="FFB7A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845760" y="3652487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845760" y="3068344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845760" y="248420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845760" y="1900060"/>
              <a:ext cx="584142" cy="584142"/>
            </a:xfrm>
            <a:prstGeom prst="rect">
              <a:avLst/>
            </a:prstGeom>
            <a:solidFill>
              <a:srgbClr val="FFDAD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429902" y="482077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429902" y="4236629"/>
              <a:ext cx="584142" cy="584142"/>
            </a:xfrm>
            <a:prstGeom prst="rect">
              <a:avLst/>
            </a:prstGeom>
            <a:solidFill>
              <a:srgbClr val="FFFA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429902" y="3652487"/>
              <a:ext cx="584142" cy="584142"/>
            </a:xfrm>
            <a:prstGeom prst="rect">
              <a:avLst/>
            </a:prstGeom>
            <a:solidFill>
              <a:srgbClr val="FFDAD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429902" y="3068344"/>
              <a:ext cx="584142" cy="584142"/>
            </a:xfrm>
            <a:prstGeom prst="rect">
              <a:avLst/>
            </a:prstGeom>
            <a:solidFill>
              <a:srgbClr val="FFD5C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429902" y="248420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429902" y="1900060"/>
              <a:ext cx="584142" cy="584142"/>
            </a:xfrm>
            <a:prstGeom prst="rect">
              <a:avLst/>
            </a:prstGeom>
            <a:solidFill>
              <a:srgbClr val="FFF8F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014044" y="482077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014044" y="4236629"/>
              <a:ext cx="584142" cy="584142"/>
            </a:xfrm>
            <a:prstGeom prst="rect">
              <a:avLst/>
            </a:prstGeom>
            <a:solidFill>
              <a:srgbClr val="FFFB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14044" y="3652487"/>
              <a:ext cx="584142" cy="584142"/>
            </a:xfrm>
            <a:prstGeom prst="rect">
              <a:avLst/>
            </a:prstGeom>
            <a:solidFill>
              <a:srgbClr val="FFD8C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14044" y="3068344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014044" y="248420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14044" y="1900060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98187" y="482077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598187" y="4236629"/>
              <a:ext cx="584142" cy="584142"/>
            </a:xfrm>
            <a:prstGeom prst="rect">
              <a:avLst/>
            </a:prstGeom>
            <a:solidFill>
              <a:srgbClr val="FA998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598187" y="3652487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598187" y="3068344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598187" y="248420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598187" y="1900060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182329" y="482077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182329" y="4236629"/>
              <a:ext cx="584142" cy="584142"/>
            </a:xfrm>
            <a:prstGeom prst="rect">
              <a:avLst/>
            </a:prstGeom>
            <a:solidFill>
              <a:srgbClr val="F78D7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182329" y="3652487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182329" y="3068344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182329" y="2484202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182329" y="1900060"/>
              <a:ext cx="584142" cy="584142"/>
            </a:xfrm>
            <a:prstGeom prst="rect">
              <a:avLst/>
            </a:prstGeom>
            <a:solidFill>
              <a:srgbClr val="FFDFD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766472" y="4820772"/>
              <a:ext cx="584142" cy="584142"/>
            </a:xfrm>
            <a:prstGeom prst="rect">
              <a:avLst/>
            </a:prstGeom>
            <a:solidFill>
              <a:srgbClr val="FFF2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766472" y="4236629"/>
              <a:ext cx="584142" cy="584142"/>
            </a:xfrm>
            <a:prstGeom prst="rect">
              <a:avLst/>
            </a:prstGeom>
            <a:solidFill>
              <a:srgbClr val="FFEF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766472" y="3652487"/>
              <a:ext cx="584142" cy="584142"/>
            </a:xfrm>
            <a:prstGeom prst="rect">
              <a:avLst/>
            </a:prstGeom>
            <a:solidFill>
              <a:srgbClr val="FFFB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766472" y="3068344"/>
              <a:ext cx="584142" cy="5841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766472" y="2484202"/>
              <a:ext cx="584142" cy="584142"/>
            </a:xfrm>
            <a:prstGeom prst="rect">
              <a:avLst/>
            </a:prstGeom>
            <a:solidFill>
              <a:srgbClr val="FFEF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766472" y="1900060"/>
              <a:ext cx="584142" cy="584142"/>
            </a:xfrm>
            <a:prstGeom prst="rect">
              <a:avLst/>
            </a:prstGeom>
            <a:solidFill>
              <a:srgbClr val="D7191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977354" y="5066940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28/47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77354" y="4419684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58/76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062941" y="4545911"/>
              <a:ext cx="149778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977354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16/54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982108" y="3314513"/>
              <a:ext cx="31144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11/27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941692" y="2730370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56/218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41692" y="2083115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95/146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087905" y="2209341"/>
              <a:ext cx="99852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496" y="5066940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496" y="4482798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30/59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561496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22/36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496" y="3314513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525834" y="2730370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55/139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525834" y="2146228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69/133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181300" y="5066940"/>
              <a:ext cx="249631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7/22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145638" y="4482798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20/57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145638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12/18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186055" y="3314513"/>
              <a:ext cx="240121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5/11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145638" y="2730370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18/98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145638" y="2146228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18/77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734536" y="5066940"/>
              <a:ext cx="31144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11/63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663212" y="4419684"/>
              <a:ext cx="454091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110/134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815369" y="4545911"/>
              <a:ext cx="149778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729781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36/84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729781" y="3314513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23/48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2694119" y="2730370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73/394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658458" y="2146228"/>
              <a:ext cx="463600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121/281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318678" y="5066940"/>
              <a:ext cx="31144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11/33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313923" y="4419684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67/78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399511" y="4545911"/>
              <a:ext cx="149778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313923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20/52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313923" y="3314513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15/31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278262" y="2730370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73/185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242600" y="2083115"/>
              <a:ext cx="463600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102/168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449437" y="2209341"/>
              <a:ext cx="49926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98066" y="5066940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13/22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898066" y="4482798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20/40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98066" y="3898655"/>
              <a:ext cx="320954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15/30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933727" y="3314513"/>
              <a:ext cx="249631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8/21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862404" y="2730370"/>
              <a:ext cx="392277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81/136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826742" y="2083115"/>
              <a:ext cx="463600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180/190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983653" y="2209341"/>
              <a:ext cx="149778" cy="9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6400" y="5065111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76400" y="4480969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76400" y="3896826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76400" y="3312684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76400" y="2728542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35836" y="2144399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-161293" y="4475134"/>
              <a:ext cx="1158636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-455136" y="3010023"/>
              <a:ext cx="1746321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(queen vs worker)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063673" y="552595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647815" y="552595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231958" y="552595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816100" y="552595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400243" y="5525958"/>
              <a:ext cx="14831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14103" y="5525958"/>
              <a:ext cx="88879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255566" y="5686209"/>
              <a:ext cx="124385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512057" y="5686209"/>
              <a:ext cx="1428750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stage (late vs early)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788187" y="503112"/>
              <a:ext cx="76827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Concordance log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556466" y="543524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2595968" y="503112"/>
              <a:ext cx="47457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odds ratio</a:t>
              </a:r>
            </a:p>
          </p:txBody>
        </p:sp>
        <p:pic>
          <p:nvPicPr>
            <p:cNvPr id="105" name="pic10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8187" y="677583"/>
              <a:ext cx="1620000" cy="219455"/>
            </a:xfrm>
            <a:prstGeom prst="rect">
              <a:avLst/>
            </a:prstGeom>
          </p:spPr>
        </p:pic>
        <p:sp>
          <p:nvSpPr>
            <p:cNvPr id="106" name="pl106"/>
            <p:cNvSpPr/>
            <p:nvPr/>
          </p:nvSpPr>
          <p:spPr>
            <a:xfrm>
              <a:off x="1790887" y="853148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235095" y="853148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679304" y="853148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123512" y="853148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790887" y="677583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235095" y="677583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679304" y="677583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123512" y="677583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1729073" y="966628"/>
              <a:ext cx="1236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173282" y="966628"/>
              <a:ext cx="1236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617490" y="966628"/>
              <a:ext cx="1236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61699" y="966628"/>
              <a:ext cx="123626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39178" y="171273"/>
              <a:ext cx="220096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9" name="rc119"/>
            <p:cNvSpPr/>
            <p:nvPr/>
          </p:nvSpPr>
          <p:spPr>
            <a:xfrm>
              <a:off x="6909498" y="1257691"/>
              <a:ext cx="5146602" cy="25674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032036" y="3480742"/>
              <a:ext cx="1225381" cy="313105"/>
            </a:xfrm>
            <a:prstGeom prst="rect">
              <a:avLst/>
            </a:prstGeom>
            <a:solidFill>
              <a:srgbClr val="F8D9D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032036" y="1602107"/>
              <a:ext cx="1225381" cy="313105"/>
            </a:xfrm>
            <a:prstGeom prst="rect">
              <a:avLst/>
            </a:prstGeom>
            <a:solidFill>
              <a:srgbClr val="FBE4E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7032036" y="1915213"/>
              <a:ext cx="1225381" cy="313105"/>
            </a:xfrm>
            <a:prstGeom prst="rect">
              <a:avLst/>
            </a:prstGeom>
            <a:solidFill>
              <a:srgbClr val="FAFA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7032036" y="2854530"/>
              <a:ext cx="1225381" cy="313105"/>
            </a:xfrm>
            <a:prstGeom prst="rect">
              <a:avLst/>
            </a:prstGeom>
            <a:solidFill>
              <a:srgbClr val="FDF0E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7032036" y="3167636"/>
              <a:ext cx="1225381" cy="313105"/>
            </a:xfrm>
            <a:prstGeom prst="rect">
              <a:avLst/>
            </a:prstGeom>
            <a:solidFill>
              <a:srgbClr val="FCFD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032036" y="1289001"/>
              <a:ext cx="1225381" cy="313105"/>
            </a:xfrm>
            <a:prstGeom prst="rect">
              <a:avLst/>
            </a:prstGeom>
            <a:solidFill>
              <a:srgbClr val="FEFE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7032036" y="2228319"/>
              <a:ext cx="1225381" cy="313105"/>
            </a:xfrm>
            <a:prstGeom prst="rect">
              <a:avLst/>
            </a:prstGeom>
            <a:solidFill>
              <a:srgbClr val="FBE9E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7032036" y="2541425"/>
              <a:ext cx="1225381" cy="313105"/>
            </a:xfrm>
            <a:prstGeom prst="rect">
              <a:avLst/>
            </a:prstGeom>
            <a:solidFill>
              <a:srgbClr val="FBE8E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8257417" y="3480742"/>
              <a:ext cx="1225381" cy="313105"/>
            </a:xfrm>
            <a:prstGeom prst="rect">
              <a:avLst/>
            </a:prstGeom>
            <a:solidFill>
              <a:srgbClr val="FAE0D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257417" y="1602107"/>
              <a:ext cx="1225381" cy="313105"/>
            </a:xfrm>
            <a:prstGeom prst="rect">
              <a:avLst/>
            </a:prstGeom>
            <a:solidFill>
              <a:srgbClr val="FBFB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8257417" y="1915213"/>
              <a:ext cx="1225381" cy="313105"/>
            </a:xfrm>
            <a:prstGeom prst="rect">
              <a:avLst/>
            </a:prstGeom>
            <a:solidFill>
              <a:srgbClr val="F7D2C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8257417" y="2854530"/>
              <a:ext cx="1225381" cy="313105"/>
            </a:xfrm>
            <a:prstGeom prst="rect">
              <a:avLst/>
            </a:prstGeom>
            <a:solidFill>
              <a:srgbClr val="E8A09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8257417" y="3167636"/>
              <a:ext cx="1225381" cy="313105"/>
            </a:xfrm>
            <a:prstGeom prst="rect">
              <a:avLst/>
            </a:prstGeom>
            <a:solidFill>
              <a:srgbClr val="F3C4BF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8257417" y="1289001"/>
              <a:ext cx="1225381" cy="313105"/>
            </a:xfrm>
            <a:prstGeom prst="rect">
              <a:avLst/>
            </a:prstGeom>
            <a:solidFill>
              <a:srgbClr val="F1BCB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8257417" y="2228319"/>
              <a:ext cx="1225381" cy="313105"/>
            </a:xfrm>
            <a:prstGeom prst="rect">
              <a:avLst/>
            </a:prstGeom>
            <a:solidFill>
              <a:srgbClr val="F4C5C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8257417" y="2541425"/>
              <a:ext cx="1225381" cy="313105"/>
            </a:xfrm>
            <a:prstGeom prst="rect">
              <a:avLst/>
            </a:prstGeom>
            <a:solidFill>
              <a:srgbClr val="F3C2B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9482799" y="3480742"/>
              <a:ext cx="1225381" cy="313105"/>
            </a:xfrm>
            <a:prstGeom prst="rect">
              <a:avLst/>
            </a:prstGeom>
            <a:solidFill>
              <a:srgbClr val="FEFAF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9482799" y="1602107"/>
              <a:ext cx="1225381" cy="313105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482799" y="1915213"/>
              <a:ext cx="1225381" cy="313105"/>
            </a:xfrm>
            <a:prstGeom prst="rect">
              <a:avLst/>
            </a:prstGeom>
            <a:solidFill>
              <a:srgbClr val="F8D9D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9482799" y="2854530"/>
              <a:ext cx="1225381" cy="313105"/>
            </a:xfrm>
            <a:prstGeom prst="rect">
              <a:avLst/>
            </a:prstGeom>
            <a:solidFill>
              <a:srgbClr val="F9DAD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9482799" y="3167636"/>
              <a:ext cx="1225381" cy="313105"/>
            </a:xfrm>
            <a:prstGeom prst="rect">
              <a:avLst/>
            </a:prstGeom>
            <a:solidFill>
              <a:srgbClr val="FEF9F9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9482799" y="1289001"/>
              <a:ext cx="1225381" cy="313105"/>
            </a:xfrm>
            <a:prstGeom prst="rect">
              <a:avLst/>
            </a:prstGeom>
            <a:solidFill>
              <a:srgbClr val="FEFBF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9482799" y="2228319"/>
              <a:ext cx="1225381" cy="313105"/>
            </a:xfrm>
            <a:prstGeom prst="rect">
              <a:avLst/>
            </a:prstGeom>
            <a:solidFill>
              <a:srgbClr val="FDF3F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9482799" y="2541425"/>
              <a:ext cx="1225381" cy="313105"/>
            </a:xfrm>
            <a:prstGeom prst="rect">
              <a:avLst/>
            </a:prstGeom>
            <a:solidFill>
              <a:srgbClr val="FCECE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0708180" y="3480742"/>
              <a:ext cx="1225381" cy="313105"/>
            </a:xfrm>
            <a:prstGeom prst="rect">
              <a:avLst/>
            </a:prstGeom>
            <a:solidFill>
              <a:srgbClr val="F9DAD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0708180" y="1602107"/>
              <a:ext cx="1225381" cy="313105"/>
            </a:xfrm>
            <a:prstGeom prst="rect">
              <a:avLst/>
            </a:prstGeom>
            <a:solidFill>
              <a:srgbClr val="F8D9D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0708180" y="1915213"/>
              <a:ext cx="1225381" cy="313105"/>
            </a:xfrm>
            <a:prstGeom prst="rect">
              <a:avLst/>
            </a:prstGeom>
            <a:solidFill>
              <a:srgbClr val="F6CFC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0708180" y="2854530"/>
              <a:ext cx="1225381" cy="313105"/>
            </a:xfrm>
            <a:prstGeom prst="rect">
              <a:avLst/>
            </a:prstGeom>
            <a:solidFill>
              <a:srgbClr val="F1BEB9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0708180" y="3167636"/>
              <a:ext cx="1225381" cy="313105"/>
            </a:xfrm>
            <a:prstGeom prst="rect">
              <a:avLst/>
            </a:prstGeom>
            <a:solidFill>
              <a:srgbClr val="F1BDB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0708180" y="1289001"/>
              <a:ext cx="1225381" cy="313105"/>
            </a:xfrm>
            <a:prstGeom prst="rect">
              <a:avLst/>
            </a:prstGeom>
            <a:solidFill>
              <a:srgbClr val="F7D3D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0708180" y="2228319"/>
              <a:ext cx="1225381" cy="313105"/>
            </a:xfrm>
            <a:prstGeom prst="rect">
              <a:avLst/>
            </a:prstGeom>
            <a:solidFill>
              <a:srgbClr val="F6CECA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0708180" y="2541425"/>
              <a:ext cx="1225381" cy="313105"/>
            </a:xfrm>
            <a:prstGeom prst="rect">
              <a:avLst/>
            </a:prstGeom>
            <a:solidFill>
              <a:srgbClr val="FAE1D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7621181" y="359395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7621181" y="1715318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8823016" y="2028423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8823016" y="2967741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8846562" y="3280847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799471" y="1402212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8846562" y="2341529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8846562" y="2654635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0048398" y="2028423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1297325" y="3593952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1273779" y="1715318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1297325" y="2028423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1297325" y="2967741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1273779" y="3280847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1273779" y="1402212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1297325" y="2341529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1297325" y="2654635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9" name="rc169"/>
            <p:cNvSpPr/>
            <p:nvPr/>
          </p:nvSpPr>
          <p:spPr>
            <a:xfrm>
              <a:off x="6909498" y="3877034"/>
              <a:ext cx="5146602" cy="6888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032036" y="3908344"/>
              <a:ext cx="1225381" cy="313105"/>
            </a:xfrm>
            <a:prstGeom prst="rect">
              <a:avLst/>
            </a:prstGeom>
            <a:solidFill>
              <a:srgbClr val="F6F8FB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032036" y="4221450"/>
              <a:ext cx="1225381" cy="313105"/>
            </a:xfrm>
            <a:prstGeom prst="rect">
              <a:avLst/>
            </a:prstGeom>
            <a:solidFill>
              <a:srgbClr val="FFFDF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8257417" y="3908344"/>
              <a:ext cx="1225381" cy="313105"/>
            </a:xfrm>
            <a:prstGeom prst="rect">
              <a:avLst/>
            </a:prstGeom>
            <a:solidFill>
              <a:srgbClr val="F4C8C4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8257417" y="4221450"/>
              <a:ext cx="1225381" cy="313105"/>
            </a:xfrm>
            <a:prstGeom prst="rect">
              <a:avLst/>
            </a:prstGeom>
            <a:solidFill>
              <a:srgbClr val="F3C5C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9482799" y="3908344"/>
              <a:ext cx="1225381" cy="313105"/>
            </a:xfrm>
            <a:prstGeom prst="rect">
              <a:avLst/>
            </a:prstGeom>
            <a:solidFill>
              <a:srgbClr val="FEF6F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9482799" y="4221450"/>
              <a:ext cx="1225381" cy="313105"/>
            </a:xfrm>
            <a:prstGeom prst="rect">
              <a:avLst/>
            </a:prstGeom>
            <a:solidFill>
              <a:srgbClr val="FEF9F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10708180" y="3908344"/>
              <a:ext cx="1225381" cy="313105"/>
            </a:xfrm>
            <a:prstGeom prst="rect">
              <a:avLst/>
            </a:prstGeom>
            <a:solidFill>
              <a:srgbClr val="D6726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10708180" y="4221450"/>
              <a:ext cx="1225381" cy="313105"/>
            </a:xfrm>
            <a:prstGeom prst="rect">
              <a:avLst/>
            </a:prstGeom>
            <a:solidFill>
              <a:srgbClr val="E9A29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8846562" y="4021555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8846562" y="4334660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1250233" y="4021555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1250233" y="4334660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82" name="rc182"/>
            <p:cNvSpPr/>
            <p:nvPr/>
          </p:nvSpPr>
          <p:spPr>
            <a:xfrm>
              <a:off x="6909498" y="4617742"/>
              <a:ext cx="5146602" cy="10019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032036" y="5275264"/>
              <a:ext cx="1225381" cy="313105"/>
            </a:xfrm>
            <a:prstGeom prst="rect">
              <a:avLst/>
            </a:prstGeom>
            <a:solidFill>
              <a:srgbClr val="FFFEFE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032036" y="4649053"/>
              <a:ext cx="1225381" cy="313105"/>
            </a:xfrm>
            <a:prstGeom prst="rect">
              <a:avLst/>
            </a:prstGeom>
            <a:solidFill>
              <a:srgbClr val="FBE8E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032036" y="4962158"/>
              <a:ext cx="1225381" cy="313105"/>
            </a:xfrm>
            <a:prstGeom prst="rect">
              <a:avLst/>
            </a:prstGeom>
            <a:solidFill>
              <a:srgbClr val="FEF6F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8257417" y="5275264"/>
              <a:ext cx="1225381" cy="313105"/>
            </a:xfrm>
            <a:prstGeom prst="rect">
              <a:avLst/>
            </a:prstGeom>
            <a:solidFill>
              <a:srgbClr val="E18D87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8257417" y="4649053"/>
              <a:ext cx="1225381" cy="313105"/>
            </a:xfrm>
            <a:prstGeom prst="rect">
              <a:avLst/>
            </a:prstGeom>
            <a:solidFill>
              <a:srgbClr val="E08B8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8257417" y="4962158"/>
              <a:ext cx="1225381" cy="313105"/>
            </a:xfrm>
            <a:prstGeom prst="rect">
              <a:avLst/>
            </a:prstGeom>
            <a:solidFill>
              <a:srgbClr val="DA7B75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9482799" y="5275264"/>
              <a:ext cx="1225381" cy="313105"/>
            </a:xfrm>
            <a:prstGeom prst="rect">
              <a:avLst/>
            </a:prstGeom>
            <a:solidFill>
              <a:srgbClr val="DD837D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9482799" y="4649053"/>
              <a:ext cx="1225381" cy="313105"/>
            </a:xfrm>
            <a:prstGeom prst="rect">
              <a:avLst/>
            </a:prstGeom>
            <a:solidFill>
              <a:srgbClr val="FDF3F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9482799" y="4962158"/>
              <a:ext cx="1225381" cy="313105"/>
            </a:xfrm>
            <a:prstGeom prst="rect">
              <a:avLst/>
            </a:prstGeom>
            <a:solidFill>
              <a:srgbClr val="FDF3F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10708180" y="5275264"/>
              <a:ext cx="1225381" cy="313105"/>
            </a:xfrm>
            <a:prstGeom prst="rect">
              <a:avLst/>
            </a:prstGeom>
            <a:solidFill>
              <a:srgbClr val="F5CBC6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10708180" y="4649053"/>
              <a:ext cx="1225381" cy="313105"/>
            </a:xfrm>
            <a:prstGeom prst="rect">
              <a:avLst/>
            </a:prstGeom>
            <a:solidFill>
              <a:srgbClr val="EDADA8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10708180" y="4962158"/>
              <a:ext cx="1225381" cy="313105"/>
            </a:xfrm>
            <a:prstGeom prst="rect">
              <a:avLst/>
            </a:prstGeom>
            <a:solidFill>
              <a:srgbClr val="D6726C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tx195"/>
            <p:cNvSpPr/>
            <p:nvPr/>
          </p:nvSpPr>
          <p:spPr>
            <a:xfrm>
              <a:off x="8799471" y="5388474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8823016" y="4762263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8799471" y="5075369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024852" y="5388474"/>
              <a:ext cx="141274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1297325" y="5388474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1273779" y="4762263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1273779" y="5075369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202" name="rc202"/>
            <p:cNvSpPr/>
            <p:nvPr/>
          </p:nvSpPr>
          <p:spPr>
            <a:xfrm>
              <a:off x="6909498" y="5671556"/>
              <a:ext cx="5146602" cy="3757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7032036" y="5702867"/>
              <a:ext cx="1225381" cy="313105"/>
            </a:xfrm>
            <a:prstGeom prst="rect">
              <a:avLst/>
            </a:prstGeom>
            <a:solidFill>
              <a:srgbClr val="FAE2DF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8257417" y="5702867"/>
              <a:ext cx="1225381" cy="313105"/>
            </a:xfrm>
            <a:prstGeom prst="rect">
              <a:avLst/>
            </a:prstGeom>
            <a:solidFill>
              <a:srgbClr val="EFB6B0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9482799" y="5702867"/>
              <a:ext cx="1225381" cy="313105"/>
            </a:xfrm>
            <a:prstGeom prst="rect">
              <a:avLst/>
            </a:prstGeom>
            <a:solidFill>
              <a:srgbClr val="FBE5E2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10708180" y="5702867"/>
              <a:ext cx="1225381" cy="313105"/>
            </a:xfrm>
            <a:prstGeom prst="rect">
              <a:avLst/>
            </a:prstGeom>
            <a:solidFill>
              <a:srgbClr val="F7D4D1">
                <a:alpha val="100000"/>
              </a:srgbClr>
            </a:solidFill>
            <a:ln w="1084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tx207"/>
            <p:cNvSpPr/>
            <p:nvPr/>
          </p:nvSpPr>
          <p:spPr>
            <a:xfrm>
              <a:off x="8823016" y="5816077"/>
              <a:ext cx="94183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1297325" y="5816077"/>
              <a:ext cx="47091" cy="86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3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209" name="rc209"/>
            <p:cNvSpPr/>
            <p:nvPr/>
          </p:nvSpPr>
          <p:spPr>
            <a:xfrm>
              <a:off x="4749324" y="1257691"/>
              <a:ext cx="1219782" cy="2567467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4981659" y="2504620"/>
              <a:ext cx="94594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IIS/Wnt/mTOR/FoxO</a:t>
              </a:r>
            </a:p>
          </p:txBody>
        </p:sp>
        <p:sp>
          <p:nvSpPr>
            <p:cNvPr id="211" name="rc211"/>
            <p:cNvSpPr/>
            <p:nvPr/>
          </p:nvSpPr>
          <p:spPr>
            <a:xfrm>
              <a:off x="4749324" y="3877034"/>
              <a:ext cx="1219782" cy="688832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4859313" y="4184646"/>
              <a:ext cx="1068293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Ecdysone/development</a:t>
              </a:r>
            </a:p>
          </p:txBody>
        </p:sp>
        <p:sp>
          <p:nvSpPr>
            <p:cNvPr id="213" name="rc213"/>
            <p:cNvSpPr/>
            <p:nvPr/>
          </p:nvSpPr>
          <p:spPr>
            <a:xfrm>
              <a:off x="4749324" y="4617742"/>
              <a:ext cx="1219782" cy="1001938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tx214"/>
            <p:cNvSpPr/>
            <p:nvPr/>
          </p:nvSpPr>
          <p:spPr>
            <a:xfrm>
              <a:off x="5316330" y="5081907"/>
              <a:ext cx="61127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Reproduction</a:t>
              </a:r>
            </a:p>
          </p:txBody>
        </p:sp>
        <p:sp>
          <p:nvSpPr>
            <p:cNvPr id="215" name="rc215"/>
            <p:cNvSpPr/>
            <p:nvPr/>
          </p:nvSpPr>
          <p:spPr>
            <a:xfrm>
              <a:off x="4749324" y="5671556"/>
              <a:ext cx="1219782" cy="375726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4790824" y="5822615"/>
              <a:ext cx="1136782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Lifespan/diapause/stress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7374841" y="6093971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L1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7350335" y="6213300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8600223" y="6093971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L4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8575717" y="6213300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9825604" y="6093971"/>
              <a:ext cx="539770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L5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9801098" y="6213300"/>
              <a:ext cx="588782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vs early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047877" y="6093971"/>
              <a:ext cx="545988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L2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0916020" y="6213300"/>
              <a:ext cx="80970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queen vs worker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6462394" y="3598204"/>
              <a:ext cx="40041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nej/CBP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6614002" y="3285098"/>
              <a:ext cx="248808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Pdk1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6559412" y="2971993"/>
              <a:ext cx="30339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Pepck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431944" y="2658887"/>
              <a:ext cx="43086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Gbs-76A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407713" y="2345781"/>
              <a:ext cx="455096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nmo/NLK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152687" y="2032675"/>
              <a:ext cx="710123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sgg/GSK3beta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99342" y="1719570"/>
              <a:ext cx="86346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Wdr59 (GATOR2)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5995044" y="1406464"/>
              <a:ext cx="867765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sut1-3 / SLC2-like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656613" y="4338912"/>
              <a:ext cx="206197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EcR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765700" y="4025807"/>
              <a:ext cx="97109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528871" y="5392726"/>
              <a:ext cx="333938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bab1/2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6492569" y="5079621"/>
              <a:ext cx="370240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Actbeta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753630" y="4766515"/>
              <a:ext cx="109179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ss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6577517" y="5820329"/>
              <a:ext cx="285292" cy="781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Atg17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8373044" y="723577"/>
              <a:ext cx="3727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ASH log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745753" y="763989"/>
              <a:ext cx="39502" cy="50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785255" y="723577"/>
              <a:ext cx="13542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FC</a:t>
              </a:r>
            </a:p>
          </p:txBody>
        </p:sp>
        <p:pic>
          <p:nvPicPr>
            <p:cNvPr id="242" name="pic2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2553" y="593215"/>
              <a:ext cx="1620000" cy="219455"/>
            </a:xfrm>
            <a:prstGeom prst="rect">
              <a:avLst/>
            </a:prstGeom>
          </p:spPr>
        </p:pic>
        <p:sp>
          <p:nvSpPr>
            <p:cNvPr id="243" name="pl243"/>
            <p:cNvSpPr/>
            <p:nvPr/>
          </p:nvSpPr>
          <p:spPr>
            <a:xfrm>
              <a:off x="89752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92443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95134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97825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100516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03207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10589853" y="768780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89752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92443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95134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97825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00516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03207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0589853" y="593215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tx257"/>
            <p:cNvSpPr/>
            <p:nvPr/>
          </p:nvSpPr>
          <p:spPr>
            <a:xfrm>
              <a:off x="8935706" y="864546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9204806" y="864546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9473906" y="864546"/>
              <a:ext cx="7909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9757819" y="864546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0026919" y="864546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0296019" y="864546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0565119" y="864546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4529228" y="171273"/>
              <a:ext cx="220096" cy="2181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4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2026-09-10T15:10:41Z</dcterms:modified>
  <cp:category/>
</cp:coreProperties>
</file>