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97827abf62f124a1e78d3155241f2ad5a4fa3222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114800" y="777081"/>
            <a:ext cx="6858000" cy="9144000"/>
            <a:chOff x="4114800" y="777081"/>
            <a:chExt cx="6858000" cy="9144000"/>
          </a:xfrm>
        </p:grpSpPr>
        <p:sp>
          <p:nvSpPr>
            <p:cNvPr id="3" name="rc3"/>
            <p:cNvSpPr/>
            <p:nvPr/>
          </p:nvSpPr>
          <p:spPr>
            <a:xfrm>
              <a:off x="4114800" y="777081"/>
              <a:ext cx="68580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114800" y="777081"/>
              <a:ext cx="6858000" cy="9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4241325" y="903607"/>
              <a:ext cx="6604948" cy="4983093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241325" y="5886700"/>
              <a:ext cx="6604948" cy="39078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5028438" y="1224693"/>
              <a:ext cx="4890311" cy="414699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5840367" y="3291988"/>
              <a:ext cx="2120993" cy="23306"/>
            </a:xfrm>
            <a:custGeom>
              <a:avLst/>
              <a:pathLst>
                <a:path w="2120993" h="23306">
                  <a:moveTo>
                    <a:pt x="0" y="0"/>
                  </a:moveTo>
                  <a:lnTo>
                    <a:pt x="10658" y="37"/>
                  </a:lnTo>
                  <a:lnTo>
                    <a:pt x="21316" y="75"/>
                  </a:lnTo>
                  <a:lnTo>
                    <a:pt x="31974" y="112"/>
                  </a:lnTo>
                  <a:lnTo>
                    <a:pt x="42633" y="150"/>
                  </a:lnTo>
                  <a:lnTo>
                    <a:pt x="53291" y="188"/>
                  </a:lnTo>
                  <a:lnTo>
                    <a:pt x="63949" y="225"/>
                  </a:lnTo>
                  <a:lnTo>
                    <a:pt x="74607" y="263"/>
                  </a:lnTo>
                  <a:lnTo>
                    <a:pt x="85266" y="301"/>
                  </a:lnTo>
                  <a:lnTo>
                    <a:pt x="95924" y="338"/>
                  </a:lnTo>
                  <a:lnTo>
                    <a:pt x="106582" y="376"/>
                  </a:lnTo>
                  <a:lnTo>
                    <a:pt x="117240" y="414"/>
                  </a:lnTo>
                  <a:lnTo>
                    <a:pt x="127899" y="451"/>
                  </a:lnTo>
                  <a:lnTo>
                    <a:pt x="138557" y="489"/>
                  </a:lnTo>
                  <a:lnTo>
                    <a:pt x="149215" y="526"/>
                  </a:lnTo>
                  <a:lnTo>
                    <a:pt x="159873" y="564"/>
                  </a:lnTo>
                  <a:lnTo>
                    <a:pt x="170532" y="602"/>
                  </a:lnTo>
                  <a:lnTo>
                    <a:pt x="181190" y="639"/>
                  </a:lnTo>
                  <a:lnTo>
                    <a:pt x="191848" y="677"/>
                  </a:lnTo>
                  <a:lnTo>
                    <a:pt x="202506" y="715"/>
                  </a:lnTo>
                  <a:lnTo>
                    <a:pt x="213165" y="752"/>
                  </a:lnTo>
                  <a:lnTo>
                    <a:pt x="223823" y="790"/>
                  </a:lnTo>
                  <a:lnTo>
                    <a:pt x="234481" y="827"/>
                  </a:lnTo>
                  <a:lnTo>
                    <a:pt x="245139" y="865"/>
                  </a:lnTo>
                  <a:lnTo>
                    <a:pt x="255798" y="903"/>
                  </a:lnTo>
                  <a:lnTo>
                    <a:pt x="266456" y="940"/>
                  </a:lnTo>
                  <a:lnTo>
                    <a:pt x="277114" y="978"/>
                  </a:lnTo>
                  <a:lnTo>
                    <a:pt x="287773" y="1016"/>
                  </a:lnTo>
                  <a:lnTo>
                    <a:pt x="298431" y="1053"/>
                  </a:lnTo>
                  <a:lnTo>
                    <a:pt x="309089" y="1091"/>
                  </a:lnTo>
                  <a:lnTo>
                    <a:pt x="319747" y="1128"/>
                  </a:lnTo>
                  <a:lnTo>
                    <a:pt x="330406" y="1166"/>
                  </a:lnTo>
                  <a:lnTo>
                    <a:pt x="341064" y="1204"/>
                  </a:lnTo>
                  <a:lnTo>
                    <a:pt x="351722" y="1241"/>
                  </a:lnTo>
                  <a:lnTo>
                    <a:pt x="362380" y="1279"/>
                  </a:lnTo>
                  <a:lnTo>
                    <a:pt x="373039" y="1316"/>
                  </a:lnTo>
                  <a:lnTo>
                    <a:pt x="383697" y="1354"/>
                  </a:lnTo>
                  <a:lnTo>
                    <a:pt x="394355" y="1391"/>
                  </a:lnTo>
                  <a:lnTo>
                    <a:pt x="405013" y="1429"/>
                  </a:lnTo>
                  <a:lnTo>
                    <a:pt x="415672" y="1467"/>
                  </a:lnTo>
                  <a:lnTo>
                    <a:pt x="426330" y="1504"/>
                  </a:lnTo>
                  <a:lnTo>
                    <a:pt x="436988" y="1542"/>
                  </a:lnTo>
                  <a:lnTo>
                    <a:pt x="447646" y="1579"/>
                  </a:lnTo>
                  <a:lnTo>
                    <a:pt x="458305" y="1617"/>
                  </a:lnTo>
                  <a:lnTo>
                    <a:pt x="468963" y="1654"/>
                  </a:lnTo>
                  <a:lnTo>
                    <a:pt x="479621" y="1692"/>
                  </a:lnTo>
                  <a:lnTo>
                    <a:pt x="490279" y="1730"/>
                  </a:lnTo>
                  <a:lnTo>
                    <a:pt x="500938" y="1767"/>
                  </a:lnTo>
                  <a:lnTo>
                    <a:pt x="511596" y="1805"/>
                  </a:lnTo>
                  <a:lnTo>
                    <a:pt x="522254" y="1842"/>
                  </a:lnTo>
                  <a:lnTo>
                    <a:pt x="532913" y="1880"/>
                  </a:lnTo>
                  <a:lnTo>
                    <a:pt x="543571" y="1917"/>
                  </a:lnTo>
                  <a:lnTo>
                    <a:pt x="554229" y="1955"/>
                  </a:lnTo>
                  <a:lnTo>
                    <a:pt x="564887" y="1992"/>
                  </a:lnTo>
                  <a:lnTo>
                    <a:pt x="575546" y="2030"/>
                  </a:lnTo>
                  <a:lnTo>
                    <a:pt x="586204" y="2067"/>
                  </a:lnTo>
                  <a:lnTo>
                    <a:pt x="596862" y="2105"/>
                  </a:lnTo>
                  <a:lnTo>
                    <a:pt x="607520" y="2142"/>
                  </a:lnTo>
                  <a:lnTo>
                    <a:pt x="618179" y="2180"/>
                  </a:lnTo>
                  <a:lnTo>
                    <a:pt x="628837" y="2217"/>
                  </a:lnTo>
                  <a:lnTo>
                    <a:pt x="639495" y="2255"/>
                  </a:lnTo>
                  <a:lnTo>
                    <a:pt x="650153" y="2292"/>
                  </a:lnTo>
                  <a:lnTo>
                    <a:pt x="660812" y="2330"/>
                  </a:lnTo>
                  <a:lnTo>
                    <a:pt x="671470" y="2367"/>
                  </a:lnTo>
                  <a:lnTo>
                    <a:pt x="682128" y="2405"/>
                  </a:lnTo>
                  <a:lnTo>
                    <a:pt x="692786" y="2442"/>
                  </a:lnTo>
                  <a:lnTo>
                    <a:pt x="703445" y="2480"/>
                  </a:lnTo>
                  <a:lnTo>
                    <a:pt x="714103" y="2517"/>
                  </a:lnTo>
                  <a:lnTo>
                    <a:pt x="724761" y="2554"/>
                  </a:lnTo>
                  <a:lnTo>
                    <a:pt x="735419" y="2592"/>
                  </a:lnTo>
                  <a:lnTo>
                    <a:pt x="746078" y="2629"/>
                  </a:lnTo>
                  <a:lnTo>
                    <a:pt x="756736" y="2667"/>
                  </a:lnTo>
                  <a:lnTo>
                    <a:pt x="767394" y="2704"/>
                  </a:lnTo>
                  <a:lnTo>
                    <a:pt x="778053" y="2741"/>
                  </a:lnTo>
                  <a:lnTo>
                    <a:pt x="788711" y="2779"/>
                  </a:lnTo>
                  <a:lnTo>
                    <a:pt x="799369" y="2816"/>
                  </a:lnTo>
                  <a:lnTo>
                    <a:pt x="810027" y="2854"/>
                  </a:lnTo>
                  <a:lnTo>
                    <a:pt x="820686" y="2891"/>
                  </a:lnTo>
                  <a:lnTo>
                    <a:pt x="831344" y="2928"/>
                  </a:lnTo>
                  <a:lnTo>
                    <a:pt x="842002" y="2966"/>
                  </a:lnTo>
                  <a:lnTo>
                    <a:pt x="852660" y="3003"/>
                  </a:lnTo>
                  <a:lnTo>
                    <a:pt x="863319" y="3040"/>
                  </a:lnTo>
                  <a:lnTo>
                    <a:pt x="873977" y="3078"/>
                  </a:lnTo>
                  <a:lnTo>
                    <a:pt x="884635" y="3115"/>
                  </a:lnTo>
                  <a:lnTo>
                    <a:pt x="895293" y="3152"/>
                  </a:lnTo>
                  <a:lnTo>
                    <a:pt x="905952" y="3189"/>
                  </a:lnTo>
                  <a:lnTo>
                    <a:pt x="916610" y="3227"/>
                  </a:lnTo>
                  <a:lnTo>
                    <a:pt x="927268" y="3264"/>
                  </a:lnTo>
                  <a:lnTo>
                    <a:pt x="937926" y="3301"/>
                  </a:lnTo>
                  <a:lnTo>
                    <a:pt x="948585" y="3338"/>
                  </a:lnTo>
                  <a:lnTo>
                    <a:pt x="959243" y="3375"/>
                  </a:lnTo>
                  <a:lnTo>
                    <a:pt x="969901" y="3413"/>
                  </a:lnTo>
                  <a:lnTo>
                    <a:pt x="980559" y="3450"/>
                  </a:lnTo>
                  <a:lnTo>
                    <a:pt x="991218" y="3487"/>
                  </a:lnTo>
                  <a:lnTo>
                    <a:pt x="1001876" y="3524"/>
                  </a:lnTo>
                  <a:lnTo>
                    <a:pt x="1012534" y="3561"/>
                  </a:lnTo>
                  <a:lnTo>
                    <a:pt x="1023193" y="3598"/>
                  </a:lnTo>
                  <a:lnTo>
                    <a:pt x="1033851" y="3635"/>
                  </a:lnTo>
                  <a:lnTo>
                    <a:pt x="1044509" y="3672"/>
                  </a:lnTo>
                  <a:lnTo>
                    <a:pt x="1055167" y="3709"/>
                  </a:lnTo>
                  <a:lnTo>
                    <a:pt x="1065826" y="3746"/>
                  </a:lnTo>
                  <a:lnTo>
                    <a:pt x="1076484" y="3783"/>
                  </a:lnTo>
                  <a:lnTo>
                    <a:pt x="1087142" y="3820"/>
                  </a:lnTo>
                  <a:lnTo>
                    <a:pt x="1097800" y="3857"/>
                  </a:lnTo>
                  <a:lnTo>
                    <a:pt x="1108459" y="3894"/>
                  </a:lnTo>
                  <a:lnTo>
                    <a:pt x="1119117" y="3930"/>
                  </a:lnTo>
                  <a:lnTo>
                    <a:pt x="1129775" y="3967"/>
                  </a:lnTo>
                  <a:lnTo>
                    <a:pt x="1140433" y="4004"/>
                  </a:lnTo>
                  <a:lnTo>
                    <a:pt x="1151092" y="4040"/>
                  </a:lnTo>
                  <a:lnTo>
                    <a:pt x="1161750" y="4077"/>
                  </a:lnTo>
                  <a:lnTo>
                    <a:pt x="1172408" y="4114"/>
                  </a:lnTo>
                  <a:lnTo>
                    <a:pt x="1183066" y="4150"/>
                  </a:lnTo>
                  <a:lnTo>
                    <a:pt x="1193725" y="4187"/>
                  </a:lnTo>
                  <a:lnTo>
                    <a:pt x="1204383" y="4223"/>
                  </a:lnTo>
                  <a:lnTo>
                    <a:pt x="1215041" y="4259"/>
                  </a:lnTo>
                  <a:lnTo>
                    <a:pt x="1225699" y="4296"/>
                  </a:lnTo>
                  <a:lnTo>
                    <a:pt x="1236358" y="4332"/>
                  </a:lnTo>
                  <a:lnTo>
                    <a:pt x="1247016" y="4368"/>
                  </a:lnTo>
                  <a:lnTo>
                    <a:pt x="1257674" y="4404"/>
                  </a:lnTo>
                  <a:lnTo>
                    <a:pt x="1268333" y="4440"/>
                  </a:lnTo>
                  <a:lnTo>
                    <a:pt x="1278991" y="4475"/>
                  </a:lnTo>
                  <a:lnTo>
                    <a:pt x="1289649" y="4511"/>
                  </a:lnTo>
                  <a:lnTo>
                    <a:pt x="1300307" y="4547"/>
                  </a:lnTo>
                  <a:lnTo>
                    <a:pt x="1310966" y="4582"/>
                  </a:lnTo>
                  <a:lnTo>
                    <a:pt x="1321624" y="4617"/>
                  </a:lnTo>
                  <a:lnTo>
                    <a:pt x="1332282" y="4652"/>
                  </a:lnTo>
                  <a:lnTo>
                    <a:pt x="1342940" y="4687"/>
                  </a:lnTo>
                  <a:lnTo>
                    <a:pt x="1353599" y="4722"/>
                  </a:lnTo>
                  <a:lnTo>
                    <a:pt x="1364257" y="4757"/>
                  </a:lnTo>
                  <a:lnTo>
                    <a:pt x="1374915" y="4791"/>
                  </a:lnTo>
                  <a:lnTo>
                    <a:pt x="1385573" y="4825"/>
                  </a:lnTo>
                  <a:lnTo>
                    <a:pt x="1396232" y="4859"/>
                  </a:lnTo>
                  <a:lnTo>
                    <a:pt x="1406890" y="4892"/>
                  </a:lnTo>
                  <a:lnTo>
                    <a:pt x="1417548" y="4925"/>
                  </a:lnTo>
                  <a:lnTo>
                    <a:pt x="1428206" y="4957"/>
                  </a:lnTo>
                  <a:lnTo>
                    <a:pt x="1438865" y="4989"/>
                  </a:lnTo>
                  <a:lnTo>
                    <a:pt x="1449523" y="5021"/>
                  </a:lnTo>
                  <a:lnTo>
                    <a:pt x="1460181" y="5052"/>
                  </a:lnTo>
                  <a:lnTo>
                    <a:pt x="1470839" y="5082"/>
                  </a:lnTo>
                  <a:lnTo>
                    <a:pt x="1481498" y="5111"/>
                  </a:lnTo>
                  <a:lnTo>
                    <a:pt x="1492156" y="5139"/>
                  </a:lnTo>
                  <a:lnTo>
                    <a:pt x="1502814" y="5166"/>
                  </a:lnTo>
                  <a:lnTo>
                    <a:pt x="1513473" y="5191"/>
                  </a:lnTo>
                  <a:lnTo>
                    <a:pt x="1524131" y="5215"/>
                  </a:lnTo>
                  <a:lnTo>
                    <a:pt x="1534789" y="5237"/>
                  </a:lnTo>
                  <a:lnTo>
                    <a:pt x="1545447" y="5256"/>
                  </a:lnTo>
                  <a:lnTo>
                    <a:pt x="1556106" y="5273"/>
                  </a:lnTo>
                  <a:lnTo>
                    <a:pt x="1566764" y="5286"/>
                  </a:lnTo>
                  <a:lnTo>
                    <a:pt x="1577422" y="5294"/>
                  </a:lnTo>
                  <a:lnTo>
                    <a:pt x="1588080" y="5298"/>
                  </a:lnTo>
                  <a:lnTo>
                    <a:pt x="1598739" y="5295"/>
                  </a:lnTo>
                  <a:lnTo>
                    <a:pt x="1609397" y="5286"/>
                  </a:lnTo>
                  <a:lnTo>
                    <a:pt x="1620055" y="5268"/>
                  </a:lnTo>
                  <a:lnTo>
                    <a:pt x="1630713" y="5241"/>
                  </a:lnTo>
                  <a:lnTo>
                    <a:pt x="1641372" y="5205"/>
                  </a:lnTo>
                  <a:lnTo>
                    <a:pt x="1652030" y="5160"/>
                  </a:lnTo>
                  <a:lnTo>
                    <a:pt x="1662688" y="5105"/>
                  </a:lnTo>
                  <a:lnTo>
                    <a:pt x="1673346" y="5042"/>
                  </a:lnTo>
                  <a:lnTo>
                    <a:pt x="1684005" y="4972"/>
                  </a:lnTo>
                  <a:lnTo>
                    <a:pt x="1694663" y="4895"/>
                  </a:lnTo>
                  <a:lnTo>
                    <a:pt x="1705321" y="4812"/>
                  </a:lnTo>
                  <a:lnTo>
                    <a:pt x="1715979" y="4725"/>
                  </a:lnTo>
                  <a:lnTo>
                    <a:pt x="1726638" y="4634"/>
                  </a:lnTo>
                  <a:lnTo>
                    <a:pt x="1737296" y="4540"/>
                  </a:lnTo>
                  <a:lnTo>
                    <a:pt x="1747954" y="4443"/>
                  </a:lnTo>
                  <a:lnTo>
                    <a:pt x="1758613" y="4344"/>
                  </a:lnTo>
                  <a:lnTo>
                    <a:pt x="1769271" y="4244"/>
                  </a:lnTo>
                  <a:lnTo>
                    <a:pt x="1779929" y="4141"/>
                  </a:lnTo>
                  <a:lnTo>
                    <a:pt x="1790587" y="4038"/>
                  </a:lnTo>
                  <a:lnTo>
                    <a:pt x="1801246" y="3933"/>
                  </a:lnTo>
                  <a:lnTo>
                    <a:pt x="1811904" y="3828"/>
                  </a:lnTo>
                  <a:lnTo>
                    <a:pt x="1822562" y="3721"/>
                  </a:lnTo>
                  <a:lnTo>
                    <a:pt x="1833220" y="3614"/>
                  </a:lnTo>
                  <a:lnTo>
                    <a:pt x="1843879" y="3506"/>
                  </a:lnTo>
                  <a:lnTo>
                    <a:pt x="1854537" y="3398"/>
                  </a:lnTo>
                  <a:lnTo>
                    <a:pt x="1865195" y="3289"/>
                  </a:lnTo>
                  <a:lnTo>
                    <a:pt x="1875853" y="3180"/>
                  </a:lnTo>
                  <a:lnTo>
                    <a:pt x="1886512" y="3071"/>
                  </a:lnTo>
                  <a:lnTo>
                    <a:pt x="1897170" y="2961"/>
                  </a:lnTo>
                  <a:lnTo>
                    <a:pt x="1907828" y="2851"/>
                  </a:lnTo>
                  <a:lnTo>
                    <a:pt x="1918486" y="2741"/>
                  </a:lnTo>
                  <a:lnTo>
                    <a:pt x="1929145" y="2630"/>
                  </a:lnTo>
                  <a:lnTo>
                    <a:pt x="1939803" y="2519"/>
                  </a:lnTo>
                  <a:lnTo>
                    <a:pt x="1950461" y="2408"/>
                  </a:lnTo>
                  <a:lnTo>
                    <a:pt x="1961119" y="2297"/>
                  </a:lnTo>
                  <a:lnTo>
                    <a:pt x="1971778" y="2186"/>
                  </a:lnTo>
                  <a:lnTo>
                    <a:pt x="1982436" y="2075"/>
                  </a:lnTo>
                  <a:lnTo>
                    <a:pt x="1993094" y="1963"/>
                  </a:lnTo>
                  <a:lnTo>
                    <a:pt x="2003753" y="1851"/>
                  </a:lnTo>
                  <a:lnTo>
                    <a:pt x="2014411" y="1740"/>
                  </a:lnTo>
                  <a:lnTo>
                    <a:pt x="2025069" y="1628"/>
                  </a:lnTo>
                  <a:lnTo>
                    <a:pt x="2035727" y="1516"/>
                  </a:lnTo>
                  <a:lnTo>
                    <a:pt x="2046386" y="1404"/>
                  </a:lnTo>
                  <a:lnTo>
                    <a:pt x="2057044" y="1292"/>
                  </a:lnTo>
                  <a:lnTo>
                    <a:pt x="2067702" y="1179"/>
                  </a:lnTo>
                  <a:lnTo>
                    <a:pt x="2078360" y="1067"/>
                  </a:lnTo>
                  <a:lnTo>
                    <a:pt x="2089019" y="955"/>
                  </a:lnTo>
                  <a:lnTo>
                    <a:pt x="2099677" y="842"/>
                  </a:lnTo>
                  <a:lnTo>
                    <a:pt x="2110335" y="730"/>
                  </a:lnTo>
                  <a:lnTo>
                    <a:pt x="2120993" y="617"/>
                  </a:lnTo>
                  <a:lnTo>
                    <a:pt x="2120993" y="7580"/>
                  </a:lnTo>
                  <a:lnTo>
                    <a:pt x="2110335" y="7543"/>
                  </a:lnTo>
                  <a:lnTo>
                    <a:pt x="2099677" y="7507"/>
                  </a:lnTo>
                  <a:lnTo>
                    <a:pt x="2089019" y="7470"/>
                  </a:lnTo>
                  <a:lnTo>
                    <a:pt x="2078360" y="7434"/>
                  </a:lnTo>
                  <a:lnTo>
                    <a:pt x="2067702" y="7398"/>
                  </a:lnTo>
                  <a:lnTo>
                    <a:pt x="2057044" y="7361"/>
                  </a:lnTo>
                  <a:lnTo>
                    <a:pt x="2046386" y="7325"/>
                  </a:lnTo>
                  <a:lnTo>
                    <a:pt x="2035727" y="7289"/>
                  </a:lnTo>
                  <a:lnTo>
                    <a:pt x="2025069" y="7253"/>
                  </a:lnTo>
                  <a:lnTo>
                    <a:pt x="2014411" y="7217"/>
                  </a:lnTo>
                  <a:lnTo>
                    <a:pt x="2003753" y="7181"/>
                  </a:lnTo>
                  <a:lnTo>
                    <a:pt x="1993094" y="7145"/>
                  </a:lnTo>
                  <a:lnTo>
                    <a:pt x="1982436" y="7110"/>
                  </a:lnTo>
                  <a:lnTo>
                    <a:pt x="1971778" y="7074"/>
                  </a:lnTo>
                  <a:lnTo>
                    <a:pt x="1961119" y="7039"/>
                  </a:lnTo>
                  <a:lnTo>
                    <a:pt x="1950461" y="7004"/>
                  </a:lnTo>
                  <a:lnTo>
                    <a:pt x="1939803" y="6969"/>
                  </a:lnTo>
                  <a:lnTo>
                    <a:pt x="1929145" y="6934"/>
                  </a:lnTo>
                  <a:lnTo>
                    <a:pt x="1918486" y="6899"/>
                  </a:lnTo>
                  <a:lnTo>
                    <a:pt x="1907828" y="6865"/>
                  </a:lnTo>
                  <a:lnTo>
                    <a:pt x="1897170" y="6831"/>
                  </a:lnTo>
                  <a:lnTo>
                    <a:pt x="1886512" y="6797"/>
                  </a:lnTo>
                  <a:lnTo>
                    <a:pt x="1875853" y="6763"/>
                  </a:lnTo>
                  <a:lnTo>
                    <a:pt x="1865195" y="6730"/>
                  </a:lnTo>
                  <a:lnTo>
                    <a:pt x="1854537" y="6697"/>
                  </a:lnTo>
                  <a:lnTo>
                    <a:pt x="1843879" y="6665"/>
                  </a:lnTo>
                  <a:lnTo>
                    <a:pt x="1833220" y="6633"/>
                  </a:lnTo>
                  <a:lnTo>
                    <a:pt x="1822562" y="6602"/>
                  </a:lnTo>
                  <a:lnTo>
                    <a:pt x="1811904" y="6572"/>
                  </a:lnTo>
                  <a:lnTo>
                    <a:pt x="1801246" y="6542"/>
                  </a:lnTo>
                  <a:lnTo>
                    <a:pt x="1790587" y="6513"/>
                  </a:lnTo>
                  <a:lnTo>
                    <a:pt x="1779929" y="6486"/>
                  </a:lnTo>
                  <a:lnTo>
                    <a:pt x="1769271" y="6459"/>
                  </a:lnTo>
                  <a:lnTo>
                    <a:pt x="1758613" y="6434"/>
                  </a:lnTo>
                  <a:lnTo>
                    <a:pt x="1747954" y="6411"/>
                  </a:lnTo>
                  <a:lnTo>
                    <a:pt x="1737296" y="6391"/>
                  </a:lnTo>
                  <a:lnTo>
                    <a:pt x="1726638" y="6372"/>
                  </a:lnTo>
                  <a:lnTo>
                    <a:pt x="1715979" y="6357"/>
                  </a:lnTo>
                  <a:lnTo>
                    <a:pt x="1705321" y="6346"/>
                  </a:lnTo>
                  <a:lnTo>
                    <a:pt x="1694663" y="6339"/>
                  </a:lnTo>
                  <a:lnTo>
                    <a:pt x="1684005" y="6338"/>
                  </a:lnTo>
                  <a:lnTo>
                    <a:pt x="1673346" y="6344"/>
                  </a:lnTo>
                  <a:lnTo>
                    <a:pt x="1662688" y="6357"/>
                  </a:lnTo>
                  <a:lnTo>
                    <a:pt x="1652030" y="6378"/>
                  </a:lnTo>
                  <a:lnTo>
                    <a:pt x="1641372" y="6408"/>
                  </a:lnTo>
                  <a:lnTo>
                    <a:pt x="1630713" y="6448"/>
                  </a:lnTo>
                  <a:lnTo>
                    <a:pt x="1620055" y="6498"/>
                  </a:lnTo>
                  <a:lnTo>
                    <a:pt x="1609397" y="6556"/>
                  </a:lnTo>
                  <a:lnTo>
                    <a:pt x="1598739" y="6622"/>
                  </a:lnTo>
                  <a:lnTo>
                    <a:pt x="1588080" y="6696"/>
                  </a:lnTo>
                  <a:lnTo>
                    <a:pt x="1577422" y="6775"/>
                  </a:lnTo>
                  <a:lnTo>
                    <a:pt x="1566764" y="6860"/>
                  </a:lnTo>
                  <a:lnTo>
                    <a:pt x="1556106" y="6949"/>
                  </a:lnTo>
                  <a:lnTo>
                    <a:pt x="1545447" y="7041"/>
                  </a:lnTo>
                  <a:lnTo>
                    <a:pt x="1534789" y="7136"/>
                  </a:lnTo>
                  <a:lnTo>
                    <a:pt x="1524131" y="7234"/>
                  </a:lnTo>
                  <a:lnTo>
                    <a:pt x="1513473" y="7334"/>
                  </a:lnTo>
                  <a:lnTo>
                    <a:pt x="1502814" y="7435"/>
                  </a:lnTo>
                  <a:lnTo>
                    <a:pt x="1492156" y="7538"/>
                  </a:lnTo>
                  <a:lnTo>
                    <a:pt x="1481498" y="7642"/>
                  </a:lnTo>
                  <a:lnTo>
                    <a:pt x="1470839" y="7747"/>
                  </a:lnTo>
                  <a:lnTo>
                    <a:pt x="1460181" y="7853"/>
                  </a:lnTo>
                  <a:lnTo>
                    <a:pt x="1449523" y="7960"/>
                  </a:lnTo>
                  <a:lnTo>
                    <a:pt x="1438865" y="8067"/>
                  </a:lnTo>
                  <a:lnTo>
                    <a:pt x="1428206" y="8175"/>
                  </a:lnTo>
                  <a:lnTo>
                    <a:pt x="1417548" y="8283"/>
                  </a:lnTo>
                  <a:lnTo>
                    <a:pt x="1406890" y="8392"/>
                  </a:lnTo>
                  <a:lnTo>
                    <a:pt x="1396232" y="8501"/>
                  </a:lnTo>
                  <a:lnTo>
                    <a:pt x="1385573" y="8611"/>
                  </a:lnTo>
                  <a:lnTo>
                    <a:pt x="1374915" y="8721"/>
                  </a:lnTo>
                  <a:lnTo>
                    <a:pt x="1364257" y="8831"/>
                  </a:lnTo>
                  <a:lnTo>
                    <a:pt x="1353599" y="8942"/>
                  </a:lnTo>
                  <a:lnTo>
                    <a:pt x="1342940" y="9052"/>
                  </a:lnTo>
                  <a:lnTo>
                    <a:pt x="1332282" y="9163"/>
                  </a:lnTo>
                  <a:lnTo>
                    <a:pt x="1321624" y="9274"/>
                  </a:lnTo>
                  <a:lnTo>
                    <a:pt x="1310966" y="9385"/>
                  </a:lnTo>
                  <a:lnTo>
                    <a:pt x="1300307" y="9497"/>
                  </a:lnTo>
                  <a:lnTo>
                    <a:pt x="1289649" y="9608"/>
                  </a:lnTo>
                  <a:lnTo>
                    <a:pt x="1278991" y="9720"/>
                  </a:lnTo>
                  <a:lnTo>
                    <a:pt x="1268333" y="9831"/>
                  </a:lnTo>
                  <a:lnTo>
                    <a:pt x="1257674" y="9943"/>
                  </a:lnTo>
                  <a:lnTo>
                    <a:pt x="1247016" y="10055"/>
                  </a:lnTo>
                  <a:lnTo>
                    <a:pt x="1236358" y="10167"/>
                  </a:lnTo>
                  <a:lnTo>
                    <a:pt x="1225699" y="10279"/>
                  </a:lnTo>
                  <a:lnTo>
                    <a:pt x="1215041" y="10391"/>
                  </a:lnTo>
                  <a:lnTo>
                    <a:pt x="1204383" y="10504"/>
                  </a:lnTo>
                  <a:lnTo>
                    <a:pt x="1193725" y="10616"/>
                  </a:lnTo>
                  <a:lnTo>
                    <a:pt x="1183066" y="10728"/>
                  </a:lnTo>
                  <a:lnTo>
                    <a:pt x="1172408" y="10841"/>
                  </a:lnTo>
                  <a:lnTo>
                    <a:pt x="1161750" y="10953"/>
                  </a:lnTo>
                  <a:lnTo>
                    <a:pt x="1151092" y="11066"/>
                  </a:lnTo>
                  <a:lnTo>
                    <a:pt x="1140433" y="11178"/>
                  </a:lnTo>
                  <a:lnTo>
                    <a:pt x="1129775" y="11291"/>
                  </a:lnTo>
                  <a:lnTo>
                    <a:pt x="1119117" y="11404"/>
                  </a:lnTo>
                  <a:lnTo>
                    <a:pt x="1108459" y="11516"/>
                  </a:lnTo>
                  <a:lnTo>
                    <a:pt x="1097800" y="11629"/>
                  </a:lnTo>
                  <a:lnTo>
                    <a:pt x="1087142" y="11742"/>
                  </a:lnTo>
                  <a:lnTo>
                    <a:pt x="1076484" y="11855"/>
                  </a:lnTo>
                  <a:lnTo>
                    <a:pt x="1065826" y="11967"/>
                  </a:lnTo>
                  <a:lnTo>
                    <a:pt x="1055167" y="12080"/>
                  </a:lnTo>
                  <a:lnTo>
                    <a:pt x="1044509" y="12193"/>
                  </a:lnTo>
                  <a:lnTo>
                    <a:pt x="1033851" y="12306"/>
                  </a:lnTo>
                  <a:lnTo>
                    <a:pt x="1023193" y="12419"/>
                  </a:lnTo>
                  <a:lnTo>
                    <a:pt x="1012534" y="12532"/>
                  </a:lnTo>
                  <a:lnTo>
                    <a:pt x="1001876" y="12645"/>
                  </a:lnTo>
                  <a:lnTo>
                    <a:pt x="991218" y="12758"/>
                  </a:lnTo>
                  <a:lnTo>
                    <a:pt x="980559" y="12871"/>
                  </a:lnTo>
                  <a:lnTo>
                    <a:pt x="969901" y="12984"/>
                  </a:lnTo>
                  <a:lnTo>
                    <a:pt x="959243" y="13097"/>
                  </a:lnTo>
                  <a:lnTo>
                    <a:pt x="948585" y="13210"/>
                  </a:lnTo>
                  <a:lnTo>
                    <a:pt x="937926" y="13324"/>
                  </a:lnTo>
                  <a:lnTo>
                    <a:pt x="927268" y="13437"/>
                  </a:lnTo>
                  <a:lnTo>
                    <a:pt x="916610" y="13550"/>
                  </a:lnTo>
                  <a:lnTo>
                    <a:pt x="905952" y="13663"/>
                  </a:lnTo>
                  <a:lnTo>
                    <a:pt x="895293" y="13776"/>
                  </a:lnTo>
                  <a:lnTo>
                    <a:pt x="884635" y="13889"/>
                  </a:lnTo>
                  <a:lnTo>
                    <a:pt x="873977" y="14003"/>
                  </a:lnTo>
                  <a:lnTo>
                    <a:pt x="863319" y="14116"/>
                  </a:lnTo>
                  <a:lnTo>
                    <a:pt x="852660" y="14229"/>
                  </a:lnTo>
                  <a:lnTo>
                    <a:pt x="842002" y="14342"/>
                  </a:lnTo>
                  <a:lnTo>
                    <a:pt x="831344" y="14456"/>
                  </a:lnTo>
                  <a:lnTo>
                    <a:pt x="820686" y="14569"/>
                  </a:lnTo>
                  <a:lnTo>
                    <a:pt x="810027" y="14682"/>
                  </a:lnTo>
                  <a:lnTo>
                    <a:pt x="799369" y="14795"/>
                  </a:lnTo>
                  <a:lnTo>
                    <a:pt x="788711" y="14909"/>
                  </a:lnTo>
                  <a:lnTo>
                    <a:pt x="778053" y="15022"/>
                  </a:lnTo>
                  <a:lnTo>
                    <a:pt x="767394" y="15135"/>
                  </a:lnTo>
                  <a:lnTo>
                    <a:pt x="756736" y="15249"/>
                  </a:lnTo>
                  <a:lnTo>
                    <a:pt x="746078" y="15362"/>
                  </a:lnTo>
                  <a:lnTo>
                    <a:pt x="735419" y="15475"/>
                  </a:lnTo>
                  <a:lnTo>
                    <a:pt x="724761" y="15589"/>
                  </a:lnTo>
                  <a:lnTo>
                    <a:pt x="714103" y="15702"/>
                  </a:lnTo>
                  <a:lnTo>
                    <a:pt x="703445" y="15815"/>
                  </a:lnTo>
                  <a:lnTo>
                    <a:pt x="692786" y="15929"/>
                  </a:lnTo>
                  <a:lnTo>
                    <a:pt x="682128" y="16042"/>
                  </a:lnTo>
                  <a:lnTo>
                    <a:pt x="671470" y="16155"/>
                  </a:lnTo>
                  <a:lnTo>
                    <a:pt x="660812" y="16269"/>
                  </a:lnTo>
                  <a:lnTo>
                    <a:pt x="650153" y="16382"/>
                  </a:lnTo>
                  <a:lnTo>
                    <a:pt x="639495" y="16496"/>
                  </a:lnTo>
                  <a:lnTo>
                    <a:pt x="628837" y="16609"/>
                  </a:lnTo>
                  <a:lnTo>
                    <a:pt x="618179" y="16722"/>
                  </a:lnTo>
                  <a:lnTo>
                    <a:pt x="607520" y="16836"/>
                  </a:lnTo>
                  <a:lnTo>
                    <a:pt x="596862" y="16949"/>
                  </a:lnTo>
                  <a:lnTo>
                    <a:pt x="586204" y="17063"/>
                  </a:lnTo>
                  <a:lnTo>
                    <a:pt x="575546" y="17176"/>
                  </a:lnTo>
                  <a:lnTo>
                    <a:pt x="564887" y="17290"/>
                  </a:lnTo>
                  <a:lnTo>
                    <a:pt x="554229" y="17403"/>
                  </a:lnTo>
                  <a:lnTo>
                    <a:pt x="543571" y="17516"/>
                  </a:lnTo>
                  <a:lnTo>
                    <a:pt x="532913" y="17630"/>
                  </a:lnTo>
                  <a:lnTo>
                    <a:pt x="522254" y="17743"/>
                  </a:lnTo>
                  <a:lnTo>
                    <a:pt x="511596" y="17857"/>
                  </a:lnTo>
                  <a:lnTo>
                    <a:pt x="500938" y="17970"/>
                  </a:lnTo>
                  <a:lnTo>
                    <a:pt x="490279" y="18084"/>
                  </a:lnTo>
                  <a:lnTo>
                    <a:pt x="479621" y="18197"/>
                  </a:lnTo>
                  <a:lnTo>
                    <a:pt x="468963" y="18311"/>
                  </a:lnTo>
                  <a:lnTo>
                    <a:pt x="458305" y="18424"/>
                  </a:lnTo>
                  <a:lnTo>
                    <a:pt x="447646" y="18538"/>
                  </a:lnTo>
                  <a:lnTo>
                    <a:pt x="436988" y="18651"/>
                  </a:lnTo>
                  <a:lnTo>
                    <a:pt x="426330" y="18765"/>
                  </a:lnTo>
                  <a:lnTo>
                    <a:pt x="415672" y="18878"/>
                  </a:lnTo>
                  <a:lnTo>
                    <a:pt x="405013" y="18992"/>
                  </a:lnTo>
                  <a:lnTo>
                    <a:pt x="394355" y="19105"/>
                  </a:lnTo>
                  <a:lnTo>
                    <a:pt x="383697" y="19219"/>
                  </a:lnTo>
                  <a:lnTo>
                    <a:pt x="373039" y="19332"/>
                  </a:lnTo>
                  <a:lnTo>
                    <a:pt x="362380" y="19446"/>
                  </a:lnTo>
                  <a:lnTo>
                    <a:pt x="351722" y="19559"/>
                  </a:lnTo>
                  <a:lnTo>
                    <a:pt x="341064" y="19673"/>
                  </a:lnTo>
                  <a:lnTo>
                    <a:pt x="330406" y="19786"/>
                  </a:lnTo>
                  <a:lnTo>
                    <a:pt x="319747" y="19900"/>
                  </a:lnTo>
                  <a:lnTo>
                    <a:pt x="309089" y="20013"/>
                  </a:lnTo>
                  <a:lnTo>
                    <a:pt x="298431" y="20127"/>
                  </a:lnTo>
                  <a:lnTo>
                    <a:pt x="287773" y="20240"/>
                  </a:lnTo>
                  <a:lnTo>
                    <a:pt x="277114" y="20354"/>
                  </a:lnTo>
                  <a:lnTo>
                    <a:pt x="266456" y="20467"/>
                  </a:lnTo>
                  <a:lnTo>
                    <a:pt x="255798" y="20581"/>
                  </a:lnTo>
                  <a:lnTo>
                    <a:pt x="245139" y="20694"/>
                  </a:lnTo>
                  <a:lnTo>
                    <a:pt x="234481" y="20808"/>
                  </a:lnTo>
                  <a:lnTo>
                    <a:pt x="223823" y="20921"/>
                  </a:lnTo>
                  <a:lnTo>
                    <a:pt x="213165" y="21035"/>
                  </a:lnTo>
                  <a:lnTo>
                    <a:pt x="202506" y="21148"/>
                  </a:lnTo>
                  <a:lnTo>
                    <a:pt x="191848" y="21262"/>
                  </a:lnTo>
                  <a:lnTo>
                    <a:pt x="181190" y="21376"/>
                  </a:lnTo>
                  <a:lnTo>
                    <a:pt x="170532" y="21489"/>
                  </a:lnTo>
                  <a:lnTo>
                    <a:pt x="159873" y="21603"/>
                  </a:lnTo>
                  <a:lnTo>
                    <a:pt x="149215" y="21716"/>
                  </a:lnTo>
                  <a:lnTo>
                    <a:pt x="138557" y="21830"/>
                  </a:lnTo>
                  <a:lnTo>
                    <a:pt x="127899" y="21943"/>
                  </a:lnTo>
                  <a:lnTo>
                    <a:pt x="117240" y="22057"/>
                  </a:lnTo>
                  <a:lnTo>
                    <a:pt x="106582" y="22170"/>
                  </a:lnTo>
                  <a:lnTo>
                    <a:pt x="95924" y="22284"/>
                  </a:lnTo>
                  <a:lnTo>
                    <a:pt x="85266" y="22397"/>
                  </a:lnTo>
                  <a:lnTo>
                    <a:pt x="74607" y="22511"/>
                  </a:lnTo>
                  <a:lnTo>
                    <a:pt x="63949" y="22625"/>
                  </a:lnTo>
                  <a:lnTo>
                    <a:pt x="53291" y="22738"/>
                  </a:lnTo>
                  <a:lnTo>
                    <a:pt x="42633" y="22852"/>
                  </a:lnTo>
                  <a:lnTo>
                    <a:pt x="31974" y="22965"/>
                  </a:lnTo>
                  <a:lnTo>
                    <a:pt x="21316" y="23079"/>
                  </a:lnTo>
                  <a:lnTo>
                    <a:pt x="10658" y="23192"/>
                  </a:lnTo>
                  <a:lnTo>
                    <a:pt x="0" y="23306"/>
                  </a:lnTo>
                  <a:close/>
                </a:path>
              </a:pathLst>
            </a:custGeom>
            <a:solidFill>
              <a:srgbClr val="3288B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840367" y="3291988"/>
              <a:ext cx="2120993" cy="5298"/>
            </a:xfrm>
            <a:custGeom>
              <a:avLst/>
              <a:pathLst>
                <a:path w="2120993" h="5298">
                  <a:moveTo>
                    <a:pt x="0" y="0"/>
                  </a:moveTo>
                  <a:lnTo>
                    <a:pt x="10658" y="37"/>
                  </a:lnTo>
                  <a:lnTo>
                    <a:pt x="21316" y="75"/>
                  </a:lnTo>
                  <a:lnTo>
                    <a:pt x="31974" y="112"/>
                  </a:lnTo>
                  <a:lnTo>
                    <a:pt x="42633" y="150"/>
                  </a:lnTo>
                  <a:lnTo>
                    <a:pt x="53291" y="188"/>
                  </a:lnTo>
                  <a:lnTo>
                    <a:pt x="63949" y="225"/>
                  </a:lnTo>
                  <a:lnTo>
                    <a:pt x="74607" y="263"/>
                  </a:lnTo>
                  <a:lnTo>
                    <a:pt x="85266" y="301"/>
                  </a:lnTo>
                  <a:lnTo>
                    <a:pt x="95924" y="338"/>
                  </a:lnTo>
                  <a:lnTo>
                    <a:pt x="106582" y="376"/>
                  </a:lnTo>
                  <a:lnTo>
                    <a:pt x="117240" y="414"/>
                  </a:lnTo>
                  <a:lnTo>
                    <a:pt x="127899" y="451"/>
                  </a:lnTo>
                  <a:lnTo>
                    <a:pt x="138557" y="489"/>
                  </a:lnTo>
                  <a:lnTo>
                    <a:pt x="149215" y="526"/>
                  </a:lnTo>
                  <a:lnTo>
                    <a:pt x="159873" y="564"/>
                  </a:lnTo>
                  <a:lnTo>
                    <a:pt x="170532" y="602"/>
                  </a:lnTo>
                  <a:lnTo>
                    <a:pt x="181190" y="639"/>
                  </a:lnTo>
                  <a:lnTo>
                    <a:pt x="191848" y="677"/>
                  </a:lnTo>
                  <a:lnTo>
                    <a:pt x="202506" y="715"/>
                  </a:lnTo>
                  <a:lnTo>
                    <a:pt x="213165" y="752"/>
                  </a:lnTo>
                  <a:lnTo>
                    <a:pt x="223823" y="790"/>
                  </a:lnTo>
                  <a:lnTo>
                    <a:pt x="234481" y="827"/>
                  </a:lnTo>
                  <a:lnTo>
                    <a:pt x="245139" y="865"/>
                  </a:lnTo>
                  <a:lnTo>
                    <a:pt x="255798" y="903"/>
                  </a:lnTo>
                  <a:lnTo>
                    <a:pt x="266456" y="940"/>
                  </a:lnTo>
                  <a:lnTo>
                    <a:pt x="277114" y="978"/>
                  </a:lnTo>
                  <a:lnTo>
                    <a:pt x="287773" y="1016"/>
                  </a:lnTo>
                  <a:lnTo>
                    <a:pt x="298431" y="1053"/>
                  </a:lnTo>
                  <a:lnTo>
                    <a:pt x="309089" y="1091"/>
                  </a:lnTo>
                  <a:lnTo>
                    <a:pt x="319747" y="1128"/>
                  </a:lnTo>
                  <a:lnTo>
                    <a:pt x="330406" y="1166"/>
                  </a:lnTo>
                  <a:lnTo>
                    <a:pt x="341064" y="1204"/>
                  </a:lnTo>
                  <a:lnTo>
                    <a:pt x="351722" y="1241"/>
                  </a:lnTo>
                  <a:lnTo>
                    <a:pt x="362380" y="1279"/>
                  </a:lnTo>
                  <a:lnTo>
                    <a:pt x="373039" y="1316"/>
                  </a:lnTo>
                  <a:lnTo>
                    <a:pt x="383697" y="1354"/>
                  </a:lnTo>
                  <a:lnTo>
                    <a:pt x="394355" y="1391"/>
                  </a:lnTo>
                  <a:lnTo>
                    <a:pt x="405013" y="1429"/>
                  </a:lnTo>
                  <a:lnTo>
                    <a:pt x="415672" y="1467"/>
                  </a:lnTo>
                  <a:lnTo>
                    <a:pt x="426330" y="1504"/>
                  </a:lnTo>
                  <a:lnTo>
                    <a:pt x="436988" y="1542"/>
                  </a:lnTo>
                  <a:lnTo>
                    <a:pt x="447646" y="1579"/>
                  </a:lnTo>
                  <a:lnTo>
                    <a:pt x="458305" y="1617"/>
                  </a:lnTo>
                  <a:lnTo>
                    <a:pt x="468963" y="1654"/>
                  </a:lnTo>
                  <a:lnTo>
                    <a:pt x="479621" y="1692"/>
                  </a:lnTo>
                  <a:lnTo>
                    <a:pt x="490279" y="1730"/>
                  </a:lnTo>
                  <a:lnTo>
                    <a:pt x="500938" y="1767"/>
                  </a:lnTo>
                  <a:lnTo>
                    <a:pt x="511596" y="1805"/>
                  </a:lnTo>
                  <a:lnTo>
                    <a:pt x="522254" y="1842"/>
                  </a:lnTo>
                  <a:lnTo>
                    <a:pt x="532913" y="1880"/>
                  </a:lnTo>
                  <a:lnTo>
                    <a:pt x="543571" y="1917"/>
                  </a:lnTo>
                  <a:lnTo>
                    <a:pt x="554229" y="1955"/>
                  </a:lnTo>
                  <a:lnTo>
                    <a:pt x="564887" y="1992"/>
                  </a:lnTo>
                  <a:lnTo>
                    <a:pt x="575546" y="2030"/>
                  </a:lnTo>
                  <a:lnTo>
                    <a:pt x="586204" y="2067"/>
                  </a:lnTo>
                  <a:lnTo>
                    <a:pt x="596862" y="2105"/>
                  </a:lnTo>
                  <a:lnTo>
                    <a:pt x="607520" y="2142"/>
                  </a:lnTo>
                  <a:lnTo>
                    <a:pt x="618179" y="2180"/>
                  </a:lnTo>
                  <a:lnTo>
                    <a:pt x="628837" y="2217"/>
                  </a:lnTo>
                  <a:lnTo>
                    <a:pt x="639495" y="2255"/>
                  </a:lnTo>
                  <a:lnTo>
                    <a:pt x="650153" y="2292"/>
                  </a:lnTo>
                  <a:lnTo>
                    <a:pt x="660812" y="2330"/>
                  </a:lnTo>
                  <a:lnTo>
                    <a:pt x="671470" y="2367"/>
                  </a:lnTo>
                  <a:lnTo>
                    <a:pt x="682128" y="2405"/>
                  </a:lnTo>
                  <a:lnTo>
                    <a:pt x="692786" y="2442"/>
                  </a:lnTo>
                  <a:lnTo>
                    <a:pt x="703445" y="2480"/>
                  </a:lnTo>
                  <a:lnTo>
                    <a:pt x="714103" y="2517"/>
                  </a:lnTo>
                  <a:lnTo>
                    <a:pt x="724761" y="2554"/>
                  </a:lnTo>
                  <a:lnTo>
                    <a:pt x="735419" y="2592"/>
                  </a:lnTo>
                  <a:lnTo>
                    <a:pt x="746078" y="2629"/>
                  </a:lnTo>
                  <a:lnTo>
                    <a:pt x="756736" y="2667"/>
                  </a:lnTo>
                  <a:lnTo>
                    <a:pt x="767394" y="2704"/>
                  </a:lnTo>
                  <a:lnTo>
                    <a:pt x="778053" y="2741"/>
                  </a:lnTo>
                  <a:lnTo>
                    <a:pt x="788711" y="2779"/>
                  </a:lnTo>
                  <a:lnTo>
                    <a:pt x="799369" y="2816"/>
                  </a:lnTo>
                  <a:lnTo>
                    <a:pt x="810027" y="2854"/>
                  </a:lnTo>
                  <a:lnTo>
                    <a:pt x="820686" y="2891"/>
                  </a:lnTo>
                  <a:lnTo>
                    <a:pt x="831344" y="2928"/>
                  </a:lnTo>
                  <a:lnTo>
                    <a:pt x="842002" y="2966"/>
                  </a:lnTo>
                  <a:lnTo>
                    <a:pt x="852660" y="3003"/>
                  </a:lnTo>
                  <a:lnTo>
                    <a:pt x="863319" y="3040"/>
                  </a:lnTo>
                  <a:lnTo>
                    <a:pt x="873977" y="3078"/>
                  </a:lnTo>
                  <a:lnTo>
                    <a:pt x="884635" y="3115"/>
                  </a:lnTo>
                  <a:lnTo>
                    <a:pt x="895293" y="3152"/>
                  </a:lnTo>
                  <a:lnTo>
                    <a:pt x="905952" y="3189"/>
                  </a:lnTo>
                  <a:lnTo>
                    <a:pt x="916610" y="3227"/>
                  </a:lnTo>
                  <a:lnTo>
                    <a:pt x="927268" y="3264"/>
                  </a:lnTo>
                  <a:lnTo>
                    <a:pt x="937926" y="3301"/>
                  </a:lnTo>
                  <a:lnTo>
                    <a:pt x="948585" y="3338"/>
                  </a:lnTo>
                  <a:lnTo>
                    <a:pt x="959243" y="3375"/>
                  </a:lnTo>
                  <a:lnTo>
                    <a:pt x="969901" y="3413"/>
                  </a:lnTo>
                  <a:lnTo>
                    <a:pt x="980559" y="3450"/>
                  </a:lnTo>
                  <a:lnTo>
                    <a:pt x="991218" y="3487"/>
                  </a:lnTo>
                  <a:lnTo>
                    <a:pt x="1001876" y="3524"/>
                  </a:lnTo>
                  <a:lnTo>
                    <a:pt x="1012534" y="3561"/>
                  </a:lnTo>
                  <a:lnTo>
                    <a:pt x="1023193" y="3598"/>
                  </a:lnTo>
                  <a:lnTo>
                    <a:pt x="1033851" y="3635"/>
                  </a:lnTo>
                  <a:lnTo>
                    <a:pt x="1044509" y="3672"/>
                  </a:lnTo>
                  <a:lnTo>
                    <a:pt x="1055167" y="3709"/>
                  </a:lnTo>
                  <a:lnTo>
                    <a:pt x="1065826" y="3746"/>
                  </a:lnTo>
                  <a:lnTo>
                    <a:pt x="1076484" y="3783"/>
                  </a:lnTo>
                  <a:lnTo>
                    <a:pt x="1087142" y="3820"/>
                  </a:lnTo>
                  <a:lnTo>
                    <a:pt x="1097800" y="3857"/>
                  </a:lnTo>
                  <a:lnTo>
                    <a:pt x="1108459" y="3894"/>
                  </a:lnTo>
                  <a:lnTo>
                    <a:pt x="1119117" y="3930"/>
                  </a:lnTo>
                  <a:lnTo>
                    <a:pt x="1129775" y="3967"/>
                  </a:lnTo>
                  <a:lnTo>
                    <a:pt x="1140433" y="4004"/>
                  </a:lnTo>
                  <a:lnTo>
                    <a:pt x="1151092" y="4040"/>
                  </a:lnTo>
                  <a:lnTo>
                    <a:pt x="1161750" y="4077"/>
                  </a:lnTo>
                  <a:lnTo>
                    <a:pt x="1172408" y="4114"/>
                  </a:lnTo>
                  <a:lnTo>
                    <a:pt x="1183066" y="4150"/>
                  </a:lnTo>
                  <a:lnTo>
                    <a:pt x="1193725" y="4187"/>
                  </a:lnTo>
                  <a:lnTo>
                    <a:pt x="1204383" y="4223"/>
                  </a:lnTo>
                  <a:lnTo>
                    <a:pt x="1215041" y="4259"/>
                  </a:lnTo>
                  <a:lnTo>
                    <a:pt x="1225699" y="4296"/>
                  </a:lnTo>
                  <a:lnTo>
                    <a:pt x="1236358" y="4332"/>
                  </a:lnTo>
                  <a:lnTo>
                    <a:pt x="1247016" y="4368"/>
                  </a:lnTo>
                  <a:lnTo>
                    <a:pt x="1257674" y="4404"/>
                  </a:lnTo>
                  <a:lnTo>
                    <a:pt x="1268333" y="4440"/>
                  </a:lnTo>
                  <a:lnTo>
                    <a:pt x="1278991" y="4475"/>
                  </a:lnTo>
                  <a:lnTo>
                    <a:pt x="1289649" y="4511"/>
                  </a:lnTo>
                  <a:lnTo>
                    <a:pt x="1300307" y="4547"/>
                  </a:lnTo>
                  <a:lnTo>
                    <a:pt x="1310966" y="4582"/>
                  </a:lnTo>
                  <a:lnTo>
                    <a:pt x="1321624" y="4617"/>
                  </a:lnTo>
                  <a:lnTo>
                    <a:pt x="1332282" y="4652"/>
                  </a:lnTo>
                  <a:lnTo>
                    <a:pt x="1342940" y="4687"/>
                  </a:lnTo>
                  <a:lnTo>
                    <a:pt x="1353599" y="4722"/>
                  </a:lnTo>
                  <a:lnTo>
                    <a:pt x="1364257" y="4757"/>
                  </a:lnTo>
                  <a:lnTo>
                    <a:pt x="1374915" y="4791"/>
                  </a:lnTo>
                  <a:lnTo>
                    <a:pt x="1385573" y="4825"/>
                  </a:lnTo>
                  <a:lnTo>
                    <a:pt x="1396232" y="4859"/>
                  </a:lnTo>
                  <a:lnTo>
                    <a:pt x="1406890" y="4892"/>
                  </a:lnTo>
                  <a:lnTo>
                    <a:pt x="1417548" y="4925"/>
                  </a:lnTo>
                  <a:lnTo>
                    <a:pt x="1428206" y="4957"/>
                  </a:lnTo>
                  <a:lnTo>
                    <a:pt x="1438865" y="4989"/>
                  </a:lnTo>
                  <a:lnTo>
                    <a:pt x="1449523" y="5021"/>
                  </a:lnTo>
                  <a:lnTo>
                    <a:pt x="1460181" y="5052"/>
                  </a:lnTo>
                  <a:lnTo>
                    <a:pt x="1470839" y="5082"/>
                  </a:lnTo>
                  <a:lnTo>
                    <a:pt x="1481498" y="5111"/>
                  </a:lnTo>
                  <a:lnTo>
                    <a:pt x="1492156" y="5139"/>
                  </a:lnTo>
                  <a:lnTo>
                    <a:pt x="1502814" y="5166"/>
                  </a:lnTo>
                  <a:lnTo>
                    <a:pt x="1513473" y="5191"/>
                  </a:lnTo>
                  <a:lnTo>
                    <a:pt x="1524131" y="5215"/>
                  </a:lnTo>
                  <a:lnTo>
                    <a:pt x="1534789" y="5237"/>
                  </a:lnTo>
                  <a:lnTo>
                    <a:pt x="1545447" y="5256"/>
                  </a:lnTo>
                  <a:lnTo>
                    <a:pt x="1556106" y="5273"/>
                  </a:lnTo>
                  <a:lnTo>
                    <a:pt x="1566764" y="5286"/>
                  </a:lnTo>
                  <a:lnTo>
                    <a:pt x="1577422" y="5294"/>
                  </a:lnTo>
                  <a:lnTo>
                    <a:pt x="1588080" y="5298"/>
                  </a:lnTo>
                  <a:lnTo>
                    <a:pt x="1598739" y="5295"/>
                  </a:lnTo>
                  <a:lnTo>
                    <a:pt x="1609397" y="5286"/>
                  </a:lnTo>
                  <a:lnTo>
                    <a:pt x="1620055" y="5268"/>
                  </a:lnTo>
                  <a:lnTo>
                    <a:pt x="1630713" y="5241"/>
                  </a:lnTo>
                  <a:lnTo>
                    <a:pt x="1641372" y="5205"/>
                  </a:lnTo>
                  <a:lnTo>
                    <a:pt x="1652030" y="5160"/>
                  </a:lnTo>
                  <a:lnTo>
                    <a:pt x="1662688" y="5105"/>
                  </a:lnTo>
                  <a:lnTo>
                    <a:pt x="1673346" y="5042"/>
                  </a:lnTo>
                  <a:lnTo>
                    <a:pt x="1684005" y="4972"/>
                  </a:lnTo>
                  <a:lnTo>
                    <a:pt x="1694663" y="4895"/>
                  </a:lnTo>
                  <a:lnTo>
                    <a:pt x="1705321" y="4812"/>
                  </a:lnTo>
                  <a:lnTo>
                    <a:pt x="1715979" y="4725"/>
                  </a:lnTo>
                  <a:lnTo>
                    <a:pt x="1726638" y="4634"/>
                  </a:lnTo>
                  <a:lnTo>
                    <a:pt x="1737296" y="4540"/>
                  </a:lnTo>
                  <a:lnTo>
                    <a:pt x="1747954" y="4443"/>
                  </a:lnTo>
                  <a:lnTo>
                    <a:pt x="1758613" y="4344"/>
                  </a:lnTo>
                  <a:lnTo>
                    <a:pt x="1769271" y="4244"/>
                  </a:lnTo>
                  <a:lnTo>
                    <a:pt x="1779929" y="4141"/>
                  </a:lnTo>
                  <a:lnTo>
                    <a:pt x="1790587" y="4038"/>
                  </a:lnTo>
                  <a:lnTo>
                    <a:pt x="1801246" y="3933"/>
                  </a:lnTo>
                  <a:lnTo>
                    <a:pt x="1811904" y="3828"/>
                  </a:lnTo>
                  <a:lnTo>
                    <a:pt x="1822562" y="3721"/>
                  </a:lnTo>
                  <a:lnTo>
                    <a:pt x="1833220" y="3614"/>
                  </a:lnTo>
                  <a:lnTo>
                    <a:pt x="1843879" y="3506"/>
                  </a:lnTo>
                  <a:lnTo>
                    <a:pt x="1854537" y="3398"/>
                  </a:lnTo>
                  <a:lnTo>
                    <a:pt x="1865195" y="3289"/>
                  </a:lnTo>
                  <a:lnTo>
                    <a:pt x="1875853" y="3180"/>
                  </a:lnTo>
                  <a:lnTo>
                    <a:pt x="1886512" y="3071"/>
                  </a:lnTo>
                  <a:lnTo>
                    <a:pt x="1897170" y="2961"/>
                  </a:lnTo>
                  <a:lnTo>
                    <a:pt x="1907828" y="2851"/>
                  </a:lnTo>
                  <a:lnTo>
                    <a:pt x="1918486" y="2741"/>
                  </a:lnTo>
                  <a:lnTo>
                    <a:pt x="1929145" y="2630"/>
                  </a:lnTo>
                  <a:lnTo>
                    <a:pt x="1939803" y="2519"/>
                  </a:lnTo>
                  <a:lnTo>
                    <a:pt x="1950461" y="2408"/>
                  </a:lnTo>
                  <a:lnTo>
                    <a:pt x="1961119" y="2297"/>
                  </a:lnTo>
                  <a:lnTo>
                    <a:pt x="1971778" y="2186"/>
                  </a:lnTo>
                  <a:lnTo>
                    <a:pt x="1982436" y="2075"/>
                  </a:lnTo>
                  <a:lnTo>
                    <a:pt x="1993094" y="1963"/>
                  </a:lnTo>
                  <a:lnTo>
                    <a:pt x="2003753" y="1851"/>
                  </a:lnTo>
                  <a:lnTo>
                    <a:pt x="2014411" y="1740"/>
                  </a:lnTo>
                  <a:lnTo>
                    <a:pt x="2025069" y="1628"/>
                  </a:lnTo>
                  <a:lnTo>
                    <a:pt x="2035727" y="1516"/>
                  </a:lnTo>
                  <a:lnTo>
                    <a:pt x="2046386" y="1404"/>
                  </a:lnTo>
                  <a:lnTo>
                    <a:pt x="2057044" y="1292"/>
                  </a:lnTo>
                  <a:lnTo>
                    <a:pt x="2067702" y="1179"/>
                  </a:lnTo>
                  <a:lnTo>
                    <a:pt x="2078360" y="1067"/>
                  </a:lnTo>
                  <a:lnTo>
                    <a:pt x="2089019" y="955"/>
                  </a:lnTo>
                  <a:lnTo>
                    <a:pt x="2099677" y="842"/>
                  </a:lnTo>
                  <a:lnTo>
                    <a:pt x="2110335" y="730"/>
                  </a:lnTo>
                  <a:lnTo>
                    <a:pt x="2120993" y="6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40367" y="3298327"/>
              <a:ext cx="2120993" cy="16967"/>
            </a:xfrm>
            <a:custGeom>
              <a:avLst/>
              <a:pathLst>
                <a:path w="2120993" h="16967">
                  <a:moveTo>
                    <a:pt x="2120993" y="1241"/>
                  </a:moveTo>
                  <a:lnTo>
                    <a:pt x="2110335" y="1205"/>
                  </a:lnTo>
                  <a:lnTo>
                    <a:pt x="2099677" y="1168"/>
                  </a:lnTo>
                  <a:lnTo>
                    <a:pt x="2089019" y="1132"/>
                  </a:lnTo>
                  <a:lnTo>
                    <a:pt x="2078360" y="1095"/>
                  </a:lnTo>
                  <a:lnTo>
                    <a:pt x="2067702" y="1059"/>
                  </a:lnTo>
                  <a:lnTo>
                    <a:pt x="2057044" y="1023"/>
                  </a:lnTo>
                  <a:lnTo>
                    <a:pt x="2046386" y="986"/>
                  </a:lnTo>
                  <a:lnTo>
                    <a:pt x="2035727" y="950"/>
                  </a:lnTo>
                  <a:lnTo>
                    <a:pt x="2025069" y="914"/>
                  </a:lnTo>
                  <a:lnTo>
                    <a:pt x="2014411" y="878"/>
                  </a:lnTo>
                  <a:lnTo>
                    <a:pt x="2003753" y="842"/>
                  </a:lnTo>
                  <a:lnTo>
                    <a:pt x="1993094" y="807"/>
                  </a:lnTo>
                  <a:lnTo>
                    <a:pt x="1982436" y="771"/>
                  </a:lnTo>
                  <a:lnTo>
                    <a:pt x="1971778" y="735"/>
                  </a:lnTo>
                  <a:lnTo>
                    <a:pt x="1961119" y="700"/>
                  </a:lnTo>
                  <a:lnTo>
                    <a:pt x="1950461" y="665"/>
                  </a:lnTo>
                  <a:lnTo>
                    <a:pt x="1939803" y="630"/>
                  </a:lnTo>
                  <a:lnTo>
                    <a:pt x="1929145" y="595"/>
                  </a:lnTo>
                  <a:lnTo>
                    <a:pt x="1918486" y="560"/>
                  </a:lnTo>
                  <a:lnTo>
                    <a:pt x="1907828" y="526"/>
                  </a:lnTo>
                  <a:lnTo>
                    <a:pt x="1897170" y="492"/>
                  </a:lnTo>
                  <a:lnTo>
                    <a:pt x="1886512" y="458"/>
                  </a:lnTo>
                  <a:lnTo>
                    <a:pt x="1875853" y="424"/>
                  </a:lnTo>
                  <a:lnTo>
                    <a:pt x="1865195" y="391"/>
                  </a:lnTo>
                  <a:lnTo>
                    <a:pt x="1854537" y="359"/>
                  </a:lnTo>
                  <a:lnTo>
                    <a:pt x="1843879" y="326"/>
                  </a:lnTo>
                  <a:lnTo>
                    <a:pt x="1833220" y="294"/>
                  </a:lnTo>
                  <a:lnTo>
                    <a:pt x="1822562" y="263"/>
                  </a:lnTo>
                  <a:lnTo>
                    <a:pt x="1811904" y="233"/>
                  </a:lnTo>
                  <a:lnTo>
                    <a:pt x="1801246" y="203"/>
                  </a:lnTo>
                  <a:lnTo>
                    <a:pt x="1790587" y="174"/>
                  </a:lnTo>
                  <a:lnTo>
                    <a:pt x="1779929" y="147"/>
                  </a:lnTo>
                  <a:lnTo>
                    <a:pt x="1769271" y="120"/>
                  </a:lnTo>
                  <a:lnTo>
                    <a:pt x="1758613" y="96"/>
                  </a:lnTo>
                  <a:lnTo>
                    <a:pt x="1747954" y="73"/>
                  </a:lnTo>
                  <a:lnTo>
                    <a:pt x="1737296" y="52"/>
                  </a:lnTo>
                  <a:lnTo>
                    <a:pt x="1726638" y="33"/>
                  </a:lnTo>
                  <a:lnTo>
                    <a:pt x="1715979" y="18"/>
                  </a:lnTo>
                  <a:lnTo>
                    <a:pt x="1705321" y="7"/>
                  </a:lnTo>
                  <a:lnTo>
                    <a:pt x="1694663" y="1"/>
                  </a:lnTo>
                  <a:lnTo>
                    <a:pt x="1684005" y="0"/>
                  </a:lnTo>
                  <a:lnTo>
                    <a:pt x="1673346" y="5"/>
                  </a:lnTo>
                  <a:lnTo>
                    <a:pt x="1662688" y="18"/>
                  </a:lnTo>
                  <a:lnTo>
                    <a:pt x="1652030" y="39"/>
                  </a:lnTo>
                  <a:lnTo>
                    <a:pt x="1641372" y="70"/>
                  </a:lnTo>
                  <a:lnTo>
                    <a:pt x="1630713" y="110"/>
                  </a:lnTo>
                  <a:lnTo>
                    <a:pt x="1620055" y="159"/>
                  </a:lnTo>
                  <a:lnTo>
                    <a:pt x="1609397" y="217"/>
                  </a:lnTo>
                  <a:lnTo>
                    <a:pt x="1598739" y="283"/>
                  </a:lnTo>
                  <a:lnTo>
                    <a:pt x="1588080" y="357"/>
                  </a:lnTo>
                  <a:lnTo>
                    <a:pt x="1577422" y="436"/>
                  </a:lnTo>
                  <a:lnTo>
                    <a:pt x="1566764" y="521"/>
                  </a:lnTo>
                  <a:lnTo>
                    <a:pt x="1556106" y="610"/>
                  </a:lnTo>
                  <a:lnTo>
                    <a:pt x="1545447" y="702"/>
                  </a:lnTo>
                  <a:lnTo>
                    <a:pt x="1534789" y="797"/>
                  </a:lnTo>
                  <a:lnTo>
                    <a:pt x="1524131" y="895"/>
                  </a:lnTo>
                  <a:lnTo>
                    <a:pt x="1513473" y="995"/>
                  </a:lnTo>
                  <a:lnTo>
                    <a:pt x="1502814" y="1096"/>
                  </a:lnTo>
                  <a:lnTo>
                    <a:pt x="1492156" y="1199"/>
                  </a:lnTo>
                  <a:lnTo>
                    <a:pt x="1481498" y="1303"/>
                  </a:lnTo>
                  <a:lnTo>
                    <a:pt x="1470839" y="1408"/>
                  </a:lnTo>
                  <a:lnTo>
                    <a:pt x="1460181" y="1514"/>
                  </a:lnTo>
                  <a:lnTo>
                    <a:pt x="1449523" y="1621"/>
                  </a:lnTo>
                  <a:lnTo>
                    <a:pt x="1438865" y="1728"/>
                  </a:lnTo>
                  <a:lnTo>
                    <a:pt x="1428206" y="1836"/>
                  </a:lnTo>
                  <a:lnTo>
                    <a:pt x="1417548" y="1945"/>
                  </a:lnTo>
                  <a:lnTo>
                    <a:pt x="1406890" y="2053"/>
                  </a:lnTo>
                  <a:lnTo>
                    <a:pt x="1396232" y="2163"/>
                  </a:lnTo>
                  <a:lnTo>
                    <a:pt x="1385573" y="2272"/>
                  </a:lnTo>
                  <a:lnTo>
                    <a:pt x="1374915" y="2382"/>
                  </a:lnTo>
                  <a:lnTo>
                    <a:pt x="1364257" y="2492"/>
                  </a:lnTo>
                  <a:lnTo>
                    <a:pt x="1353599" y="2603"/>
                  </a:lnTo>
                  <a:lnTo>
                    <a:pt x="1342940" y="2713"/>
                  </a:lnTo>
                  <a:lnTo>
                    <a:pt x="1332282" y="2824"/>
                  </a:lnTo>
                  <a:lnTo>
                    <a:pt x="1321624" y="2935"/>
                  </a:lnTo>
                  <a:lnTo>
                    <a:pt x="1310966" y="3046"/>
                  </a:lnTo>
                  <a:lnTo>
                    <a:pt x="1300307" y="3158"/>
                  </a:lnTo>
                  <a:lnTo>
                    <a:pt x="1289649" y="3269"/>
                  </a:lnTo>
                  <a:lnTo>
                    <a:pt x="1278991" y="3381"/>
                  </a:lnTo>
                  <a:lnTo>
                    <a:pt x="1268333" y="3493"/>
                  </a:lnTo>
                  <a:lnTo>
                    <a:pt x="1257674" y="3604"/>
                  </a:lnTo>
                  <a:lnTo>
                    <a:pt x="1247016" y="3716"/>
                  </a:lnTo>
                  <a:lnTo>
                    <a:pt x="1236358" y="3828"/>
                  </a:lnTo>
                  <a:lnTo>
                    <a:pt x="1225699" y="3940"/>
                  </a:lnTo>
                  <a:lnTo>
                    <a:pt x="1215041" y="4053"/>
                  </a:lnTo>
                  <a:lnTo>
                    <a:pt x="1204383" y="4165"/>
                  </a:lnTo>
                  <a:lnTo>
                    <a:pt x="1193725" y="4277"/>
                  </a:lnTo>
                  <a:lnTo>
                    <a:pt x="1183066" y="4389"/>
                  </a:lnTo>
                  <a:lnTo>
                    <a:pt x="1172408" y="4502"/>
                  </a:lnTo>
                  <a:lnTo>
                    <a:pt x="1161750" y="4614"/>
                  </a:lnTo>
                  <a:lnTo>
                    <a:pt x="1151092" y="4727"/>
                  </a:lnTo>
                  <a:lnTo>
                    <a:pt x="1140433" y="4839"/>
                  </a:lnTo>
                  <a:lnTo>
                    <a:pt x="1129775" y="4952"/>
                  </a:lnTo>
                  <a:lnTo>
                    <a:pt x="1119117" y="5065"/>
                  </a:lnTo>
                  <a:lnTo>
                    <a:pt x="1108459" y="5177"/>
                  </a:lnTo>
                  <a:lnTo>
                    <a:pt x="1097800" y="5290"/>
                  </a:lnTo>
                  <a:lnTo>
                    <a:pt x="1087142" y="5403"/>
                  </a:lnTo>
                  <a:lnTo>
                    <a:pt x="1076484" y="5516"/>
                  </a:lnTo>
                  <a:lnTo>
                    <a:pt x="1065826" y="5629"/>
                  </a:lnTo>
                  <a:lnTo>
                    <a:pt x="1055167" y="5742"/>
                  </a:lnTo>
                  <a:lnTo>
                    <a:pt x="1044509" y="5854"/>
                  </a:lnTo>
                  <a:lnTo>
                    <a:pt x="1033851" y="5967"/>
                  </a:lnTo>
                  <a:lnTo>
                    <a:pt x="1023193" y="6080"/>
                  </a:lnTo>
                  <a:lnTo>
                    <a:pt x="1012534" y="6193"/>
                  </a:lnTo>
                  <a:lnTo>
                    <a:pt x="1001876" y="6306"/>
                  </a:lnTo>
                  <a:lnTo>
                    <a:pt x="991218" y="6419"/>
                  </a:lnTo>
                  <a:lnTo>
                    <a:pt x="980559" y="6532"/>
                  </a:lnTo>
                  <a:lnTo>
                    <a:pt x="969901" y="6645"/>
                  </a:lnTo>
                  <a:lnTo>
                    <a:pt x="959243" y="6758"/>
                  </a:lnTo>
                  <a:lnTo>
                    <a:pt x="948585" y="6872"/>
                  </a:lnTo>
                  <a:lnTo>
                    <a:pt x="937926" y="6985"/>
                  </a:lnTo>
                  <a:lnTo>
                    <a:pt x="927268" y="7098"/>
                  </a:lnTo>
                  <a:lnTo>
                    <a:pt x="916610" y="7211"/>
                  </a:lnTo>
                  <a:lnTo>
                    <a:pt x="905952" y="7324"/>
                  </a:lnTo>
                  <a:lnTo>
                    <a:pt x="895293" y="7437"/>
                  </a:lnTo>
                  <a:lnTo>
                    <a:pt x="884635" y="7551"/>
                  </a:lnTo>
                  <a:lnTo>
                    <a:pt x="873977" y="7664"/>
                  </a:lnTo>
                  <a:lnTo>
                    <a:pt x="863319" y="7777"/>
                  </a:lnTo>
                  <a:lnTo>
                    <a:pt x="852660" y="7890"/>
                  </a:lnTo>
                  <a:lnTo>
                    <a:pt x="842002" y="8003"/>
                  </a:lnTo>
                  <a:lnTo>
                    <a:pt x="831344" y="8117"/>
                  </a:lnTo>
                  <a:lnTo>
                    <a:pt x="820686" y="8230"/>
                  </a:lnTo>
                  <a:lnTo>
                    <a:pt x="810027" y="8343"/>
                  </a:lnTo>
                  <a:lnTo>
                    <a:pt x="799369" y="8457"/>
                  </a:lnTo>
                  <a:lnTo>
                    <a:pt x="788711" y="8570"/>
                  </a:lnTo>
                  <a:lnTo>
                    <a:pt x="778053" y="8683"/>
                  </a:lnTo>
                  <a:lnTo>
                    <a:pt x="767394" y="8796"/>
                  </a:lnTo>
                  <a:lnTo>
                    <a:pt x="756736" y="8910"/>
                  </a:lnTo>
                  <a:lnTo>
                    <a:pt x="746078" y="9023"/>
                  </a:lnTo>
                  <a:lnTo>
                    <a:pt x="735419" y="9136"/>
                  </a:lnTo>
                  <a:lnTo>
                    <a:pt x="724761" y="9250"/>
                  </a:lnTo>
                  <a:lnTo>
                    <a:pt x="714103" y="9363"/>
                  </a:lnTo>
                  <a:lnTo>
                    <a:pt x="703445" y="9476"/>
                  </a:lnTo>
                  <a:lnTo>
                    <a:pt x="692786" y="9590"/>
                  </a:lnTo>
                  <a:lnTo>
                    <a:pt x="682128" y="9703"/>
                  </a:lnTo>
                  <a:lnTo>
                    <a:pt x="671470" y="9817"/>
                  </a:lnTo>
                  <a:lnTo>
                    <a:pt x="660812" y="9930"/>
                  </a:lnTo>
                  <a:lnTo>
                    <a:pt x="650153" y="10043"/>
                  </a:lnTo>
                  <a:lnTo>
                    <a:pt x="639495" y="10157"/>
                  </a:lnTo>
                  <a:lnTo>
                    <a:pt x="628837" y="10270"/>
                  </a:lnTo>
                  <a:lnTo>
                    <a:pt x="618179" y="10384"/>
                  </a:lnTo>
                  <a:lnTo>
                    <a:pt x="607520" y="10497"/>
                  </a:lnTo>
                  <a:lnTo>
                    <a:pt x="596862" y="10610"/>
                  </a:lnTo>
                  <a:lnTo>
                    <a:pt x="586204" y="10724"/>
                  </a:lnTo>
                  <a:lnTo>
                    <a:pt x="575546" y="10837"/>
                  </a:lnTo>
                  <a:lnTo>
                    <a:pt x="564887" y="10951"/>
                  </a:lnTo>
                  <a:lnTo>
                    <a:pt x="554229" y="11064"/>
                  </a:lnTo>
                  <a:lnTo>
                    <a:pt x="543571" y="11178"/>
                  </a:lnTo>
                  <a:lnTo>
                    <a:pt x="532913" y="11291"/>
                  </a:lnTo>
                  <a:lnTo>
                    <a:pt x="522254" y="11404"/>
                  </a:lnTo>
                  <a:lnTo>
                    <a:pt x="511596" y="11518"/>
                  </a:lnTo>
                  <a:lnTo>
                    <a:pt x="500938" y="11631"/>
                  </a:lnTo>
                  <a:lnTo>
                    <a:pt x="490279" y="11745"/>
                  </a:lnTo>
                  <a:lnTo>
                    <a:pt x="479621" y="11858"/>
                  </a:lnTo>
                  <a:lnTo>
                    <a:pt x="468963" y="11972"/>
                  </a:lnTo>
                  <a:lnTo>
                    <a:pt x="458305" y="12085"/>
                  </a:lnTo>
                  <a:lnTo>
                    <a:pt x="447646" y="12199"/>
                  </a:lnTo>
                  <a:lnTo>
                    <a:pt x="436988" y="12312"/>
                  </a:lnTo>
                  <a:lnTo>
                    <a:pt x="426330" y="12426"/>
                  </a:lnTo>
                  <a:lnTo>
                    <a:pt x="415672" y="12539"/>
                  </a:lnTo>
                  <a:lnTo>
                    <a:pt x="405013" y="12653"/>
                  </a:lnTo>
                  <a:lnTo>
                    <a:pt x="394355" y="12766"/>
                  </a:lnTo>
                  <a:lnTo>
                    <a:pt x="383697" y="12880"/>
                  </a:lnTo>
                  <a:lnTo>
                    <a:pt x="373039" y="12993"/>
                  </a:lnTo>
                  <a:lnTo>
                    <a:pt x="362380" y="13107"/>
                  </a:lnTo>
                  <a:lnTo>
                    <a:pt x="351722" y="13220"/>
                  </a:lnTo>
                  <a:lnTo>
                    <a:pt x="341064" y="13334"/>
                  </a:lnTo>
                  <a:lnTo>
                    <a:pt x="330406" y="13447"/>
                  </a:lnTo>
                  <a:lnTo>
                    <a:pt x="319747" y="13561"/>
                  </a:lnTo>
                  <a:lnTo>
                    <a:pt x="309089" y="13674"/>
                  </a:lnTo>
                  <a:lnTo>
                    <a:pt x="298431" y="13788"/>
                  </a:lnTo>
                  <a:lnTo>
                    <a:pt x="287773" y="13901"/>
                  </a:lnTo>
                  <a:lnTo>
                    <a:pt x="277114" y="14015"/>
                  </a:lnTo>
                  <a:lnTo>
                    <a:pt x="266456" y="14128"/>
                  </a:lnTo>
                  <a:lnTo>
                    <a:pt x="255798" y="14242"/>
                  </a:lnTo>
                  <a:lnTo>
                    <a:pt x="245139" y="14355"/>
                  </a:lnTo>
                  <a:lnTo>
                    <a:pt x="234481" y="14469"/>
                  </a:lnTo>
                  <a:lnTo>
                    <a:pt x="223823" y="14583"/>
                  </a:lnTo>
                  <a:lnTo>
                    <a:pt x="213165" y="14696"/>
                  </a:lnTo>
                  <a:lnTo>
                    <a:pt x="202506" y="14810"/>
                  </a:lnTo>
                  <a:lnTo>
                    <a:pt x="191848" y="14923"/>
                  </a:lnTo>
                  <a:lnTo>
                    <a:pt x="181190" y="15037"/>
                  </a:lnTo>
                  <a:lnTo>
                    <a:pt x="170532" y="15150"/>
                  </a:lnTo>
                  <a:lnTo>
                    <a:pt x="159873" y="15264"/>
                  </a:lnTo>
                  <a:lnTo>
                    <a:pt x="149215" y="15377"/>
                  </a:lnTo>
                  <a:lnTo>
                    <a:pt x="138557" y="15491"/>
                  </a:lnTo>
                  <a:lnTo>
                    <a:pt x="127899" y="15604"/>
                  </a:lnTo>
                  <a:lnTo>
                    <a:pt x="117240" y="15718"/>
                  </a:lnTo>
                  <a:lnTo>
                    <a:pt x="106582" y="15832"/>
                  </a:lnTo>
                  <a:lnTo>
                    <a:pt x="95924" y="15945"/>
                  </a:lnTo>
                  <a:lnTo>
                    <a:pt x="85266" y="16059"/>
                  </a:lnTo>
                  <a:lnTo>
                    <a:pt x="74607" y="16172"/>
                  </a:lnTo>
                  <a:lnTo>
                    <a:pt x="63949" y="16286"/>
                  </a:lnTo>
                  <a:lnTo>
                    <a:pt x="53291" y="16399"/>
                  </a:lnTo>
                  <a:lnTo>
                    <a:pt x="42633" y="16513"/>
                  </a:lnTo>
                  <a:lnTo>
                    <a:pt x="31974" y="16626"/>
                  </a:lnTo>
                  <a:lnTo>
                    <a:pt x="21316" y="16740"/>
                  </a:lnTo>
                  <a:lnTo>
                    <a:pt x="10658" y="16854"/>
                  </a:lnTo>
                  <a:lnTo>
                    <a:pt x="0" y="16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6062358" y="2921108"/>
              <a:ext cx="3228182" cy="667924"/>
            </a:xfrm>
            <a:custGeom>
              <a:avLst/>
              <a:pathLst>
                <a:path w="3228182" h="667924">
                  <a:moveTo>
                    <a:pt x="0" y="601172"/>
                  </a:moveTo>
                  <a:lnTo>
                    <a:pt x="16222" y="598581"/>
                  </a:lnTo>
                  <a:lnTo>
                    <a:pt x="32444" y="595991"/>
                  </a:lnTo>
                  <a:lnTo>
                    <a:pt x="48666" y="593400"/>
                  </a:lnTo>
                  <a:lnTo>
                    <a:pt x="64888" y="590809"/>
                  </a:lnTo>
                  <a:lnTo>
                    <a:pt x="81110" y="588218"/>
                  </a:lnTo>
                  <a:lnTo>
                    <a:pt x="97332" y="585627"/>
                  </a:lnTo>
                  <a:lnTo>
                    <a:pt x="113554" y="583036"/>
                  </a:lnTo>
                  <a:lnTo>
                    <a:pt x="129776" y="580445"/>
                  </a:lnTo>
                  <a:lnTo>
                    <a:pt x="145998" y="577854"/>
                  </a:lnTo>
                  <a:lnTo>
                    <a:pt x="162220" y="575263"/>
                  </a:lnTo>
                  <a:lnTo>
                    <a:pt x="178442" y="572673"/>
                  </a:lnTo>
                  <a:lnTo>
                    <a:pt x="194664" y="570082"/>
                  </a:lnTo>
                  <a:lnTo>
                    <a:pt x="210886" y="567491"/>
                  </a:lnTo>
                  <a:lnTo>
                    <a:pt x="227108" y="564900"/>
                  </a:lnTo>
                  <a:lnTo>
                    <a:pt x="243330" y="562309"/>
                  </a:lnTo>
                  <a:lnTo>
                    <a:pt x="259552" y="559718"/>
                  </a:lnTo>
                  <a:lnTo>
                    <a:pt x="275774" y="557127"/>
                  </a:lnTo>
                  <a:lnTo>
                    <a:pt x="291996" y="554536"/>
                  </a:lnTo>
                  <a:lnTo>
                    <a:pt x="308218" y="551945"/>
                  </a:lnTo>
                  <a:lnTo>
                    <a:pt x="324440" y="549354"/>
                  </a:lnTo>
                  <a:lnTo>
                    <a:pt x="340662" y="546763"/>
                  </a:lnTo>
                  <a:lnTo>
                    <a:pt x="356884" y="544172"/>
                  </a:lnTo>
                  <a:lnTo>
                    <a:pt x="373106" y="541580"/>
                  </a:lnTo>
                  <a:lnTo>
                    <a:pt x="389328" y="538989"/>
                  </a:lnTo>
                  <a:lnTo>
                    <a:pt x="405550" y="536398"/>
                  </a:lnTo>
                  <a:lnTo>
                    <a:pt x="421772" y="533807"/>
                  </a:lnTo>
                  <a:lnTo>
                    <a:pt x="437994" y="531216"/>
                  </a:lnTo>
                  <a:lnTo>
                    <a:pt x="454216" y="528625"/>
                  </a:lnTo>
                  <a:lnTo>
                    <a:pt x="470438" y="526034"/>
                  </a:lnTo>
                  <a:lnTo>
                    <a:pt x="486660" y="523442"/>
                  </a:lnTo>
                  <a:lnTo>
                    <a:pt x="502882" y="520851"/>
                  </a:lnTo>
                  <a:lnTo>
                    <a:pt x="519104" y="518260"/>
                  </a:lnTo>
                  <a:lnTo>
                    <a:pt x="535326" y="515669"/>
                  </a:lnTo>
                  <a:lnTo>
                    <a:pt x="551548" y="513077"/>
                  </a:lnTo>
                  <a:lnTo>
                    <a:pt x="567770" y="510486"/>
                  </a:lnTo>
                  <a:lnTo>
                    <a:pt x="583992" y="507894"/>
                  </a:lnTo>
                  <a:lnTo>
                    <a:pt x="600214" y="505303"/>
                  </a:lnTo>
                  <a:lnTo>
                    <a:pt x="616436" y="502712"/>
                  </a:lnTo>
                  <a:lnTo>
                    <a:pt x="632658" y="500120"/>
                  </a:lnTo>
                  <a:lnTo>
                    <a:pt x="648880" y="497529"/>
                  </a:lnTo>
                  <a:lnTo>
                    <a:pt x="665103" y="494937"/>
                  </a:lnTo>
                  <a:lnTo>
                    <a:pt x="681325" y="492345"/>
                  </a:lnTo>
                  <a:lnTo>
                    <a:pt x="697547" y="489754"/>
                  </a:lnTo>
                  <a:lnTo>
                    <a:pt x="713769" y="487162"/>
                  </a:lnTo>
                  <a:lnTo>
                    <a:pt x="729991" y="484570"/>
                  </a:lnTo>
                  <a:lnTo>
                    <a:pt x="746213" y="481978"/>
                  </a:lnTo>
                  <a:lnTo>
                    <a:pt x="762435" y="479386"/>
                  </a:lnTo>
                  <a:lnTo>
                    <a:pt x="778657" y="476794"/>
                  </a:lnTo>
                  <a:lnTo>
                    <a:pt x="794879" y="474202"/>
                  </a:lnTo>
                  <a:lnTo>
                    <a:pt x="811101" y="471610"/>
                  </a:lnTo>
                  <a:lnTo>
                    <a:pt x="827323" y="469018"/>
                  </a:lnTo>
                  <a:lnTo>
                    <a:pt x="843545" y="466426"/>
                  </a:lnTo>
                  <a:lnTo>
                    <a:pt x="859767" y="463833"/>
                  </a:lnTo>
                  <a:lnTo>
                    <a:pt x="875989" y="461241"/>
                  </a:lnTo>
                  <a:lnTo>
                    <a:pt x="892211" y="458648"/>
                  </a:lnTo>
                  <a:lnTo>
                    <a:pt x="908433" y="456055"/>
                  </a:lnTo>
                  <a:lnTo>
                    <a:pt x="924655" y="453462"/>
                  </a:lnTo>
                  <a:lnTo>
                    <a:pt x="940877" y="450869"/>
                  </a:lnTo>
                  <a:lnTo>
                    <a:pt x="957099" y="448276"/>
                  </a:lnTo>
                  <a:lnTo>
                    <a:pt x="973321" y="445682"/>
                  </a:lnTo>
                  <a:lnTo>
                    <a:pt x="989543" y="443089"/>
                  </a:lnTo>
                  <a:lnTo>
                    <a:pt x="1005765" y="440495"/>
                  </a:lnTo>
                  <a:lnTo>
                    <a:pt x="1021987" y="437901"/>
                  </a:lnTo>
                  <a:lnTo>
                    <a:pt x="1038209" y="435306"/>
                  </a:lnTo>
                  <a:lnTo>
                    <a:pt x="1054431" y="432711"/>
                  </a:lnTo>
                  <a:lnTo>
                    <a:pt x="1070653" y="430116"/>
                  </a:lnTo>
                  <a:lnTo>
                    <a:pt x="1086875" y="427520"/>
                  </a:lnTo>
                  <a:lnTo>
                    <a:pt x="1103097" y="424924"/>
                  </a:lnTo>
                  <a:lnTo>
                    <a:pt x="1119319" y="422327"/>
                  </a:lnTo>
                  <a:lnTo>
                    <a:pt x="1135541" y="419729"/>
                  </a:lnTo>
                  <a:lnTo>
                    <a:pt x="1151763" y="417131"/>
                  </a:lnTo>
                  <a:lnTo>
                    <a:pt x="1167985" y="414531"/>
                  </a:lnTo>
                  <a:lnTo>
                    <a:pt x="1184207" y="411930"/>
                  </a:lnTo>
                  <a:lnTo>
                    <a:pt x="1200429" y="409328"/>
                  </a:lnTo>
                  <a:lnTo>
                    <a:pt x="1216651" y="406724"/>
                  </a:lnTo>
                  <a:lnTo>
                    <a:pt x="1232873" y="404118"/>
                  </a:lnTo>
                  <a:lnTo>
                    <a:pt x="1249095" y="401509"/>
                  </a:lnTo>
                  <a:lnTo>
                    <a:pt x="1265317" y="398896"/>
                  </a:lnTo>
                  <a:lnTo>
                    <a:pt x="1281539" y="396278"/>
                  </a:lnTo>
                  <a:lnTo>
                    <a:pt x="1297761" y="393653"/>
                  </a:lnTo>
                  <a:lnTo>
                    <a:pt x="1313984" y="391019"/>
                  </a:lnTo>
                  <a:lnTo>
                    <a:pt x="1330206" y="388372"/>
                  </a:lnTo>
                  <a:lnTo>
                    <a:pt x="1346428" y="385705"/>
                  </a:lnTo>
                  <a:lnTo>
                    <a:pt x="1362650" y="383008"/>
                  </a:lnTo>
                  <a:lnTo>
                    <a:pt x="1378872" y="380266"/>
                  </a:lnTo>
                  <a:lnTo>
                    <a:pt x="1395094" y="377454"/>
                  </a:lnTo>
                  <a:lnTo>
                    <a:pt x="1411316" y="374548"/>
                  </a:lnTo>
                  <a:lnTo>
                    <a:pt x="1427538" y="371533"/>
                  </a:lnTo>
                  <a:lnTo>
                    <a:pt x="1443760" y="368418"/>
                  </a:lnTo>
                  <a:lnTo>
                    <a:pt x="1459982" y="365227"/>
                  </a:lnTo>
                  <a:lnTo>
                    <a:pt x="1476204" y="361987"/>
                  </a:lnTo>
                  <a:lnTo>
                    <a:pt x="1492426" y="358713"/>
                  </a:lnTo>
                  <a:lnTo>
                    <a:pt x="1508648" y="355417"/>
                  </a:lnTo>
                  <a:lnTo>
                    <a:pt x="1524870" y="352107"/>
                  </a:lnTo>
                  <a:lnTo>
                    <a:pt x="1541092" y="348787"/>
                  </a:lnTo>
                  <a:lnTo>
                    <a:pt x="1557314" y="345459"/>
                  </a:lnTo>
                  <a:lnTo>
                    <a:pt x="1573536" y="342127"/>
                  </a:lnTo>
                  <a:lnTo>
                    <a:pt x="1589758" y="338790"/>
                  </a:lnTo>
                  <a:lnTo>
                    <a:pt x="1605980" y="335450"/>
                  </a:lnTo>
                  <a:lnTo>
                    <a:pt x="1622202" y="332108"/>
                  </a:lnTo>
                  <a:lnTo>
                    <a:pt x="1638424" y="328764"/>
                  </a:lnTo>
                  <a:lnTo>
                    <a:pt x="1654646" y="325418"/>
                  </a:lnTo>
                  <a:lnTo>
                    <a:pt x="1670868" y="322071"/>
                  </a:lnTo>
                  <a:lnTo>
                    <a:pt x="1687090" y="318723"/>
                  </a:lnTo>
                  <a:lnTo>
                    <a:pt x="1703312" y="315374"/>
                  </a:lnTo>
                  <a:lnTo>
                    <a:pt x="1719534" y="312025"/>
                  </a:lnTo>
                  <a:lnTo>
                    <a:pt x="1735756" y="308675"/>
                  </a:lnTo>
                  <a:lnTo>
                    <a:pt x="1751978" y="305324"/>
                  </a:lnTo>
                  <a:lnTo>
                    <a:pt x="1768200" y="301972"/>
                  </a:lnTo>
                  <a:lnTo>
                    <a:pt x="1784422" y="298621"/>
                  </a:lnTo>
                  <a:lnTo>
                    <a:pt x="1800644" y="295269"/>
                  </a:lnTo>
                  <a:lnTo>
                    <a:pt x="1816866" y="291916"/>
                  </a:lnTo>
                  <a:lnTo>
                    <a:pt x="1833088" y="288564"/>
                  </a:lnTo>
                  <a:lnTo>
                    <a:pt x="1849310" y="285211"/>
                  </a:lnTo>
                  <a:lnTo>
                    <a:pt x="1865532" y="281857"/>
                  </a:lnTo>
                  <a:lnTo>
                    <a:pt x="1881754" y="278504"/>
                  </a:lnTo>
                  <a:lnTo>
                    <a:pt x="1897976" y="275150"/>
                  </a:lnTo>
                  <a:lnTo>
                    <a:pt x="1914198" y="271797"/>
                  </a:lnTo>
                  <a:lnTo>
                    <a:pt x="1930420" y="268443"/>
                  </a:lnTo>
                  <a:lnTo>
                    <a:pt x="1946642" y="265089"/>
                  </a:lnTo>
                  <a:lnTo>
                    <a:pt x="1962865" y="261735"/>
                  </a:lnTo>
                  <a:lnTo>
                    <a:pt x="1979087" y="258380"/>
                  </a:lnTo>
                  <a:lnTo>
                    <a:pt x="1995309" y="255026"/>
                  </a:lnTo>
                  <a:lnTo>
                    <a:pt x="2011531" y="251671"/>
                  </a:lnTo>
                  <a:lnTo>
                    <a:pt x="2027753" y="248317"/>
                  </a:lnTo>
                  <a:lnTo>
                    <a:pt x="2043975" y="244962"/>
                  </a:lnTo>
                  <a:lnTo>
                    <a:pt x="2060197" y="241608"/>
                  </a:lnTo>
                  <a:lnTo>
                    <a:pt x="2076419" y="238253"/>
                  </a:lnTo>
                  <a:lnTo>
                    <a:pt x="2092641" y="234898"/>
                  </a:lnTo>
                  <a:lnTo>
                    <a:pt x="2108863" y="231543"/>
                  </a:lnTo>
                  <a:lnTo>
                    <a:pt x="2125085" y="228188"/>
                  </a:lnTo>
                  <a:lnTo>
                    <a:pt x="2141307" y="224833"/>
                  </a:lnTo>
                  <a:lnTo>
                    <a:pt x="2157529" y="221478"/>
                  </a:lnTo>
                  <a:lnTo>
                    <a:pt x="2173751" y="218123"/>
                  </a:lnTo>
                  <a:lnTo>
                    <a:pt x="2189973" y="214768"/>
                  </a:lnTo>
                  <a:lnTo>
                    <a:pt x="2206195" y="211412"/>
                  </a:lnTo>
                  <a:lnTo>
                    <a:pt x="2222417" y="208057"/>
                  </a:lnTo>
                  <a:lnTo>
                    <a:pt x="2238639" y="204702"/>
                  </a:lnTo>
                  <a:lnTo>
                    <a:pt x="2254861" y="201347"/>
                  </a:lnTo>
                  <a:lnTo>
                    <a:pt x="2271083" y="197991"/>
                  </a:lnTo>
                  <a:lnTo>
                    <a:pt x="2287305" y="194636"/>
                  </a:lnTo>
                  <a:lnTo>
                    <a:pt x="2303527" y="191280"/>
                  </a:lnTo>
                  <a:lnTo>
                    <a:pt x="2319749" y="187925"/>
                  </a:lnTo>
                  <a:lnTo>
                    <a:pt x="2335971" y="184570"/>
                  </a:lnTo>
                  <a:lnTo>
                    <a:pt x="2352193" y="181214"/>
                  </a:lnTo>
                  <a:lnTo>
                    <a:pt x="2368415" y="177859"/>
                  </a:lnTo>
                  <a:lnTo>
                    <a:pt x="2384637" y="174503"/>
                  </a:lnTo>
                  <a:lnTo>
                    <a:pt x="2400859" y="171147"/>
                  </a:lnTo>
                  <a:lnTo>
                    <a:pt x="2417081" y="167792"/>
                  </a:lnTo>
                  <a:lnTo>
                    <a:pt x="2433303" y="164436"/>
                  </a:lnTo>
                  <a:lnTo>
                    <a:pt x="2449525" y="161081"/>
                  </a:lnTo>
                  <a:lnTo>
                    <a:pt x="2465747" y="157725"/>
                  </a:lnTo>
                  <a:lnTo>
                    <a:pt x="2481969" y="154369"/>
                  </a:lnTo>
                  <a:lnTo>
                    <a:pt x="2498191" y="151014"/>
                  </a:lnTo>
                  <a:lnTo>
                    <a:pt x="2514413" y="147658"/>
                  </a:lnTo>
                  <a:lnTo>
                    <a:pt x="2530635" y="144302"/>
                  </a:lnTo>
                  <a:lnTo>
                    <a:pt x="2546857" y="140947"/>
                  </a:lnTo>
                  <a:lnTo>
                    <a:pt x="2563079" y="137591"/>
                  </a:lnTo>
                  <a:lnTo>
                    <a:pt x="2579301" y="134235"/>
                  </a:lnTo>
                  <a:lnTo>
                    <a:pt x="2595523" y="130879"/>
                  </a:lnTo>
                  <a:lnTo>
                    <a:pt x="2611745" y="127524"/>
                  </a:lnTo>
                  <a:lnTo>
                    <a:pt x="2627968" y="124168"/>
                  </a:lnTo>
                  <a:lnTo>
                    <a:pt x="2644190" y="120812"/>
                  </a:lnTo>
                  <a:lnTo>
                    <a:pt x="2660412" y="117456"/>
                  </a:lnTo>
                  <a:lnTo>
                    <a:pt x="2676634" y="114101"/>
                  </a:lnTo>
                  <a:lnTo>
                    <a:pt x="2692856" y="110745"/>
                  </a:lnTo>
                  <a:lnTo>
                    <a:pt x="2709078" y="107389"/>
                  </a:lnTo>
                  <a:lnTo>
                    <a:pt x="2725300" y="104033"/>
                  </a:lnTo>
                  <a:lnTo>
                    <a:pt x="2741522" y="100677"/>
                  </a:lnTo>
                  <a:lnTo>
                    <a:pt x="2757744" y="97321"/>
                  </a:lnTo>
                  <a:lnTo>
                    <a:pt x="2773966" y="93966"/>
                  </a:lnTo>
                  <a:lnTo>
                    <a:pt x="2790188" y="90610"/>
                  </a:lnTo>
                  <a:lnTo>
                    <a:pt x="2806410" y="87254"/>
                  </a:lnTo>
                  <a:lnTo>
                    <a:pt x="2822632" y="83898"/>
                  </a:lnTo>
                  <a:lnTo>
                    <a:pt x="2838854" y="80542"/>
                  </a:lnTo>
                  <a:lnTo>
                    <a:pt x="2855076" y="77186"/>
                  </a:lnTo>
                  <a:lnTo>
                    <a:pt x="2871298" y="73830"/>
                  </a:lnTo>
                  <a:lnTo>
                    <a:pt x="2887520" y="70474"/>
                  </a:lnTo>
                  <a:lnTo>
                    <a:pt x="2903742" y="67119"/>
                  </a:lnTo>
                  <a:lnTo>
                    <a:pt x="2919964" y="63763"/>
                  </a:lnTo>
                  <a:lnTo>
                    <a:pt x="2936186" y="60407"/>
                  </a:lnTo>
                  <a:lnTo>
                    <a:pt x="2952408" y="57051"/>
                  </a:lnTo>
                  <a:lnTo>
                    <a:pt x="2968630" y="53695"/>
                  </a:lnTo>
                  <a:lnTo>
                    <a:pt x="2984852" y="50339"/>
                  </a:lnTo>
                  <a:lnTo>
                    <a:pt x="3001074" y="46983"/>
                  </a:lnTo>
                  <a:lnTo>
                    <a:pt x="3017296" y="43627"/>
                  </a:lnTo>
                  <a:lnTo>
                    <a:pt x="3033518" y="40271"/>
                  </a:lnTo>
                  <a:lnTo>
                    <a:pt x="3049740" y="36915"/>
                  </a:lnTo>
                  <a:lnTo>
                    <a:pt x="3065962" y="33559"/>
                  </a:lnTo>
                  <a:lnTo>
                    <a:pt x="3082184" y="30203"/>
                  </a:lnTo>
                  <a:lnTo>
                    <a:pt x="3098406" y="26847"/>
                  </a:lnTo>
                  <a:lnTo>
                    <a:pt x="3114628" y="23491"/>
                  </a:lnTo>
                  <a:lnTo>
                    <a:pt x="3130850" y="20135"/>
                  </a:lnTo>
                  <a:lnTo>
                    <a:pt x="3147072" y="16779"/>
                  </a:lnTo>
                  <a:lnTo>
                    <a:pt x="3163294" y="13423"/>
                  </a:lnTo>
                  <a:lnTo>
                    <a:pt x="3179516" y="10067"/>
                  </a:lnTo>
                  <a:lnTo>
                    <a:pt x="3195738" y="6711"/>
                  </a:lnTo>
                  <a:lnTo>
                    <a:pt x="3211960" y="3355"/>
                  </a:lnTo>
                  <a:lnTo>
                    <a:pt x="3228182" y="0"/>
                  </a:lnTo>
                  <a:lnTo>
                    <a:pt x="3228182" y="85701"/>
                  </a:lnTo>
                  <a:lnTo>
                    <a:pt x="3211960" y="88291"/>
                  </a:lnTo>
                  <a:lnTo>
                    <a:pt x="3195738" y="90882"/>
                  </a:lnTo>
                  <a:lnTo>
                    <a:pt x="3179516" y="93473"/>
                  </a:lnTo>
                  <a:lnTo>
                    <a:pt x="3163294" y="96064"/>
                  </a:lnTo>
                  <a:lnTo>
                    <a:pt x="3147072" y="98654"/>
                  </a:lnTo>
                  <a:lnTo>
                    <a:pt x="3130850" y="101245"/>
                  </a:lnTo>
                  <a:lnTo>
                    <a:pt x="3114628" y="103836"/>
                  </a:lnTo>
                  <a:lnTo>
                    <a:pt x="3098406" y="106427"/>
                  </a:lnTo>
                  <a:lnTo>
                    <a:pt x="3082184" y="109017"/>
                  </a:lnTo>
                  <a:lnTo>
                    <a:pt x="3065962" y="111608"/>
                  </a:lnTo>
                  <a:lnTo>
                    <a:pt x="3049740" y="114199"/>
                  </a:lnTo>
                  <a:lnTo>
                    <a:pt x="3033518" y="116790"/>
                  </a:lnTo>
                  <a:lnTo>
                    <a:pt x="3017296" y="119380"/>
                  </a:lnTo>
                  <a:lnTo>
                    <a:pt x="3001074" y="121971"/>
                  </a:lnTo>
                  <a:lnTo>
                    <a:pt x="2984852" y="124562"/>
                  </a:lnTo>
                  <a:lnTo>
                    <a:pt x="2968630" y="127153"/>
                  </a:lnTo>
                  <a:lnTo>
                    <a:pt x="2952408" y="129744"/>
                  </a:lnTo>
                  <a:lnTo>
                    <a:pt x="2936186" y="132334"/>
                  </a:lnTo>
                  <a:lnTo>
                    <a:pt x="2919964" y="134925"/>
                  </a:lnTo>
                  <a:lnTo>
                    <a:pt x="2903742" y="137516"/>
                  </a:lnTo>
                  <a:lnTo>
                    <a:pt x="2887520" y="140107"/>
                  </a:lnTo>
                  <a:lnTo>
                    <a:pt x="2871298" y="142698"/>
                  </a:lnTo>
                  <a:lnTo>
                    <a:pt x="2855076" y="145288"/>
                  </a:lnTo>
                  <a:lnTo>
                    <a:pt x="2838854" y="147879"/>
                  </a:lnTo>
                  <a:lnTo>
                    <a:pt x="2822632" y="150470"/>
                  </a:lnTo>
                  <a:lnTo>
                    <a:pt x="2806410" y="153061"/>
                  </a:lnTo>
                  <a:lnTo>
                    <a:pt x="2790188" y="155652"/>
                  </a:lnTo>
                  <a:lnTo>
                    <a:pt x="2773966" y="158243"/>
                  </a:lnTo>
                  <a:lnTo>
                    <a:pt x="2757744" y="160834"/>
                  </a:lnTo>
                  <a:lnTo>
                    <a:pt x="2741522" y="163424"/>
                  </a:lnTo>
                  <a:lnTo>
                    <a:pt x="2725300" y="166015"/>
                  </a:lnTo>
                  <a:lnTo>
                    <a:pt x="2709078" y="168606"/>
                  </a:lnTo>
                  <a:lnTo>
                    <a:pt x="2692856" y="171197"/>
                  </a:lnTo>
                  <a:lnTo>
                    <a:pt x="2676634" y="173788"/>
                  </a:lnTo>
                  <a:lnTo>
                    <a:pt x="2660412" y="176379"/>
                  </a:lnTo>
                  <a:lnTo>
                    <a:pt x="2644190" y="178970"/>
                  </a:lnTo>
                  <a:lnTo>
                    <a:pt x="2627968" y="181561"/>
                  </a:lnTo>
                  <a:lnTo>
                    <a:pt x="2611745" y="184152"/>
                  </a:lnTo>
                  <a:lnTo>
                    <a:pt x="2595523" y="186743"/>
                  </a:lnTo>
                  <a:lnTo>
                    <a:pt x="2579301" y="189334"/>
                  </a:lnTo>
                  <a:lnTo>
                    <a:pt x="2563079" y="191925"/>
                  </a:lnTo>
                  <a:lnTo>
                    <a:pt x="2546857" y="194516"/>
                  </a:lnTo>
                  <a:lnTo>
                    <a:pt x="2530635" y="197107"/>
                  </a:lnTo>
                  <a:lnTo>
                    <a:pt x="2514413" y="199698"/>
                  </a:lnTo>
                  <a:lnTo>
                    <a:pt x="2498191" y="202289"/>
                  </a:lnTo>
                  <a:lnTo>
                    <a:pt x="2481969" y="204880"/>
                  </a:lnTo>
                  <a:lnTo>
                    <a:pt x="2465747" y="207471"/>
                  </a:lnTo>
                  <a:lnTo>
                    <a:pt x="2449525" y="210062"/>
                  </a:lnTo>
                  <a:lnTo>
                    <a:pt x="2433303" y="212653"/>
                  </a:lnTo>
                  <a:lnTo>
                    <a:pt x="2417081" y="215244"/>
                  </a:lnTo>
                  <a:lnTo>
                    <a:pt x="2400859" y="217835"/>
                  </a:lnTo>
                  <a:lnTo>
                    <a:pt x="2384637" y="220426"/>
                  </a:lnTo>
                  <a:lnTo>
                    <a:pt x="2368415" y="223018"/>
                  </a:lnTo>
                  <a:lnTo>
                    <a:pt x="2352193" y="225609"/>
                  </a:lnTo>
                  <a:lnTo>
                    <a:pt x="2335971" y="228200"/>
                  </a:lnTo>
                  <a:lnTo>
                    <a:pt x="2319749" y="230791"/>
                  </a:lnTo>
                  <a:lnTo>
                    <a:pt x="2303527" y="233383"/>
                  </a:lnTo>
                  <a:lnTo>
                    <a:pt x="2287305" y="235974"/>
                  </a:lnTo>
                  <a:lnTo>
                    <a:pt x="2271083" y="238565"/>
                  </a:lnTo>
                  <a:lnTo>
                    <a:pt x="2254861" y="241157"/>
                  </a:lnTo>
                  <a:lnTo>
                    <a:pt x="2238639" y="243748"/>
                  </a:lnTo>
                  <a:lnTo>
                    <a:pt x="2222417" y="246339"/>
                  </a:lnTo>
                  <a:lnTo>
                    <a:pt x="2206195" y="248931"/>
                  </a:lnTo>
                  <a:lnTo>
                    <a:pt x="2189973" y="251522"/>
                  </a:lnTo>
                  <a:lnTo>
                    <a:pt x="2173751" y="254114"/>
                  </a:lnTo>
                  <a:lnTo>
                    <a:pt x="2157529" y="256706"/>
                  </a:lnTo>
                  <a:lnTo>
                    <a:pt x="2141307" y="259297"/>
                  </a:lnTo>
                  <a:lnTo>
                    <a:pt x="2125085" y="261889"/>
                  </a:lnTo>
                  <a:lnTo>
                    <a:pt x="2108863" y="264481"/>
                  </a:lnTo>
                  <a:lnTo>
                    <a:pt x="2092641" y="267072"/>
                  </a:lnTo>
                  <a:lnTo>
                    <a:pt x="2076419" y="269664"/>
                  </a:lnTo>
                  <a:lnTo>
                    <a:pt x="2060197" y="272256"/>
                  </a:lnTo>
                  <a:lnTo>
                    <a:pt x="2043975" y="274848"/>
                  </a:lnTo>
                  <a:lnTo>
                    <a:pt x="2027753" y="277440"/>
                  </a:lnTo>
                  <a:lnTo>
                    <a:pt x="2011531" y="280032"/>
                  </a:lnTo>
                  <a:lnTo>
                    <a:pt x="1995309" y="282625"/>
                  </a:lnTo>
                  <a:lnTo>
                    <a:pt x="1979087" y="285217"/>
                  </a:lnTo>
                  <a:lnTo>
                    <a:pt x="1962865" y="287809"/>
                  </a:lnTo>
                  <a:lnTo>
                    <a:pt x="1946642" y="290402"/>
                  </a:lnTo>
                  <a:lnTo>
                    <a:pt x="1930420" y="292995"/>
                  </a:lnTo>
                  <a:lnTo>
                    <a:pt x="1914198" y="295588"/>
                  </a:lnTo>
                  <a:lnTo>
                    <a:pt x="1897976" y="298181"/>
                  </a:lnTo>
                  <a:lnTo>
                    <a:pt x="1881754" y="300774"/>
                  </a:lnTo>
                  <a:lnTo>
                    <a:pt x="1865532" y="303367"/>
                  </a:lnTo>
                  <a:lnTo>
                    <a:pt x="1849310" y="305961"/>
                  </a:lnTo>
                  <a:lnTo>
                    <a:pt x="1833088" y="308554"/>
                  </a:lnTo>
                  <a:lnTo>
                    <a:pt x="1816866" y="311148"/>
                  </a:lnTo>
                  <a:lnTo>
                    <a:pt x="1800644" y="313743"/>
                  </a:lnTo>
                  <a:lnTo>
                    <a:pt x="1784422" y="316337"/>
                  </a:lnTo>
                  <a:lnTo>
                    <a:pt x="1768200" y="318932"/>
                  </a:lnTo>
                  <a:lnTo>
                    <a:pt x="1751978" y="321528"/>
                  </a:lnTo>
                  <a:lnTo>
                    <a:pt x="1735756" y="324124"/>
                  </a:lnTo>
                  <a:lnTo>
                    <a:pt x="1719534" y="326720"/>
                  </a:lnTo>
                  <a:lnTo>
                    <a:pt x="1703312" y="329317"/>
                  </a:lnTo>
                  <a:lnTo>
                    <a:pt x="1687090" y="331915"/>
                  </a:lnTo>
                  <a:lnTo>
                    <a:pt x="1670868" y="334514"/>
                  </a:lnTo>
                  <a:lnTo>
                    <a:pt x="1654646" y="337113"/>
                  </a:lnTo>
                  <a:lnTo>
                    <a:pt x="1638424" y="339714"/>
                  </a:lnTo>
                  <a:lnTo>
                    <a:pt x="1622202" y="342317"/>
                  </a:lnTo>
                  <a:lnTo>
                    <a:pt x="1605980" y="344922"/>
                  </a:lnTo>
                  <a:lnTo>
                    <a:pt x="1589758" y="347529"/>
                  </a:lnTo>
                  <a:lnTo>
                    <a:pt x="1573536" y="350139"/>
                  </a:lnTo>
                  <a:lnTo>
                    <a:pt x="1557314" y="352753"/>
                  </a:lnTo>
                  <a:lnTo>
                    <a:pt x="1541092" y="355372"/>
                  </a:lnTo>
                  <a:lnTo>
                    <a:pt x="1524870" y="357999"/>
                  </a:lnTo>
                  <a:lnTo>
                    <a:pt x="1508648" y="360635"/>
                  </a:lnTo>
                  <a:lnTo>
                    <a:pt x="1492426" y="363286"/>
                  </a:lnTo>
                  <a:lnTo>
                    <a:pt x="1476204" y="365959"/>
                  </a:lnTo>
                  <a:lnTo>
                    <a:pt x="1459982" y="368665"/>
                  </a:lnTo>
                  <a:lnTo>
                    <a:pt x="1443760" y="371421"/>
                  </a:lnTo>
                  <a:lnTo>
                    <a:pt x="1427538" y="374253"/>
                  </a:lnTo>
                  <a:lnTo>
                    <a:pt x="1411316" y="377185"/>
                  </a:lnTo>
                  <a:lnTo>
                    <a:pt x="1395094" y="380225"/>
                  </a:lnTo>
                  <a:lnTo>
                    <a:pt x="1378872" y="383360"/>
                  </a:lnTo>
                  <a:lnTo>
                    <a:pt x="1362650" y="386564"/>
                  </a:lnTo>
                  <a:lnTo>
                    <a:pt x="1346428" y="389814"/>
                  </a:lnTo>
                  <a:lnTo>
                    <a:pt x="1330206" y="393094"/>
                  </a:lnTo>
                  <a:lnTo>
                    <a:pt x="1313984" y="396394"/>
                  </a:lnTo>
                  <a:lnTo>
                    <a:pt x="1297761" y="399706"/>
                  </a:lnTo>
                  <a:lnTo>
                    <a:pt x="1281539" y="403029"/>
                  </a:lnTo>
                  <a:lnTo>
                    <a:pt x="1265317" y="406357"/>
                  </a:lnTo>
                  <a:lnTo>
                    <a:pt x="1249095" y="409691"/>
                  </a:lnTo>
                  <a:lnTo>
                    <a:pt x="1232873" y="413029"/>
                  </a:lnTo>
                  <a:lnTo>
                    <a:pt x="1216651" y="416369"/>
                  </a:lnTo>
                  <a:lnTo>
                    <a:pt x="1200429" y="419712"/>
                  </a:lnTo>
                  <a:lnTo>
                    <a:pt x="1184207" y="423056"/>
                  </a:lnTo>
                  <a:lnTo>
                    <a:pt x="1167985" y="426402"/>
                  </a:lnTo>
                  <a:lnTo>
                    <a:pt x="1151763" y="429749"/>
                  </a:lnTo>
                  <a:lnTo>
                    <a:pt x="1135541" y="433097"/>
                  </a:lnTo>
                  <a:lnTo>
                    <a:pt x="1119319" y="436446"/>
                  </a:lnTo>
                  <a:lnTo>
                    <a:pt x="1103097" y="439796"/>
                  </a:lnTo>
                  <a:lnTo>
                    <a:pt x="1086875" y="443147"/>
                  </a:lnTo>
                  <a:lnTo>
                    <a:pt x="1070653" y="446498"/>
                  </a:lnTo>
                  <a:lnTo>
                    <a:pt x="1054431" y="449849"/>
                  </a:lnTo>
                  <a:lnTo>
                    <a:pt x="1038209" y="453201"/>
                  </a:lnTo>
                  <a:lnTo>
                    <a:pt x="1021987" y="456553"/>
                  </a:lnTo>
                  <a:lnTo>
                    <a:pt x="1005765" y="459906"/>
                  </a:lnTo>
                  <a:lnTo>
                    <a:pt x="989543" y="463258"/>
                  </a:lnTo>
                  <a:lnTo>
                    <a:pt x="973321" y="466611"/>
                  </a:lnTo>
                  <a:lnTo>
                    <a:pt x="957099" y="469965"/>
                  </a:lnTo>
                  <a:lnTo>
                    <a:pt x="940877" y="473318"/>
                  </a:lnTo>
                  <a:lnTo>
                    <a:pt x="924655" y="476672"/>
                  </a:lnTo>
                  <a:lnTo>
                    <a:pt x="908433" y="480025"/>
                  </a:lnTo>
                  <a:lnTo>
                    <a:pt x="892211" y="483379"/>
                  </a:lnTo>
                  <a:lnTo>
                    <a:pt x="875989" y="486733"/>
                  </a:lnTo>
                  <a:lnTo>
                    <a:pt x="859767" y="490088"/>
                  </a:lnTo>
                  <a:lnTo>
                    <a:pt x="843545" y="493442"/>
                  </a:lnTo>
                  <a:lnTo>
                    <a:pt x="827323" y="496796"/>
                  </a:lnTo>
                  <a:lnTo>
                    <a:pt x="811101" y="500151"/>
                  </a:lnTo>
                  <a:lnTo>
                    <a:pt x="794879" y="503505"/>
                  </a:lnTo>
                  <a:lnTo>
                    <a:pt x="778657" y="506860"/>
                  </a:lnTo>
                  <a:lnTo>
                    <a:pt x="762435" y="510215"/>
                  </a:lnTo>
                  <a:lnTo>
                    <a:pt x="746213" y="513570"/>
                  </a:lnTo>
                  <a:lnTo>
                    <a:pt x="729991" y="516924"/>
                  </a:lnTo>
                  <a:lnTo>
                    <a:pt x="713769" y="520279"/>
                  </a:lnTo>
                  <a:lnTo>
                    <a:pt x="697547" y="523634"/>
                  </a:lnTo>
                  <a:lnTo>
                    <a:pt x="681325" y="526989"/>
                  </a:lnTo>
                  <a:lnTo>
                    <a:pt x="665103" y="530344"/>
                  </a:lnTo>
                  <a:lnTo>
                    <a:pt x="648880" y="533700"/>
                  </a:lnTo>
                  <a:lnTo>
                    <a:pt x="632658" y="537055"/>
                  </a:lnTo>
                  <a:lnTo>
                    <a:pt x="616436" y="540410"/>
                  </a:lnTo>
                  <a:lnTo>
                    <a:pt x="600214" y="543765"/>
                  </a:lnTo>
                  <a:lnTo>
                    <a:pt x="583992" y="547121"/>
                  </a:lnTo>
                  <a:lnTo>
                    <a:pt x="567770" y="550476"/>
                  </a:lnTo>
                  <a:lnTo>
                    <a:pt x="551548" y="553831"/>
                  </a:lnTo>
                  <a:lnTo>
                    <a:pt x="535326" y="557187"/>
                  </a:lnTo>
                  <a:lnTo>
                    <a:pt x="519104" y="560542"/>
                  </a:lnTo>
                  <a:lnTo>
                    <a:pt x="502882" y="563897"/>
                  </a:lnTo>
                  <a:lnTo>
                    <a:pt x="486660" y="567253"/>
                  </a:lnTo>
                  <a:lnTo>
                    <a:pt x="470438" y="570608"/>
                  </a:lnTo>
                  <a:lnTo>
                    <a:pt x="454216" y="573964"/>
                  </a:lnTo>
                  <a:lnTo>
                    <a:pt x="437994" y="577319"/>
                  </a:lnTo>
                  <a:lnTo>
                    <a:pt x="421772" y="580675"/>
                  </a:lnTo>
                  <a:lnTo>
                    <a:pt x="405550" y="584031"/>
                  </a:lnTo>
                  <a:lnTo>
                    <a:pt x="389328" y="587386"/>
                  </a:lnTo>
                  <a:lnTo>
                    <a:pt x="373106" y="590742"/>
                  </a:lnTo>
                  <a:lnTo>
                    <a:pt x="356884" y="594097"/>
                  </a:lnTo>
                  <a:lnTo>
                    <a:pt x="340662" y="597453"/>
                  </a:lnTo>
                  <a:lnTo>
                    <a:pt x="324440" y="600809"/>
                  </a:lnTo>
                  <a:lnTo>
                    <a:pt x="308218" y="604164"/>
                  </a:lnTo>
                  <a:lnTo>
                    <a:pt x="291996" y="607520"/>
                  </a:lnTo>
                  <a:lnTo>
                    <a:pt x="275774" y="610876"/>
                  </a:lnTo>
                  <a:lnTo>
                    <a:pt x="259552" y="614232"/>
                  </a:lnTo>
                  <a:lnTo>
                    <a:pt x="243330" y="617587"/>
                  </a:lnTo>
                  <a:lnTo>
                    <a:pt x="227108" y="620943"/>
                  </a:lnTo>
                  <a:lnTo>
                    <a:pt x="210886" y="624299"/>
                  </a:lnTo>
                  <a:lnTo>
                    <a:pt x="194664" y="627655"/>
                  </a:lnTo>
                  <a:lnTo>
                    <a:pt x="178442" y="631010"/>
                  </a:lnTo>
                  <a:lnTo>
                    <a:pt x="162220" y="634366"/>
                  </a:lnTo>
                  <a:lnTo>
                    <a:pt x="145998" y="637722"/>
                  </a:lnTo>
                  <a:lnTo>
                    <a:pt x="129776" y="641078"/>
                  </a:lnTo>
                  <a:lnTo>
                    <a:pt x="113554" y="644434"/>
                  </a:lnTo>
                  <a:lnTo>
                    <a:pt x="97332" y="647789"/>
                  </a:lnTo>
                  <a:lnTo>
                    <a:pt x="81110" y="651145"/>
                  </a:lnTo>
                  <a:lnTo>
                    <a:pt x="64888" y="654501"/>
                  </a:lnTo>
                  <a:lnTo>
                    <a:pt x="48666" y="657857"/>
                  </a:lnTo>
                  <a:lnTo>
                    <a:pt x="32444" y="661213"/>
                  </a:lnTo>
                  <a:lnTo>
                    <a:pt x="16222" y="664569"/>
                  </a:lnTo>
                  <a:lnTo>
                    <a:pt x="0" y="667924"/>
                  </a:lnTo>
                  <a:close/>
                </a:path>
              </a:pathLst>
            </a:custGeom>
            <a:solidFill>
              <a:srgbClr val="99D59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062358" y="2921108"/>
              <a:ext cx="3228182" cy="601172"/>
            </a:xfrm>
            <a:custGeom>
              <a:avLst/>
              <a:pathLst>
                <a:path w="3228182" h="601172">
                  <a:moveTo>
                    <a:pt x="0" y="601172"/>
                  </a:moveTo>
                  <a:lnTo>
                    <a:pt x="16222" y="598581"/>
                  </a:lnTo>
                  <a:lnTo>
                    <a:pt x="32444" y="595991"/>
                  </a:lnTo>
                  <a:lnTo>
                    <a:pt x="48666" y="593400"/>
                  </a:lnTo>
                  <a:lnTo>
                    <a:pt x="64888" y="590809"/>
                  </a:lnTo>
                  <a:lnTo>
                    <a:pt x="81110" y="588218"/>
                  </a:lnTo>
                  <a:lnTo>
                    <a:pt x="97332" y="585627"/>
                  </a:lnTo>
                  <a:lnTo>
                    <a:pt x="113554" y="583036"/>
                  </a:lnTo>
                  <a:lnTo>
                    <a:pt x="129776" y="580445"/>
                  </a:lnTo>
                  <a:lnTo>
                    <a:pt x="145998" y="577854"/>
                  </a:lnTo>
                  <a:lnTo>
                    <a:pt x="162220" y="575263"/>
                  </a:lnTo>
                  <a:lnTo>
                    <a:pt x="178442" y="572673"/>
                  </a:lnTo>
                  <a:lnTo>
                    <a:pt x="194664" y="570082"/>
                  </a:lnTo>
                  <a:lnTo>
                    <a:pt x="210886" y="567491"/>
                  </a:lnTo>
                  <a:lnTo>
                    <a:pt x="227108" y="564900"/>
                  </a:lnTo>
                  <a:lnTo>
                    <a:pt x="243330" y="562309"/>
                  </a:lnTo>
                  <a:lnTo>
                    <a:pt x="259552" y="559718"/>
                  </a:lnTo>
                  <a:lnTo>
                    <a:pt x="275774" y="557127"/>
                  </a:lnTo>
                  <a:lnTo>
                    <a:pt x="291996" y="554536"/>
                  </a:lnTo>
                  <a:lnTo>
                    <a:pt x="308218" y="551945"/>
                  </a:lnTo>
                  <a:lnTo>
                    <a:pt x="324440" y="549354"/>
                  </a:lnTo>
                  <a:lnTo>
                    <a:pt x="340662" y="546763"/>
                  </a:lnTo>
                  <a:lnTo>
                    <a:pt x="356884" y="544172"/>
                  </a:lnTo>
                  <a:lnTo>
                    <a:pt x="373106" y="541580"/>
                  </a:lnTo>
                  <a:lnTo>
                    <a:pt x="389328" y="538989"/>
                  </a:lnTo>
                  <a:lnTo>
                    <a:pt x="405550" y="536398"/>
                  </a:lnTo>
                  <a:lnTo>
                    <a:pt x="421772" y="533807"/>
                  </a:lnTo>
                  <a:lnTo>
                    <a:pt x="437994" y="531216"/>
                  </a:lnTo>
                  <a:lnTo>
                    <a:pt x="454216" y="528625"/>
                  </a:lnTo>
                  <a:lnTo>
                    <a:pt x="470438" y="526034"/>
                  </a:lnTo>
                  <a:lnTo>
                    <a:pt x="486660" y="523442"/>
                  </a:lnTo>
                  <a:lnTo>
                    <a:pt x="502882" y="520851"/>
                  </a:lnTo>
                  <a:lnTo>
                    <a:pt x="519104" y="518260"/>
                  </a:lnTo>
                  <a:lnTo>
                    <a:pt x="535326" y="515669"/>
                  </a:lnTo>
                  <a:lnTo>
                    <a:pt x="551548" y="513077"/>
                  </a:lnTo>
                  <a:lnTo>
                    <a:pt x="567770" y="510486"/>
                  </a:lnTo>
                  <a:lnTo>
                    <a:pt x="583992" y="507894"/>
                  </a:lnTo>
                  <a:lnTo>
                    <a:pt x="600214" y="505303"/>
                  </a:lnTo>
                  <a:lnTo>
                    <a:pt x="616436" y="502712"/>
                  </a:lnTo>
                  <a:lnTo>
                    <a:pt x="632658" y="500120"/>
                  </a:lnTo>
                  <a:lnTo>
                    <a:pt x="648880" y="497529"/>
                  </a:lnTo>
                  <a:lnTo>
                    <a:pt x="665103" y="494937"/>
                  </a:lnTo>
                  <a:lnTo>
                    <a:pt x="681325" y="492345"/>
                  </a:lnTo>
                  <a:lnTo>
                    <a:pt x="697547" y="489754"/>
                  </a:lnTo>
                  <a:lnTo>
                    <a:pt x="713769" y="487162"/>
                  </a:lnTo>
                  <a:lnTo>
                    <a:pt x="729991" y="484570"/>
                  </a:lnTo>
                  <a:lnTo>
                    <a:pt x="746213" y="481978"/>
                  </a:lnTo>
                  <a:lnTo>
                    <a:pt x="762435" y="479386"/>
                  </a:lnTo>
                  <a:lnTo>
                    <a:pt x="778657" y="476794"/>
                  </a:lnTo>
                  <a:lnTo>
                    <a:pt x="794879" y="474202"/>
                  </a:lnTo>
                  <a:lnTo>
                    <a:pt x="811101" y="471610"/>
                  </a:lnTo>
                  <a:lnTo>
                    <a:pt x="827323" y="469018"/>
                  </a:lnTo>
                  <a:lnTo>
                    <a:pt x="843545" y="466426"/>
                  </a:lnTo>
                  <a:lnTo>
                    <a:pt x="859767" y="463833"/>
                  </a:lnTo>
                  <a:lnTo>
                    <a:pt x="875989" y="461241"/>
                  </a:lnTo>
                  <a:lnTo>
                    <a:pt x="892211" y="458648"/>
                  </a:lnTo>
                  <a:lnTo>
                    <a:pt x="908433" y="456055"/>
                  </a:lnTo>
                  <a:lnTo>
                    <a:pt x="924655" y="453462"/>
                  </a:lnTo>
                  <a:lnTo>
                    <a:pt x="940877" y="450869"/>
                  </a:lnTo>
                  <a:lnTo>
                    <a:pt x="957099" y="448276"/>
                  </a:lnTo>
                  <a:lnTo>
                    <a:pt x="973321" y="445682"/>
                  </a:lnTo>
                  <a:lnTo>
                    <a:pt x="989543" y="443089"/>
                  </a:lnTo>
                  <a:lnTo>
                    <a:pt x="1005765" y="440495"/>
                  </a:lnTo>
                  <a:lnTo>
                    <a:pt x="1021987" y="437901"/>
                  </a:lnTo>
                  <a:lnTo>
                    <a:pt x="1038209" y="435306"/>
                  </a:lnTo>
                  <a:lnTo>
                    <a:pt x="1054431" y="432711"/>
                  </a:lnTo>
                  <a:lnTo>
                    <a:pt x="1070653" y="430116"/>
                  </a:lnTo>
                  <a:lnTo>
                    <a:pt x="1086875" y="427520"/>
                  </a:lnTo>
                  <a:lnTo>
                    <a:pt x="1103097" y="424924"/>
                  </a:lnTo>
                  <a:lnTo>
                    <a:pt x="1119319" y="422327"/>
                  </a:lnTo>
                  <a:lnTo>
                    <a:pt x="1135541" y="419729"/>
                  </a:lnTo>
                  <a:lnTo>
                    <a:pt x="1151763" y="417131"/>
                  </a:lnTo>
                  <a:lnTo>
                    <a:pt x="1167985" y="414531"/>
                  </a:lnTo>
                  <a:lnTo>
                    <a:pt x="1184207" y="411930"/>
                  </a:lnTo>
                  <a:lnTo>
                    <a:pt x="1200429" y="409328"/>
                  </a:lnTo>
                  <a:lnTo>
                    <a:pt x="1216651" y="406724"/>
                  </a:lnTo>
                  <a:lnTo>
                    <a:pt x="1232873" y="404118"/>
                  </a:lnTo>
                  <a:lnTo>
                    <a:pt x="1249095" y="401509"/>
                  </a:lnTo>
                  <a:lnTo>
                    <a:pt x="1265317" y="398896"/>
                  </a:lnTo>
                  <a:lnTo>
                    <a:pt x="1281539" y="396278"/>
                  </a:lnTo>
                  <a:lnTo>
                    <a:pt x="1297761" y="393653"/>
                  </a:lnTo>
                  <a:lnTo>
                    <a:pt x="1313984" y="391019"/>
                  </a:lnTo>
                  <a:lnTo>
                    <a:pt x="1330206" y="388372"/>
                  </a:lnTo>
                  <a:lnTo>
                    <a:pt x="1346428" y="385705"/>
                  </a:lnTo>
                  <a:lnTo>
                    <a:pt x="1362650" y="383008"/>
                  </a:lnTo>
                  <a:lnTo>
                    <a:pt x="1378872" y="380266"/>
                  </a:lnTo>
                  <a:lnTo>
                    <a:pt x="1395094" y="377454"/>
                  </a:lnTo>
                  <a:lnTo>
                    <a:pt x="1411316" y="374548"/>
                  </a:lnTo>
                  <a:lnTo>
                    <a:pt x="1427538" y="371533"/>
                  </a:lnTo>
                  <a:lnTo>
                    <a:pt x="1443760" y="368418"/>
                  </a:lnTo>
                  <a:lnTo>
                    <a:pt x="1459982" y="365227"/>
                  </a:lnTo>
                  <a:lnTo>
                    <a:pt x="1476204" y="361987"/>
                  </a:lnTo>
                  <a:lnTo>
                    <a:pt x="1492426" y="358713"/>
                  </a:lnTo>
                  <a:lnTo>
                    <a:pt x="1508648" y="355417"/>
                  </a:lnTo>
                  <a:lnTo>
                    <a:pt x="1524870" y="352107"/>
                  </a:lnTo>
                  <a:lnTo>
                    <a:pt x="1541092" y="348787"/>
                  </a:lnTo>
                  <a:lnTo>
                    <a:pt x="1557314" y="345459"/>
                  </a:lnTo>
                  <a:lnTo>
                    <a:pt x="1573536" y="342127"/>
                  </a:lnTo>
                  <a:lnTo>
                    <a:pt x="1589758" y="338790"/>
                  </a:lnTo>
                  <a:lnTo>
                    <a:pt x="1605980" y="335450"/>
                  </a:lnTo>
                  <a:lnTo>
                    <a:pt x="1622202" y="332108"/>
                  </a:lnTo>
                  <a:lnTo>
                    <a:pt x="1638424" y="328764"/>
                  </a:lnTo>
                  <a:lnTo>
                    <a:pt x="1654646" y="325418"/>
                  </a:lnTo>
                  <a:lnTo>
                    <a:pt x="1670868" y="322071"/>
                  </a:lnTo>
                  <a:lnTo>
                    <a:pt x="1687090" y="318723"/>
                  </a:lnTo>
                  <a:lnTo>
                    <a:pt x="1703312" y="315374"/>
                  </a:lnTo>
                  <a:lnTo>
                    <a:pt x="1719534" y="312025"/>
                  </a:lnTo>
                  <a:lnTo>
                    <a:pt x="1735756" y="308675"/>
                  </a:lnTo>
                  <a:lnTo>
                    <a:pt x="1751978" y="305324"/>
                  </a:lnTo>
                  <a:lnTo>
                    <a:pt x="1768200" y="301972"/>
                  </a:lnTo>
                  <a:lnTo>
                    <a:pt x="1784422" y="298621"/>
                  </a:lnTo>
                  <a:lnTo>
                    <a:pt x="1800644" y="295269"/>
                  </a:lnTo>
                  <a:lnTo>
                    <a:pt x="1816866" y="291916"/>
                  </a:lnTo>
                  <a:lnTo>
                    <a:pt x="1833088" y="288564"/>
                  </a:lnTo>
                  <a:lnTo>
                    <a:pt x="1849310" y="285211"/>
                  </a:lnTo>
                  <a:lnTo>
                    <a:pt x="1865532" y="281857"/>
                  </a:lnTo>
                  <a:lnTo>
                    <a:pt x="1881754" y="278504"/>
                  </a:lnTo>
                  <a:lnTo>
                    <a:pt x="1897976" y="275150"/>
                  </a:lnTo>
                  <a:lnTo>
                    <a:pt x="1914198" y="271797"/>
                  </a:lnTo>
                  <a:lnTo>
                    <a:pt x="1930420" y="268443"/>
                  </a:lnTo>
                  <a:lnTo>
                    <a:pt x="1946642" y="265089"/>
                  </a:lnTo>
                  <a:lnTo>
                    <a:pt x="1962865" y="261735"/>
                  </a:lnTo>
                  <a:lnTo>
                    <a:pt x="1979087" y="258380"/>
                  </a:lnTo>
                  <a:lnTo>
                    <a:pt x="1995309" y="255026"/>
                  </a:lnTo>
                  <a:lnTo>
                    <a:pt x="2011531" y="251671"/>
                  </a:lnTo>
                  <a:lnTo>
                    <a:pt x="2027753" y="248317"/>
                  </a:lnTo>
                  <a:lnTo>
                    <a:pt x="2043975" y="244962"/>
                  </a:lnTo>
                  <a:lnTo>
                    <a:pt x="2060197" y="241608"/>
                  </a:lnTo>
                  <a:lnTo>
                    <a:pt x="2076419" y="238253"/>
                  </a:lnTo>
                  <a:lnTo>
                    <a:pt x="2092641" y="234898"/>
                  </a:lnTo>
                  <a:lnTo>
                    <a:pt x="2108863" y="231543"/>
                  </a:lnTo>
                  <a:lnTo>
                    <a:pt x="2125085" y="228188"/>
                  </a:lnTo>
                  <a:lnTo>
                    <a:pt x="2141307" y="224833"/>
                  </a:lnTo>
                  <a:lnTo>
                    <a:pt x="2157529" y="221478"/>
                  </a:lnTo>
                  <a:lnTo>
                    <a:pt x="2173751" y="218123"/>
                  </a:lnTo>
                  <a:lnTo>
                    <a:pt x="2189973" y="214768"/>
                  </a:lnTo>
                  <a:lnTo>
                    <a:pt x="2206195" y="211412"/>
                  </a:lnTo>
                  <a:lnTo>
                    <a:pt x="2222417" y="208057"/>
                  </a:lnTo>
                  <a:lnTo>
                    <a:pt x="2238639" y="204702"/>
                  </a:lnTo>
                  <a:lnTo>
                    <a:pt x="2254861" y="201347"/>
                  </a:lnTo>
                  <a:lnTo>
                    <a:pt x="2271083" y="197991"/>
                  </a:lnTo>
                  <a:lnTo>
                    <a:pt x="2287305" y="194636"/>
                  </a:lnTo>
                  <a:lnTo>
                    <a:pt x="2303527" y="191280"/>
                  </a:lnTo>
                  <a:lnTo>
                    <a:pt x="2319749" y="187925"/>
                  </a:lnTo>
                  <a:lnTo>
                    <a:pt x="2335971" y="184570"/>
                  </a:lnTo>
                  <a:lnTo>
                    <a:pt x="2352193" y="181214"/>
                  </a:lnTo>
                  <a:lnTo>
                    <a:pt x="2368415" y="177859"/>
                  </a:lnTo>
                  <a:lnTo>
                    <a:pt x="2384637" y="174503"/>
                  </a:lnTo>
                  <a:lnTo>
                    <a:pt x="2400859" y="171147"/>
                  </a:lnTo>
                  <a:lnTo>
                    <a:pt x="2417081" y="167792"/>
                  </a:lnTo>
                  <a:lnTo>
                    <a:pt x="2433303" y="164436"/>
                  </a:lnTo>
                  <a:lnTo>
                    <a:pt x="2449525" y="161081"/>
                  </a:lnTo>
                  <a:lnTo>
                    <a:pt x="2465747" y="157725"/>
                  </a:lnTo>
                  <a:lnTo>
                    <a:pt x="2481969" y="154369"/>
                  </a:lnTo>
                  <a:lnTo>
                    <a:pt x="2498191" y="151014"/>
                  </a:lnTo>
                  <a:lnTo>
                    <a:pt x="2514413" y="147658"/>
                  </a:lnTo>
                  <a:lnTo>
                    <a:pt x="2530635" y="144302"/>
                  </a:lnTo>
                  <a:lnTo>
                    <a:pt x="2546857" y="140947"/>
                  </a:lnTo>
                  <a:lnTo>
                    <a:pt x="2563079" y="137591"/>
                  </a:lnTo>
                  <a:lnTo>
                    <a:pt x="2579301" y="134235"/>
                  </a:lnTo>
                  <a:lnTo>
                    <a:pt x="2595523" y="130879"/>
                  </a:lnTo>
                  <a:lnTo>
                    <a:pt x="2611745" y="127524"/>
                  </a:lnTo>
                  <a:lnTo>
                    <a:pt x="2627968" y="124168"/>
                  </a:lnTo>
                  <a:lnTo>
                    <a:pt x="2644190" y="120812"/>
                  </a:lnTo>
                  <a:lnTo>
                    <a:pt x="2660412" y="117456"/>
                  </a:lnTo>
                  <a:lnTo>
                    <a:pt x="2676634" y="114101"/>
                  </a:lnTo>
                  <a:lnTo>
                    <a:pt x="2692856" y="110745"/>
                  </a:lnTo>
                  <a:lnTo>
                    <a:pt x="2709078" y="107389"/>
                  </a:lnTo>
                  <a:lnTo>
                    <a:pt x="2725300" y="104033"/>
                  </a:lnTo>
                  <a:lnTo>
                    <a:pt x="2741522" y="100677"/>
                  </a:lnTo>
                  <a:lnTo>
                    <a:pt x="2757744" y="97321"/>
                  </a:lnTo>
                  <a:lnTo>
                    <a:pt x="2773966" y="93966"/>
                  </a:lnTo>
                  <a:lnTo>
                    <a:pt x="2790188" y="90610"/>
                  </a:lnTo>
                  <a:lnTo>
                    <a:pt x="2806410" y="87254"/>
                  </a:lnTo>
                  <a:lnTo>
                    <a:pt x="2822632" y="83898"/>
                  </a:lnTo>
                  <a:lnTo>
                    <a:pt x="2838854" y="80542"/>
                  </a:lnTo>
                  <a:lnTo>
                    <a:pt x="2855076" y="77186"/>
                  </a:lnTo>
                  <a:lnTo>
                    <a:pt x="2871298" y="73830"/>
                  </a:lnTo>
                  <a:lnTo>
                    <a:pt x="2887520" y="70474"/>
                  </a:lnTo>
                  <a:lnTo>
                    <a:pt x="2903742" y="67119"/>
                  </a:lnTo>
                  <a:lnTo>
                    <a:pt x="2919964" y="63763"/>
                  </a:lnTo>
                  <a:lnTo>
                    <a:pt x="2936186" y="60407"/>
                  </a:lnTo>
                  <a:lnTo>
                    <a:pt x="2952408" y="57051"/>
                  </a:lnTo>
                  <a:lnTo>
                    <a:pt x="2968630" y="53695"/>
                  </a:lnTo>
                  <a:lnTo>
                    <a:pt x="2984852" y="50339"/>
                  </a:lnTo>
                  <a:lnTo>
                    <a:pt x="3001074" y="46983"/>
                  </a:lnTo>
                  <a:lnTo>
                    <a:pt x="3017296" y="43627"/>
                  </a:lnTo>
                  <a:lnTo>
                    <a:pt x="3033518" y="40271"/>
                  </a:lnTo>
                  <a:lnTo>
                    <a:pt x="3049740" y="36915"/>
                  </a:lnTo>
                  <a:lnTo>
                    <a:pt x="3065962" y="33559"/>
                  </a:lnTo>
                  <a:lnTo>
                    <a:pt x="3082184" y="30203"/>
                  </a:lnTo>
                  <a:lnTo>
                    <a:pt x="3098406" y="26847"/>
                  </a:lnTo>
                  <a:lnTo>
                    <a:pt x="3114628" y="23491"/>
                  </a:lnTo>
                  <a:lnTo>
                    <a:pt x="3130850" y="20135"/>
                  </a:lnTo>
                  <a:lnTo>
                    <a:pt x="3147072" y="16779"/>
                  </a:lnTo>
                  <a:lnTo>
                    <a:pt x="3163294" y="13423"/>
                  </a:lnTo>
                  <a:lnTo>
                    <a:pt x="3179516" y="10067"/>
                  </a:lnTo>
                  <a:lnTo>
                    <a:pt x="3195738" y="6711"/>
                  </a:lnTo>
                  <a:lnTo>
                    <a:pt x="3211960" y="3355"/>
                  </a:lnTo>
                  <a:lnTo>
                    <a:pt x="32281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062358" y="3006809"/>
              <a:ext cx="3228182" cy="582223"/>
            </a:xfrm>
            <a:custGeom>
              <a:avLst/>
              <a:pathLst>
                <a:path w="3228182" h="582223">
                  <a:moveTo>
                    <a:pt x="3228182" y="0"/>
                  </a:moveTo>
                  <a:lnTo>
                    <a:pt x="3211960" y="2590"/>
                  </a:lnTo>
                  <a:lnTo>
                    <a:pt x="3195738" y="5181"/>
                  </a:lnTo>
                  <a:lnTo>
                    <a:pt x="3179516" y="7772"/>
                  </a:lnTo>
                  <a:lnTo>
                    <a:pt x="3163294" y="10362"/>
                  </a:lnTo>
                  <a:lnTo>
                    <a:pt x="3147072" y="12953"/>
                  </a:lnTo>
                  <a:lnTo>
                    <a:pt x="3130850" y="15544"/>
                  </a:lnTo>
                  <a:lnTo>
                    <a:pt x="3114628" y="18135"/>
                  </a:lnTo>
                  <a:lnTo>
                    <a:pt x="3098406" y="20725"/>
                  </a:lnTo>
                  <a:lnTo>
                    <a:pt x="3082184" y="23316"/>
                  </a:lnTo>
                  <a:lnTo>
                    <a:pt x="3065962" y="25907"/>
                  </a:lnTo>
                  <a:lnTo>
                    <a:pt x="3049740" y="28498"/>
                  </a:lnTo>
                  <a:lnTo>
                    <a:pt x="3033518" y="31088"/>
                  </a:lnTo>
                  <a:lnTo>
                    <a:pt x="3017296" y="33679"/>
                  </a:lnTo>
                  <a:lnTo>
                    <a:pt x="3001074" y="36270"/>
                  </a:lnTo>
                  <a:lnTo>
                    <a:pt x="2984852" y="38861"/>
                  </a:lnTo>
                  <a:lnTo>
                    <a:pt x="2968630" y="41452"/>
                  </a:lnTo>
                  <a:lnTo>
                    <a:pt x="2952408" y="44042"/>
                  </a:lnTo>
                  <a:lnTo>
                    <a:pt x="2936186" y="46633"/>
                  </a:lnTo>
                  <a:lnTo>
                    <a:pt x="2919964" y="49224"/>
                  </a:lnTo>
                  <a:lnTo>
                    <a:pt x="2903742" y="51815"/>
                  </a:lnTo>
                  <a:lnTo>
                    <a:pt x="2887520" y="54406"/>
                  </a:lnTo>
                  <a:lnTo>
                    <a:pt x="2871298" y="56996"/>
                  </a:lnTo>
                  <a:lnTo>
                    <a:pt x="2855076" y="59587"/>
                  </a:lnTo>
                  <a:lnTo>
                    <a:pt x="2838854" y="62178"/>
                  </a:lnTo>
                  <a:lnTo>
                    <a:pt x="2822632" y="64769"/>
                  </a:lnTo>
                  <a:lnTo>
                    <a:pt x="2806410" y="67360"/>
                  </a:lnTo>
                  <a:lnTo>
                    <a:pt x="2790188" y="69951"/>
                  </a:lnTo>
                  <a:lnTo>
                    <a:pt x="2773966" y="72541"/>
                  </a:lnTo>
                  <a:lnTo>
                    <a:pt x="2757744" y="75132"/>
                  </a:lnTo>
                  <a:lnTo>
                    <a:pt x="2741522" y="77723"/>
                  </a:lnTo>
                  <a:lnTo>
                    <a:pt x="2725300" y="80314"/>
                  </a:lnTo>
                  <a:lnTo>
                    <a:pt x="2709078" y="82905"/>
                  </a:lnTo>
                  <a:lnTo>
                    <a:pt x="2692856" y="85496"/>
                  </a:lnTo>
                  <a:lnTo>
                    <a:pt x="2676634" y="88087"/>
                  </a:lnTo>
                  <a:lnTo>
                    <a:pt x="2660412" y="90678"/>
                  </a:lnTo>
                  <a:lnTo>
                    <a:pt x="2644190" y="93269"/>
                  </a:lnTo>
                  <a:lnTo>
                    <a:pt x="2627968" y="95860"/>
                  </a:lnTo>
                  <a:lnTo>
                    <a:pt x="2611745" y="98450"/>
                  </a:lnTo>
                  <a:lnTo>
                    <a:pt x="2595523" y="101041"/>
                  </a:lnTo>
                  <a:lnTo>
                    <a:pt x="2579301" y="103632"/>
                  </a:lnTo>
                  <a:lnTo>
                    <a:pt x="2563079" y="106223"/>
                  </a:lnTo>
                  <a:lnTo>
                    <a:pt x="2546857" y="108814"/>
                  </a:lnTo>
                  <a:lnTo>
                    <a:pt x="2530635" y="111405"/>
                  </a:lnTo>
                  <a:lnTo>
                    <a:pt x="2514413" y="113996"/>
                  </a:lnTo>
                  <a:lnTo>
                    <a:pt x="2498191" y="116587"/>
                  </a:lnTo>
                  <a:lnTo>
                    <a:pt x="2481969" y="119179"/>
                  </a:lnTo>
                  <a:lnTo>
                    <a:pt x="2465747" y="121770"/>
                  </a:lnTo>
                  <a:lnTo>
                    <a:pt x="2449525" y="124361"/>
                  </a:lnTo>
                  <a:lnTo>
                    <a:pt x="2433303" y="126952"/>
                  </a:lnTo>
                  <a:lnTo>
                    <a:pt x="2417081" y="129543"/>
                  </a:lnTo>
                  <a:lnTo>
                    <a:pt x="2400859" y="132134"/>
                  </a:lnTo>
                  <a:lnTo>
                    <a:pt x="2384637" y="134725"/>
                  </a:lnTo>
                  <a:lnTo>
                    <a:pt x="2368415" y="137316"/>
                  </a:lnTo>
                  <a:lnTo>
                    <a:pt x="2352193" y="139908"/>
                  </a:lnTo>
                  <a:lnTo>
                    <a:pt x="2335971" y="142499"/>
                  </a:lnTo>
                  <a:lnTo>
                    <a:pt x="2319749" y="145090"/>
                  </a:lnTo>
                  <a:lnTo>
                    <a:pt x="2303527" y="147681"/>
                  </a:lnTo>
                  <a:lnTo>
                    <a:pt x="2287305" y="150273"/>
                  </a:lnTo>
                  <a:lnTo>
                    <a:pt x="2271083" y="152864"/>
                  </a:lnTo>
                  <a:lnTo>
                    <a:pt x="2254861" y="155455"/>
                  </a:lnTo>
                  <a:lnTo>
                    <a:pt x="2238639" y="158047"/>
                  </a:lnTo>
                  <a:lnTo>
                    <a:pt x="2222417" y="160638"/>
                  </a:lnTo>
                  <a:lnTo>
                    <a:pt x="2206195" y="163230"/>
                  </a:lnTo>
                  <a:lnTo>
                    <a:pt x="2189973" y="165821"/>
                  </a:lnTo>
                  <a:lnTo>
                    <a:pt x="2173751" y="168413"/>
                  </a:lnTo>
                  <a:lnTo>
                    <a:pt x="2157529" y="171004"/>
                  </a:lnTo>
                  <a:lnTo>
                    <a:pt x="2141307" y="173596"/>
                  </a:lnTo>
                  <a:lnTo>
                    <a:pt x="2125085" y="176188"/>
                  </a:lnTo>
                  <a:lnTo>
                    <a:pt x="2108863" y="178779"/>
                  </a:lnTo>
                  <a:lnTo>
                    <a:pt x="2092641" y="181371"/>
                  </a:lnTo>
                  <a:lnTo>
                    <a:pt x="2076419" y="183963"/>
                  </a:lnTo>
                  <a:lnTo>
                    <a:pt x="2060197" y="186555"/>
                  </a:lnTo>
                  <a:lnTo>
                    <a:pt x="2043975" y="189147"/>
                  </a:lnTo>
                  <a:lnTo>
                    <a:pt x="2027753" y="191739"/>
                  </a:lnTo>
                  <a:lnTo>
                    <a:pt x="2011531" y="194331"/>
                  </a:lnTo>
                  <a:lnTo>
                    <a:pt x="1995309" y="196923"/>
                  </a:lnTo>
                  <a:lnTo>
                    <a:pt x="1979087" y="199516"/>
                  </a:lnTo>
                  <a:lnTo>
                    <a:pt x="1962865" y="202108"/>
                  </a:lnTo>
                  <a:lnTo>
                    <a:pt x="1946642" y="204701"/>
                  </a:lnTo>
                  <a:lnTo>
                    <a:pt x="1930420" y="207293"/>
                  </a:lnTo>
                  <a:lnTo>
                    <a:pt x="1914198" y="209886"/>
                  </a:lnTo>
                  <a:lnTo>
                    <a:pt x="1897976" y="212479"/>
                  </a:lnTo>
                  <a:lnTo>
                    <a:pt x="1881754" y="215072"/>
                  </a:lnTo>
                  <a:lnTo>
                    <a:pt x="1865532" y="217666"/>
                  </a:lnTo>
                  <a:lnTo>
                    <a:pt x="1849310" y="220259"/>
                  </a:lnTo>
                  <a:lnTo>
                    <a:pt x="1833088" y="222853"/>
                  </a:lnTo>
                  <a:lnTo>
                    <a:pt x="1816866" y="225447"/>
                  </a:lnTo>
                  <a:lnTo>
                    <a:pt x="1800644" y="228041"/>
                  </a:lnTo>
                  <a:lnTo>
                    <a:pt x="1784422" y="230636"/>
                  </a:lnTo>
                  <a:lnTo>
                    <a:pt x="1768200" y="233231"/>
                  </a:lnTo>
                  <a:lnTo>
                    <a:pt x="1751978" y="235826"/>
                  </a:lnTo>
                  <a:lnTo>
                    <a:pt x="1735756" y="238422"/>
                  </a:lnTo>
                  <a:lnTo>
                    <a:pt x="1719534" y="241019"/>
                  </a:lnTo>
                  <a:lnTo>
                    <a:pt x="1703312" y="243616"/>
                  </a:lnTo>
                  <a:lnTo>
                    <a:pt x="1687090" y="246214"/>
                  </a:lnTo>
                  <a:lnTo>
                    <a:pt x="1670868" y="248812"/>
                  </a:lnTo>
                  <a:lnTo>
                    <a:pt x="1654646" y="251412"/>
                  </a:lnTo>
                  <a:lnTo>
                    <a:pt x="1638424" y="254013"/>
                  </a:lnTo>
                  <a:lnTo>
                    <a:pt x="1622202" y="256616"/>
                  </a:lnTo>
                  <a:lnTo>
                    <a:pt x="1605980" y="259220"/>
                  </a:lnTo>
                  <a:lnTo>
                    <a:pt x="1589758" y="261827"/>
                  </a:lnTo>
                  <a:lnTo>
                    <a:pt x="1573536" y="264437"/>
                  </a:lnTo>
                  <a:lnTo>
                    <a:pt x="1557314" y="267051"/>
                  </a:lnTo>
                  <a:lnTo>
                    <a:pt x="1541092" y="269671"/>
                  </a:lnTo>
                  <a:lnTo>
                    <a:pt x="1524870" y="272297"/>
                  </a:lnTo>
                  <a:lnTo>
                    <a:pt x="1508648" y="274934"/>
                  </a:lnTo>
                  <a:lnTo>
                    <a:pt x="1492426" y="277585"/>
                  </a:lnTo>
                  <a:lnTo>
                    <a:pt x="1476204" y="280258"/>
                  </a:lnTo>
                  <a:lnTo>
                    <a:pt x="1459982" y="282964"/>
                  </a:lnTo>
                  <a:lnTo>
                    <a:pt x="1443760" y="285720"/>
                  </a:lnTo>
                  <a:lnTo>
                    <a:pt x="1427538" y="288552"/>
                  </a:lnTo>
                  <a:lnTo>
                    <a:pt x="1411316" y="291483"/>
                  </a:lnTo>
                  <a:lnTo>
                    <a:pt x="1395094" y="294524"/>
                  </a:lnTo>
                  <a:lnTo>
                    <a:pt x="1378872" y="297659"/>
                  </a:lnTo>
                  <a:lnTo>
                    <a:pt x="1362650" y="300863"/>
                  </a:lnTo>
                  <a:lnTo>
                    <a:pt x="1346428" y="304113"/>
                  </a:lnTo>
                  <a:lnTo>
                    <a:pt x="1330206" y="307393"/>
                  </a:lnTo>
                  <a:lnTo>
                    <a:pt x="1313984" y="310692"/>
                  </a:lnTo>
                  <a:lnTo>
                    <a:pt x="1297761" y="314005"/>
                  </a:lnTo>
                  <a:lnTo>
                    <a:pt x="1281539" y="317327"/>
                  </a:lnTo>
                  <a:lnTo>
                    <a:pt x="1265317" y="320656"/>
                  </a:lnTo>
                  <a:lnTo>
                    <a:pt x="1249095" y="323990"/>
                  </a:lnTo>
                  <a:lnTo>
                    <a:pt x="1232873" y="327327"/>
                  </a:lnTo>
                  <a:lnTo>
                    <a:pt x="1216651" y="330668"/>
                  </a:lnTo>
                  <a:lnTo>
                    <a:pt x="1200429" y="334010"/>
                  </a:lnTo>
                  <a:lnTo>
                    <a:pt x="1184207" y="337355"/>
                  </a:lnTo>
                  <a:lnTo>
                    <a:pt x="1167985" y="340701"/>
                  </a:lnTo>
                  <a:lnTo>
                    <a:pt x="1151763" y="344048"/>
                  </a:lnTo>
                  <a:lnTo>
                    <a:pt x="1135541" y="347396"/>
                  </a:lnTo>
                  <a:lnTo>
                    <a:pt x="1119319" y="350745"/>
                  </a:lnTo>
                  <a:lnTo>
                    <a:pt x="1103097" y="354095"/>
                  </a:lnTo>
                  <a:lnTo>
                    <a:pt x="1086875" y="357445"/>
                  </a:lnTo>
                  <a:lnTo>
                    <a:pt x="1070653" y="360796"/>
                  </a:lnTo>
                  <a:lnTo>
                    <a:pt x="1054431" y="364148"/>
                  </a:lnTo>
                  <a:lnTo>
                    <a:pt x="1038209" y="367500"/>
                  </a:lnTo>
                  <a:lnTo>
                    <a:pt x="1021987" y="370852"/>
                  </a:lnTo>
                  <a:lnTo>
                    <a:pt x="1005765" y="374204"/>
                  </a:lnTo>
                  <a:lnTo>
                    <a:pt x="989543" y="377557"/>
                  </a:lnTo>
                  <a:lnTo>
                    <a:pt x="973321" y="380910"/>
                  </a:lnTo>
                  <a:lnTo>
                    <a:pt x="957099" y="384263"/>
                  </a:lnTo>
                  <a:lnTo>
                    <a:pt x="940877" y="387617"/>
                  </a:lnTo>
                  <a:lnTo>
                    <a:pt x="924655" y="390970"/>
                  </a:lnTo>
                  <a:lnTo>
                    <a:pt x="908433" y="394324"/>
                  </a:lnTo>
                  <a:lnTo>
                    <a:pt x="892211" y="397678"/>
                  </a:lnTo>
                  <a:lnTo>
                    <a:pt x="875989" y="401032"/>
                  </a:lnTo>
                  <a:lnTo>
                    <a:pt x="859767" y="404386"/>
                  </a:lnTo>
                  <a:lnTo>
                    <a:pt x="843545" y="407741"/>
                  </a:lnTo>
                  <a:lnTo>
                    <a:pt x="827323" y="411095"/>
                  </a:lnTo>
                  <a:lnTo>
                    <a:pt x="811101" y="414449"/>
                  </a:lnTo>
                  <a:lnTo>
                    <a:pt x="794879" y="417804"/>
                  </a:lnTo>
                  <a:lnTo>
                    <a:pt x="778657" y="421159"/>
                  </a:lnTo>
                  <a:lnTo>
                    <a:pt x="762435" y="424513"/>
                  </a:lnTo>
                  <a:lnTo>
                    <a:pt x="746213" y="427868"/>
                  </a:lnTo>
                  <a:lnTo>
                    <a:pt x="729991" y="431223"/>
                  </a:lnTo>
                  <a:lnTo>
                    <a:pt x="713769" y="434578"/>
                  </a:lnTo>
                  <a:lnTo>
                    <a:pt x="697547" y="437933"/>
                  </a:lnTo>
                  <a:lnTo>
                    <a:pt x="681325" y="441288"/>
                  </a:lnTo>
                  <a:lnTo>
                    <a:pt x="665103" y="444643"/>
                  </a:lnTo>
                  <a:lnTo>
                    <a:pt x="648880" y="447998"/>
                  </a:lnTo>
                  <a:lnTo>
                    <a:pt x="632658" y="451353"/>
                  </a:lnTo>
                  <a:lnTo>
                    <a:pt x="616436" y="454709"/>
                  </a:lnTo>
                  <a:lnTo>
                    <a:pt x="600214" y="458064"/>
                  </a:lnTo>
                  <a:lnTo>
                    <a:pt x="583992" y="461419"/>
                  </a:lnTo>
                  <a:lnTo>
                    <a:pt x="567770" y="464775"/>
                  </a:lnTo>
                  <a:lnTo>
                    <a:pt x="551548" y="468130"/>
                  </a:lnTo>
                  <a:lnTo>
                    <a:pt x="535326" y="471485"/>
                  </a:lnTo>
                  <a:lnTo>
                    <a:pt x="519104" y="474841"/>
                  </a:lnTo>
                  <a:lnTo>
                    <a:pt x="502882" y="478196"/>
                  </a:lnTo>
                  <a:lnTo>
                    <a:pt x="486660" y="481552"/>
                  </a:lnTo>
                  <a:lnTo>
                    <a:pt x="470438" y="484907"/>
                  </a:lnTo>
                  <a:lnTo>
                    <a:pt x="454216" y="488263"/>
                  </a:lnTo>
                  <a:lnTo>
                    <a:pt x="437994" y="491618"/>
                  </a:lnTo>
                  <a:lnTo>
                    <a:pt x="421772" y="494974"/>
                  </a:lnTo>
                  <a:lnTo>
                    <a:pt x="405550" y="498329"/>
                  </a:lnTo>
                  <a:lnTo>
                    <a:pt x="389328" y="501685"/>
                  </a:lnTo>
                  <a:lnTo>
                    <a:pt x="373106" y="505041"/>
                  </a:lnTo>
                  <a:lnTo>
                    <a:pt x="356884" y="508396"/>
                  </a:lnTo>
                  <a:lnTo>
                    <a:pt x="340662" y="511752"/>
                  </a:lnTo>
                  <a:lnTo>
                    <a:pt x="324440" y="515107"/>
                  </a:lnTo>
                  <a:lnTo>
                    <a:pt x="308218" y="518463"/>
                  </a:lnTo>
                  <a:lnTo>
                    <a:pt x="291996" y="521819"/>
                  </a:lnTo>
                  <a:lnTo>
                    <a:pt x="275774" y="525175"/>
                  </a:lnTo>
                  <a:lnTo>
                    <a:pt x="259552" y="528530"/>
                  </a:lnTo>
                  <a:lnTo>
                    <a:pt x="243330" y="531886"/>
                  </a:lnTo>
                  <a:lnTo>
                    <a:pt x="227108" y="535242"/>
                  </a:lnTo>
                  <a:lnTo>
                    <a:pt x="210886" y="538598"/>
                  </a:lnTo>
                  <a:lnTo>
                    <a:pt x="194664" y="541953"/>
                  </a:lnTo>
                  <a:lnTo>
                    <a:pt x="178442" y="545309"/>
                  </a:lnTo>
                  <a:lnTo>
                    <a:pt x="162220" y="548665"/>
                  </a:lnTo>
                  <a:lnTo>
                    <a:pt x="145998" y="552021"/>
                  </a:lnTo>
                  <a:lnTo>
                    <a:pt x="129776" y="555376"/>
                  </a:lnTo>
                  <a:lnTo>
                    <a:pt x="113554" y="558732"/>
                  </a:lnTo>
                  <a:lnTo>
                    <a:pt x="97332" y="562088"/>
                  </a:lnTo>
                  <a:lnTo>
                    <a:pt x="81110" y="565444"/>
                  </a:lnTo>
                  <a:lnTo>
                    <a:pt x="64888" y="568800"/>
                  </a:lnTo>
                  <a:lnTo>
                    <a:pt x="48666" y="572156"/>
                  </a:lnTo>
                  <a:lnTo>
                    <a:pt x="32444" y="575512"/>
                  </a:lnTo>
                  <a:lnTo>
                    <a:pt x="16222" y="578867"/>
                  </a:lnTo>
                  <a:lnTo>
                    <a:pt x="0" y="5822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7171520" y="3080878"/>
              <a:ext cx="2739562" cy="248587"/>
            </a:xfrm>
            <a:custGeom>
              <a:avLst/>
              <a:pathLst>
                <a:path w="2739562" h="248587">
                  <a:moveTo>
                    <a:pt x="0" y="238569"/>
                  </a:moveTo>
                  <a:lnTo>
                    <a:pt x="13766" y="237773"/>
                  </a:lnTo>
                  <a:lnTo>
                    <a:pt x="27533" y="236978"/>
                  </a:lnTo>
                  <a:lnTo>
                    <a:pt x="41299" y="236182"/>
                  </a:lnTo>
                  <a:lnTo>
                    <a:pt x="55066" y="235385"/>
                  </a:lnTo>
                  <a:lnTo>
                    <a:pt x="68833" y="234588"/>
                  </a:lnTo>
                  <a:lnTo>
                    <a:pt x="82599" y="233790"/>
                  </a:lnTo>
                  <a:lnTo>
                    <a:pt x="96366" y="232992"/>
                  </a:lnTo>
                  <a:lnTo>
                    <a:pt x="110133" y="232193"/>
                  </a:lnTo>
                  <a:lnTo>
                    <a:pt x="123899" y="231393"/>
                  </a:lnTo>
                  <a:lnTo>
                    <a:pt x="137666" y="230591"/>
                  </a:lnTo>
                  <a:lnTo>
                    <a:pt x="151433" y="229788"/>
                  </a:lnTo>
                  <a:lnTo>
                    <a:pt x="165199" y="228983"/>
                  </a:lnTo>
                  <a:lnTo>
                    <a:pt x="178966" y="228175"/>
                  </a:lnTo>
                  <a:lnTo>
                    <a:pt x="192733" y="227364"/>
                  </a:lnTo>
                  <a:lnTo>
                    <a:pt x="206499" y="226548"/>
                  </a:lnTo>
                  <a:lnTo>
                    <a:pt x="220266" y="225725"/>
                  </a:lnTo>
                  <a:lnTo>
                    <a:pt x="234032" y="224892"/>
                  </a:lnTo>
                  <a:lnTo>
                    <a:pt x="247799" y="224045"/>
                  </a:lnTo>
                  <a:lnTo>
                    <a:pt x="261566" y="223175"/>
                  </a:lnTo>
                  <a:lnTo>
                    <a:pt x="275332" y="222272"/>
                  </a:lnTo>
                  <a:lnTo>
                    <a:pt x="289099" y="221322"/>
                  </a:lnTo>
                  <a:lnTo>
                    <a:pt x="302866" y="220311"/>
                  </a:lnTo>
                  <a:lnTo>
                    <a:pt x="316632" y="219238"/>
                  </a:lnTo>
                  <a:lnTo>
                    <a:pt x="330399" y="218113"/>
                  </a:lnTo>
                  <a:lnTo>
                    <a:pt x="344166" y="216950"/>
                  </a:lnTo>
                  <a:lnTo>
                    <a:pt x="357932" y="215762"/>
                  </a:lnTo>
                  <a:lnTo>
                    <a:pt x="371699" y="214558"/>
                  </a:lnTo>
                  <a:lnTo>
                    <a:pt x="385466" y="213342"/>
                  </a:lnTo>
                  <a:lnTo>
                    <a:pt x="399232" y="212119"/>
                  </a:lnTo>
                  <a:lnTo>
                    <a:pt x="412999" y="210891"/>
                  </a:lnTo>
                  <a:lnTo>
                    <a:pt x="426766" y="209659"/>
                  </a:lnTo>
                  <a:lnTo>
                    <a:pt x="440532" y="208423"/>
                  </a:lnTo>
                  <a:lnTo>
                    <a:pt x="454299" y="207186"/>
                  </a:lnTo>
                  <a:lnTo>
                    <a:pt x="468065" y="205947"/>
                  </a:lnTo>
                  <a:lnTo>
                    <a:pt x="481832" y="204706"/>
                  </a:lnTo>
                  <a:lnTo>
                    <a:pt x="495599" y="203465"/>
                  </a:lnTo>
                  <a:lnTo>
                    <a:pt x="509365" y="202222"/>
                  </a:lnTo>
                  <a:lnTo>
                    <a:pt x="523132" y="200979"/>
                  </a:lnTo>
                  <a:lnTo>
                    <a:pt x="536899" y="199735"/>
                  </a:lnTo>
                  <a:lnTo>
                    <a:pt x="550665" y="198490"/>
                  </a:lnTo>
                  <a:lnTo>
                    <a:pt x="564432" y="197246"/>
                  </a:lnTo>
                  <a:lnTo>
                    <a:pt x="578199" y="196000"/>
                  </a:lnTo>
                  <a:lnTo>
                    <a:pt x="591965" y="194755"/>
                  </a:lnTo>
                  <a:lnTo>
                    <a:pt x="605732" y="193509"/>
                  </a:lnTo>
                  <a:lnTo>
                    <a:pt x="619499" y="192263"/>
                  </a:lnTo>
                  <a:lnTo>
                    <a:pt x="633265" y="191017"/>
                  </a:lnTo>
                  <a:lnTo>
                    <a:pt x="647032" y="189770"/>
                  </a:lnTo>
                  <a:lnTo>
                    <a:pt x="660799" y="188523"/>
                  </a:lnTo>
                  <a:lnTo>
                    <a:pt x="674565" y="187277"/>
                  </a:lnTo>
                  <a:lnTo>
                    <a:pt x="688332" y="186030"/>
                  </a:lnTo>
                  <a:lnTo>
                    <a:pt x="702098" y="184782"/>
                  </a:lnTo>
                  <a:lnTo>
                    <a:pt x="715865" y="183535"/>
                  </a:lnTo>
                  <a:lnTo>
                    <a:pt x="729632" y="182288"/>
                  </a:lnTo>
                  <a:lnTo>
                    <a:pt x="743398" y="181041"/>
                  </a:lnTo>
                  <a:lnTo>
                    <a:pt x="757165" y="179793"/>
                  </a:lnTo>
                  <a:lnTo>
                    <a:pt x="770932" y="178545"/>
                  </a:lnTo>
                  <a:lnTo>
                    <a:pt x="784698" y="177298"/>
                  </a:lnTo>
                  <a:lnTo>
                    <a:pt x="798465" y="176050"/>
                  </a:lnTo>
                  <a:lnTo>
                    <a:pt x="812232" y="174802"/>
                  </a:lnTo>
                  <a:lnTo>
                    <a:pt x="825998" y="173555"/>
                  </a:lnTo>
                  <a:lnTo>
                    <a:pt x="839765" y="172307"/>
                  </a:lnTo>
                  <a:lnTo>
                    <a:pt x="853532" y="171059"/>
                  </a:lnTo>
                  <a:lnTo>
                    <a:pt x="867298" y="169811"/>
                  </a:lnTo>
                  <a:lnTo>
                    <a:pt x="881065" y="168563"/>
                  </a:lnTo>
                  <a:lnTo>
                    <a:pt x="894832" y="167315"/>
                  </a:lnTo>
                  <a:lnTo>
                    <a:pt x="908598" y="166067"/>
                  </a:lnTo>
                  <a:lnTo>
                    <a:pt x="922365" y="164819"/>
                  </a:lnTo>
                  <a:lnTo>
                    <a:pt x="936131" y="163571"/>
                  </a:lnTo>
                  <a:lnTo>
                    <a:pt x="949898" y="162322"/>
                  </a:lnTo>
                  <a:lnTo>
                    <a:pt x="963665" y="161074"/>
                  </a:lnTo>
                  <a:lnTo>
                    <a:pt x="977431" y="159826"/>
                  </a:lnTo>
                  <a:lnTo>
                    <a:pt x="991198" y="158578"/>
                  </a:lnTo>
                  <a:lnTo>
                    <a:pt x="1004965" y="157330"/>
                  </a:lnTo>
                  <a:lnTo>
                    <a:pt x="1018731" y="156081"/>
                  </a:lnTo>
                  <a:lnTo>
                    <a:pt x="1032498" y="154833"/>
                  </a:lnTo>
                  <a:lnTo>
                    <a:pt x="1046265" y="153585"/>
                  </a:lnTo>
                  <a:lnTo>
                    <a:pt x="1060031" y="152336"/>
                  </a:lnTo>
                  <a:lnTo>
                    <a:pt x="1073798" y="151088"/>
                  </a:lnTo>
                  <a:lnTo>
                    <a:pt x="1087565" y="149840"/>
                  </a:lnTo>
                  <a:lnTo>
                    <a:pt x="1101331" y="148591"/>
                  </a:lnTo>
                  <a:lnTo>
                    <a:pt x="1115098" y="147343"/>
                  </a:lnTo>
                  <a:lnTo>
                    <a:pt x="1128864" y="146094"/>
                  </a:lnTo>
                  <a:lnTo>
                    <a:pt x="1142631" y="144846"/>
                  </a:lnTo>
                  <a:lnTo>
                    <a:pt x="1156398" y="143598"/>
                  </a:lnTo>
                  <a:lnTo>
                    <a:pt x="1170164" y="142349"/>
                  </a:lnTo>
                  <a:lnTo>
                    <a:pt x="1183931" y="141101"/>
                  </a:lnTo>
                  <a:lnTo>
                    <a:pt x="1197698" y="139852"/>
                  </a:lnTo>
                  <a:lnTo>
                    <a:pt x="1211464" y="138604"/>
                  </a:lnTo>
                  <a:lnTo>
                    <a:pt x="1225231" y="137355"/>
                  </a:lnTo>
                  <a:lnTo>
                    <a:pt x="1238998" y="136107"/>
                  </a:lnTo>
                  <a:lnTo>
                    <a:pt x="1252764" y="134858"/>
                  </a:lnTo>
                  <a:lnTo>
                    <a:pt x="1266531" y="133610"/>
                  </a:lnTo>
                  <a:lnTo>
                    <a:pt x="1280298" y="132361"/>
                  </a:lnTo>
                  <a:lnTo>
                    <a:pt x="1294064" y="131113"/>
                  </a:lnTo>
                  <a:lnTo>
                    <a:pt x="1307831" y="129864"/>
                  </a:lnTo>
                  <a:lnTo>
                    <a:pt x="1321598" y="128616"/>
                  </a:lnTo>
                  <a:lnTo>
                    <a:pt x="1335364" y="127367"/>
                  </a:lnTo>
                  <a:lnTo>
                    <a:pt x="1349131" y="126118"/>
                  </a:lnTo>
                  <a:lnTo>
                    <a:pt x="1362897" y="124870"/>
                  </a:lnTo>
                  <a:lnTo>
                    <a:pt x="1376664" y="123621"/>
                  </a:lnTo>
                  <a:lnTo>
                    <a:pt x="1390431" y="122373"/>
                  </a:lnTo>
                  <a:lnTo>
                    <a:pt x="1404197" y="121124"/>
                  </a:lnTo>
                  <a:lnTo>
                    <a:pt x="1417964" y="119876"/>
                  </a:lnTo>
                  <a:lnTo>
                    <a:pt x="1431731" y="118627"/>
                  </a:lnTo>
                  <a:lnTo>
                    <a:pt x="1445497" y="117378"/>
                  </a:lnTo>
                  <a:lnTo>
                    <a:pt x="1459264" y="116130"/>
                  </a:lnTo>
                  <a:lnTo>
                    <a:pt x="1473031" y="114881"/>
                  </a:lnTo>
                  <a:lnTo>
                    <a:pt x="1486797" y="113633"/>
                  </a:lnTo>
                  <a:lnTo>
                    <a:pt x="1500564" y="112384"/>
                  </a:lnTo>
                  <a:lnTo>
                    <a:pt x="1514331" y="111135"/>
                  </a:lnTo>
                  <a:lnTo>
                    <a:pt x="1528097" y="109887"/>
                  </a:lnTo>
                  <a:lnTo>
                    <a:pt x="1541864" y="108638"/>
                  </a:lnTo>
                  <a:lnTo>
                    <a:pt x="1555631" y="107389"/>
                  </a:lnTo>
                  <a:lnTo>
                    <a:pt x="1569397" y="106141"/>
                  </a:lnTo>
                  <a:lnTo>
                    <a:pt x="1583164" y="104892"/>
                  </a:lnTo>
                  <a:lnTo>
                    <a:pt x="1596930" y="103643"/>
                  </a:lnTo>
                  <a:lnTo>
                    <a:pt x="1610697" y="102395"/>
                  </a:lnTo>
                  <a:lnTo>
                    <a:pt x="1624464" y="101146"/>
                  </a:lnTo>
                  <a:lnTo>
                    <a:pt x="1638230" y="99898"/>
                  </a:lnTo>
                  <a:lnTo>
                    <a:pt x="1651997" y="98649"/>
                  </a:lnTo>
                  <a:lnTo>
                    <a:pt x="1665764" y="97400"/>
                  </a:lnTo>
                  <a:lnTo>
                    <a:pt x="1679530" y="96152"/>
                  </a:lnTo>
                  <a:lnTo>
                    <a:pt x="1693297" y="94903"/>
                  </a:lnTo>
                  <a:lnTo>
                    <a:pt x="1707064" y="93654"/>
                  </a:lnTo>
                  <a:lnTo>
                    <a:pt x="1720830" y="92406"/>
                  </a:lnTo>
                  <a:lnTo>
                    <a:pt x="1734597" y="91157"/>
                  </a:lnTo>
                  <a:lnTo>
                    <a:pt x="1748364" y="89908"/>
                  </a:lnTo>
                  <a:lnTo>
                    <a:pt x="1762130" y="88660"/>
                  </a:lnTo>
                  <a:lnTo>
                    <a:pt x="1775897" y="87411"/>
                  </a:lnTo>
                  <a:lnTo>
                    <a:pt x="1789664" y="86162"/>
                  </a:lnTo>
                  <a:lnTo>
                    <a:pt x="1803430" y="84913"/>
                  </a:lnTo>
                  <a:lnTo>
                    <a:pt x="1817197" y="83665"/>
                  </a:lnTo>
                  <a:lnTo>
                    <a:pt x="1830963" y="82416"/>
                  </a:lnTo>
                  <a:lnTo>
                    <a:pt x="1844730" y="81167"/>
                  </a:lnTo>
                  <a:lnTo>
                    <a:pt x="1858497" y="79919"/>
                  </a:lnTo>
                  <a:lnTo>
                    <a:pt x="1872263" y="78670"/>
                  </a:lnTo>
                  <a:lnTo>
                    <a:pt x="1886030" y="77421"/>
                  </a:lnTo>
                  <a:lnTo>
                    <a:pt x="1899797" y="76173"/>
                  </a:lnTo>
                  <a:lnTo>
                    <a:pt x="1913563" y="74924"/>
                  </a:lnTo>
                  <a:lnTo>
                    <a:pt x="1927330" y="73675"/>
                  </a:lnTo>
                  <a:lnTo>
                    <a:pt x="1941097" y="72426"/>
                  </a:lnTo>
                  <a:lnTo>
                    <a:pt x="1954863" y="71178"/>
                  </a:lnTo>
                  <a:lnTo>
                    <a:pt x="1968630" y="69929"/>
                  </a:lnTo>
                  <a:lnTo>
                    <a:pt x="1982397" y="68680"/>
                  </a:lnTo>
                  <a:lnTo>
                    <a:pt x="1996163" y="67432"/>
                  </a:lnTo>
                  <a:lnTo>
                    <a:pt x="2009930" y="66183"/>
                  </a:lnTo>
                  <a:lnTo>
                    <a:pt x="2023696" y="64934"/>
                  </a:lnTo>
                  <a:lnTo>
                    <a:pt x="2037463" y="63685"/>
                  </a:lnTo>
                  <a:lnTo>
                    <a:pt x="2051230" y="62437"/>
                  </a:lnTo>
                  <a:lnTo>
                    <a:pt x="2064996" y="61188"/>
                  </a:lnTo>
                  <a:lnTo>
                    <a:pt x="2078763" y="59939"/>
                  </a:lnTo>
                  <a:lnTo>
                    <a:pt x="2092530" y="58691"/>
                  </a:lnTo>
                  <a:lnTo>
                    <a:pt x="2106296" y="57442"/>
                  </a:lnTo>
                  <a:lnTo>
                    <a:pt x="2120063" y="56193"/>
                  </a:lnTo>
                  <a:lnTo>
                    <a:pt x="2133830" y="54944"/>
                  </a:lnTo>
                  <a:lnTo>
                    <a:pt x="2147596" y="53696"/>
                  </a:lnTo>
                  <a:lnTo>
                    <a:pt x="2161363" y="52447"/>
                  </a:lnTo>
                  <a:lnTo>
                    <a:pt x="2175130" y="51198"/>
                  </a:lnTo>
                  <a:lnTo>
                    <a:pt x="2188896" y="49949"/>
                  </a:lnTo>
                  <a:lnTo>
                    <a:pt x="2202663" y="48701"/>
                  </a:lnTo>
                  <a:lnTo>
                    <a:pt x="2216430" y="47452"/>
                  </a:lnTo>
                  <a:lnTo>
                    <a:pt x="2230196" y="46203"/>
                  </a:lnTo>
                  <a:lnTo>
                    <a:pt x="2243963" y="44955"/>
                  </a:lnTo>
                  <a:lnTo>
                    <a:pt x="2257729" y="43706"/>
                  </a:lnTo>
                  <a:lnTo>
                    <a:pt x="2271496" y="42457"/>
                  </a:lnTo>
                  <a:lnTo>
                    <a:pt x="2285263" y="41208"/>
                  </a:lnTo>
                  <a:lnTo>
                    <a:pt x="2299029" y="39960"/>
                  </a:lnTo>
                  <a:lnTo>
                    <a:pt x="2312796" y="38711"/>
                  </a:lnTo>
                  <a:lnTo>
                    <a:pt x="2326563" y="37462"/>
                  </a:lnTo>
                  <a:lnTo>
                    <a:pt x="2340329" y="36213"/>
                  </a:lnTo>
                  <a:lnTo>
                    <a:pt x="2354096" y="34965"/>
                  </a:lnTo>
                  <a:lnTo>
                    <a:pt x="2367863" y="33716"/>
                  </a:lnTo>
                  <a:lnTo>
                    <a:pt x="2381629" y="32467"/>
                  </a:lnTo>
                  <a:lnTo>
                    <a:pt x="2395396" y="31218"/>
                  </a:lnTo>
                  <a:lnTo>
                    <a:pt x="2409163" y="29970"/>
                  </a:lnTo>
                  <a:lnTo>
                    <a:pt x="2422929" y="28721"/>
                  </a:lnTo>
                  <a:lnTo>
                    <a:pt x="2436696" y="27472"/>
                  </a:lnTo>
                  <a:lnTo>
                    <a:pt x="2450463" y="26223"/>
                  </a:lnTo>
                  <a:lnTo>
                    <a:pt x="2464229" y="24975"/>
                  </a:lnTo>
                  <a:lnTo>
                    <a:pt x="2477996" y="23726"/>
                  </a:lnTo>
                  <a:lnTo>
                    <a:pt x="2491762" y="22477"/>
                  </a:lnTo>
                  <a:lnTo>
                    <a:pt x="2505529" y="21228"/>
                  </a:lnTo>
                  <a:lnTo>
                    <a:pt x="2519296" y="19980"/>
                  </a:lnTo>
                  <a:lnTo>
                    <a:pt x="2533062" y="18731"/>
                  </a:lnTo>
                  <a:lnTo>
                    <a:pt x="2546829" y="17482"/>
                  </a:lnTo>
                  <a:lnTo>
                    <a:pt x="2560596" y="16233"/>
                  </a:lnTo>
                  <a:lnTo>
                    <a:pt x="2574362" y="14985"/>
                  </a:lnTo>
                  <a:lnTo>
                    <a:pt x="2588129" y="13736"/>
                  </a:lnTo>
                  <a:lnTo>
                    <a:pt x="2601896" y="12487"/>
                  </a:lnTo>
                  <a:lnTo>
                    <a:pt x="2615662" y="11238"/>
                  </a:lnTo>
                  <a:lnTo>
                    <a:pt x="2629429" y="9990"/>
                  </a:lnTo>
                  <a:lnTo>
                    <a:pt x="2643196" y="8741"/>
                  </a:lnTo>
                  <a:lnTo>
                    <a:pt x="2656962" y="7492"/>
                  </a:lnTo>
                  <a:lnTo>
                    <a:pt x="2670729" y="6243"/>
                  </a:lnTo>
                  <a:lnTo>
                    <a:pt x="2684496" y="4995"/>
                  </a:lnTo>
                  <a:lnTo>
                    <a:pt x="2698262" y="3746"/>
                  </a:lnTo>
                  <a:lnTo>
                    <a:pt x="2712029" y="2497"/>
                  </a:lnTo>
                  <a:lnTo>
                    <a:pt x="2725795" y="1248"/>
                  </a:lnTo>
                  <a:lnTo>
                    <a:pt x="2739562" y="0"/>
                  </a:lnTo>
                  <a:lnTo>
                    <a:pt x="2739562" y="80975"/>
                  </a:lnTo>
                  <a:lnTo>
                    <a:pt x="2725795" y="81767"/>
                  </a:lnTo>
                  <a:lnTo>
                    <a:pt x="2712029" y="82559"/>
                  </a:lnTo>
                  <a:lnTo>
                    <a:pt x="2698262" y="83352"/>
                  </a:lnTo>
                  <a:lnTo>
                    <a:pt x="2684496" y="84144"/>
                  </a:lnTo>
                  <a:lnTo>
                    <a:pt x="2670729" y="84937"/>
                  </a:lnTo>
                  <a:lnTo>
                    <a:pt x="2656962" y="85729"/>
                  </a:lnTo>
                  <a:lnTo>
                    <a:pt x="2643196" y="86521"/>
                  </a:lnTo>
                  <a:lnTo>
                    <a:pt x="2629429" y="87314"/>
                  </a:lnTo>
                  <a:lnTo>
                    <a:pt x="2615662" y="88106"/>
                  </a:lnTo>
                  <a:lnTo>
                    <a:pt x="2601896" y="88898"/>
                  </a:lnTo>
                  <a:lnTo>
                    <a:pt x="2588129" y="89691"/>
                  </a:lnTo>
                  <a:lnTo>
                    <a:pt x="2574362" y="90483"/>
                  </a:lnTo>
                  <a:lnTo>
                    <a:pt x="2560596" y="91275"/>
                  </a:lnTo>
                  <a:lnTo>
                    <a:pt x="2546829" y="92068"/>
                  </a:lnTo>
                  <a:lnTo>
                    <a:pt x="2533062" y="92860"/>
                  </a:lnTo>
                  <a:lnTo>
                    <a:pt x="2519296" y="93652"/>
                  </a:lnTo>
                  <a:lnTo>
                    <a:pt x="2505529" y="94445"/>
                  </a:lnTo>
                  <a:lnTo>
                    <a:pt x="2491762" y="95237"/>
                  </a:lnTo>
                  <a:lnTo>
                    <a:pt x="2477996" y="96030"/>
                  </a:lnTo>
                  <a:lnTo>
                    <a:pt x="2464229" y="96822"/>
                  </a:lnTo>
                  <a:lnTo>
                    <a:pt x="2450463" y="97614"/>
                  </a:lnTo>
                  <a:lnTo>
                    <a:pt x="2436696" y="98407"/>
                  </a:lnTo>
                  <a:lnTo>
                    <a:pt x="2422929" y="99199"/>
                  </a:lnTo>
                  <a:lnTo>
                    <a:pt x="2409163" y="99991"/>
                  </a:lnTo>
                  <a:lnTo>
                    <a:pt x="2395396" y="100784"/>
                  </a:lnTo>
                  <a:lnTo>
                    <a:pt x="2381629" y="101576"/>
                  </a:lnTo>
                  <a:lnTo>
                    <a:pt x="2367863" y="102368"/>
                  </a:lnTo>
                  <a:lnTo>
                    <a:pt x="2354096" y="103161"/>
                  </a:lnTo>
                  <a:lnTo>
                    <a:pt x="2340329" y="103953"/>
                  </a:lnTo>
                  <a:lnTo>
                    <a:pt x="2326563" y="104746"/>
                  </a:lnTo>
                  <a:lnTo>
                    <a:pt x="2312796" y="105538"/>
                  </a:lnTo>
                  <a:lnTo>
                    <a:pt x="2299029" y="106330"/>
                  </a:lnTo>
                  <a:lnTo>
                    <a:pt x="2285263" y="107123"/>
                  </a:lnTo>
                  <a:lnTo>
                    <a:pt x="2271496" y="107915"/>
                  </a:lnTo>
                  <a:lnTo>
                    <a:pt x="2257729" y="108707"/>
                  </a:lnTo>
                  <a:lnTo>
                    <a:pt x="2243963" y="109500"/>
                  </a:lnTo>
                  <a:lnTo>
                    <a:pt x="2230196" y="110292"/>
                  </a:lnTo>
                  <a:lnTo>
                    <a:pt x="2216430" y="111085"/>
                  </a:lnTo>
                  <a:lnTo>
                    <a:pt x="2202663" y="111877"/>
                  </a:lnTo>
                  <a:lnTo>
                    <a:pt x="2188896" y="112669"/>
                  </a:lnTo>
                  <a:lnTo>
                    <a:pt x="2175130" y="113462"/>
                  </a:lnTo>
                  <a:lnTo>
                    <a:pt x="2161363" y="114254"/>
                  </a:lnTo>
                  <a:lnTo>
                    <a:pt x="2147596" y="115046"/>
                  </a:lnTo>
                  <a:lnTo>
                    <a:pt x="2133830" y="115839"/>
                  </a:lnTo>
                  <a:lnTo>
                    <a:pt x="2120063" y="116631"/>
                  </a:lnTo>
                  <a:lnTo>
                    <a:pt x="2106296" y="117424"/>
                  </a:lnTo>
                  <a:lnTo>
                    <a:pt x="2092530" y="118216"/>
                  </a:lnTo>
                  <a:lnTo>
                    <a:pt x="2078763" y="119008"/>
                  </a:lnTo>
                  <a:lnTo>
                    <a:pt x="2064996" y="119801"/>
                  </a:lnTo>
                  <a:lnTo>
                    <a:pt x="2051230" y="120593"/>
                  </a:lnTo>
                  <a:lnTo>
                    <a:pt x="2037463" y="121385"/>
                  </a:lnTo>
                  <a:lnTo>
                    <a:pt x="2023696" y="122178"/>
                  </a:lnTo>
                  <a:lnTo>
                    <a:pt x="2009930" y="122970"/>
                  </a:lnTo>
                  <a:lnTo>
                    <a:pt x="1996163" y="123763"/>
                  </a:lnTo>
                  <a:lnTo>
                    <a:pt x="1982397" y="124555"/>
                  </a:lnTo>
                  <a:lnTo>
                    <a:pt x="1968630" y="125347"/>
                  </a:lnTo>
                  <a:lnTo>
                    <a:pt x="1954863" y="126140"/>
                  </a:lnTo>
                  <a:lnTo>
                    <a:pt x="1941097" y="126932"/>
                  </a:lnTo>
                  <a:lnTo>
                    <a:pt x="1927330" y="127725"/>
                  </a:lnTo>
                  <a:lnTo>
                    <a:pt x="1913563" y="128517"/>
                  </a:lnTo>
                  <a:lnTo>
                    <a:pt x="1899797" y="129310"/>
                  </a:lnTo>
                  <a:lnTo>
                    <a:pt x="1886030" y="130102"/>
                  </a:lnTo>
                  <a:lnTo>
                    <a:pt x="1872263" y="130894"/>
                  </a:lnTo>
                  <a:lnTo>
                    <a:pt x="1858497" y="131687"/>
                  </a:lnTo>
                  <a:lnTo>
                    <a:pt x="1844730" y="132479"/>
                  </a:lnTo>
                  <a:lnTo>
                    <a:pt x="1830963" y="133272"/>
                  </a:lnTo>
                  <a:lnTo>
                    <a:pt x="1817197" y="134064"/>
                  </a:lnTo>
                  <a:lnTo>
                    <a:pt x="1803430" y="134856"/>
                  </a:lnTo>
                  <a:lnTo>
                    <a:pt x="1789664" y="135649"/>
                  </a:lnTo>
                  <a:lnTo>
                    <a:pt x="1775897" y="136441"/>
                  </a:lnTo>
                  <a:lnTo>
                    <a:pt x="1762130" y="137234"/>
                  </a:lnTo>
                  <a:lnTo>
                    <a:pt x="1748364" y="138026"/>
                  </a:lnTo>
                  <a:lnTo>
                    <a:pt x="1734597" y="138819"/>
                  </a:lnTo>
                  <a:lnTo>
                    <a:pt x="1720830" y="139611"/>
                  </a:lnTo>
                  <a:lnTo>
                    <a:pt x="1707064" y="140403"/>
                  </a:lnTo>
                  <a:lnTo>
                    <a:pt x="1693297" y="141196"/>
                  </a:lnTo>
                  <a:lnTo>
                    <a:pt x="1679530" y="141988"/>
                  </a:lnTo>
                  <a:lnTo>
                    <a:pt x="1665764" y="142781"/>
                  </a:lnTo>
                  <a:lnTo>
                    <a:pt x="1651997" y="143573"/>
                  </a:lnTo>
                  <a:lnTo>
                    <a:pt x="1638230" y="144366"/>
                  </a:lnTo>
                  <a:lnTo>
                    <a:pt x="1624464" y="145158"/>
                  </a:lnTo>
                  <a:lnTo>
                    <a:pt x="1610697" y="145951"/>
                  </a:lnTo>
                  <a:lnTo>
                    <a:pt x="1596930" y="146743"/>
                  </a:lnTo>
                  <a:lnTo>
                    <a:pt x="1583164" y="147536"/>
                  </a:lnTo>
                  <a:lnTo>
                    <a:pt x="1569397" y="148328"/>
                  </a:lnTo>
                  <a:lnTo>
                    <a:pt x="1555631" y="149120"/>
                  </a:lnTo>
                  <a:lnTo>
                    <a:pt x="1541864" y="149913"/>
                  </a:lnTo>
                  <a:lnTo>
                    <a:pt x="1528097" y="150705"/>
                  </a:lnTo>
                  <a:lnTo>
                    <a:pt x="1514331" y="151498"/>
                  </a:lnTo>
                  <a:lnTo>
                    <a:pt x="1500564" y="152290"/>
                  </a:lnTo>
                  <a:lnTo>
                    <a:pt x="1486797" y="153083"/>
                  </a:lnTo>
                  <a:lnTo>
                    <a:pt x="1473031" y="153875"/>
                  </a:lnTo>
                  <a:lnTo>
                    <a:pt x="1459264" y="154668"/>
                  </a:lnTo>
                  <a:lnTo>
                    <a:pt x="1445497" y="155460"/>
                  </a:lnTo>
                  <a:lnTo>
                    <a:pt x="1431731" y="156253"/>
                  </a:lnTo>
                  <a:lnTo>
                    <a:pt x="1417964" y="157045"/>
                  </a:lnTo>
                  <a:lnTo>
                    <a:pt x="1404197" y="157838"/>
                  </a:lnTo>
                  <a:lnTo>
                    <a:pt x="1390431" y="158630"/>
                  </a:lnTo>
                  <a:lnTo>
                    <a:pt x="1376664" y="159423"/>
                  </a:lnTo>
                  <a:lnTo>
                    <a:pt x="1362897" y="160216"/>
                  </a:lnTo>
                  <a:lnTo>
                    <a:pt x="1349131" y="161008"/>
                  </a:lnTo>
                  <a:lnTo>
                    <a:pt x="1335364" y="161801"/>
                  </a:lnTo>
                  <a:lnTo>
                    <a:pt x="1321598" y="162593"/>
                  </a:lnTo>
                  <a:lnTo>
                    <a:pt x="1307831" y="163386"/>
                  </a:lnTo>
                  <a:lnTo>
                    <a:pt x="1294064" y="164178"/>
                  </a:lnTo>
                  <a:lnTo>
                    <a:pt x="1280298" y="164971"/>
                  </a:lnTo>
                  <a:lnTo>
                    <a:pt x="1266531" y="165763"/>
                  </a:lnTo>
                  <a:lnTo>
                    <a:pt x="1252764" y="166556"/>
                  </a:lnTo>
                  <a:lnTo>
                    <a:pt x="1238998" y="167349"/>
                  </a:lnTo>
                  <a:lnTo>
                    <a:pt x="1225231" y="168141"/>
                  </a:lnTo>
                  <a:lnTo>
                    <a:pt x="1211464" y="168934"/>
                  </a:lnTo>
                  <a:lnTo>
                    <a:pt x="1197698" y="169727"/>
                  </a:lnTo>
                  <a:lnTo>
                    <a:pt x="1183931" y="170519"/>
                  </a:lnTo>
                  <a:lnTo>
                    <a:pt x="1170164" y="171312"/>
                  </a:lnTo>
                  <a:lnTo>
                    <a:pt x="1156398" y="172105"/>
                  </a:lnTo>
                  <a:lnTo>
                    <a:pt x="1142631" y="172897"/>
                  </a:lnTo>
                  <a:lnTo>
                    <a:pt x="1128864" y="173690"/>
                  </a:lnTo>
                  <a:lnTo>
                    <a:pt x="1115098" y="174483"/>
                  </a:lnTo>
                  <a:lnTo>
                    <a:pt x="1101331" y="175275"/>
                  </a:lnTo>
                  <a:lnTo>
                    <a:pt x="1087565" y="176068"/>
                  </a:lnTo>
                  <a:lnTo>
                    <a:pt x="1073798" y="176861"/>
                  </a:lnTo>
                  <a:lnTo>
                    <a:pt x="1060031" y="177654"/>
                  </a:lnTo>
                  <a:lnTo>
                    <a:pt x="1046265" y="178446"/>
                  </a:lnTo>
                  <a:lnTo>
                    <a:pt x="1032498" y="179239"/>
                  </a:lnTo>
                  <a:lnTo>
                    <a:pt x="1018731" y="180032"/>
                  </a:lnTo>
                  <a:lnTo>
                    <a:pt x="1004965" y="180825"/>
                  </a:lnTo>
                  <a:lnTo>
                    <a:pt x="991198" y="181618"/>
                  </a:lnTo>
                  <a:lnTo>
                    <a:pt x="977431" y="182411"/>
                  </a:lnTo>
                  <a:lnTo>
                    <a:pt x="963665" y="183203"/>
                  </a:lnTo>
                  <a:lnTo>
                    <a:pt x="949898" y="183996"/>
                  </a:lnTo>
                  <a:lnTo>
                    <a:pt x="936131" y="184789"/>
                  </a:lnTo>
                  <a:lnTo>
                    <a:pt x="922365" y="185582"/>
                  </a:lnTo>
                  <a:lnTo>
                    <a:pt x="908598" y="186375"/>
                  </a:lnTo>
                  <a:lnTo>
                    <a:pt x="894832" y="187168"/>
                  </a:lnTo>
                  <a:lnTo>
                    <a:pt x="881065" y="187961"/>
                  </a:lnTo>
                  <a:lnTo>
                    <a:pt x="867298" y="188755"/>
                  </a:lnTo>
                  <a:lnTo>
                    <a:pt x="853532" y="189548"/>
                  </a:lnTo>
                  <a:lnTo>
                    <a:pt x="839765" y="190341"/>
                  </a:lnTo>
                  <a:lnTo>
                    <a:pt x="825998" y="191134"/>
                  </a:lnTo>
                  <a:lnTo>
                    <a:pt x="812232" y="191927"/>
                  </a:lnTo>
                  <a:lnTo>
                    <a:pt x="798465" y="192721"/>
                  </a:lnTo>
                  <a:lnTo>
                    <a:pt x="784698" y="193514"/>
                  </a:lnTo>
                  <a:lnTo>
                    <a:pt x="770932" y="194308"/>
                  </a:lnTo>
                  <a:lnTo>
                    <a:pt x="757165" y="195101"/>
                  </a:lnTo>
                  <a:lnTo>
                    <a:pt x="743398" y="195895"/>
                  </a:lnTo>
                  <a:lnTo>
                    <a:pt x="729632" y="196689"/>
                  </a:lnTo>
                  <a:lnTo>
                    <a:pt x="715865" y="197482"/>
                  </a:lnTo>
                  <a:lnTo>
                    <a:pt x="702098" y="198276"/>
                  </a:lnTo>
                  <a:lnTo>
                    <a:pt x="688332" y="199070"/>
                  </a:lnTo>
                  <a:lnTo>
                    <a:pt x="674565" y="199864"/>
                  </a:lnTo>
                  <a:lnTo>
                    <a:pt x="660799" y="200659"/>
                  </a:lnTo>
                  <a:lnTo>
                    <a:pt x="647032" y="201453"/>
                  </a:lnTo>
                  <a:lnTo>
                    <a:pt x="633265" y="202248"/>
                  </a:lnTo>
                  <a:lnTo>
                    <a:pt x="619499" y="203043"/>
                  </a:lnTo>
                  <a:lnTo>
                    <a:pt x="605732" y="203838"/>
                  </a:lnTo>
                  <a:lnTo>
                    <a:pt x="591965" y="204633"/>
                  </a:lnTo>
                  <a:lnTo>
                    <a:pt x="578199" y="205428"/>
                  </a:lnTo>
                  <a:lnTo>
                    <a:pt x="564432" y="206224"/>
                  </a:lnTo>
                  <a:lnTo>
                    <a:pt x="550665" y="207021"/>
                  </a:lnTo>
                  <a:lnTo>
                    <a:pt x="536899" y="207817"/>
                  </a:lnTo>
                  <a:lnTo>
                    <a:pt x="523132" y="208614"/>
                  </a:lnTo>
                  <a:lnTo>
                    <a:pt x="509365" y="209412"/>
                  </a:lnTo>
                  <a:lnTo>
                    <a:pt x="495599" y="210211"/>
                  </a:lnTo>
                  <a:lnTo>
                    <a:pt x="481832" y="211010"/>
                  </a:lnTo>
                  <a:lnTo>
                    <a:pt x="468065" y="211811"/>
                  </a:lnTo>
                  <a:lnTo>
                    <a:pt x="454299" y="212613"/>
                  </a:lnTo>
                  <a:lnTo>
                    <a:pt x="440532" y="213416"/>
                  </a:lnTo>
                  <a:lnTo>
                    <a:pt x="426766" y="214222"/>
                  </a:lnTo>
                  <a:lnTo>
                    <a:pt x="412999" y="215031"/>
                  </a:lnTo>
                  <a:lnTo>
                    <a:pt x="399232" y="215844"/>
                  </a:lnTo>
                  <a:lnTo>
                    <a:pt x="385466" y="216662"/>
                  </a:lnTo>
                  <a:lnTo>
                    <a:pt x="371699" y="217487"/>
                  </a:lnTo>
                  <a:lnTo>
                    <a:pt x="357932" y="218324"/>
                  </a:lnTo>
                  <a:lnTo>
                    <a:pt x="344166" y="219177"/>
                  </a:lnTo>
                  <a:lnTo>
                    <a:pt x="330399" y="220056"/>
                  </a:lnTo>
                  <a:lnTo>
                    <a:pt x="316632" y="220972"/>
                  </a:lnTo>
                  <a:lnTo>
                    <a:pt x="302866" y="221940"/>
                  </a:lnTo>
                  <a:lnTo>
                    <a:pt x="289099" y="222970"/>
                  </a:lnTo>
                  <a:lnTo>
                    <a:pt x="275332" y="224061"/>
                  </a:lnTo>
                  <a:lnTo>
                    <a:pt x="261566" y="225199"/>
                  </a:lnTo>
                  <a:lnTo>
                    <a:pt x="247799" y="226371"/>
                  </a:lnTo>
                  <a:lnTo>
                    <a:pt x="234032" y="227565"/>
                  </a:lnTo>
                  <a:lnTo>
                    <a:pt x="220266" y="228773"/>
                  </a:lnTo>
                  <a:lnTo>
                    <a:pt x="206499" y="229991"/>
                  </a:lnTo>
                  <a:lnTo>
                    <a:pt x="192733" y="231216"/>
                  </a:lnTo>
                  <a:lnTo>
                    <a:pt x="178966" y="232446"/>
                  </a:lnTo>
                  <a:lnTo>
                    <a:pt x="165199" y="233679"/>
                  </a:lnTo>
                  <a:lnTo>
                    <a:pt x="151433" y="234915"/>
                  </a:lnTo>
                  <a:lnTo>
                    <a:pt x="137666" y="236153"/>
                  </a:lnTo>
                  <a:lnTo>
                    <a:pt x="123899" y="237393"/>
                  </a:lnTo>
                  <a:lnTo>
                    <a:pt x="110133" y="238634"/>
                  </a:lnTo>
                  <a:lnTo>
                    <a:pt x="96366" y="239876"/>
                  </a:lnTo>
                  <a:lnTo>
                    <a:pt x="82599" y="241118"/>
                  </a:lnTo>
                  <a:lnTo>
                    <a:pt x="68833" y="242362"/>
                  </a:lnTo>
                  <a:lnTo>
                    <a:pt x="55066" y="243606"/>
                  </a:lnTo>
                  <a:lnTo>
                    <a:pt x="41299" y="244851"/>
                  </a:lnTo>
                  <a:lnTo>
                    <a:pt x="27533" y="246096"/>
                  </a:lnTo>
                  <a:lnTo>
                    <a:pt x="13766" y="247341"/>
                  </a:lnTo>
                  <a:lnTo>
                    <a:pt x="0" y="248587"/>
                  </a:lnTo>
                  <a:close/>
                </a:path>
              </a:pathLst>
            </a:custGeom>
            <a:solidFill>
              <a:srgbClr val="E6F598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171520" y="3080878"/>
              <a:ext cx="2739562" cy="238569"/>
            </a:xfrm>
            <a:custGeom>
              <a:avLst/>
              <a:pathLst>
                <a:path w="2739562" h="238569">
                  <a:moveTo>
                    <a:pt x="0" y="238569"/>
                  </a:moveTo>
                  <a:lnTo>
                    <a:pt x="13766" y="237773"/>
                  </a:lnTo>
                  <a:lnTo>
                    <a:pt x="27533" y="236978"/>
                  </a:lnTo>
                  <a:lnTo>
                    <a:pt x="41299" y="236182"/>
                  </a:lnTo>
                  <a:lnTo>
                    <a:pt x="55066" y="235385"/>
                  </a:lnTo>
                  <a:lnTo>
                    <a:pt x="68833" y="234588"/>
                  </a:lnTo>
                  <a:lnTo>
                    <a:pt x="82599" y="233790"/>
                  </a:lnTo>
                  <a:lnTo>
                    <a:pt x="96366" y="232992"/>
                  </a:lnTo>
                  <a:lnTo>
                    <a:pt x="110133" y="232193"/>
                  </a:lnTo>
                  <a:lnTo>
                    <a:pt x="123899" y="231393"/>
                  </a:lnTo>
                  <a:lnTo>
                    <a:pt x="137666" y="230591"/>
                  </a:lnTo>
                  <a:lnTo>
                    <a:pt x="151433" y="229788"/>
                  </a:lnTo>
                  <a:lnTo>
                    <a:pt x="165199" y="228983"/>
                  </a:lnTo>
                  <a:lnTo>
                    <a:pt x="178966" y="228175"/>
                  </a:lnTo>
                  <a:lnTo>
                    <a:pt x="192733" y="227364"/>
                  </a:lnTo>
                  <a:lnTo>
                    <a:pt x="206499" y="226548"/>
                  </a:lnTo>
                  <a:lnTo>
                    <a:pt x="220266" y="225725"/>
                  </a:lnTo>
                  <a:lnTo>
                    <a:pt x="234032" y="224892"/>
                  </a:lnTo>
                  <a:lnTo>
                    <a:pt x="247799" y="224045"/>
                  </a:lnTo>
                  <a:lnTo>
                    <a:pt x="261566" y="223175"/>
                  </a:lnTo>
                  <a:lnTo>
                    <a:pt x="275332" y="222272"/>
                  </a:lnTo>
                  <a:lnTo>
                    <a:pt x="289099" y="221322"/>
                  </a:lnTo>
                  <a:lnTo>
                    <a:pt x="302866" y="220311"/>
                  </a:lnTo>
                  <a:lnTo>
                    <a:pt x="316632" y="219238"/>
                  </a:lnTo>
                  <a:lnTo>
                    <a:pt x="330399" y="218113"/>
                  </a:lnTo>
                  <a:lnTo>
                    <a:pt x="344166" y="216950"/>
                  </a:lnTo>
                  <a:lnTo>
                    <a:pt x="357932" y="215762"/>
                  </a:lnTo>
                  <a:lnTo>
                    <a:pt x="371699" y="214558"/>
                  </a:lnTo>
                  <a:lnTo>
                    <a:pt x="385466" y="213342"/>
                  </a:lnTo>
                  <a:lnTo>
                    <a:pt x="399232" y="212119"/>
                  </a:lnTo>
                  <a:lnTo>
                    <a:pt x="412999" y="210891"/>
                  </a:lnTo>
                  <a:lnTo>
                    <a:pt x="426766" y="209659"/>
                  </a:lnTo>
                  <a:lnTo>
                    <a:pt x="440532" y="208423"/>
                  </a:lnTo>
                  <a:lnTo>
                    <a:pt x="454299" y="207186"/>
                  </a:lnTo>
                  <a:lnTo>
                    <a:pt x="468065" y="205947"/>
                  </a:lnTo>
                  <a:lnTo>
                    <a:pt x="481832" y="204706"/>
                  </a:lnTo>
                  <a:lnTo>
                    <a:pt x="495599" y="203465"/>
                  </a:lnTo>
                  <a:lnTo>
                    <a:pt x="509365" y="202222"/>
                  </a:lnTo>
                  <a:lnTo>
                    <a:pt x="523132" y="200979"/>
                  </a:lnTo>
                  <a:lnTo>
                    <a:pt x="536899" y="199735"/>
                  </a:lnTo>
                  <a:lnTo>
                    <a:pt x="550665" y="198490"/>
                  </a:lnTo>
                  <a:lnTo>
                    <a:pt x="564432" y="197246"/>
                  </a:lnTo>
                  <a:lnTo>
                    <a:pt x="578199" y="196000"/>
                  </a:lnTo>
                  <a:lnTo>
                    <a:pt x="591965" y="194755"/>
                  </a:lnTo>
                  <a:lnTo>
                    <a:pt x="605732" y="193509"/>
                  </a:lnTo>
                  <a:lnTo>
                    <a:pt x="619499" y="192263"/>
                  </a:lnTo>
                  <a:lnTo>
                    <a:pt x="633265" y="191017"/>
                  </a:lnTo>
                  <a:lnTo>
                    <a:pt x="647032" y="189770"/>
                  </a:lnTo>
                  <a:lnTo>
                    <a:pt x="660799" y="188523"/>
                  </a:lnTo>
                  <a:lnTo>
                    <a:pt x="674565" y="187277"/>
                  </a:lnTo>
                  <a:lnTo>
                    <a:pt x="688332" y="186030"/>
                  </a:lnTo>
                  <a:lnTo>
                    <a:pt x="702098" y="184782"/>
                  </a:lnTo>
                  <a:lnTo>
                    <a:pt x="715865" y="183535"/>
                  </a:lnTo>
                  <a:lnTo>
                    <a:pt x="729632" y="182288"/>
                  </a:lnTo>
                  <a:lnTo>
                    <a:pt x="743398" y="181041"/>
                  </a:lnTo>
                  <a:lnTo>
                    <a:pt x="757165" y="179793"/>
                  </a:lnTo>
                  <a:lnTo>
                    <a:pt x="770932" y="178545"/>
                  </a:lnTo>
                  <a:lnTo>
                    <a:pt x="784698" y="177298"/>
                  </a:lnTo>
                  <a:lnTo>
                    <a:pt x="798465" y="176050"/>
                  </a:lnTo>
                  <a:lnTo>
                    <a:pt x="812232" y="174802"/>
                  </a:lnTo>
                  <a:lnTo>
                    <a:pt x="825998" y="173555"/>
                  </a:lnTo>
                  <a:lnTo>
                    <a:pt x="839765" y="172307"/>
                  </a:lnTo>
                  <a:lnTo>
                    <a:pt x="853532" y="171059"/>
                  </a:lnTo>
                  <a:lnTo>
                    <a:pt x="867298" y="169811"/>
                  </a:lnTo>
                  <a:lnTo>
                    <a:pt x="881065" y="168563"/>
                  </a:lnTo>
                  <a:lnTo>
                    <a:pt x="894832" y="167315"/>
                  </a:lnTo>
                  <a:lnTo>
                    <a:pt x="908598" y="166067"/>
                  </a:lnTo>
                  <a:lnTo>
                    <a:pt x="922365" y="164819"/>
                  </a:lnTo>
                  <a:lnTo>
                    <a:pt x="936131" y="163571"/>
                  </a:lnTo>
                  <a:lnTo>
                    <a:pt x="949898" y="162322"/>
                  </a:lnTo>
                  <a:lnTo>
                    <a:pt x="963665" y="161074"/>
                  </a:lnTo>
                  <a:lnTo>
                    <a:pt x="977431" y="159826"/>
                  </a:lnTo>
                  <a:lnTo>
                    <a:pt x="991198" y="158578"/>
                  </a:lnTo>
                  <a:lnTo>
                    <a:pt x="1004965" y="157330"/>
                  </a:lnTo>
                  <a:lnTo>
                    <a:pt x="1018731" y="156081"/>
                  </a:lnTo>
                  <a:lnTo>
                    <a:pt x="1032498" y="154833"/>
                  </a:lnTo>
                  <a:lnTo>
                    <a:pt x="1046265" y="153585"/>
                  </a:lnTo>
                  <a:lnTo>
                    <a:pt x="1060031" y="152336"/>
                  </a:lnTo>
                  <a:lnTo>
                    <a:pt x="1073798" y="151088"/>
                  </a:lnTo>
                  <a:lnTo>
                    <a:pt x="1087565" y="149840"/>
                  </a:lnTo>
                  <a:lnTo>
                    <a:pt x="1101331" y="148591"/>
                  </a:lnTo>
                  <a:lnTo>
                    <a:pt x="1115098" y="147343"/>
                  </a:lnTo>
                  <a:lnTo>
                    <a:pt x="1128864" y="146094"/>
                  </a:lnTo>
                  <a:lnTo>
                    <a:pt x="1142631" y="144846"/>
                  </a:lnTo>
                  <a:lnTo>
                    <a:pt x="1156398" y="143598"/>
                  </a:lnTo>
                  <a:lnTo>
                    <a:pt x="1170164" y="142349"/>
                  </a:lnTo>
                  <a:lnTo>
                    <a:pt x="1183931" y="141101"/>
                  </a:lnTo>
                  <a:lnTo>
                    <a:pt x="1197698" y="139852"/>
                  </a:lnTo>
                  <a:lnTo>
                    <a:pt x="1211464" y="138604"/>
                  </a:lnTo>
                  <a:lnTo>
                    <a:pt x="1225231" y="137355"/>
                  </a:lnTo>
                  <a:lnTo>
                    <a:pt x="1238998" y="136107"/>
                  </a:lnTo>
                  <a:lnTo>
                    <a:pt x="1252764" y="134858"/>
                  </a:lnTo>
                  <a:lnTo>
                    <a:pt x="1266531" y="133610"/>
                  </a:lnTo>
                  <a:lnTo>
                    <a:pt x="1280298" y="132361"/>
                  </a:lnTo>
                  <a:lnTo>
                    <a:pt x="1294064" y="131113"/>
                  </a:lnTo>
                  <a:lnTo>
                    <a:pt x="1307831" y="129864"/>
                  </a:lnTo>
                  <a:lnTo>
                    <a:pt x="1321598" y="128616"/>
                  </a:lnTo>
                  <a:lnTo>
                    <a:pt x="1335364" y="127367"/>
                  </a:lnTo>
                  <a:lnTo>
                    <a:pt x="1349131" y="126118"/>
                  </a:lnTo>
                  <a:lnTo>
                    <a:pt x="1362897" y="124870"/>
                  </a:lnTo>
                  <a:lnTo>
                    <a:pt x="1376664" y="123621"/>
                  </a:lnTo>
                  <a:lnTo>
                    <a:pt x="1390431" y="122373"/>
                  </a:lnTo>
                  <a:lnTo>
                    <a:pt x="1404197" y="121124"/>
                  </a:lnTo>
                  <a:lnTo>
                    <a:pt x="1417964" y="119876"/>
                  </a:lnTo>
                  <a:lnTo>
                    <a:pt x="1431731" y="118627"/>
                  </a:lnTo>
                  <a:lnTo>
                    <a:pt x="1445497" y="117378"/>
                  </a:lnTo>
                  <a:lnTo>
                    <a:pt x="1459264" y="116130"/>
                  </a:lnTo>
                  <a:lnTo>
                    <a:pt x="1473031" y="114881"/>
                  </a:lnTo>
                  <a:lnTo>
                    <a:pt x="1486797" y="113633"/>
                  </a:lnTo>
                  <a:lnTo>
                    <a:pt x="1500564" y="112384"/>
                  </a:lnTo>
                  <a:lnTo>
                    <a:pt x="1514331" y="111135"/>
                  </a:lnTo>
                  <a:lnTo>
                    <a:pt x="1528097" y="109887"/>
                  </a:lnTo>
                  <a:lnTo>
                    <a:pt x="1541864" y="108638"/>
                  </a:lnTo>
                  <a:lnTo>
                    <a:pt x="1555631" y="107389"/>
                  </a:lnTo>
                  <a:lnTo>
                    <a:pt x="1569397" y="106141"/>
                  </a:lnTo>
                  <a:lnTo>
                    <a:pt x="1583164" y="104892"/>
                  </a:lnTo>
                  <a:lnTo>
                    <a:pt x="1596930" y="103643"/>
                  </a:lnTo>
                  <a:lnTo>
                    <a:pt x="1610697" y="102395"/>
                  </a:lnTo>
                  <a:lnTo>
                    <a:pt x="1624464" y="101146"/>
                  </a:lnTo>
                  <a:lnTo>
                    <a:pt x="1638230" y="99898"/>
                  </a:lnTo>
                  <a:lnTo>
                    <a:pt x="1651997" y="98649"/>
                  </a:lnTo>
                  <a:lnTo>
                    <a:pt x="1665764" y="97400"/>
                  </a:lnTo>
                  <a:lnTo>
                    <a:pt x="1679530" y="96152"/>
                  </a:lnTo>
                  <a:lnTo>
                    <a:pt x="1693297" y="94903"/>
                  </a:lnTo>
                  <a:lnTo>
                    <a:pt x="1707064" y="93654"/>
                  </a:lnTo>
                  <a:lnTo>
                    <a:pt x="1720830" y="92406"/>
                  </a:lnTo>
                  <a:lnTo>
                    <a:pt x="1734597" y="91157"/>
                  </a:lnTo>
                  <a:lnTo>
                    <a:pt x="1748364" y="89908"/>
                  </a:lnTo>
                  <a:lnTo>
                    <a:pt x="1762130" y="88660"/>
                  </a:lnTo>
                  <a:lnTo>
                    <a:pt x="1775897" y="87411"/>
                  </a:lnTo>
                  <a:lnTo>
                    <a:pt x="1789664" y="86162"/>
                  </a:lnTo>
                  <a:lnTo>
                    <a:pt x="1803430" y="84913"/>
                  </a:lnTo>
                  <a:lnTo>
                    <a:pt x="1817197" y="83665"/>
                  </a:lnTo>
                  <a:lnTo>
                    <a:pt x="1830963" y="82416"/>
                  </a:lnTo>
                  <a:lnTo>
                    <a:pt x="1844730" y="81167"/>
                  </a:lnTo>
                  <a:lnTo>
                    <a:pt x="1858497" y="79919"/>
                  </a:lnTo>
                  <a:lnTo>
                    <a:pt x="1872263" y="78670"/>
                  </a:lnTo>
                  <a:lnTo>
                    <a:pt x="1886030" y="77421"/>
                  </a:lnTo>
                  <a:lnTo>
                    <a:pt x="1899797" y="76173"/>
                  </a:lnTo>
                  <a:lnTo>
                    <a:pt x="1913563" y="74924"/>
                  </a:lnTo>
                  <a:lnTo>
                    <a:pt x="1927330" y="73675"/>
                  </a:lnTo>
                  <a:lnTo>
                    <a:pt x="1941097" y="72426"/>
                  </a:lnTo>
                  <a:lnTo>
                    <a:pt x="1954863" y="71178"/>
                  </a:lnTo>
                  <a:lnTo>
                    <a:pt x="1968630" y="69929"/>
                  </a:lnTo>
                  <a:lnTo>
                    <a:pt x="1982397" y="68680"/>
                  </a:lnTo>
                  <a:lnTo>
                    <a:pt x="1996163" y="67432"/>
                  </a:lnTo>
                  <a:lnTo>
                    <a:pt x="2009930" y="66183"/>
                  </a:lnTo>
                  <a:lnTo>
                    <a:pt x="2023696" y="64934"/>
                  </a:lnTo>
                  <a:lnTo>
                    <a:pt x="2037463" y="63685"/>
                  </a:lnTo>
                  <a:lnTo>
                    <a:pt x="2051230" y="62437"/>
                  </a:lnTo>
                  <a:lnTo>
                    <a:pt x="2064996" y="61188"/>
                  </a:lnTo>
                  <a:lnTo>
                    <a:pt x="2078763" y="59939"/>
                  </a:lnTo>
                  <a:lnTo>
                    <a:pt x="2092530" y="58691"/>
                  </a:lnTo>
                  <a:lnTo>
                    <a:pt x="2106296" y="57442"/>
                  </a:lnTo>
                  <a:lnTo>
                    <a:pt x="2120063" y="56193"/>
                  </a:lnTo>
                  <a:lnTo>
                    <a:pt x="2133830" y="54944"/>
                  </a:lnTo>
                  <a:lnTo>
                    <a:pt x="2147596" y="53696"/>
                  </a:lnTo>
                  <a:lnTo>
                    <a:pt x="2161363" y="52447"/>
                  </a:lnTo>
                  <a:lnTo>
                    <a:pt x="2175130" y="51198"/>
                  </a:lnTo>
                  <a:lnTo>
                    <a:pt x="2188896" y="49949"/>
                  </a:lnTo>
                  <a:lnTo>
                    <a:pt x="2202663" y="48701"/>
                  </a:lnTo>
                  <a:lnTo>
                    <a:pt x="2216430" y="47452"/>
                  </a:lnTo>
                  <a:lnTo>
                    <a:pt x="2230196" y="46203"/>
                  </a:lnTo>
                  <a:lnTo>
                    <a:pt x="2243963" y="44955"/>
                  </a:lnTo>
                  <a:lnTo>
                    <a:pt x="2257729" y="43706"/>
                  </a:lnTo>
                  <a:lnTo>
                    <a:pt x="2271496" y="42457"/>
                  </a:lnTo>
                  <a:lnTo>
                    <a:pt x="2285263" y="41208"/>
                  </a:lnTo>
                  <a:lnTo>
                    <a:pt x="2299029" y="39960"/>
                  </a:lnTo>
                  <a:lnTo>
                    <a:pt x="2312796" y="38711"/>
                  </a:lnTo>
                  <a:lnTo>
                    <a:pt x="2326563" y="37462"/>
                  </a:lnTo>
                  <a:lnTo>
                    <a:pt x="2340329" y="36213"/>
                  </a:lnTo>
                  <a:lnTo>
                    <a:pt x="2354096" y="34965"/>
                  </a:lnTo>
                  <a:lnTo>
                    <a:pt x="2367863" y="33716"/>
                  </a:lnTo>
                  <a:lnTo>
                    <a:pt x="2381629" y="32467"/>
                  </a:lnTo>
                  <a:lnTo>
                    <a:pt x="2395396" y="31218"/>
                  </a:lnTo>
                  <a:lnTo>
                    <a:pt x="2409163" y="29970"/>
                  </a:lnTo>
                  <a:lnTo>
                    <a:pt x="2422929" y="28721"/>
                  </a:lnTo>
                  <a:lnTo>
                    <a:pt x="2436696" y="27472"/>
                  </a:lnTo>
                  <a:lnTo>
                    <a:pt x="2450463" y="26223"/>
                  </a:lnTo>
                  <a:lnTo>
                    <a:pt x="2464229" y="24975"/>
                  </a:lnTo>
                  <a:lnTo>
                    <a:pt x="2477996" y="23726"/>
                  </a:lnTo>
                  <a:lnTo>
                    <a:pt x="2491762" y="22477"/>
                  </a:lnTo>
                  <a:lnTo>
                    <a:pt x="2505529" y="21228"/>
                  </a:lnTo>
                  <a:lnTo>
                    <a:pt x="2519296" y="19980"/>
                  </a:lnTo>
                  <a:lnTo>
                    <a:pt x="2533062" y="18731"/>
                  </a:lnTo>
                  <a:lnTo>
                    <a:pt x="2546829" y="17482"/>
                  </a:lnTo>
                  <a:lnTo>
                    <a:pt x="2560596" y="16233"/>
                  </a:lnTo>
                  <a:lnTo>
                    <a:pt x="2574362" y="14985"/>
                  </a:lnTo>
                  <a:lnTo>
                    <a:pt x="2588129" y="13736"/>
                  </a:lnTo>
                  <a:lnTo>
                    <a:pt x="2601896" y="12487"/>
                  </a:lnTo>
                  <a:lnTo>
                    <a:pt x="2615662" y="11238"/>
                  </a:lnTo>
                  <a:lnTo>
                    <a:pt x="2629429" y="9990"/>
                  </a:lnTo>
                  <a:lnTo>
                    <a:pt x="2643196" y="8741"/>
                  </a:lnTo>
                  <a:lnTo>
                    <a:pt x="2656962" y="7492"/>
                  </a:lnTo>
                  <a:lnTo>
                    <a:pt x="2670729" y="6243"/>
                  </a:lnTo>
                  <a:lnTo>
                    <a:pt x="2684496" y="4995"/>
                  </a:lnTo>
                  <a:lnTo>
                    <a:pt x="2698262" y="3746"/>
                  </a:lnTo>
                  <a:lnTo>
                    <a:pt x="2712029" y="2497"/>
                  </a:lnTo>
                  <a:lnTo>
                    <a:pt x="2725795" y="1248"/>
                  </a:lnTo>
                  <a:lnTo>
                    <a:pt x="27395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71520" y="3161854"/>
              <a:ext cx="2739562" cy="167611"/>
            </a:xfrm>
            <a:custGeom>
              <a:avLst/>
              <a:pathLst>
                <a:path w="2739562" h="167611">
                  <a:moveTo>
                    <a:pt x="2739562" y="0"/>
                  </a:moveTo>
                  <a:lnTo>
                    <a:pt x="2725795" y="792"/>
                  </a:lnTo>
                  <a:lnTo>
                    <a:pt x="2712029" y="1584"/>
                  </a:lnTo>
                  <a:lnTo>
                    <a:pt x="2698262" y="2377"/>
                  </a:lnTo>
                  <a:lnTo>
                    <a:pt x="2684496" y="3169"/>
                  </a:lnTo>
                  <a:lnTo>
                    <a:pt x="2670729" y="3961"/>
                  </a:lnTo>
                  <a:lnTo>
                    <a:pt x="2656962" y="4754"/>
                  </a:lnTo>
                  <a:lnTo>
                    <a:pt x="2643196" y="5546"/>
                  </a:lnTo>
                  <a:lnTo>
                    <a:pt x="2629429" y="6338"/>
                  </a:lnTo>
                  <a:lnTo>
                    <a:pt x="2615662" y="7131"/>
                  </a:lnTo>
                  <a:lnTo>
                    <a:pt x="2601896" y="7923"/>
                  </a:lnTo>
                  <a:lnTo>
                    <a:pt x="2588129" y="8715"/>
                  </a:lnTo>
                  <a:lnTo>
                    <a:pt x="2574362" y="9508"/>
                  </a:lnTo>
                  <a:lnTo>
                    <a:pt x="2560596" y="10300"/>
                  </a:lnTo>
                  <a:lnTo>
                    <a:pt x="2546829" y="11092"/>
                  </a:lnTo>
                  <a:lnTo>
                    <a:pt x="2533062" y="11885"/>
                  </a:lnTo>
                  <a:lnTo>
                    <a:pt x="2519296" y="12677"/>
                  </a:lnTo>
                  <a:lnTo>
                    <a:pt x="2505529" y="13470"/>
                  </a:lnTo>
                  <a:lnTo>
                    <a:pt x="2491762" y="14262"/>
                  </a:lnTo>
                  <a:lnTo>
                    <a:pt x="2477996" y="15054"/>
                  </a:lnTo>
                  <a:lnTo>
                    <a:pt x="2464229" y="15847"/>
                  </a:lnTo>
                  <a:lnTo>
                    <a:pt x="2450463" y="16639"/>
                  </a:lnTo>
                  <a:lnTo>
                    <a:pt x="2436696" y="17431"/>
                  </a:lnTo>
                  <a:lnTo>
                    <a:pt x="2422929" y="18224"/>
                  </a:lnTo>
                  <a:lnTo>
                    <a:pt x="2409163" y="19016"/>
                  </a:lnTo>
                  <a:lnTo>
                    <a:pt x="2395396" y="19808"/>
                  </a:lnTo>
                  <a:lnTo>
                    <a:pt x="2381629" y="20601"/>
                  </a:lnTo>
                  <a:lnTo>
                    <a:pt x="2367863" y="21393"/>
                  </a:lnTo>
                  <a:lnTo>
                    <a:pt x="2354096" y="22185"/>
                  </a:lnTo>
                  <a:lnTo>
                    <a:pt x="2340329" y="22978"/>
                  </a:lnTo>
                  <a:lnTo>
                    <a:pt x="2326563" y="23770"/>
                  </a:lnTo>
                  <a:lnTo>
                    <a:pt x="2312796" y="24563"/>
                  </a:lnTo>
                  <a:lnTo>
                    <a:pt x="2299029" y="25355"/>
                  </a:lnTo>
                  <a:lnTo>
                    <a:pt x="2285263" y="26147"/>
                  </a:lnTo>
                  <a:lnTo>
                    <a:pt x="2271496" y="26940"/>
                  </a:lnTo>
                  <a:lnTo>
                    <a:pt x="2257729" y="27732"/>
                  </a:lnTo>
                  <a:lnTo>
                    <a:pt x="2243963" y="28524"/>
                  </a:lnTo>
                  <a:lnTo>
                    <a:pt x="2230196" y="29317"/>
                  </a:lnTo>
                  <a:lnTo>
                    <a:pt x="2216430" y="30109"/>
                  </a:lnTo>
                  <a:lnTo>
                    <a:pt x="2202663" y="30902"/>
                  </a:lnTo>
                  <a:lnTo>
                    <a:pt x="2188896" y="31694"/>
                  </a:lnTo>
                  <a:lnTo>
                    <a:pt x="2175130" y="32486"/>
                  </a:lnTo>
                  <a:lnTo>
                    <a:pt x="2161363" y="33279"/>
                  </a:lnTo>
                  <a:lnTo>
                    <a:pt x="2147596" y="34071"/>
                  </a:lnTo>
                  <a:lnTo>
                    <a:pt x="2133830" y="34863"/>
                  </a:lnTo>
                  <a:lnTo>
                    <a:pt x="2120063" y="35656"/>
                  </a:lnTo>
                  <a:lnTo>
                    <a:pt x="2106296" y="36448"/>
                  </a:lnTo>
                  <a:lnTo>
                    <a:pt x="2092530" y="37241"/>
                  </a:lnTo>
                  <a:lnTo>
                    <a:pt x="2078763" y="38033"/>
                  </a:lnTo>
                  <a:lnTo>
                    <a:pt x="2064996" y="38825"/>
                  </a:lnTo>
                  <a:lnTo>
                    <a:pt x="2051230" y="39618"/>
                  </a:lnTo>
                  <a:lnTo>
                    <a:pt x="2037463" y="40410"/>
                  </a:lnTo>
                  <a:lnTo>
                    <a:pt x="2023696" y="41203"/>
                  </a:lnTo>
                  <a:lnTo>
                    <a:pt x="2009930" y="41995"/>
                  </a:lnTo>
                  <a:lnTo>
                    <a:pt x="1996163" y="42787"/>
                  </a:lnTo>
                  <a:lnTo>
                    <a:pt x="1982397" y="43580"/>
                  </a:lnTo>
                  <a:lnTo>
                    <a:pt x="1968630" y="44372"/>
                  </a:lnTo>
                  <a:lnTo>
                    <a:pt x="1954863" y="45165"/>
                  </a:lnTo>
                  <a:lnTo>
                    <a:pt x="1941097" y="45957"/>
                  </a:lnTo>
                  <a:lnTo>
                    <a:pt x="1927330" y="46749"/>
                  </a:lnTo>
                  <a:lnTo>
                    <a:pt x="1913563" y="47542"/>
                  </a:lnTo>
                  <a:lnTo>
                    <a:pt x="1899797" y="48334"/>
                  </a:lnTo>
                  <a:lnTo>
                    <a:pt x="1886030" y="49127"/>
                  </a:lnTo>
                  <a:lnTo>
                    <a:pt x="1872263" y="49919"/>
                  </a:lnTo>
                  <a:lnTo>
                    <a:pt x="1858497" y="50711"/>
                  </a:lnTo>
                  <a:lnTo>
                    <a:pt x="1844730" y="51504"/>
                  </a:lnTo>
                  <a:lnTo>
                    <a:pt x="1830963" y="52296"/>
                  </a:lnTo>
                  <a:lnTo>
                    <a:pt x="1817197" y="53089"/>
                  </a:lnTo>
                  <a:lnTo>
                    <a:pt x="1803430" y="53881"/>
                  </a:lnTo>
                  <a:lnTo>
                    <a:pt x="1789664" y="54674"/>
                  </a:lnTo>
                  <a:lnTo>
                    <a:pt x="1775897" y="55466"/>
                  </a:lnTo>
                  <a:lnTo>
                    <a:pt x="1762130" y="56258"/>
                  </a:lnTo>
                  <a:lnTo>
                    <a:pt x="1748364" y="57051"/>
                  </a:lnTo>
                  <a:lnTo>
                    <a:pt x="1734597" y="57843"/>
                  </a:lnTo>
                  <a:lnTo>
                    <a:pt x="1720830" y="58636"/>
                  </a:lnTo>
                  <a:lnTo>
                    <a:pt x="1707064" y="59428"/>
                  </a:lnTo>
                  <a:lnTo>
                    <a:pt x="1693297" y="60221"/>
                  </a:lnTo>
                  <a:lnTo>
                    <a:pt x="1679530" y="61013"/>
                  </a:lnTo>
                  <a:lnTo>
                    <a:pt x="1665764" y="61805"/>
                  </a:lnTo>
                  <a:lnTo>
                    <a:pt x="1651997" y="62598"/>
                  </a:lnTo>
                  <a:lnTo>
                    <a:pt x="1638230" y="63390"/>
                  </a:lnTo>
                  <a:lnTo>
                    <a:pt x="1624464" y="64183"/>
                  </a:lnTo>
                  <a:lnTo>
                    <a:pt x="1610697" y="64975"/>
                  </a:lnTo>
                  <a:lnTo>
                    <a:pt x="1596930" y="65768"/>
                  </a:lnTo>
                  <a:lnTo>
                    <a:pt x="1583164" y="66560"/>
                  </a:lnTo>
                  <a:lnTo>
                    <a:pt x="1569397" y="67353"/>
                  </a:lnTo>
                  <a:lnTo>
                    <a:pt x="1555631" y="68145"/>
                  </a:lnTo>
                  <a:lnTo>
                    <a:pt x="1541864" y="68938"/>
                  </a:lnTo>
                  <a:lnTo>
                    <a:pt x="1528097" y="69730"/>
                  </a:lnTo>
                  <a:lnTo>
                    <a:pt x="1514331" y="70523"/>
                  </a:lnTo>
                  <a:lnTo>
                    <a:pt x="1500564" y="71315"/>
                  </a:lnTo>
                  <a:lnTo>
                    <a:pt x="1486797" y="72108"/>
                  </a:lnTo>
                  <a:lnTo>
                    <a:pt x="1473031" y="72900"/>
                  </a:lnTo>
                  <a:lnTo>
                    <a:pt x="1459264" y="73693"/>
                  </a:lnTo>
                  <a:lnTo>
                    <a:pt x="1445497" y="74485"/>
                  </a:lnTo>
                  <a:lnTo>
                    <a:pt x="1431731" y="75278"/>
                  </a:lnTo>
                  <a:lnTo>
                    <a:pt x="1417964" y="76070"/>
                  </a:lnTo>
                  <a:lnTo>
                    <a:pt x="1404197" y="76863"/>
                  </a:lnTo>
                  <a:lnTo>
                    <a:pt x="1390431" y="77655"/>
                  </a:lnTo>
                  <a:lnTo>
                    <a:pt x="1376664" y="78448"/>
                  </a:lnTo>
                  <a:lnTo>
                    <a:pt x="1362897" y="79240"/>
                  </a:lnTo>
                  <a:lnTo>
                    <a:pt x="1349131" y="80033"/>
                  </a:lnTo>
                  <a:lnTo>
                    <a:pt x="1335364" y="80825"/>
                  </a:lnTo>
                  <a:lnTo>
                    <a:pt x="1321598" y="81618"/>
                  </a:lnTo>
                  <a:lnTo>
                    <a:pt x="1307831" y="82410"/>
                  </a:lnTo>
                  <a:lnTo>
                    <a:pt x="1294064" y="83203"/>
                  </a:lnTo>
                  <a:lnTo>
                    <a:pt x="1280298" y="83996"/>
                  </a:lnTo>
                  <a:lnTo>
                    <a:pt x="1266531" y="84788"/>
                  </a:lnTo>
                  <a:lnTo>
                    <a:pt x="1252764" y="85581"/>
                  </a:lnTo>
                  <a:lnTo>
                    <a:pt x="1238998" y="86373"/>
                  </a:lnTo>
                  <a:lnTo>
                    <a:pt x="1225231" y="87166"/>
                  </a:lnTo>
                  <a:lnTo>
                    <a:pt x="1211464" y="87959"/>
                  </a:lnTo>
                  <a:lnTo>
                    <a:pt x="1197698" y="88751"/>
                  </a:lnTo>
                  <a:lnTo>
                    <a:pt x="1183931" y="89544"/>
                  </a:lnTo>
                  <a:lnTo>
                    <a:pt x="1170164" y="90337"/>
                  </a:lnTo>
                  <a:lnTo>
                    <a:pt x="1156398" y="91129"/>
                  </a:lnTo>
                  <a:lnTo>
                    <a:pt x="1142631" y="91922"/>
                  </a:lnTo>
                  <a:lnTo>
                    <a:pt x="1128864" y="92715"/>
                  </a:lnTo>
                  <a:lnTo>
                    <a:pt x="1115098" y="93507"/>
                  </a:lnTo>
                  <a:lnTo>
                    <a:pt x="1101331" y="94300"/>
                  </a:lnTo>
                  <a:lnTo>
                    <a:pt x="1087565" y="95093"/>
                  </a:lnTo>
                  <a:lnTo>
                    <a:pt x="1073798" y="95886"/>
                  </a:lnTo>
                  <a:lnTo>
                    <a:pt x="1060031" y="96678"/>
                  </a:lnTo>
                  <a:lnTo>
                    <a:pt x="1046265" y="97471"/>
                  </a:lnTo>
                  <a:lnTo>
                    <a:pt x="1032498" y="98264"/>
                  </a:lnTo>
                  <a:lnTo>
                    <a:pt x="1018731" y="99057"/>
                  </a:lnTo>
                  <a:lnTo>
                    <a:pt x="1004965" y="99849"/>
                  </a:lnTo>
                  <a:lnTo>
                    <a:pt x="991198" y="100642"/>
                  </a:lnTo>
                  <a:lnTo>
                    <a:pt x="977431" y="101435"/>
                  </a:lnTo>
                  <a:lnTo>
                    <a:pt x="963665" y="102228"/>
                  </a:lnTo>
                  <a:lnTo>
                    <a:pt x="949898" y="103021"/>
                  </a:lnTo>
                  <a:lnTo>
                    <a:pt x="936131" y="103814"/>
                  </a:lnTo>
                  <a:lnTo>
                    <a:pt x="922365" y="104607"/>
                  </a:lnTo>
                  <a:lnTo>
                    <a:pt x="908598" y="105400"/>
                  </a:lnTo>
                  <a:lnTo>
                    <a:pt x="894832" y="106193"/>
                  </a:lnTo>
                  <a:lnTo>
                    <a:pt x="881065" y="106986"/>
                  </a:lnTo>
                  <a:lnTo>
                    <a:pt x="867298" y="107779"/>
                  </a:lnTo>
                  <a:lnTo>
                    <a:pt x="853532" y="108572"/>
                  </a:lnTo>
                  <a:lnTo>
                    <a:pt x="839765" y="109366"/>
                  </a:lnTo>
                  <a:lnTo>
                    <a:pt x="825998" y="110159"/>
                  </a:lnTo>
                  <a:lnTo>
                    <a:pt x="812232" y="110952"/>
                  </a:lnTo>
                  <a:lnTo>
                    <a:pt x="798465" y="111746"/>
                  </a:lnTo>
                  <a:lnTo>
                    <a:pt x="784698" y="112539"/>
                  </a:lnTo>
                  <a:lnTo>
                    <a:pt x="770932" y="113332"/>
                  </a:lnTo>
                  <a:lnTo>
                    <a:pt x="757165" y="114126"/>
                  </a:lnTo>
                  <a:lnTo>
                    <a:pt x="743398" y="114920"/>
                  </a:lnTo>
                  <a:lnTo>
                    <a:pt x="729632" y="115713"/>
                  </a:lnTo>
                  <a:lnTo>
                    <a:pt x="715865" y="116507"/>
                  </a:lnTo>
                  <a:lnTo>
                    <a:pt x="702098" y="117301"/>
                  </a:lnTo>
                  <a:lnTo>
                    <a:pt x="688332" y="118095"/>
                  </a:lnTo>
                  <a:lnTo>
                    <a:pt x="674565" y="118889"/>
                  </a:lnTo>
                  <a:lnTo>
                    <a:pt x="660799" y="119683"/>
                  </a:lnTo>
                  <a:lnTo>
                    <a:pt x="647032" y="120478"/>
                  </a:lnTo>
                  <a:lnTo>
                    <a:pt x="633265" y="121272"/>
                  </a:lnTo>
                  <a:lnTo>
                    <a:pt x="619499" y="122067"/>
                  </a:lnTo>
                  <a:lnTo>
                    <a:pt x="605732" y="122862"/>
                  </a:lnTo>
                  <a:lnTo>
                    <a:pt x="591965" y="123658"/>
                  </a:lnTo>
                  <a:lnTo>
                    <a:pt x="578199" y="124453"/>
                  </a:lnTo>
                  <a:lnTo>
                    <a:pt x="564432" y="125249"/>
                  </a:lnTo>
                  <a:lnTo>
                    <a:pt x="550665" y="126045"/>
                  </a:lnTo>
                  <a:lnTo>
                    <a:pt x="536899" y="126842"/>
                  </a:lnTo>
                  <a:lnTo>
                    <a:pt x="523132" y="127639"/>
                  </a:lnTo>
                  <a:lnTo>
                    <a:pt x="509365" y="128437"/>
                  </a:lnTo>
                  <a:lnTo>
                    <a:pt x="495599" y="129236"/>
                  </a:lnTo>
                  <a:lnTo>
                    <a:pt x="481832" y="130035"/>
                  </a:lnTo>
                  <a:lnTo>
                    <a:pt x="468065" y="130836"/>
                  </a:lnTo>
                  <a:lnTo>
                    <a:pt x="454299" y="131638"/>
                  </a:lnTo>
                  <a:lnTo>
                    <a:pt x="440532" y="132441"/>
                  </a:lnTo>
                  <a:lnTo>
                    <a:pt x="426766" y="133247"/>
                  </a:lnTo>
                  <a:lnTo>
                    <a:pt x="412999" y="134056"/>
                  </a:lnTo>
                  <a:lnTo>
                    <a:pt x="399232" y="134868"/>
                  </a:lnTo>
                  <a:lnTo>
                    <a:pt x="385466" y="135687"/>
                  </a:lnTo>
                  <a:lnTo>
                    <a:pt x="371699" y="136512"/>
                  </a:lnTo>
                  <a:lnTo>
                    <a:pt x="357932" y="137349"/>
                  </a:lnTo>
                  <a:lnTo>
                    <a:pt x="344166" y="138202"/>
                  </a:lnTo>
                  <a:lnTo>
                    <a:pt x="330399" y="139080"/>
                  </a:lnTo>
                  <a:lnTo>
                    <a:pt x="316632" y="139996"/>
                  </a:lnTo>
                  <a:lnTo>
                    <a:pt x="302866" y="140965"/>
                  </a:lnTo>
                  <a:lnTo>
                    <a:pt x="289099" y="141995"/>
                  </a:lnTo>
                  <a:lnTo>
                    <a:pt x="275332" y="143086"/>
                  </a:lnTo>
                  <a:lnTo>
                    <a:pt x="261566" y="144224"/>
                  </a:lnTo>
                  <a:lnTo>
                    <a:pt x="247799" y="145396"/>
                  </a:lnTo>
                  <a:lnTo>
                    <a:pt x="234032" y="146589"/>
                  </a:lnTo>
                  <a:lnTo>
                    <a:pt x="220266" y="147798"/>
                  </a:lnTo>
                  <a:lnTo>
                    <a:pt x="206499" y="149016"/>
                  </a:lnTo>
                  <a:lnTo>
                    <a:pt x="192733" y="150241"/>
                  </a:lnTo>
                  <a:lnTo>
                    <a:pt x="178966" y="151471"/>
                  </a:lnTo>
                  <a:lnTo>
                    <a:pt x="165199" y="152704"/>
                  </a:lnTo>
                  <a:lnTo>
                    <a:pt x="151433" y="153940"/>
                  </a:lnTo>
                  <a:lnTo>
                    <a:pt x="137666" y="155178"/>
                  </a:lnTo>
                  <a:lnTo>
                    <a:pt x="123899" y="156418"/>
                  </a:lnTo>
                  <a:lnTo>
                    <a:pt x="110133" y="157658"/>
                  </a:lnTo>
                  <a:lnTo>
                    <a:pt x="96366" y="158900"/>
                  </a:lnTo>
                  <a:lnTo>
                    <a:pt x="82599" y="160143"/>
                  </a:lnTo>
                  <a:lnTo>
                    <a:pt x="68833" y="161387"/>
                  </a:lnTo>
                  <a:lnTo>
                    <a:pt x="55066" y="162631"/>
                  </a:lnTo>
                  <a:lnTo>
                    <a:pt x="41299" y="163875"/>
                  </a:lnTo>
                  <a:lnTo>
                    <a:pt x="27533" y="165120"/>
                  </a:lnTo>
                  <a:lnTo>
                    <a:pt x="13766" y="166366"/>
                  </a:lnTo>
                  <a:lnTo>
                    <a:pt x="0" y="167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5480927" y="3201614"/>
              <a:ext cx="3288224" cy="155188"/>
            </a:xfrm>
            <a:custGeom>
              <a:avLst/>
              <a:pathLst>
                <a:path w="3288224" h="155188">
                  <a:moveTo>
                    <a:pt x="0" y="0"/>
                  </a:moveTo>
                  <a:lnTo>
                    <a:pt x="16523" y="779"/>
                  </a:lnTo>
                  <a:lnTo>
                    <a:pt x="33047" y="1558"/>
                  </a:lnTo>
                  <a:lnTo>
                    <a:pt x="49571" y="2338"/>
                  </a:lnTo>
                  <a:lnTo>
                    <a:pt x="66094" y="3117"/>
                  </a:lnTo>
                  <a:lnTo>
                    <a:pt x="82618" y="3896"/>
                  </a:lnTo>
                  <a:lnTo>
                    <a:pt x="99142" y="4676"/>
                  </a:lnTo>
                  <a:lnTo>
                    <a:pt x="115666" y="5455"/>
                  </a:lnTo>
                  <a:lnTo>
                    <a:pt x="132189" y="6235"/>
                  </a:lnTo>
                  <a:lnTo>
                    <a:pt x="148713" y="7014"/>
                  </a:lnTo>
                  <a:lnTo>
                    <a:pt x="165237" y="7793"/>
                  </a:lnTo>
                  <a:lnTo>
                    <a:pt x="181761" y="8573"/>
                  </a:lnTo>
                  <a:lnTo>
                    <a:pt x="198284" y="9352"/>
                  </a:lnTo>
                  <a:lnTo>
                    <a:pt x="214808" y="10131"/>
                  </a:lnTo>
                  <a:lnTo>
                    <a:pt x="231332" y="10911"/>
                  </a:lnTo>
                  <a:lnTo>
                    <a:pt x="247856" y="11690"/>
                  </a:lnTo>
                  <a:lnTo>
                    <a:pt x="264379" y="12469"/>
                  </a:lnTo>
                  <a:lnTo>
                    <a:pt x="280903" y="13249"/>
                  </a:lnTo>
                  <a:lnTo>
                    <a:pt x="297427" y="14028"/>
                  </a:lnTo>
                  <a:lnTo>
                    <a:pt x="313951" y="14807"/>
                  </a:lnTo>
                  <a:lnTo>
                    <a:pt x="330474" y="15587"/>
                  </a:lnTo>
                  <a:lnTo>
                    <a:pt x="346998" y="16366"/>
                  </a:lnTo>
                  <a:lnTo>
                    <a:pt x="363522" y="17145"/>
                  </a:lnTo>
                  <a:lnTo>
                    <a:pt x="380046" y="17924"/>
                  </a:lnTo>
                  <a:lnTo>
                    <a:pt x="396569" y="18704"/>
                  </a:lnTo>
                  <a:lnTo>
                    <a:pt x="413093" y="19483"/>
                  </a:lnTo>
                  <a:lnTo>
                    <a:pt x="429617" y="20262"/>
                  </a:lnTo>
                  <a:lnTo>
                    <a:pt x="446141" y="21042"/>
                  </a:lnTo>
                  <a:lnTo>
                    <a:pt x="462664" y="21821"/>
                  </a:lnTo>
                  <a:lnTo>
                    <a:pt x="479188" y="22600"/>
                  </a:lnTo>
                  <a:lnTo>
                    <a:pt x="495712" y="23379"/>
                  </a:lnTo>
                  <a:lnTo>
                    <a:pt x="512236" y="24159"/>
                  </a:lnTo>
                  <a:lnTo>
                    <a:pt x="528759" y="24938"/>
                  </a:lnTo>
                  <a:lnTo>
                    <a:pt x="545283" y="25717"/>
                  </a:lnTo>
                  <a:lnTo>
                    <a:pt x="561807" y="26496"/>
                  </a:lnTo>
                  <a:lnTo>
                    <a:pt x="578330" y="27276"/>
                  </a:lnTo>
                  <a:lnTo>
                    <a:pt x="594854" y="28055"/>
                  </a:lnTo>
                  <a:lnTo>
                    <a:pt x="611378" y="28834"/>
                  </a:lnTo>
                  <a:lnTo>
                    <a:pt x="627902" y="29613"/>
                  </a:lnTo>
                  <a:lnTo>
                    <a:pt x="644425" y="30392"/>
                  </a:lnTo>
                  <a:lnTo>
                    <a:pt x="660949" y="31172"/>
                  </a:lnTo>
                  <a:lnTo>
                    <a:pt x="677473" y="31951"/>
                  </a:lnTo>
                  <a:lnTo>
                    <a:pt x="693997" y="32730"/>
                  </a:lnTo>
                  <a:lnTo>
                    <a:pt x="710520" y="33509"/>
                  </a:lnTo>
                  <a:lnTo>
                    <a:pt x="727044" y="34288"/>
                  </a:lnTo>
                  <a:lnTo>
                    <a:pt x="743568" y="35067"/>
                  </a:lnTo>
                  <a:lnTo>
                    <a:pt x="760092" y="35846"/>
                  </a:lnTo>
                  <a:lnTo>
                    <a:pt x="776615" y="36625"/>
                  </a:lnTo>
                  <a:lnTo>
                    <a:pt x="793139" y="37404"/>
                  </a:lnTo>
                  <a:lnTo>
                    <a:pt x="809663" y="38184"/>
                  </a:lnTo>
                  <a:lnTo>
                    <a:pt x="826187" y="38963"/>
                  </a:lnTo>
                  <a:lnTo>
                    <a:pt x="842710" y="39742"/>
                  </a:lnTo>
                  <a:lnTo>
                    <a:pt x="859234" y="40521"/>
                  </a:lnTo>
                  <a:lnTo>
                    <a:pt x="875758" y="41300"/>
                  </a:lnTo>
                  <a:lnTo>
                    <a:pt x="892282" y="42079"/>
                  </a:lnTo>
                  <a:lnTo>
                    <a:pt x="908805" y="42858"/>
                  </a:lnTo>
                  <a:lnTo>
                    <a:pt x="925329" y="43637"/>
                  </a:lnTo>
                  <a:lnTo>
                    <a:pt x="941853" y="44416"/>
                  </a:lnTo>
                  <a:lnTo>
                    <a:pt x="958377" y="45194"/>
                  </a:lnTo>
                  <a:lnTo>
                    <a:pt x="974900" y="45973"/>
                  </a:lnTo>
                  <a:lnTo>
                    <a:pt x="991424" y="46752"/>
                  </a:lnTo>
                  <a:lnTo>
                    <a:pt x="1007948" y="47531"/>
                  </a:lnTo>
                  <a:lnTo>
                    <a:pt x="1024472" y="48310"/>
                  </a:lnTo>
                  <a:lnTo>
                    <a:pt x="1040995" y="49089"/>
                  </a:lnTo>
                  <a:lnTo>
                    <a:pt x="1057519" y="49867"/>
                  </a:lnTo>
                  <a:lnTo>
                    <a:pt x="1074043" y="50646"/>
                  </a:lnTo>
                  <a:lnTo>
                    <a:pt x="1090567" y="51425"/>
                  </a:lnTo>
                  <a:lnTo>
                    <a:pt x="1107090" y="52204"/>
                  </a:lnTo>
                  <a:lnTo>
                    <a:pt x="1123614" y="52982"/>
                  </a:lnTo>
                  <a:lnTo>
                    <a:pt x="1140138" y="53761"/>
                  </a:lnTo>
                  <a:lnTo>
                    <a:pt x="1156661" y="54539"/>
                  </a:lnTo>
                  <a:lnTo>
                    <a:pt x="1173185" y="55318"/>
                  </a:lnTo>
                  <a:lnTo>
                    <a:pt x="1189709" y="56096"/>
                  </a:lnTo>
                  <a:lnTo>
                    <a:pt x="1206233" y="56875"/>
                  </a:lnTo>
                  <a:lnTo>
                    <a:pt x="1222756" y="57653"/>
                  </a:lnTo>
                  <a:lnTo>
                    <a:pt x="1239280" y="58432"/>
                  </a:lnTo>
                  <a:lnTo>
                    <a:pt x="1255804" y="59210"/>
                  </a:lnTo>
                  <a:lnTo>
                    <a:pt x="1272328" y="59988"/>
                  </a:lnTo>
                  <a:lnTo>
                    <a:pt x="1288851" y="60766"/>
                  </a:lnTo>
                  <a:lnTo>
                    <a:pt x="1305375" y="61544"/>
                  </a:lnTo>
                  <a:lnTo>
                    <a:pt x="1321899" y="62322"/>
                  </a:lnTo>
                  <a:lnTo>
                    <a:pt x="1338423" y="63100"/>
                  </a:lnTo>
                  <a:lnTo>
                    <a:pt x="1354946" y="63878"/>
                  </a:lnTo>
                  <a:lnTo>
                    <a:pt x="1371470" y="64656"/>
                  </a:lnTo>
                  <a:lnTo>
                    <a:pt x="1387994" y="65434"/>
                  </a:lnTo>
                  <a:lnTo>
                    <a:pt x="1404518" y="66211"/>
                  </a:lnTo>
                  <a:lnTo>
                    <a:pt x="1421041" y="66989"/>
                  </a:lnTo>
                  <a:lnTo>
                    <a:pt x="1437565" y="67766"/>
                  </a:lnTo>
                  <a:lnTo>
                    <a:pt x="1454089" y="68543"/>
                  </a:lnTo>
                  <a:lnTo>
                    <a:pt x="1470613" y="69320"/>
                  </a:lnTo>
                  <a:lnTo>
                    <a:pt x="1487136" y="70097"/>
                  </a:lnTo>
                  <a:lnTo>
                    <a:pt x="1503660" y="70874"/>
                  </a:lnTo>
                  <a:lnTo>
                    <a:pt x="1520184" y="71651"/>
                  </a:lnTo>
                  <a:lnTo>
                    <a:pt x="1536708" y="72427"/>
                  </a:lnTo>
                  <a:lnTo>
                    <a:pt x="1553231" y="73203"/>
                  </a:lnTo>
                  <a:lnTo>
                    <a:pt x="1569755" y="73979"/>
                  </a:lnTo>
                  <a:lnTo>
                    <a:pt x="1586279" y="74754"/>
                  </a:lnTo>
                  <a:lnTo>
                    <a:pt x="1602803" y="75530"/>
                  </a:lnTo>
                  <a:lnTo>
                    <a:pt x="1619326" y="76304"/>
                  </a:lnTo>
                  <a:lnTo>
                    <a:pt x="1635850" y="77079"/>
                  </a:lnTo>
                  <a:lnTo>
                    <a:pt x="1652374" y="77853"/>
                  </a:lnTo>
                  <a:lnTo>
                    <a:pt x="1668898" y="78626"/>
                  </a:lnTo>
                  <a:lnTo>
                    <a:pt x="1685421" y="79399"/>
                  </a:lnTo>
                  <a:lnTo>
                    <a:pt x="1701945" y="80171"/>
                  </a:lnTo>
                  <a:lnTo>
                    <a:pt x="1718469" y="80942"/>
                  </a:lnTo>
                  <a:lnTo>
                    <a:pt x="1734992" y="81713"/>
                  </a:lnTo>
                  <a:lnTo>
                    <a:pt x="1751516" y="82482"/>
                  </a:lnTo>
                  <a:lnTo>
                    <a:pt x="1768040" y="83250"/>
                  </a:lnTo>
                  <a:lnTo>
                    <a:pt x="1784564" y="84017"/>
                  </a:lnTo>
                  <a:lnTo>
                    <a:pt x="1801087" y="84781"/>
                  </a:lnTo>
                  <a:lnTo>
                    <a:pt x="1817611" y="85544"/>
                  </a:lnTo>
                  <a:lnTo>
                    <a:pt x="1834135" y="86303"/>
                  </a:lnTo>
                  <a:lnTo>
                    <a:pt x="1850659" y="87060"/>
                  </a:lnTo>
                  <a:lnTo>
                    <a:pt x="1867182" y="87813"/>
                  </a:lnTo>
                  <a:lnTo>
                    <a:pt x="1883706" y="88561"/>
                  </a:lnTo>
                  <a:lnTo>
                    <a:pt x="1900230" y="89303"/>
                  </a:lnTo>
                  <a:lnTo>
                    <a:pt x="1916754" y="90038"/>
                  </a:lnTo>
                  <a:lnTo>
                    <a:pt x="1933277" y="90765"/>
                  </a:lnTo>
                  <a:lnTo>
                    <a:pt x="1949801" y="91482"/>
                  </a:lnTo>
                  <a:lnTo>
                    <a:pt x="1966325" y="92189"/>
                  </a:lnTo>
                  <a:lnTo>
                    <a:pt x="1982849" y="92884"/>
                  </a:lnTo>
                  <a:lnTo>
                    <a:pt x="1999372" y="93567"/>
                  </a:lnTo>
                  <a:lnTo>
                    <a:pt x="2015896" y="94239"/>
                  </a:lnTo>
                  <a:lnTo>
                    <a:pt x="2032420" y="94900"/>
                  </a:lnTo>
                  <a:lnTo>
                    <a:pt x="2048944" y="95551"/>
                  </a:lnTo>
                  <a:lnTo>
                    <a:pt x="2065467" y="96194"/>
                  </a:lnTo>
                  <a:lnTo>
                    <a:pt x="2081991" y="96831"/>
                  </a:lnTo>
                  <a:lnTo>
                    <a:pt x="2098515" y="97462"/>
                  </a:lnTo>
                  <a:lnTo>
                    <a:pt x="2115039" y="98088"/>
                  </a:lnTo>
                  <a:lnTo>
                    <a:pt x="2131562" y="98710"/>
                  </a:lnTo>
                  <a:lnTo>
                    <a:pt x="2148086" y="99329"/>
                  </a:lnTo>
                  <a:lnTo>
                    <a:pt x="2164610" y="99946"/>
                  </a:lnTo>
                  <a:lnTo>
                    <a:pt x="2181134" y="100560"/>
                  </a:lnTo>
                  <a:lnTo>
                    <a:pt x="2197657" y="101173"/>
                  </a:lnTo>
                  <a:lnTo>
                    <a:pt x="2214181" y="101784"/>
                  </a:lnTo>
                  <a:lnTo>
                    <a:pt x="2230705" y="102394"/>
                  </a:lnTo>
                  <a:lnTo>
                    <a:pt x="2247229" y="103002"/>
                  </a:lnTo>
                  <a:lnTo>
                    <a:pt x="2263752" y="103610"/>
                  </a:lnTo>
                  <a:lnTo>
                    <a:pt x="2280276" y="104217"/>
                  </a:lnTo>
                  <a:lnTo>
                    <a:pt x="2296800" y="104823"/>
                  </a:lnTo>
                  <a:lnTo>
                    <a:pt x="2313323" y="105429"/>
                  </a:lnTo>
                  <a:lnTo>
                    <a:pt x="2329847" y="106034"/>
                  </a:lnTo>
                  <a:lnTo>
                    <a:pt x="2346371" y="106639"/>
                  </a:lnTo>
                  <a:lnTo>
                    <a:pt x="2362895" y="107243"/>
                  </a:lnTo>
                  <a:lnTo>
                    <a:pt x="2379418" y="107847"/>
                  </a:lnTo>
                  <a:lnTo>
                    <a:pt x="2395942" y="108450"/>
                  </a:lnTo>
                  <a:lnTo>
                    <a:pt x="2412466" y="109054"/>
                  </a:lnTo>
                  <a:lnTo>
                    <a:pt x="2428990" y="109657"/>
                  </a:lnTo>
                  <a:lnTo>
                    <a:pt x="2445513" y="110259"/>
                  </a:lnTo>
                  <a:lnTo>
                    <a:pt x="2462037" y="110862"/>
                  </a:lnTo>
                  <a:lnTo>
                    <a:pt x="2478561" y="111464"/>
                  </a:lnTo>
                  <a:lnTo>
                    <a:pt x="2495085" y="112067"/>
                  </a:lnTo>
                  <a:lnTo>
                    <a:pt x="2511608" y="112669"/>
                  </a:lnTo>
                  <a:lnTo>
                    <a:pt x="2528132" y="113271"/>
                  </a:lnTo>
                  <a:lnTo>
                    <a:pt x="2544656" y="113872"/>
                  </a:lnTo>
                  <a:lnTo>
                    <a:pt x="2561180" y="114474"/>
                  </a:lnTo>
                  <a:lnTo>
                    <a:pt x="2577703" y="115076"/>
                  </a:lnTo>
                  <a:lnTo>
                    <a:pt x="2594227" y="115677"/>
                  </a:lnTo>
                  <a:lnTo>
                    <a:pt x="2610751" y="116278"/>
                  </a:lnTo>
                  <a:lnTo>
                    <a:pt x="2627275" y="116880"/>
                  </a:lnTo>
                  <a:lnTo>
                    <a:pt x="2643798" y="117481"/>
                  </a:lnTo>
                  <a:lnTo>
                    <a:pt x="2660322" y="118082"/>
                  </a:lnTo>
                  <a:lnTo>
                    <a:pt x="2676846" y="118683"/>
                  </a:lnTo>
                  <a:lnTo>
                    <a:pt x="2693370" y="119284"/>
                  </a:lnTo>
                  <a:lnTo>
                    <a:pt x="2709893" y="119885"/>
                  </a:lnTo>
                  <a:lnTo>
                    <a:pt x="2726417" y="120486"/>
                  </a:lnTo>
                  <a:lnTo>
                    <a:pt x="2742941" y="121087"/>
                  </a:lnTo>
                  <a:lnTo>
                    <a:pt x="2759465" y="121687"/>
                  </a:lnTo>
                  <a:lnTo>
                    <a:pt x="2775988" y="122288"/>
                  </a:lnTo>
                  <a:lnTo>
                    <a:pt x="2792512" y="122889"/>
                  </a:lnTo>
                  <a:lnTo>
                    <a:pt x="2809036" y="123489"/>
                  </a:lnTo>
                  <a:lnTo>
                    <a:pt x="2825559" y="124090"/>
                  </a:lnTo>
                  <a:lnTo>
                    <a:pt x="2842083" y="124690"/>
                  </a:lnTo>
                  <a:lnTo>
                    <a:pt x="2858607" y="125291"/>
                  </a:lnTo>
                  <a:lnTo>
                    <a:pt x="2875131" y="125891"/>
                  </a:lnTo>
                  <a:lnTo>
                    <a:pt x="2891654" y="126492"/>
                  </a:lnTo>
                  <a:lnTo>
                    <a:pt x="2908178" y="127092"/>
                  </a:lnTo>
                  <a:lnTo>
                    <a:pt x="2924702" y="127692"/>
                  </a:lnTo>
                  <a:lnTo>
                    <a:pt x="2941226" y="128293"/>
                  </a:lnTo>
                  <a:lnTo>
                    <a:pt x="2957749" y="128893"/>
                  </a:lnTo>
                  <a:lnTo>
                    <a:pt x="2974273" y="129493"/>
                  </a:lnTo>
                  <a:lnTo>
                    <a:pt x="2990797" y="130094"/>
                  </a:lnTo>
                  <a:lnTo>
                    <a:pt x="3007321" y="130694"/>
                  </a:lnTo>
                  <a:lnTo>
                    <a:pt x="3023844" y="131294"/>
                  </a:lnTo>
                  <a:lnTo>
                    <a:pt x="3040368" y="131894"/>
                  </a:lnTo>
                  <a:lnTo>
                    <a:pt x="3056892" y="132494"/>
                  </a:lnTo>
                  <a:lnTo>
                    <a:pt x="3073416" y="133095"/>
                  </a:lnTo>
                  <a:lnTo>
                    <a:pt x="3089939" y="133695"/>
                  </a:lnTo>
                  <a:lnTo>
                    <a:pt x="3106463" y="134295"/>
                  </a:lnTo>
                  <a:lnTo>
                    <a:pt x="3122987" y="134895"/>
                  </a:lnTo>
                  <a:lnTo>
                    <a:pt x="3139511" y="135495"/>
                  </a:lnTo>
                  <a:lnTo>
                    <a:pt x="3156034" y="136095"/>
                  </a:lnTo>
                  <a:lnTo>
                    <a:pt x="3172558" y="136695"/>
                  </a:lnTo>
                  <a:lnTo>
                    <a:pt x="3189082" y="137295"/>
                  </a:lnTo>
                  <a:lnTo>
                    <a:pt x="3205606" y="137895"/>
                  </a:lnTo>
                  <a:lnTo>
                    <a:pt x="3222129" y="138495"/>
                  </a:lnTo>
                  <a:lnTo>
                    <a:pt x="3238653" y="139095"/>
                  </a:lnTo>
                  <a:lnTo>
                    <a:pt x="3255177" y="139695"/>
                  </a:lnTo>
                  <a:lnTo>
                    <a:pt x="3271701" y="140295"/>
                  </a:lnTo>
                  <a:lnTo>
                    <a:pt x="3288224" y="140895"/>
                  </a:lnTo>
                  <a:lnTo>
                    <a:pt x="3288224" y="155188"/>
                  </a:lnTo>
                  <a:lnTo>
                    <a:pt x="3271701" y="154409"/>
                  </a:lnTo>
                  <a:lnTo>
                    <a:pt x="3255177" y="153629"/>
                  </a:lnTo>
                  <a:lnTo>
                    <a:pt x="3238653" y="152850"/>
                  </a:lnTo>
                  <a:lnTo>
                    <a:pt x="3222129" y="152071"/>
                  </a:lnTo>
                  <a:lnTo>
                    <a:pt x="3205606" y="151292"/>
                  </a:lnTo>
                  <a:lnTo>
                    <a:pt x="3189082" y="150513"/>
                  </a:lnTo>
                  <a:lnTo>
                    <a:pt x="3172558" y="149734"/>
                  </a:lnTo>
                  <a:lnTo>
                    <a:pt x="3156034" y="148955"/>
                  </a:lnTo>
                  <a:lnTo>
                    <a:pt x="3139511" y="148176"/>
                  </a:lnTo>
                  <a:lnTo>
                    <a:pt x="3122987" y="147397"/>
                  </a:lnTo>
                  <a:lnTo>
                    <a:pt x="3106463" y="146618"/>
                  </a:lnTo>
                  <a:lnTo>
                    <a:pt x="3089939" y="145839"/>
                  </a:lnTo>
                  <a:lnTo>
                    <a:pt x="3073416" y="145060"/>
                  </a:lnTo>
                  <a:lnTo>
                    <a:pt x="3056892" y="144281"/>
                  </a:lnTo>
                  <a:lnTo>
                    <a:pt x="3040368" y="143502"/>
                  </a:lnTo>
                  <a:lnTo>
                    <a:pt x="3023844" y="142723"/>
                  </a:lnTo>
                  <a:lnTo>
                    <a:pt x="3007321" y="141944"/>
                  </a:lnTo>
                  <a:lnTo>
                    <a:pt x="2990797" y="141165"/>
                  </a:lnTo>
                  <a:lnTo>
                    <a:pt x="2974273" y="140386"/>
                  </a:lnTo>
                  <a:lnTo>
                    <a:pt x="2957749" y="139607"/>
                  </a:lnTo>
                  <a:lnTo>
                    <a:pt x="2941226" y="138829"/>
                  </a:lnTo>
                  <a:lnTo>
                    <a:pt x="2924702" y="138050"/>
                  </a:lnTo>
                  <a:lnTo>
                    <a:pt x="2908178" y="137271"/>
                  </a:lnTo>
                  <a:lnTo>
                    <a:pt x="2891654" y="136492"/>
                  </a:lnTo>
                  <a:lnTo>
                    <a:pt x="2875131" y="135713"/>
                  </a:lnTo>
                  <a:lnTo>
                    <a:pt x="2858607" y="134935"/>
                  </a:lnTo>
                  <a:lnTo>
                    <a:pt x="2842083" y="134156"/>
                  </a:lnTo>
                  <a:lnTo>
                    <a:pt x="2825559" y="133378"/>
                  </a:lnTo>
                  <a:lnTo>
                    <a:pt x="2809036" y="132599"/>
                  </a:lnTo>
                  <a:lnTo>
                    <a:pt x="2792512" y="131820"/>
                  </a:lnTo>
                  <a:lnTo>
                    <a:pt x="2775988" y="131042"/>
                  </a:lnTo>
                  <a:lnTo>
                    <a:pt x="2759465" y="130264"/>
                  </a:lnTo>
                  <a:lnTo>
                    <a:pt x="2742941" y="129485"/>
                  </a:lnTo>
                  <a:lnTo>
                    <a:pt x="2726417" y="128707"/>
                  </a:lnTo>
                  <a:lnTo>
                    <a:pt x="2709893" y="127928"/>
                  </a:lnTo>
                  <a:lnTo>
                    <a:pt x="2693370" y="127150"/>
                  </a:lnTo>
                  <a:lnTo>
                    <a:pt x="2676846" y="126372"/>
                  </a:lnTo>
                  <a:lnTo>
                    <a:pt x="2660322" y="125594"/>
                  </a:lnTo>
                  <a:lnTo>
                    <a:pt x="2643798" y="124816"/>
                  </a:lnTo>
                  <a:lnTo>
                    <a:pt x="2627275" y="124038"/>
                  </a:lnTo>
                  <a:lnTo>
                    <a:pt x="2610751" y="123260"/>
                  </a:lnTo>
                  <a:lnTo>
                    <a:pt x="2594227" y="122482"/>
                  </a:lnTo>
                  <a:lnTo>
                    <a:pt x="2577703" y="121705"/>
                  </a:lnTo>
                  <a:lnTo>
                    <a:pt x="2561180" y="120927"/>
                  </a:lnTo>
                  <a:lnTo>
                    <a:pt x="2544656" y="120150"/>
                  </a:lnTo>
                  <a:lnTo>
                    <a:pt x="2528132" y="119372"/>
                  </a:lnTo>
                  <a:lnTo>
                    <a:pt x="2511608" y="118595"/>
                  </a:lnTo>
                  <a:lnTo>
                    <a:pt x="2495085" y="117818"/>
                  </a:lnTo>
                  <a:lnTo>
                    <a:pt x="2478561" y="117041"/>
                  </a:lnTo>
                  <a:lnTo>
                    <a:pt x="2462037" y="116264"/>
                  </a:lnTo>
                  <a:lnTo>
                    <a:pt x="2445513" y="115488"/>
                  </a:lnTo>
                  <a:lnTo>
                    <a:pt x="2428990" y="114711"/>
                  </a:lnTo>
                  <a:lnTo>
                    <a:pt x="2412466" y="113935"/>
                  </a:lnTo>
                  <a:lnTo>
                    <a:pt x="2395942" y="113159"/>
                  </a:lnTo>
                  <a:lnTo>
                    <a:pt x="2379418" y="112384"/>
                  </a:lnTo>
                  <a:lnTo>
                    <a:pt x="2362895" y="111609"/>
                  </a:lnTo>
                  <a:lnTo>
                    <a:pt x="2346371" y="110834"/>
                  </a:lnTo>
                  <a:lnTo>
                    <a:pt x="2329847" y="110059"/>
                  </a:lnTo>
                  <a:lnTo>
                    <a:pt x="2313323" y="109285"/>
                  </a:lnTo>
                  <a:lnTo>
                    <a:pt x="2296800" y="108512"/>
                  </a:lnTo>
                  <a:lnTo>
                    <a:pt x="2280276" y="107739"/>
                  </a:lnTo>
                  <a:lnTo>
                    <a:pt x="2263752" y="106967"/>
                  </a:lnTo>
                  <a:lnTo>
                    <a:pt x="2247229" y="106195"/>
                  </a:lnTo>
                  <a:lnTo>
                    <a:pt x="2230705" y="105425"/>
                  </a:lnTo>
                  <a:lnTo>
                    <a:pt x="2214181" y="104655"/>
                  </a:lnTo>
                  <a:lnTo>
                    <a:pt x="2197657" y="103887"/>
                  </a:lnTo>
                  <a:lnTo>
                    <a:pt x="2181134" y="103121"/>
                  </a:lnTo>
                  <a:lnTo>
                    <a:pt x="2164610" y="102356"/>
                  </a:lnTo>
                  <a:lnTo>
                    <a:pt x="2148086" y="101593"/>
                  </a:lnTo>
                  <a:lnTo>
                    <a:pt x="2131562" y="100833"/>
                  </a:lnTo>
                  <a:lnTo>
                    <a:pt x="2115039" y="100077"/>
                  </a:lnTo>
                  <a:lnTo>
                    <a:pt x="2098515" y="99324"/>
                  </a:lnTo>
                  <a:lnTo>
                    <a:pt x="2081991" y="98575"/>
                  </a:lnTo>
                  <a:lnTo>
                    <a:pt x="2065467" y="97833"/>
                  </a:lnTo>
                  <a:lnTo>
                    <a:pt x="2048944" y="97097"/>
                  </a:lnTo>
                  <a:lnTo>
                    <a:pt x="2032420" y="96369"/>
                  </a:lnTo>
                  <a:lnTo>
                    <a:pt x="2015896" y="95651"/>
                  </a:lnTo>
                  <a:lnTo>
                    <a:pt x="1999372" y="94944"/>
                  </a:lnTo>
                  <a:lnTo>
                    <a:pt x="1982849" y="94248"/>
                  </a:lnTo>
                  <a:lnTo>
                    <a:pt x="1966325" y="93564"/>
                  </a:lnTo>
                  <a:lnTo>
                    <a:pt x="1949801" y="92891"/>
                  </a:lnTo>
                  <a:lnTo>
                    <a:pt x="1933277" y="92229"/>
                  </a:lnTo>
                  <a:lnTo>
                    <a:pt x="1916754" y="91577"/>
                  </a:lnTo>
                  <a:lnTo>
                    <a:pt x="1900230" y="90933"/>
                  </a:lnTo>
                  <a:lnTo>
                    <a:pt x="1883706" y="90296"/>
                  </a:lnTo>
                  <a:lnTo>
                    <a:pt x="1867182" y="89665"/>
                  </a:lnTo>
                  <a:lnTo>
                    <a:pt x="1850659" y="89038"/>
                  </a:lnTo>
                  <a:lnTo>
                    <a:pt x="1834135" y="88416"/>
                  </a:lnTo>
                  <a:lnTo>
                    <a:pt x="1817611" y="87796"/>
                  </a:lnTo>
                  <a:lnTo>
                    <a:pt x="1801087" y="87180"/>
                  </a:lnTo>
                  <a:lnTo>
                    <a:pt x="1784564" y="86565"/>
                  </a:lnTo>
                  <a:lnTo>
                    <a:pt x="1768040" y="85952"/>
                  </a:lnTo>
                  <a:lnTo>
                    <a:pt x="1751516" y="85341"/>
                  </a:lnTo>
                  <a:lnTo>
                    <a:pt x="1734992" y="84731"/>
                  </a:lnTo>
                  <a:lnTo>
                    <a:pt x="1718469" y="84123"/>
                  </a:lnTo>
                  <a:lnTo>
                    <a:pt x="1701945" y="83515"/>
                  </a:lnTo>
                  <a:lnTo>
                    <a:pt x="1685421" y="82908"/>
                  </a:lnTo>
                  <a:lnTo>
                    <a:pt x="1668898" y="82302"/>
                  </a:lnTo>
                  <a:lnTo>
                    <a:pt x="1652374" y="81696"/>
                  </a:lnTo>
                  <a:lnTo>
                    <a:pt x="1635850" y="81091"/>
                  </a:lnTo>
                  <a:lnTo>
                    <a:pt x="1619326" y="80486"/>
                  </a:lnTo>
                  <a:lnTo>
                    <a:pt x="1602803" y="79882"/>
                  </a:lnTo>
                  <a:lnTo>
                    <a:pt x="1586279" y="79278"/>
                  </a:lnTo>
                  <a:lnTo>
                    <a:pt x="1569755" y="78674"/>
                  </a:lnTo>
                  <a:lnTo>
                    <a:pt x="1553231" y="78071"/>
                  </a:lnTo>
                  <a:lnTo>
                    <a:pt x="1536708" y="77468"/>
                  </a:lnTo>
                  <a:lnTo>
                    <a:pt x="1520184" y="76865"/>
                  </a:lnTo>
                  <a:lnTo>
                    <a:pt x="1503660" y="76262"/>
                  </a:lnTo>
                  <a:lnTo>
                    <a:pt x="1487136" y="75660"/>
                  </a:lnTo>
                  <a:lnTo>
                    <a:pt x="1470613" y="75058"/>
                  </a:lnTo>
                  <a:lnTo>
                    <a:pt x="1454089" y="74456"/>
                  </a:lnTo>
                  <a:lnTo>
                    <a:pt x="1437565" y="73854"/>
                  </a:lnTo>
                  <a:lnTo>
                    <a:pt x="1421041" y="73252"/>
                  </a:lnTo>
                  <a:lnTo>
                    <a:pt x="1404518" y="72650"/>
                  </a:lnTo>
                  <a:lnTo>
                    <a:pt x="1387994" y="72049"/>
                  </a:lnTo>
                  <a:lnTo>
                    <a:pt x="1371470" y="71447"/>
                  </a:lnTo>
                  <a:lnTo>
                    <a:pt x="1354946" y="70846"/>
                  </a:lnTo>
                  <a:lnTo>
                    <a:pt x="1338423" y="70245"/>
                  </a:lnTo>
                  <a:lnTo>
                    <a:pt x="1321899" y="69643"/>
                  </a:lnTo>
                  <a:lnTo>
                    <a:pt x="1305375" y="69042"/>
                  </a:lnTo>
                  <a:lnTo>
                    <a:pt x="1288851" y="68441"/>
                  </a:lnTo>
                  <a:lnTo>
                    <a:pt x="1272328" y="67840"/>
                  </a:lnTo>
                  <a:lnTo>
                    <a:pt x="1255804" y="67239"/>
                  </a:lnTo>
                  <a:lnTo>
                    <a:pt x="1239280" y="66639"/>
                  </a:lnTo>
                  <a:lnTo>
                    <a:pt x="1222756" y="66038"/>
                  </a:lnTo>
                  <a:lnTo>
                    <a:pt x="1206233" y="65437"/>
                  </a:lnTo>
                  <a:lnTo>
                    <a:pt x="1189709" y="64836"/>
                  </a:lnTo>
                  <a:lnTo>
                    <a:pt x="1173185" y="64236"/>
                  </a:lnTo>
                  <a:lnTo>
                    <a:pt x="1156661" y="63635"/>
                  </a:lnTo>
                  <a:lnTo>
                    <a:pt x="1140138" y="63035"/>
                  </a:lnTo>
                  <a:lnTo>
                    <a:pt x="1123614" y="62434"/>
                  </a:lnTo>
                  <a:lnTo>
                    <a:pt x="1107090" y="61834"/>
                  </a:lnTo>
                  <a:lnTo>
                    <a:pt x="1090567" y="61233"/>
                  </a:lnTo>
                  <a:lnTo>
                    <a:pt x="1074043" y="60633"/>
                  </a:lnTo>
                  <a:lnTo>
                    <a:pt x="1057519" y="60032"/>
                  </a:lnTo>
                  <a:lnTo>
                    <a:pt x="1040995" y="59432"/>
                  </a:lnTo>
                  <a:lnTo>
                    <a:pt x="1024472" y="58832"/>
                  </a:lnTo>
                  <a:lnTo>
                    <a:pt x="1007948" y="58231"/>
                  </a:lnTo>
                  <a:lnTo>
                    <a:pt x="991424" y="57631"/>
                  </a:lnTo>
                  <a:lnTo>
                    <a:pt x="974900" y="57031"/>
                  </a:lnTo>
                  <a:lnTo>
                    <a:pt x="958377" y="56430"/>
                  </a:lnTo>
                  <a:lnTo>
                    <a:pt x="941853" y="55830"/>
                  </a:lnTo>
                  <a:lnTo>
                    <a:pt x="925329" y="55230"/>
                  </a:lnTo>
                  <a:lnTo>
                    <a:pt x="908805" y="54630"/>
                  </a:lnTo>
                  <a:lnTo>
                    <a:pt x="892282" y="54030"/>
                  </a:lnTo>
                  <a:lnTo>
                    <a:pt x="875758" y="53429"/>
                  </a:lnTo>
                  <a:lnTo>
                    <a:pt x="859234" y="52829"/>
                  </a:lnTo>
                  <a:lnTo>
                    <a:pt x="842710" y="52229"/>
                  </a:lnTo>
                  <a:lnTo>
                    <a:pt x="826187" y="51629"/>
                  </a:lnTo>
                  <a:lnTo>
                    <a:pt x="809663" y="51029"/>
                  </a:lnTo>
                  <a:lnTo>
                    <a:pt x="793139" y="50429"/>
                  </a:lnTo>
                  <a:lnTo>
                    <a:pt x="776615" y="49829"/>
                  </a:lnTo>
                  <a:lnTo>
                    <a:pt x="760092" y="49229"/>
                  </a:lnTo>
                  <a:lnTo>
                    <a:pt x="743568" y="48629"/>
                  </a:lnTo>
                  <a:lnTo>
                    <a:pt x="727044" y="48029"/>
                  </a:lnTo>
                  <a:lnTo>
                    <a:pt x="710520" y="47429"/>
                  </a:lnTo>
                  <a:lnTo>
                    <a:pt x="693997" y="46829"/>
                  </a:lnTo>
                  <a:lnTo>
                    <a:pt x="677473" y="46229"/>
                  </a:lnTo>
                  <a:lnTo>
                    <a:pt x="660949" y="45629"/>
                  </a:lnTo>
                  <a:lnTo>
                    <a:pt x="644425" y="45029"/>
                  </a:lnTo>
                  <a:lnTo>
                    <a:pt x="627902" y="44429"/>
                  </a:lnTo>
                  <a:lnTo>
                    <a:pt x="611378" y="43829"/>
                  </a:lnTo>
                  <a:lnTo>
                    <a:pt x="594854" y="43229"/>
                  </a:lnTo>
                  <a:lnTo>
                    <a:pt x="578330" y="42629"/>
                  </a:lnTo>
                  <a:lnTo>
                    <a:pt x="561807" y="42029"/>
                  </a:lnTo>
                  <a:lnTo>
                    <a:pt x="545283" y="41429"/>
                  </a:lnTo>
                  <a:lnTo>
                    <a:pt x="528759" y="40829"/>
                  </a:lnTo>
                  <a:lnTo>
                    <a:pt x="512236" y="40230"/>
                  </a:lnTo>
                  <a:lnTo>
                    <a:pt x="495712" y="39630"/>
                  </a:lnTo>
                  <a:lnTo>
                    <a:pt x="479188" y="39030"/>
                  </a:lnTo>
                  <a:lnTo>
                    <a:pt x="462664" y="38430"/>
                  </a:lnTo>
                  <a:lnTo>
                    <a:pt x="446141" y="37830"/>
                  </a:lnTo>
                  <a:lnTo>
                    <a:pt x="429617" y="37230"/>
                  </a:lnTo>
                  <a:lnTo>
                    <a:pt x="413093" y="36630"/>
                  </a:lnTo>
                  <a:lnTo>
                    <a:pt x="396569" y="36030"/>
                  </a:lnTo>
                  <a:lnTo>
                    <a:pt x="380046" y="35431"/>
                  </a:lnTo>
                  <a:lnTo>
                    <a:pt x="363522" y="34831"/>
                  </a:lnTo>
                  <a:lnTo>
                    <a:pt x="346998" y="34231"/>
                  </a:lnTo>
                  <a:lnTo>
                    <a:pt x="330474" y="33631"/>
                  </a:lnTo>
                  <a:lnTo>
                    <a:pt x="313951" y="33031"/>
                  </a:lnTo>
                  <a:lnTo>
                    <a:pt x="297427" y="32431"/>
                  </a:lnTo>
                  <a:lnTo>
                    <a:pt x="280903" y="31832"/>
                  </a:lnTo>
                  <a:lnTo>
                    <a:pt x="264379" y="31232"/>
                  </a:lnTo>
                  <a:lnTo>
                    <a:pt x="247856" y="30632"/>
                  </a:lnTo>
                  <a:lnTo>
                    <a:pt x="231332" y="30032"/>
                  </a:lnTo>
                  <a:lnTo>
                    <a:pt x="214808" y="29432"/>
                  </a:lnTo>
                  <a:lnTo>
                    <a:pt x="198284" y="28833"/>
                  </a:lnTo>
                  <a:lnTo>
                    <a:pt x="181761" y="28233"/>
                  </a:lnTo>
                  <a:lnTo>
                    <a:pt x="165237" y="27633"/>
                  </a:lnTo>
                  <a:lnTo>
                    <a:pt x="148713" y="27033"/>
                  </a:lnTo>
                  <a:lnTo>
                    <a:pt x="132189" y="26433"/>
                  </a:lnTo>
                  <a:lnTo>
                    <a:pt x="115666" y="25834"/>
                  </a:lnTo>
                  <a:lnTo>
                    <a:pt x="99142" y="25234"/>
                  </a:lnTo>
                  <a:lnTo>
                    <a:pt x="82618" y="24634"/>
                  </a:lnTo>
                  <a:lnTo>
                    <a:pt x="66094" y="24034"/>
                  </a:lnTo>
                  <a:lnTo>
                    <a:pt x="49571" y="23435"/>
                  </a:lnTo>
                  <a:lnTo>
                    <a:pt x="33047" y="22835"/>
                  </a:lnTo>
                  <a:lnTo>
                    <a:pt x="16523" y="22235"/>
                  </a:lnTo>
                  <a:lnTo>
                    <a:pt x="0" y="21635"/>
                  </a:lnTo>
                  <a:close/>
                </a:path>
              </a:pathLst>
            </a:custGeom>
            <a:solidFill>
              <a:srgbClr val="FEE08B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480927" y="3201614"/>
              <a:ext cx="3288224" cy="140895"/>
            </a:xfrm>
            <a:custGeom>
              <a:avLst/>
              <a:pathLst>
                <a:path w="3288224" h="140895">
                  <a:moveTo>
                    <a:pt x="0" y="0"/>
                  </a:moveTo>
                  <a:lnTo>
                    <a:pt x="16523" y="779"/>
                  </a:lnTo>
                  <a:lnTo>
                    <a:pt x="33047" y="1558"/>
                  </a:lnTo>
                  <a:lnTo>
                    <a:pt x="49571" y="2338"/>
                  </a:lnTo>
                  <a:lnTo>
                    <a:pt x="66094" y="3117"/>
                  </a:lnTo>
                  <a:lnTo>
                    <a:pt x="82618" y="3896"/>
                  </a:lnTo>
                  <a:lnTo>
                    <a:pt x="99142" y="4676"/>
                  </a:lnTo>
                  <a:lnTo>
                    <a:pt x="115666" y="5455"/>
                  </a:lnTo>
                  <a:lnTo>
                    <a:pt x="132189" y="6235"/>
                  </a:lnTo>
                  <a:lnTo>
                    <a:pt x="148713" y="7014"/>
                  </a:lnTo>
                  <a:lnTo>
                    <a:pt x="165237" y="7793"/>
                  </a:lnTo>
                  <a:lnTo>
                    <a:pt x="181761" y="8573"/>
                  </a:lnTo>
                  <a:lnTo>
                    <a:pt x="198284" y="9352"/>
                  </a:lnTo>
                  <a:lnTo>
                    <a:pt x="214808" y="10131"/>
                  </a:lnTo>
                  <a:lnTo>
                    <a:pt x="231332" y="10911"/>
                  </a:lnTo>
                  <a:lnTo>
                    <a:pt x="247856" y="11690"/>
                  </a:lnTo>
                  <a:lnTo>
                    <a:pt x="264379" y="12469"/>
                  </a:lnTo>
                  <a:lnTo>
                    <a:pt x="280903" y="13249"/>
                  </a:lnTo>
                  <a:lnTo>
                    <a:pt x="297427" y="14028"/>
                  </a:lnTo>
                  <a:lnTo>
                    <a:pt x="313951" y="14807"/>
                  </a:lnTo>
                  <a:lnTo>
                    <a:pt x="330474" y="15587"/>
                  </a:lnTo>
                  <a:lnTo>
                    <a:pt x="346998" y="16366"/>
                  </a:lnTo>
                  <a:lnTo>
                    <a:pt x="363522" y="17145"/>
                  </a:lnTo>
                  <a:lnTo>
                    <a:pt x="380046" y="17924"/>
                  </a:lnTo>
                  <a:lnTo>
                    <a:pt x="396569" y="18704"/>
                  </a:lnTo>
                  <a:lnTo>
                    <a:pt x="413093" y="19483"/>
                  </a:lnTo>
                  <a:lnTo>
                    <a:pt x="429617" y="20262"/>
                  </a:lnTo>
                  <a:lnTo>
                    <a:pt x="446141" y="21042"/>
                  </a:lnTo>
                  <a:lnTo>
                    <a:pt x="462664" y="21821"/>
                  </a:lnTo>
                  <a:lnTo>
                    <a:pt x="479188" y="22600"/>
                  </a:lnTo>
                  <a:lnTo>
                    <a:pt x="495712" y="23379"/>
                  </a:lnTo>
                  <a:lnTo>
                    <a:pt x="512236" y="24159"/>
                  </a:lnTo>
                  <a:lnTo>
                    <a:pt x="528759" y="24938"/>
                  </a:lnTo>
                  <a:lnTo>
                    <a:pt x="545283" y="25717"/>
                  </a:lnTo>
                  <a:lnTo>
                    <a:pt x="561807" y="26496"/>
                  </a:lnTo>
                  <a:lnTo>
                    <a:pt x="578330" y="27276"/>
                  </a:lnTo>
                  <a:lnTo>
                    <a:pt x="594854" y="28055"/>
                  </a:lnTo>
                  <a:lnTo>
                    <a:pt x="611378" y="28834"/>
                  </a:lnTo>
                  <a:lnTo>
                    <a:pt x="627902" y="29613"/>
                  </a:lnTo>
                  <a:lnTo>
                    <a:pt x="644425" y="30392"/>
                  </a:lnTo>
                  <a:lnTo>
                    <a:pt x="660949" y="31172"/>
                  </a:lnTo>
                  <a:lnTo>
                    <a:pt x="677473" y="31951"/>
                  </a:lnTo>
                  <a:lnTo>
                    <a:pt x="693997" y="32730"/>
                  </a:lnTo>
                  <a:lnTo>
                    <a:pt x="710520" y="33509"/>
                  </a:lnTo>
                  <a:lnTo>
                    <a:pt x="727044" y="34288"/>
                  </a:lnTo>
                  <a:lnTo>
                    <a:pt x="743568" y="35067"/>
                  </a:lnTo>
                  <a:lnTo>
                    <a:pt x="760092" y="35846"/>
                  </a:lnTo>
                  <a:lnTo>
                    <a:pt x="776615" y="36625"/>
                  </a:lnTo>
                  <a:lnTo>
                    <a:pt x="793139" y="37404"/>
                  </a:lnTo>
                  <a:lnTo>
                    <a:pt x="809663" y="38184"/>
                  </a:lnTo>
                  <a:lnTo>
                    <a:pt x="826187" y="38963"/>
                  </a:lnTo>
                  <a:lnTo>
                    <a:pt x="842710" y="39742"/>
                  </a:lnTo>
                  <a:lnTo>
                    <a:pt x="859234" y="40521"/>
                  </a:lnTo>
                  <a:lnTo>
                    <a:pt x="875758" y="41300"/>
                  </a:lnTo>
                  <a:lnTo>
                    <a:pt x="892282" y="42079"/>
                  </a:lnTo>
                  <a:lnTo>
                    <a:pt x="908805" y="42858"/>
                  </a:lnTo>
                  <a:lnTo>
                    <a:pt x="925329" y="43637"/>
                  </a:lnTo>
                  <a:lnTo>
                    <a:pt x="941853" y="44416"/>
                  </a:lnTo>
                  <a:lnTo>
                    <a:pt x="958377" y="45194"/>
                  </a:lnTo>
                  <a:lnTo>
                    <a:pt x="974900" y="45973"/>
                  </a:lnTo>
                  <a:lnTo>
                    <a:pt x="991424" y="46752"/>
                  </a:lnTo>
                  <a:lnTo>
                    <a:pt x="1007948" y="47531"/>
                  </a:lnTo>
                  <a:lnTo>
                    <a:pt x="1024472" y="48310"/>
                  </a:lnTo>
                  <a:lnTo>
                    <a:pt x="1040995" y="49089"/>
                  </a:lnTo>
                  <a:lnTo>
                    <a:pt x="1057519" y="49867"/>
                  </a:lnTo>
                  <a:lnTo>
                    <a:pt x="1074043" y="50646"/>
                  </a:lnTo>
                  <a:lnTo>
                    <a:pt x="1090567" y="51425"/>
                  </a:lnTo>
                  <a:lnTo>
                    <a:pt x="1107090" y="52204"/>
                  </a:lnTo>
                  <a:lnTo>
                    <a:pt x="1123614" y="52982"/>
                  </a:lnTo>
                  <a:lnTo>
                    <a:pt x="1140138" y="53761"/>
                  </a:lnTo>
                  <a:lnTo>
                    <a:pt x="1156661" y="54539"/>
                  </a:lnTo>
                  <a:lnTo>
                    <a:pt x="1173185" y="55318"/>
                  </a:lnTo>
                  <a:lnTo>
                    <a:pt x="1189709" y="56096"/>
                  </a:lnTo>
                  <a:lnTo>
                    <a:pt x="1206233" y="56875"/>
                  </a:lnTo>
                  <a:lnTo>
                    <a:pt x="1222756" y="57653"/>
                  </a:lnTo>
                  <a:lnTo>
                    <a:pt x="1239280" y="58432"/>
                  </a:lnTo>
                  <a:lnTo>
                    <a:pt x="1255804" y="59210"/>
                  </a:lnTo>
                  <a:lnTo>
                    <a:pt x="1272328" y="59988"/>
                  </a:lnTo>
                  <a:lnTo>
                    <a:pt x="1288851" y="60766"/>
                  </a:lnTo>
                  <a:lnTo>
                    <a:pt x="1305375" y="61544"/>
                  </a:lnTo>
                  <a:lnTo>
                    <a:pt x="1321899" y="62322"/>
                  </a:lnTo>
                  <a:lnTo>
                    <a:pt x="1338423" y="63100"/>
                  </a:lnTo>
                  <a:lnTo>
                    <a:pt x="1354946" y="63878"/>
                  </a:lnTo>
                  <a:lnTo>
                    <a:pt x="1371470" y="64656"/>
                  </a:lnTo>
                  <a:lnTo>
                    <a:pt x="1387994" y="65434"/>
                  </a:lnTo>
                  <a:lnTo>
                    <a:pt x="1404518" y="66211"/>
                  </a:lnTo>
                  <a:lnTo>
                    <a:pt x="1421041" y="66989"/>
                  </a:lnTo>
                  <a:lnTo>
                    <a:pt x="1437565" y="67766"/>
                  </a:lnTo>
                  <a:lnTo>
                    <a:pt x="1454089" y="68543"/>
                  </a:lnTo>
                  <a:lnTo>
                    <a:pt x="1470613" y="69320"/>
                  </a:lnTo>
                  <a:lnTo>
                    <a:pt x="1487136" y="70097"/>
                  </a:lnTo>
                  <a:lnTo>
                    <a:pt x="1503660" y="70874"/>
                  </a:lnTo>
                  <a:lnTo>
                    <a:pt x="1520184" y="71651"/>
                  </a:lnTo>
                  <a:lnTo>
                    <a:pt x="1536708" y="72427"/>
                  </a:lnTo>
                  <a:lnTo>
                    <a:pt x="1553231" y="73203"/>
                  </a:lnTo>
                  <a:lnTo>
                    <a:pt x="1569755" y="73979"/>
                  </a:lnTo>
                  <a:lnTo>
                    <a:pt x="1586279" y="74754"/>
                  </a:lnTo>
                  <a:lnTo>
                    <a:pt x="1602803" y="75530"/>
                  </a:lnTo>
                  <a:lnTo>
                    <a:pt x="1619326" y="76304"/>
                  </a:lnTo>
                  <a:lnTo>
                    <a:pt x="1635850" y="77079"/>
                  </a:lnTo>
                  <a:lnTo>
                    <a:pt x="1652374" y="77853"/>
                  </a:lnTo>
                  <a:lnTo>
                    <a:pt x="1668898" y="78626"/>
                  </a:lnTo>
                  <a:lnTo>
                    <a:pt x="1685421" y="79399"/>
                  </a:lnTo>
                  <a:lnTo>
                    <a:pt x="1701945" y="80171"/>
                  </a:lnTo>
                  <a:lnTo>
                    <a:pt x="1718469" y="80942"/>
                  </a:lnTo>
                  <a:lnTo>
                    <a:pt x="1734992" y="81713"/>
                  </a:lnTo>
                  <a:lnTo>
                    <a:pt x="1751516" y="82482"/>
                  </a:lnTo>
                  <a:lnTo>
                    <a:pt x="1768040" y="83250"/>
                  </a:lnTo>
                  <a:lnTo>
                    <a:pt x="1784564" y="84017"/>
                  </a:lnTo>
                  <a:lnTo>
                    <a:pt x="1801087" y="84781"/>
                  </a:lnTo>
                  <a:lnTo>
                    <a:pt x="1817611" y="85544"/>
                  </a:lnTo>
                  <a:lnTo>
                    <a:pt x="1834135" y="86303"/>
                  </a:lnTo>
                  <a:lnTo>
                    <a:pt x="1850659" y="87060"/>
                  </a:lnTo>
                  <a:lnTo>
                    <a:pt x="1867182" y="87813"/>
                  </a:lnTo>
                  <a:lnTo>
                    <a:pt x="1883706" y="88561"/>
                  </a:lnTo>
                  <a:lnTo>
                    <a:pt x="1900230" y="89303"/>
                  </a:lnTo>
                  <a:lnTo>
                    <a:pt x="1916754" y="90038"/>
                  </a:lnTo>
                  <a:lnTo>
                    <a:pt x="1933277" y="90765"/>
                  </a:lnTo>
                  <a:lnTo>
                    <a:pt x="1949801" y="91482"/>
                  </a:lnTo>
                  <a:lnTo>
                    <a:pt x="1966325" y="92189"/>
                  </a:lnTo>
                  <a:lnTo>
                    <a:pt x="1982849" y="92884"/>
                  </a:lnTo>
                  <a:lnTo>
                    <a:pt x="1999372" y="93567"/>
                  </a:lnTo>
                  <a:lnTo>
                    <a:pt x="2015896" y="94239"/>
                  </a:lnTo>
                  <a:lnTo>
                    <a:pt x="2032420" y="94900"/>
                  </a:lnTo>
                  <a:lnTo>
                    <a:pt x="2048944" y="95551"/>
                  </a:lnTo>
                  <a:lnTo>
                    <a:pt x="2065467" y="96194"/>
                  </a:lnTo>
                  <a:lnTo>
                    <a:pt x="2081991" y="96831"/>
                  </a:lnTo>
                  <a:lnTo>
                    <a:pt x="2098515" y="97462"/>
                  </a:lnTo>
                  <a:lnTo>
                    <a:pt x="2115039" y="98088"/>
                  </a:lnTo>
                  <a:lnTo>
                    <a:pt x="2131562" y="98710"/>
                  </a:lnTo>
                  <a:lnTo>
                    <a:pt x="2148086" y="99329"/>
                  </a:lnTo>
                  <a:lnTo>
                    <a:pt x="2164610" y="99946"/>
                  </a:lnTo>
                  <a:lnTo>
                    <a:pt x="2181134" y="100560"/>
                  </a:lnTo>
                  <a:lnTo>
                    <a:pt x="2197657" y="101173"/>
                  </a:lnTo>
                  <a:lnTo>
                    <a:pt x="2214181" y="101784"/>
                  </a:lnTo>
                  <a:lnTo>
                    <a:pt x="2230705" y="102394"/>
                  </a:lnTo>
                  <a:lnTo>
                    <a:pt x="2247229" y="103002"/>
                  </a:lnTo>
                  <a:lnTo>
                    <a:pt x="2263752" y="103610"/>
                  </a:lnTo>
                  <a:lnTo>
                    <a:pt x="2280276" y="104217"/>
                  </a:lnTo>
                  <a:lnTo>
                    <a:pt x="2296800" y="104823"/>
                  </a:lnTo>
                  <a:lnTo>
                    <a:pt x="2313323" y="105429"/>
                  </a:lnTo>
                  <a:lnTo>
                    <a:pt x="2329847" y="106034"/>
                  </a:lnTo>
                  <a:lnTo>
                    <a:pt x="2346371" y="106639"/>
                  </a:lnTo>
                  <a:lnTo>
                    <a:pt x="2362895" y="107243"/>
                  </a:lnTo>
                  <a:lnTo>
                    <a:pt x="2379418" y="107847"/>
                  </a:lnTo>
                  <a:lnTo>
                    <a:pt x="2395942" y="108450"/>
                  </a:lnTo>
                  <a:lnTo>
                    <a:pt x="2412466" y="109054"/>
                  </a:lnTo>
                  <a:lnTo>
                    <a:pt x="2428990" y="109657"/>
                  </a:lnTo>
                  <a:lnTo>
                    <a:pt x="2445513" y="110259"/>
                  </a:lnTo>
                  <a:lnTo>
                    <a:pt x="2462037" y="110862"/>
                  </a:lnTo>
                  <a:lnTo>
                    <a:pt x="2478561" y="111464"/>
                  </a:lnTo>
                  <a:lnTo>
                    <a:pt x="2495085" y="112067"/>
                  </a:lnTo>
                  <a:lnTo>
                    <a:pt x="2511608" y="112669"/>
                  </a:lnTo>
                  <a:lnTo>
                    <a:pt x="2528132" y="113271"/>
                  </a:lnTo>
                  <a:lnTo>
                    <a:pt x="2544656" y="113872"/>
                  </a:lnTo>
                  <a:lnTo>
                    <a:pt x="2561180" y="114474"/>
                  </a:lnTo>
                  <a:lnTo>
                    <a:pt x="2577703" y="115076"/>
                  </a:lnTo>
                  <a:lnTo>
                    <a:pt x="2594227" y="115677"/>
                  </a:lnTo>
                  <a:lnTo>
                    <a:pt x="2610751" y="116278"/>
                  </a:lnTo>
                  <a:lnTo>
                    <a:pt x="2627275" y="116880"/>
                  </a:lnTo>
                  <a:lnTo>
                    <a:pt x="2643798" y="117481"/>
                  </a:lnTo>
                  <a:lnTo>
                    <a:pt x="2660322" y="118082"/>
                  </a:lnTo>
                  <a:lnTo>
                    <a:pt x="2676846" y="118683"/>
                  </a:lnTo>
                  <a:lnTo>
                    <a:pt x="2693370" y="119284"/>
                  </a:lnTo>
                  <a:lnTo>
                    <a:pt x="2709893" y="119885"/>
                  </a:lnTo>
                  <a:lnTo>
                    <a:pt x="2726417" y="120486"/>
                  </a:lnTo>
                  <a:lnTo>
                    <a:pt x="2742941" y="121087"/>
                  </a:lnTo>
                  <a:lnTo>
                    <a:pt x="2759465" y="121687"/>
                  </a:lnTo>
                  <a:lnTo>
                    <a:pt x="2775988" y="122288"/>
                  </a:lnTo>
                  <a:lnTo>
                    <a:pt x="2792512" y="122889"/>
                  </a:lnTo>
                  <a:lnTo>
                    <a:pt x="2809036" y="123489"/>
                  </a:lnTo>
                  <a:lnTo>
                    <a:pt x="2825559" y="124090"/>
                  </a:lnTo>
                  <a:lnTo>
                    <a:pt x="2842083" y="124690"/>
                  </a:lnTo>
                  <a:lnTo>
                    <a:pt x="2858607" y="125291"/>
                  </a:lnTo>
                  <a:lnTo>
                    <a:pt x="2875131" y="125891"/>
                  </a:lnTo>
                  <a:lnTo>
                    <a:pt x="2891654" y="126492"/>
                  </a:lnTo>
                  <a:lnTo>
                    <a:pt x="2908178" y="127092"/>
                  </a:lnTo>
                  <a:lnTo>
                    <a:pt x="2924702" y="127692"/>
                  </a:lnTo>
                  <a:lnTo>
                    <a:pt x="2941226" y="128293"/>
                  </a:lnTo>
                  <a:lnTo>
                    <a:pt x="2957749" y="128893"/>
                  </a:lnTo>
                  <a:lnTo>
                    <a:pt x="2974273" y="129493"/>
                  </a:lnTo>
                  <a:lnTo>
                    <a:pt x="2990797" y="130094"/>
                  </a:lnTo>
                  <a:lnTo>
                    <a:pt x="3007321" y="130694"/>
                  </a:lnTo>
                  <a:lnTo>
                    <a:pt x="3023844" y="131294"/>
                  </a:lnTo>
                  <a:lnTo>
                    <a:pt x="3040368" y="131894"/>
                  </a:lnTo>
                  <a:lnTo>
                    <a:pt x="3056892" y="132494"/>
                  </a:lnTo>
                  <a:lnTo>
                    <a:pt x="3073416" y="133095"/>
                  </a:lnTo>
                  <a:lnTo>
                    <a:pt x="3089939" y="133695"/>
                  </a:lnTo>
                  <a:lnTo>
                    <a:pt x="3106463" y="134295"/>
                  </a:lnTo>
                  <a:lnTo>
                    <a:pt x="3122987" y="134895"/>
                  </a:lnTo>
                  <a:lnTo>
                    <a:pt x="3139511" y="135495"/>
                  </a:lnTo>
                  <a:lnTo>
                    <a:pt x="3156034" y="136095"/>
                  </a:lnTo>
                  <a:lnTo>
                    <a:pt x="3172558" y="136695"/>
                  </a:lnTo>
                  <a:lnTo>
                    <a:pt x="3189082" y="137295"/>
                  </a:lnTo>
                  <a:lnTo>
                    <a:pt x="3205606" y="137895"/>
                  </a:lnTo>
                  <a:lnTo>
                    <a:pt x="3222129" y="138495"/>
                  </a:lnTo>
                  <a:lnTo>
                    <a:pt x="3238653" y="139095"/>
                  </a:lnTo>
                  <a:lnTo>
                    <a:pt x="3255177" y="139695"/>
                  </a:lnTo>
                  <a:lnTo>
                    <a:pt x="3271701" y="140295"/>
                  </a:lnTo>
                  <a:lnTo>
                    <a:pt x="3288224" y="140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480927" y="3223250"/>
              <a:ext cx="3288224" cy="133552"/>
            </a:xfrm>
            <a:custGeom>
              <a:avLst/>
              <a:pathLst>
                <a:path w="3288224" h="133552">
                  <a:moveTo>
                    <a:pt x="3288224" y="133552"/>
                  </a:moveTo>
                  <a:lnTo>
                    <a:pt x="3271701" y="132773"/>
                  </a:lnTo>
                  <a:lnTo>
                    <a:pt x="3255177" y="131994"/>
                  </a:lnTo>
                  <a:lnTo>
                    <a:pt x="3238653" y="131214"/>
                  </a:lnTo>
                  <a:lnTo>
                    <a:pt x="3222129" y="130435"/>
                  </a:lnTo>
                  <a:lnTo>
                    <a:pt x="3205606" y="129656"/>
                  </a:lnTo>
                  <a:lnTo>
                    <a:pt x="3189082" y="128877"/>
                  </a:lnTo>
                  <a:lnTo>
                    <a:pt x="3172558" y="128098"/>
                  </a:lnTo>
                  <a:lnTo>
                    <a:pt x="3156034" y="127319"/>
                  </a:lnTo>
                  <a:lnTo>
                    <a:pt x="3139511" y="126540"/>
                  </a:lnTo>
                  <a:lnTo>
                    <a:pt x="3122987" y="125761"/>
                  </a:lnTo>
                  <a:lnTo>
                    <a:pt x="3106463" y="124982"/>
                  </a:lnTo>
                  <a:lnTo>
                    <a:pt x="3089939" y="124203"/>
                  </a:lnTo>
                  <a:lnTo>
                    <a:pt x="3073416" y="123424"/>
                  </a:lnTo>
                  <a:lnTo>
                    <a:pt x="3056892" y="122645"/>
                  </a:lnTo>
                  <a:lnTo>
                    <a:pt x="3040368" y="121866"/>
                  </a:lnTo>
                  <a:lnTo>
                    <a:pt x="3023844" y="121087"/>
                  </a:lnTo>
                  <a:lnTo>
                    <a:pt x="3007321" y="120308"/>
                  </a:lnTo>
                  <a:lnTo>
                    <a:pt x="2990797" y="119529"/>
                  </a:lnTo>
                  <a:lnTo>
                    <a:pt x="2974273" y="118750"/>
                  </a:lnTo>
                  <a:lnTo>
                    <a:pt x="2957749" y="117971"/>
                  </a:lnTo>
                  <a:lnTo>
                    <a:pt x="2941226" y="117193"/>
                  </a:lnTo>
                  <a:lnTo>
                    <a:pt x="2924702" y="116414"/>
                  </a:lnTo>
                  <a:lnTo>
                    <a:pt x="2908178" y="115635"/>
                  </a:lnTo>
                  <a:lnTo>
                    <a:pt x="2891654" y="114856"/>
                  </a:lnTo>
                  <a:lnTo>
                    <a:pt x="2875131" y="114078"/>
                  </a:lnTo>
                  <a:lnTo>
                    <a:pt x="2858607" y="113299"/>
                  </a:lnTo>
                  <a:lnTo>
                    <a:pt x="2842083" y="112520"/>
                  </a:lnTo>
                  <a:lnTo>
                    <a:pt x="2825559" y="111742"/>
                  </a:lnTo>
                  <a:lnTo>
                    <a:pt x="2809036" y="110963"/>
                  </a:lnTo>
                  <a:lnTo>
                    <a:pt x="2792512" y="110185"/>
                  </a:lnTo>
                  <a:lnTo>
                    <a:pt x="2775988" y="109406"/>
                  </a:lnTo>
                  <a:lnTo>
                    <a:pt x="2759465" y="108628"/>
                  </a:lnTo>
                  <a:lnTo>
                    <a:pt x="2742941" y="107849"/>
                  </a:lnTo>
                  <a:lnTo>
                    <a:pt x="2726417" y="107071"/>
                  </a:lnTo>
                  <a:lnTo>
                    <a:pt x="2709893" y="106293"/>
                  </a:lnTo>
                  <a:lnTo>
                    <a:pt x="2693370" y="105514"/>
                  </a:lnTo>
                  <a:lnTo>
                    <a:pt x="2676846" y="104736"/>
                  </a:lnTo>
                  <a:lnTo>
                    <a:pt x="2660322" y="103958"/>
                  </a:lnTo>
                  <a:lnTo>
                    <a:pt x="2643798" y="103180"/>
                  </a:lnTo>
                  <a:lnTo>
                    <a:pt x="2627275" y="102402"/>
                  </a:lnTo>
                  <a:lnTo>
                    <a:pt x="2610751" y="101624"/>
                  </a:lnTo>
                  <a:lnTo>
                    <a:pt x="2594227" y="100846"/>
                  </a:lnTo>
                  <a:lnTo>
                    <a:pt x="2577703" y="100069"/>
                  </a:lnTo>
                  <a:lnTo>
                    <a:pt x="2561180" y="99291"/>
                  </a:lnTo>
                  <a:lnTo>
                    <a:pt x="2544656" y="98514"/>
                  </a:lnTo>
                  <a:lnTo>
                    <a:pt x="2528132" y="97736"/>
                  </a:lnTo>
                  <a:lnTo>
                    <a:pt x="2511608" y="96959"/>
                  </a:lnTo>
                  <a:lnTo>
                    <a:pt x="2495085" y="96182"/>
                  </a:lnTo>
                  <a:lnTo>
                    <a:pt x="2478561" y="95405"/>
                  </a:lnTo>
                  <a:lnTo>
                    <a:pt x="2462037" y="94628"/>
                  </a:lnTo>
                  <a:lnTo>
                    <a:pt x="2445513" y="93852"/>
                  </a:lnTo>
                  <a:lnTo>
                    <a:pt x="2428990" y="93075"/>
                  </a:lnTo>
                  <a:lnTo>
                    <a:pt x="2412466" y="92299"/>
                  </a:lnTo>
                  <a:lnTo>
                    <a:pt x="2395942" y="91523"/>
                  </a:lnTo>
                  <a:lnTo>
                    <a:pt x="2379418" y="90748"/>
                  </a:lnTo>
                  <a:lnTo>
                    <a:pt x="2362895" y="89973"/>
                  </a:lnTo>
                  <a:lnTo>
                    <a:pt x="2346371" y="89198"/>
                  </a:lnTo>
                  <a:lnTo>
                    <a:pt x="2329847" y="88423"/>
                  </a:lnTo>
                  <a:lnTo>
                    <a:pt x="2313323" y="87649"/>
                  </a:lnTo>
                  <a:lnTo>
                    <a:pt x="2296800" y="86876"/>
                  </a:lnTo>
                  <a:lnTo>
                    <a:pt x="2280276" y="86103"/>
                  </a:lnTo>
                  <a:lnTo>
                    <a:pt x="2263752" y="85331"/>
                  </a:lnTo>
                  <a:lnTo>
                    <a:pt x="2247229" y="84559"/>
                  </a:lnTo>
                  <a:lnTo>
                    <a:pt x="2230705" y="83789"/>
                  </a:lnTo>
                  <a:lnTo>
                    <a:pt x="2214181" y="83020"/>
                  </a:lnTo>
                  <a:lnTo>
                    <a:pt x="2197657" y="82251"/>
                  </a:lnTo>
                  <a:lnTo>
                    <a:pt x="2181134" y="81485"/>
                  </a:lnTo>
                  <a:lnTo>
                    <a:pt x="2164610" y="80720"/>
                  </a:lnTo>
                  <a:lnTo>
                    <a:pt x="2148086" y="79957"/>
                  </a:lnTo>
                  <a:lnTo>
                    <a:pt x="2131562" y="79197"/>
                  </a:lnTo>
                  <a:lnTo>
                    <a:pt x="2115039" y="78441"/>
                  </a:lnTo>
                  <a:lnTo>
                    <a:pt x="2098515" y="77688"/>
                  </a:lnTo>
                  <a:lnTo>
                    <a:pt x="2081991" y="76939"/>
                  </a:lnTo>
                  <a:lnTo>
                    <a:pt x="2065467" y="76197"/>
                  </a:lnTo>
                  <a:lnTo>
                    <a:pt x="2048944" y="75461"/>
                  </a:lnTo>
                  <a:lnTo>
                    <a:pt x="2032420" y="74733"/>
                  </a:lnTo>
                  <a:lnTo>
                    <a:pt x="2015896" y="74015"/>
                  </a:lnTo>
                  <a:lnTo>
                    <a:pt x="1999372" y="73308"/>
                  </a:lnTo>
                  <a:lnTo>
                    <a:pt x="1982849" y="72612"/>
                  </a:lnTo>
                  <a:lnTo>
                    <a:pt x="1966325" y="71928"/>
                  </a:lnTo>
                  <a:lnTo>
                    <a:pt x="1949801" y="71255"/>
                  </a:lnTo>
                  <a:lnTo>
                    <a:pt x="1933277" y="70593"/>
                  </a:lnTo>
                  <a:lnTo>
                    <a:pt x="1916754" y="69941"/>
                  </a:lnTo>
                  <a:lnTo>
                    <a:pt x="1900230" y="69297"/>
                  </a:lnTo>
                  <a:lnTo>
                    <a:pt x="1883706" y="68660"/>
                  </a:lnTo>
                  <a:lnTo>
                    <a:pt x="1867182" y="68029"/>
                  </a:lnTo>
                  <a:lnTo>
                    <a:pt x="1850659" y="67402"/>
                  </a:lnTo>
                  <a:lnTo>
                    <a:pt x="1834135" y="66780"/>
                  </a:lnTo>
                  <a:lnTo>
                    <a:pt x="1817611" y="66160"/>
                  </a:lnTo>
                  <a:lnTo>
                    <a:pt x="1801087" y="65544"/>
                  </a:lnTo>
                  <a:lnTo>
                    <a:pt x="1784564" y="64929"/>
                  </a:lnTo>
                  <a:lnTo>
                    <a:pt x="1768040" y="64317"/>
                  </a:lnTo>
                  <a:lnTo>
                    <a:pt x="1751516" y="63705"/>
                  </a:lnTo>
                  <a:lnTo>
                    <a:pt x="1734992" y="63096"/>
                  </a:lnTo>
                  <a:lnTo>
                    <a:pt x="1718469" y="62487"/>
                  </a:lnTo>
                  <a:lnTo>
                    <a:pt x="1701945" y="61879"/>
                  </a:lnTo>
                  <a:lnTo>
                    <a:pt x="1685421" y="61272"/>
                  </a:lnTo>
                  <a:lnTo>
                    <a:pt x="1668898" y="60666"/>
                  </a:lnTo>
                  <a:lnTo>
                    <a:pt x="1652374" y="60060"/>
                  </a:lnTo>
                  <a:lnTo>
                    <a:pt x="1635850" y="59455"/>
                  </a:lnTo>
                  <a:lnTo>
                    <a:pt x="1619326" y="58850"/>
                  </a:lnTo>
                  <a:lnTo>
                    <a:pt x="1602803" y="58246"/>
                  </a:lnTo>
                  <a:lnTo>
                    <a:pt x="1586279" y="57642"/>
                  </a:lnTo>
                  <a:lnTo>
                    <a:pt x="1569755" y="57038"/>
                  </a:lnTo>
                  <a:lnTo>
                    <a:pt x="1553231" y="56435"/>
                  </a:lnTo>
                  <a:lnTo>
                    <a:pt x="1536708" y="55832"/>
                  </a:lnTo>
                  <a:lnTo>
                    <a:pt x="1520184" y="55229"/>
                  </a:lnTo>
                  <a:lnTo>
                    <a:pt x="1503660" y="54626"/>
                  </a:lnTo>
                  <a:lnTo>
                    <a:pt x="1487136" y="54024"/>
                  </a:lnTo>
                  <a:lnTo>
                    <a:pt x="1470613" y="53422"/>
                  </a:lnTo>
                  <a:lnTo>
                    <a:pt x="1454089" y="52820"/>
                  </a:lnTo>
                  <a:lnTo>
                    <a:pt x="1437565" y="52218"/>
                  </a:lnTo>
                  <a:lnTo>
                    <a:pt x="1421041" y="51616"/>
                  </a:lnTo>
                  <a:lnTo>
                    <a:pt x="1404518" y="51014"/>
                  </a:lnTo>
                  <a:lnTo>
                    <a:pt x="1387994" y="50413"/>
                  </a:lnTo>
                  <a:lnTo>
                    <a:pt x="1371470" y="49811"/>
                  </a:lnTo>
                  <a:lnTo>
                    <a:pt x="1354946" y="49210"/>
                  </a:lnTo>
                  <a:lnTo>
                    <a:pt x="1338423" y="48609"/>
                  </a:lnTo>
                  <a:lnTo>
                    <a:pt x="1321899" y="48008"/>
                  </a:lnTo>
                  <a:lnTo>
                    <a:pt x="1305375" y="47406"/>
                  </a:lnTo>
                  <a:lnTo>
                    <a:pt x="1288851" y="46805"/>
                  </a:lnTo>
                  <a:lnTo>
                    <a:pt x="1272328" y="46204"/>
                  </a:lnTo>
                  <a:lnTo>
                    <a:pt x="1255804" y="45604"/>
                  </a:lnTo>
                  <a:lnTo>
                    <a:pt x="1239280" y="45003"/>
                  </a:lnTo>
                  <a:lnTo>
                    <a:pt x="1222756" y="44402"/>
                  </a:lnTo>
                  <a:lnTo>
                    <a:pt x="1206233" y="43801"/>
                  </a:lnTo>
                  <a:lnTo>
                    <a:pt x="1189709" y="43200"/>
                  </a:lnTo>
                  <a:lnTo>
                    <a:pt x="1173185" y="42600"/>
                  </a:lnTo>
                  <a:lnTo>
                    <a:pt x="1156661" y="41999"/>
                  </a:lnTo>
                  <a:lnTo>
                    <a:pt x="1140138" y="41399"/>
                  </a:lnTo>
                  <a:lnTo>
                    <a:pt x="1123614" y="40798"/>
                  </a:lnTo>
                  <a:lnTo>
                    <a:pt x="1107090" y="40198"/>
                  </a:lnTo>
                  <a:lnTo>
                    <a:pt x="1090567" y="39597"/>
                  </a:lnTo>
                  <a:lnTo>
                    <a:pt x="1074043" y="38997"/>
                  </a:lnTo>
                  <a:lnTo>
                    <a:pt x="1057519" y="38396"/>
                  </a:lnTo>
                  <a:lnTo>
                    <a:pt x="1040995" y="37796"/>
                  </a:lnTo>
                  <a:lnTo>
                    <a:pt x="1024472" y="37196"/>
                  </a:lnTo>
                  <a:lnTo>
                    <a:pt x="1007948" y="36595"/>
                  </a:lnTo>
                  <a:lnTo>
                    <a:pt x="991424" y="35995"/>
                  </a:lnTo>
                  <a:lnTo>
                    <a:pt x="974900" y="35395"/>
                  </a:lnTo>
                  <a:lnTo>
                    <a:pt x="958377" y="34795"/>
                  </a:lnTo>
                  <a:lnTo>
                    <a:pt x="941853" y="34194"/>
                  </a:lnTo>
                  <a:lnTo>
                    <a:pt x="925329" y="33594"/>
                  </a:lnTo>
                  <a:lnTo>
                    <a:pt x="908805" y="32994"/>
                  </a:lnTo>
                  <a:lnTo>
                    <a:pt x="892282" y="32394"/>
                  </a:lnTo>
                  <a:lnTo>
                    <a:pt x="875758" y="31794"/>
                  </a:lnTo>
                  <a:lnTo>
                    <a:pt x="859234" y="31193"/>
                  </a:lnTo>
                  <a:lnTo>
                    <a:pt x="842710" y="30593"/>
                  </a:lnTo>
                  <a:lnTo>
                    <a:pt x="826187" y="29993"/>
                  </a:lnTo>
                  <a:lnTo>
                    <a:pt x="809663" y="29393"/>
                  </a:lnTo>
                  <a:lnTo>
                    <a:pt x="793139" y="28793"/>
                  </a:lnTo>
                  <a:lnTo>
                    <a:pt x="776615" y="28193"/>
                  </a:lnTo>
                  <a:lnTo>
                    <a:pt x="760092" y="27593"/>
                  </a:lnTo>
                  <a:lnTo>
                    <a:pt x="743568" y="26993"/>
                  </a:lnTo>
                  <a:lnTo>
                    <a:pt x="727044" y="26393"/>
                  </a:lnTo>
                  <a:lnTo>
                    <a:pt x="710520" y="25793"/>
                  </a:lnTo>
                  <a:lnTo>
                    <a:pt x="693997" y="25193"/>
                  </a:lnTo>
                  <a:lnTo>
                    <a:pt x="677473" y="24593"/>
                  </a:lnTo>
                  <a:lnTo>
                    <a:pt x="660949" y="23993"/>
                  </a:lnTo>
                  <a:lnTo>
                    <a:pt x="644425" y="23393"/>
                  </a:lnTo>
                  <a:lnTo>
                    <a:pt x="627902" y="22793"/>
                  </a:lnTo>
                  <a:lnTo>
                    <a:pt x="611378" y="22193"/>
                  </a:lnTo>
                  <a:lnTo>
                    <a:pt x="594854" y="21593"/>
                  </a:lnTo>
                  <a:lnTo>
                    <a:pt x="578330" y="20993"/>
                  </a:lnTo>
                  <a:lnTo>
                    <a:pt x="561807" y="20393"/>
                  </a:lnTo>
                  <a:lnTo>
                    <a:pt x="545283" y="19793"/>
                  </a:lnTo>
                  <a:lnTo>
                    <a:pt x="528759" y="19193"/>
                  </a:lnTo>
                  <a:lnTo>
                    <a:pt x="512236" y="18594"/>
                  </a:lnTo>
                  <a:lnTo>
                    <a:pt x="495712" y="17994"/>
                  </a:lnTo>
                  <a:lnTo>
                    <a:pt x="479188" y="17394"/>
                  </a:lnTo>
                  <a:lnTo>
                    <a:pt x="462664" y="16794"/>
                  </a:lnTo>
                  <a:lnTo>
                    <a:pt x="446141" y="16194"/>
                  </a:lnTo>
                  <a:lnTo>
                    <a:pt x="429617" y="15594"/>
                  </a:lnTo>
                  <a:lnTo>
                    <a:pt x="413093" y="14994"/>
                  </a:lnTo>
                  <a:lnTo>
                    <a:pt x="396569" y="14395"/>
                  </a:lnTo>
                  <a:lnTo>
                    <a:pt x="380046" y="13795"/>
                  </a:lnTo>
                  <a:lnTo>
                    <a:pt x="363522" y="13195"/>
                  </a:lnTo>
                  <a:lnTo>
                    <a:pt x="346998" y="12595"/>
                  </a:lnTo>
                  <a:lnTo>
                    <a:pt x="330474" y="11995"/>
                  </a:lnTo>
                  <a:lnTo>
                    <a:pt x="313951" y="11395"/>
                  </a:lnTo>
                  <a:lnTo>
                    <a:pt x="297427" y="10796"/>
                  </a:lnTo>
                  <a:lnTo>
                    <a:pt x="280903" y="10196"/>
                  </a:lnTo>
                  <a:lnTo>
                    <a:pt x="264379" y="9596"/>
                  </a:lnTo>
                  <a:lnTo>
                    <a:pt x="247856" y="8996"/>
                  </a:lnTo>
                  <a:lnTo>
                    <a:pt x="231332" y="8396"/>
                  </a:lnTo>
                  <a:lnTo>
                    <a:pt x="214808" y="7796"/>
                  </a:lnTo>
                  <a:lnTo>
                    <a:pt x="198284" y="7197"/>
                  </a:lnTo>
                  <a:lnTo>
                    <a:pt x="181761" y="6597"/>
                  </a:lnTo>
                  <a:lnTo>
                    <a:pt x="165237" y="5997"/>
                  </a:lnTo>
                  <a:lnTo>
                    <a:pt x="148713" y="5397"/>
                  </a:lnTo>
                  <a:lnTo>
                    <a:pt x="132189" y="4798"/>
                  </a:lnTo>
                  <a:lnTo>
                    <a:pt x="115666" y="4198"/>
                  </a:lnTo>
                  <a:lnTo>
                    <a:pt x="99142" y="3598"/>
                  </a:lnTo>
                  <a:lnTo>
                    <a:pt x="82618" y="2998"/>
                  </a:lnTo>
                  <a:lnTo>
                    <a:pt x="66094" y="2399"/>
                  </a:lnTo>
                  <a:lnTo>
                    <a:pt x="49571" y="1799"/>
                  </a:lnTo>
                  <a:lnTo>
                    <a:pt x="33047" y="1199"/>
                  </a:lnTo>
                  <a:lnTo>
                    <a:pt x="16523" y="5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278838" y="2550001"/>
              <a:ext cx="4472396" cy="1441075"/>
            </a:xfrm>
            <a:custGeom>
              <a:avLst/>
              <a:pathLst>
                <a:path w="4472396" h="1441075">
                  <a:moveTo>
                    <a:pt x="0" y="0"/>
                  </a:moveTo>
                  <a:lnTo>
                    <a:pt x="22474" y="7239"/>
                  </a:lnTo>
                  <a:lnTo>
                    <a:pt x="44948" y="14479"/>
                  </a:lnTo>
                  <a:lnTo>
                    <a:pt x="67423" y="21719"/>
                  </a:lnTo>
                  <a:lnTo>
                    <a:pt x="89897" y="28959"/>
                  </a:lnTo>
                  <a:lnTo>
                    <a:pt x="112371" y="36199"/>
                  </a:lnTo>
                  <a:lnTo>
                    <a:pt x="134846" y="43439"/>
                  </a:lnTo>
                  <a:lnTo>
                    <a:pt x="157320" y="50679"/>
                  </a:lnTo>
                  <a:lnTo>
                    <a:pt x="179794" y="57918"/>
                  </a:lnTo>
                  <a:lnTo>
                    <a:pt x="202269" y="65158"/>
                  </a:lnTo>
                  <a:lnTo>
                    <a:pt x="224743" y="72398"/>
                  </a:lnTo>
                  <a:lnTo>
                    <a:pt x="247217" y="79637"/>
                  </a:lnTo>
                  <a:lnTo>
                    <a:pt x="269692" y="86877"/>
                  </a:lnTo>
                  <a:lnTo>
                    <a:pt x="292166" y="94117"/>
                  </a:lnTo>
                  <a:lnTo>
                    <a:pt x="314640" y="101356"/>
                  </a:lnTo>
                  <a:lnTo>
                    <a:pt x="337115" y="108596"/>
                  </a:lnTo>
                  <a:lnTo>
                    <a:pt x="359589" y="115836"/>
                  </a:lnTo>
                  <a:lnTo>
                    <a:pt x="382063" y="123075"/>
                  </a:lnTo>
                  <a:lnTo>
                    <a:pt x="404538" y="130315"/>
                  </a:lnTo>
                  <a:lnTo>
                    <a:pt x="427012" y="137554"/>
                  </a:lnTo>
                  <a:lnTo>
                    <a:pt x="449487" y="144794"/>
                  </a:lnTo>
                  <a:lnTo>
                    <a:pt x="471961" y="152033"/>
                  </a:lnTo>
                  <a:lnTo>
                    <a:pt x="494435" y="159272"/>
                  </a:lnTo>
                  <a:lnTo>
                    <a:pt x="516910" y="166512"/>
                  </a:lnTo>
                  <a:lnTo>
                    <a:pt x="539384" y="173751"/>
                  </a:lnTo>
                  <a:lnTo>
                    <a:pt x="561858" y="180990"/>
                  </a:lnTo>
                  <a:lnTo>
                    <a:pt x="584333" y="188230"/>
                  </a:lnTo>
                  <a:lnTo>
                    <a:pt x="606807" y="195469"/>
                  </a:lnTo>
                  <a:lnTo>
                    <a:pt x="629281" y="202708"/>
                  </a:lnTo>
                  <a:lnTo>
                    <a:pt x="651756" y="209947"/>
                  </a:lnTo>
                  <a:lnTo>
                    <a:pt x="674230" y="217186"/>
                  </a:lnTo>
                  <a:lnTo>
                    <a:pt x="696704" y="224425"/>
                  </a:lnTo>
                  <a:lnTo>
                    <a:pt x="719179" y="231664"/>
                  </a:lnTo>
                  <a:lnTo>
                    <a:pt x="741653" y="238903"/>
                  </a:lnTo>
                  <a:lnTo>
                    <a:pt x="764127" y="246142"/>
                  </a:lnTo>
                  <a:lnTo>
                    <a:pt x="786602" y="253380"/>
                  </a:lnTo>
                  <a:lnTo>
                    <a:pt x="809076" y="260619"/>
                  </a:lnTo>
                  <a:lnTo>
                    <a:pt x="831551" y="267858"/>
                  </a:lnTo>
                  <a:lnTo>
                    <a:pt x="854025" y="275096"/>
                  </a:lnTo>
                  <a:lnTo>
                    <a:pt x="876499" y="282335"/>
                  </a:lnTo>
                  <a:lnTo>
                    <a:pt x="898974" y="289573"/>
                  </a:lnTo>
                  <a:lnTo>
                    <a:pt x="921448" y="296811"/>
                  </a:lnTo>
                  <a:lnTo>
                    <a:pt x="943922" y="304050"/>
                  </a:lnTo>
                  <a:lnTo>
                    <a:pt x="966397" y="311288"/>
                  </a:lnTo>
                  <a:lnTo>
                    <a:pt x="988871" y="318526"/>
                  </a:lnTo>
                  <a:lnTo>
                    <a:pt x="1011345" y="325764"/>
                  </a:lnTo>
                  <a:lnTo>
                    <a:pt x="1033820" y="333001"/>
                  </a:lnTo>
                  <a:lnTo>
                    <a:pt x="1056294" y="340239"/>
                  </a:lnTo>
                  <a:lnTo>
                    <a:pt x="1078768" y="347477"/>
                  </a:lnTo>
                  <a:lnTo>
                    <a:pt x="1101243" y="354714"/>
                  </a:lnTo>
                  <a:lnTo>
                    <a:pt x="1123717" y="361951"/>
                  </a:lnTo>
                  <a:lnTo>
                    <a:pt x="1146191" y="369189"/>
                  </a:lnTo>
                  <a:lnTo>
                    <a:pt x="1168666" y="376426"/>
                  </a:lnTo>
                  <a:lnTo>
                    <a:pt x="1191140" y="383662"/>
                  </a:lnTo>
                  <a:lnTo>
                    <a:pt x="1213615" y="390899"/>
                  </a:lnTo>
                  <a:lnTo>
                    <a:pt x="1236089" y="398136"/>
                  </a:lnTo>
                  <a:lnTo>
                    <a:pt x="1258563" y="405372"/>
                  </a:lnTo>
                  <a:lnTo>
                    <a:pt x="1281038" y="412608"/>
                  </a:lnTo>
                  <a:lnTo>
                    <a:pt x="1303512" y="419844"/>
                  </a:lnTo>
                  <a:lnTo>
                    <a:pt x="1325986" y="427079"/>
                  </a:lnTo>
                  <a:lnTo>
                    <a:pt x="1348461" y="434314"/>
                  </a:lnTo>
                  <a:lnTo>
                    <a:pt x="1370935" y="441549"/>
                  </a:lnTo>
                  <a:lnTo>
                    <a:pt x="1393409" y="448784"/>
                  </a:lnTo>
                  <a:lnTo>
                    <a:pt x="1415884" y="456018"/>
                  </a:lnTo>
                  <a:lnTo>
                    <a:pt x="1438358" y="463252"/>
                  </a:lnTo>
                  <a:lnTo>
                    <a:pt x="1460832" y="470486"/>
                  </a:lnTo>
                  <a:lnTo>
                    <a:pt x="1483307" y="477719"/>
                  </a:lnTo>
                  <a:lnTo>
                    <a:pt x="1505781" y="484951"/>
                  </a:lnTo>
                  <a:lnTo>
                    <a:pt x="1528255" y="492183"/>
                  </a:lnTo>
                  <a:lnTo>
                    <a:pt x="1550730" y="499415"/>
                  </a:lnTo>
                  <a:lnTo>
                    <a:pt x="1573204" y="506645"/>
                  </a:lnTo>
                  <a:lnTo>
                    <a:pt x="1595678" y="513875"/>
                  </a:lnTo>
                  <a:lnTo>
                    <a:pt x="1618153" y="521104"/>
                  </a:lnTo>
                  <a:lnTo>
                    <a:pt x="1640627" y="528333"/>
                  </a:lnTo>
                  <a:lnTo>
                    <a:pt x="1663102" y="535560"/>
                  </a:lnTo>
                  <a:lnTo>
                    <a:pt x="1685576" y="542786"/>
                  </a:lnTo>
                  <a:lnTo>
                    <a:pt x="1708050" y="550010"/>
                  </a:lnTo>
                  <a:lnTo>
                    <a:pt x="1730525" y="557234"/>
                  </a:lnTo>
                  <a:lnTo>
                    <a:pt x="1752999" y="564455"/>
                  </a:lnTo>
                  <a:lnTo>
                    <a:pt x="1775473" y="571674"/>
                  </a:lnTo>
                  <a:lnTo>
                    <a:pt x="1797948" y="578891"/>
                  </a:lnTo>
                  <a:lnTo>
                    <a:pt x="1820422" y="586106"/>
                  </a:lnTo>
                  <a:lnTo>
                    <a:pt x="1842896" y="593317"/>
                  </a:lnTo>
                  <a:lnTo>
                    <a:pt x="1865371" y="600524"/>
                  </a:lnTo>
                  <a:lnTo>
                    <a:pt x="1887845" y="607726"/>
                  </a:lnTo>
                  <a:lnTo>
                    <a:pt x="1910319" y="614923"/>
                  </a:lnTo>
                  <a:lnTo>
                    <a:pt x="1932794" y="622113"/>
                  </a:lnTo>
                  <a:lnTo>
                    <a:pt x="1955268" y="629294"/>
                  </a:lnTo>
                  <a:lnTo>
                    <a:pt x="1977742" y="636464"/>
                  </a:lnTo>
                  <a:lnTo>
                    <a:pt x="2000217" y="643620"/>
                  </a:lnTo>
                  <a:lnTo>
                    <a:pt x="2022691" y="650756"/>
                  </a:lnTo>
                  <a:lnTo>
                    <a:pt x="2045166" y="657867"/>
                  </a:lnTo>
                  <a:lnTo>
                    <a:pt x="2067640" y="664942"/>
                  </a:lnTo>
                  <a:lnTo>
                    <a:pt x="2090114" y="671967"/>
                  </a:lnTo>
                  <a:lnTo>
                    <a:pt x="2112589" y="678920"/>
                  </a:lnTo>
                  <a:lnTo>
                    <a:pt x="2135063" y="685766"/>
                  </a:lnTo>
                  <a:lnTo>
                    <a:pt x="2157537" y="692461"/>
                  </a:lnTo>
                  <a:lnTo>
                    <a:pt x="2180012" y="698949"/>
                  </a:lnTo>
                  <a:lnTo>
                    <a:pt x="2202486" y="705186"/>
                  </a:lnTo>
                  <a:lnTo>
                    <a:pt x="2224960" y="711167"/>
                  </a:lnTo>
                  <a:lnTo>
                    <a:pt x="2247435" y="716927"/>
                  </a:lnTo>
                  <a:lnTo>
                    <a:pt x="2269909" y="722520"/>
                  </a:lnTo>
                  <a:lnTo>
                    <a:pt x="2292383" y="727995"/>
                  </a:lnTo>
                  <a:lnTo>
                    <a:pt x="2314858" y="733390"/>
                  </a:lnTo>
                  <a:lnTo>
                    <a:pt x="2337332" y="738729"/>
                  </a:lnTo>
                  <a:lnTo>
                    <a:pt x="2359806" y="744029"/>
                  </a:lnTo>
                  <a:lnTo>
                    <a:pt x="2382281" y="749301"/>
                  </a:lnTo>
                  <a:lnTo>
                    <a:pt x="2404755" y="754553"/>
                  </a:lnTo>
                  <a:lnTo>
                    <a:pt x="2427230" y="759789"/>
                  </a:lnTo>
                  <a:lnTo>
                    <a:pt x="2449704" y="765013"/>
                  </a:lnTo>
                  <a:lnTo>
                    <a:pt x="2472178" y="770228"/>
                  </a:lnTo>
                  <a:lnTo>
                    <a:pt x="2494653" y="775435"/>
                  </a:lnTo>
                  <a:lnTo>
                    <a:pt x="2517127" y="780636"/>
                  </a:lnTo>
                  <a:lnTo>
                    <a:pt x="2539601" y="785832"/>
                  </a:lnTo>
                  <a:lnTo>
                    <a:pt x="2562076" y="791024"/>
                  </a:lnTo>
                  <a:lnTo>
                    <a:pt x="2584550" y="796213"/>
                  </a:lnTo>
                  <a:lnTo>
                    <a:pt x="2607024" y="801399"/>
                  </a:lnTo>
                  <a:lnTo>
                    <a:pt x="2629499" y="806583"/>
                  </a:lnTo>
                  <a:lnTo>
                    <a:pt x="2651973" y="811764"/>
                  </a:lnTo>
                  <a:lnTo>
                    <a:pt x="2674447" y="816944"/>
                  </a:lnTo>
                  <a:lnTo>
                    <a:pt x="2696922" y="822122"/>
                  </a:lnTo>
                  <a:lnTo>
                    <a:pt x="2719396" y="827298"/>
                  </a:lnTo>
                  <a:lnTo>
                    <a:pt x="2741870" y="832474"/>
                  </a:lnTo>
                  <a:lnTo>
                    <a:pt x="2764345" y="837648"/>
                  </a:lnTo>
                  <a:lnTo>
                    <a:pt x="2786819" y="842821"/>
                  </a:lnTo>
                  <a:lnTo>
                    <a:pt x="2809293" y="847994"/>
                  </a:lnTo>
                  <a:lnTo>
                    <a:pt x="2831768" y="853166"/>
                  </a:lnTo>
                  <a:lnTo>
                    <a:pt x="2854242" y="858337"/>
                  </a:lnTo>
                  <a:lnTo>
                    <a:pt x="2876717" y="863507"/>
                  </a:lnTo>
                  <a:lnTo>
                    <a:pt x="2899191" y="868677"/>
                  </a:lnTo>
                  <a:lnTo>
                    <a:pt x="2921665" y="873846"/>
                  </a:lnTo>
                  <a:lnTo>
                    <a:pt x="2944140" y="879015"/>
                  </a:lnTo>
                  <a:lnTo>
                    <a:pt x="2966614" y="884184"/>
                  </a:lnTo>
                  <a:lnTo>
                    <a:pt x="2989088" y="889352"/>
                  </a:lnTo>
                  <a:lnTo>
                    <a:pt x="3011563" y="894519"/>
                  </a:lnTo>
                  <a:lnTo>
                    <a:pt x="3034037" y="899687"/>
                  </a:lnTo>
                  <a:lnTo>
                    <a:pt x="3056511" y="904854"/>
                  </a:lnTo>
                  <a:lnTo>
                    <a:pt x="3078986" y="910021"/>
                  </a:lnTo>
                  <a:lnTo>
                    <a:pt x="3101460" y="915187"/>
                  </a:lnTo>
                  <a:lnTo>
                    <a:pt x="3123934" y="920353"/>
                  </a:lnTo>
                  <a:lnTo>
                    <a:pt x="3146409" y="925520"/>
                  </a:lnTo>
                  <a:lnTo>
                    <a:pt x="3168883" y="930685"/>
                  </a:lnTo>
                  <a:lnTo>
                    <a:pt x="3191357" y="935851"/>
                  </a:lnTo>
                  <a:lnTo>
                    <a:pt x="3213832" y="941017"/>
                  </a:lnTo>
                  <a:lnTo>
                    <a:pt x="3236306" y="946182"/>
                  </a:lnTo>
                  <a:lnTo>
                    <a:pt x="3258781" y="951347"/>
                  </a:lnTo>
                  <a:lnTo>
                    <a:pt x="3281255" y="956512"/>
                  </a:lnTo>
                  <a:lnTo>
                    <a:pt x="3303729" y="961677"/>
                  </a:lnTo>
                  <a:lnTo>
                    <a:pt x="3326204" y="966842"/>
                  </a:lnTo>
                  <a:lnTo>
                    <a:pt x="3348678" y="972006"/>
                  </a:lnTo>
                  <a:lnTo>
                    <a:pt x="3371152" y="977171"/>
                  </a:lnTo>
                  <a:lnTo>
                    <a:pt x="3393627" y="982335"/>
                  </a:lnTo>
                  <a:lnTo>
                    <a:pt x="3416101" y="987499"/>
                  </a:lnTo>
                  <a:lnTo>
                    <a:pt x="3438575" y="992663"/>
                  </a:lnTo>
                  <a:lnTo>
                    <a:pt x="3461050" y="997827"/>
                  </a:lnTo>
                  <a:lnTo>
                    <a:pt x="3483524" y="1002991"/>
                  </a:lnTo>
                  <a:lnTo>
                    <a:pt x="3505998" y="1008155"/>
                  </a:lnTo>
                  <a:lnTo>
                    <a:pt x="3528473" y="1013319"/>
                  </a:lnTo>
                  <a:lnTo>
                    <a:pt x="3550947" y="1018483"/>
                  </a:lnTo>
                  <a:lnTo>
                    <a:pt x="3573421" y="1023646"/>
                  </a:lnTo>
                  <a:lnTo>
                    <a:pt x="3595896" y="1028810"/>
                  </a:lnTo>
                  <a:lnTo>
                    <a:pt x="3618370" y="1033974"/>
                  </a:lnTo>
                  <a:lnTo>
                    <a:pt x="3640845" y="1039137"/>
                  </a:lnTo>
                  <a:lnTo>
                    <a:pt x="3663319" y="1044300"/>
                  </a:lnTo>
                  <a:lnTo>
                    <a:pt x="3685793" y="1049464"/>
                  </a:lnTo>
                  <a:lnTo>
                    <a:pt x="3708268" y="1054627"/>
                  </a:lnTo>
                  <a:lnTo>
                    <a:pt x="3730742" y="1059790"/>
                  </a:lnTo>
                  <a:lnTo>
                    <a:pt x="3753216" y="1064953"/>
                  </a:lnTo>
                  <a:lnTo>
                    <a:pt x="3775691" y="1070117"/>
                  </a:lnTo>
                  <a:lnTo>
                    <a:pt x="3798165" y="1075280"/>
                  </a:lnTo>
                  <a:lnTo>
                    <a:pt x="3820639" y="1080443"/>
                  </a:lnTo>
                  <a:lnTo>
                    <a:pt x="3843114" y="1085606"/>
                  </a:lnTo>
                  <a:lnTo>
                    <a:pt x="3865588" y="1090769"/>
                  </a:lnTo>
                  <a:lnTo>
                    <a:pt x="3888062" y="1095932"/>
                  </a:lnTo>
                  <a:lnTo>
                    <a:pt x="3910537" y="1101094"/>
                  </a:lnTo>
                  <a:lnTo>
                    <a:pt x="3933011" y="1106257"/>
                  </a:lnTo>
                  <a:lnTo>
                    <a:pt x="3955485" y="1111420"/>
                  </a:lnTo>
                  <a:lnTo>
                    <a:pt x="3977960" y="1116583"/>
                  </a:lnTo>
                  <a:lnTo>
                    <a:pt x="4000434" y="1121746"/>
                  </a:lnTo>
                  <a:lnTo>
                    <a:pt x="4022908" y="1126908"/>
                  </a:lnTo>
                  <a:lnTo>
                    <a:pt x="4045383" y="1132071"/>
                  </a:lnTo>
                  <a:lnTo>
                    <a:pt x="4067857" y="1137234"/>
                  </a:lnTo>
                  <a:lnTo>
                    <a:pt x="4090332" y="1142396"/>
                  </a:lnTo>
                  <a:lnTo>
                    <a:pt x="4112806" y="1147559"/>
                  </a:lnTo>
                  <a:lnTo>
                    <a:pt x="4135280" y="1152721"/>
                  </a:lnTo>
                  <a:lnTo>
                    <a:pt x="4157755" y="1157884"/>
                  </a:lnTo>
                  <a:lnTo>
                    <a:pt x="4180229" y="1163046"/>
                  </a:lnTo>
                  <a:lnTo>
                    <a:pt x="4202703" y="1168209"/>
                  </a:lnTo>
                  <a:lnTo>
                    <a:pt x="4225178" y="1173371"/>
                  </a:lnTo>
                  <a:lnTo>
                    <a:pt x="4247652" y="1178534"/>
                  </a:lnTo>
                  <a:lnTo>
                    <a:pt x="4270126" y="1183696"/>
                  </a:lnTo>
                  <a:lnTo>
                    <a:pt x="4292601" y="1188859"/>
                  </a:lnTo>
                  <a:lnTo>
                    <a:pt x="4315075" y="1194021"/>
                  </a:lnTo>
                  <a:lnTo>
                    <a:pt x="4337549" y="1199184"/>
                  </a:lnTo>
                  <a:lnTo>
                    <a:pt x="4360024" y="1204346"/>
                  </a:lnTo>
                  <a:lnTo>
                    <a:pt x="4382498" y="1209508"/>
                  </a:lnTo>
                  <a:lnTo>
                    <a:pt x="4404972" y="1214671"/>
                  </a:lnTo>
                  <a:lnTo>
                    <a:pt x="4427447" y="1219833"/>
                  </a:lnTo>
                  <a:lnTo>
                    <a:pt x="4449921" y="1224995"/>
                  </a:lnTo>
                  <a:lnTo>
                    <a:pt x="4472396" y="1230157"/>
                  </a:lnTo>
                  <a:lnTo>
                    <a:pt x="4472396" y="1441075"/>
                  </a:lnTo>
                  <a:lnTo>
                    <a:pt x="4449921" y="1433835"/>
                  </a:lnTo>
                  <a:lnTo>
                    <a:pt x="4427447" y="1426595"/>
                  </a:lnTo>
                  <a:lnTo>
                    <a:pt x="4404972" y="1419356"/>
                  </a:lnTo>
                  <a:lnTo>
                    <a:pt x="4382498" y="1412116"/>
                  </a:lnTo>
                  <a:lnTo>
                    <a:pt x="4360024" y="1404876"/>
                  </a:lnTo>
                  <a:lnTo>
                    <a:pt x="4337549" y="1397636"/>
                  </a:lnTo>
                  <a:lnTo>
                    <a:pt x="4315075" y="1390396"/>
                  </a:lnTo>
                  <a:lnTo>
                    <a:pt x="4292601" y="1383156"/>
                  </a:lnTo>
                  <a:lnTo>
                    <a:pt x="4270126" y="1375916"/>
                  </a:lnTo>
                  <a:lnTo>
                    <a:pt x="4247652" y="1368676"/>
                  </a:lnTo>
                  <a:lnTo>
                    <a:pt x="4225178" y="1361437"/>
                  </a:lnTo>
                  <a:lnTo>
                    <a:pt x="4202703" y="1354197"/>
                  </a:lnTo>
                  <a:lnTo>
                    <a:pt x="4180229" y="1346957"/>
                  </a:lnTo>
                  <a:lnTo>
                    <a:pt x="4157755" y="1339717"/>
                  </a:lnTo>
                  <a:lnTo>
                    <a:pt x="4135280" y="1332478"/>
                  </a:lnTo>
                  <a:lnTo>
                    <a:pt x="4112806" y="1325238"/>
                  </a:lnTo>
                  <a:lnTo>
                    <a:pt x="4090332" y="1317998"/>
                  </a:lnTo>
                  <a:lnTo>
                    <a:pt x="4067857" y="1310759"/>
                  </a:lnTo>
                  <a:lnTo>
                    <a:pt x="4045383" y="1303519"/>
                  </a:lnTo>
                  <a:lnTo>
                    <a:pt x="4022908" y="1296280"/>
                  </a:lnTo>
                  <a:lnTo>
                    <a:pt x="4000434" y="1289040"/>
                  </a:lnTo>
                  <a:lnTo>
                    <a:pt x="3977960" y="1281801"/>
                  </a:lnTo>
                  <a:lnTo>
                    <a:pt x="3955485" y="1274561"/>
                  </a:lnTo>
                  <a:lnTo>
                    <a:pt x="3933011" y="1267322"/>
                  </a:lnTo>
                  <a:lnTo>
                    <a:pt x="3910537" y="1260082"/>
                  </a:lnTo>
                  <a:lnTo>
                    <a:pt x="3888062" y="1252843"/>
                  </a:lnTo>
                  <a:lnTo>
                    <a:pt x="3865588" y="1245604"/>
                  </a:lnTo>
                  <a:lnTo>
                    <a:pt x="3843114" y="1238364"/>
                  </a:lnTo>
                  <a:lnTo>
                    <a:pt x="3820639" y="1231125"/>
                  </a:lnTo>
                  <a:lnTo>
                    <a:pt x="3798165" y="1223886"/>
                  </a:lnTo>
                  <a:lnTo>
                    <a:pt x="3775691" y="1216647"/>
                  </a:lnTo>
                  <a:lnTo>
                    <a:pt x="3753216" y="1209407"/>
                  </a:lnTo>
                  <a:lnTo>
                    <a:pt x="3730742" y="1202168"/>
                  </a:lnTo>
                  <a:lnTo>
                    <a:pt x="3708268" y="1194929"/>
                  </a:lnTo>
                  <a:lnTo>
                    <a:pt x="3685793" y="1187690"/>
                  </a:lnTo>
                  <a:lnTo>
                    <a:pt x="3663319" y="1180452"/>
                  </a:lnTo>
                  <a:lnTo>
                    <a:pt x="3640845" y="1173213"/>
                  </a:lnTo>
                  <a:lnTo>
                    <a:pt x="3618370" y="1165974"/>
                  </a:lnTo>
                  <a:lnTo>
                    <a:pt x="3595896" y="1158735"/>
                  </a:lnTo>
                  <a:lnTo>
                    <a:pt x="3573421" y="1151496"/>
                  </a:lnTo>
                  <a:lnTo>
                    <a:pt x="3550947" y="1144258"/>
                  </a:lnTo>
                  <a:lnTo>
                    <a:pt x="3528473" y="1137019"/>
                  </a:lnTo>
                  <a:lnTo>
                    <a:pt x="3505998" y="1129781"/>
                  </a:lnTo>
                  <a:lnTo>
                    <a:pt x="3483524" y="1122543"/>
                  </a:lnTo>
                  <a:lnTo>
                    <a:pt x="3461050" y="1115304"/>
                  </a:lnTo>
                  <a:lnTo>
                    <a:pt x="3438575" y="1108066"/>
                  </a:lnTo>
                  <a:lnTo>
                    <a:pt x="3416101" y="1100828"/>
                  </a:lnTo>
                  <a:lnTo>
                    <a:pt x="3393627" y="1093590"/>
                  </a:lnTo>
                  <a:lnTo>
                    <a:pt x="3371152" y="1086352"/>
                  </a:lnTo>
                  <a:lnTo>
                    <a:pt x="3348678" y="1079114"/>
                  </a:lnTo>
                  <a:lnTo>
                    <a:pt x="3326204" y="1071877"/>
                  </a:lnTo>
                  <a:lnTo>
                    <a:pt x="3303729" y="1064639"/>
                  </a:lnTo>
                  <a:lnTo>
                    <a:pt x="3281255" y="1057402"/>
                  </a:lnTo>
                  <a:lnTo>
                    <a:pt x="3258781" y="1050164"/>
                  </a:lnTo>
                  <a:lnTo>
                    <a:pt x="3236306" y="1042927"/>
                  </a:lnTo>
                  <a:lnTo>
                    <a:pt x="3213832" y="1035690"/>
                  </a:lnTo>
                  <a:lnTo>
                    <a:pt x="3191357" y="1028454"/>
                  </a:lnTo>
                  <a:lnTo>
                    <a:pt x="3168883" y="1021217"/>
                  </a:lnTo>
                  <a:lnTo>
                    <a:pt x="3146409" y="1013981"/>
                  </a:lnTo>
                  <a:lnTo>
                    <a:pt x="3123934" y="1006744"/>
                  </a:lnTo>
                  <a:lnTo>
                    <a:pt x="3101460" y="999508"/>
                  </a:lnTo>
                  <a:lnTo>
                    <a:pt x="3078986" y="992273"/>
                  </a:lnTo>
                  <a:lnTo>
                    <a:pt x="3056511" y="985037"/>
                  </a:lnTo>
                  <a:lnTo>
                    <a:pt x="3034037" y="977802"/>
                  </a:lnTo>
                  <a:lnTo>
                    <a:pt x="3011563" y="970567"/>
                  </a:lnTo>
                  <a:lnTo>
                    <a:pt x="2989088" y="963333"/>
                  </a:lnTo>
                  <a:lnTo>
                    <a:pt x="2966614" y="956099"/>
                  </a:lnTo>
                  <a:lnTo>
                    <a:pt x="2944140" y="948865"/>
                  </a:lnTo>
                  <a:lnTo>
                    <a:pt x="2921665" y="941631"/>
                  </a:lnTo>
                  <a:lnTo>
                    <a:pt x="2899191" y="934398"/>
                  </a:lnTo>
                  <a:lnTo>
                    <a:pt x="2876717" y="927166"/>
                  </a:lnTo>
                  <a:lnTo>
                    <a:pt x="2854242" y="919934"/>
                  </a:lnTo>
                  <a:lnTo>
                    <a:pt x="2831768" y="912703"/>
                  </a:lnTo>
                  <a:lnTo>
                    <a:pt x="2809293" y="905473"/>
                  </a:lnTo>
                  <a:lnTo>
                    <a:pt x="2786819" y="898243"/>
                  </a:lnTo>
                  <a:lnTo>
                    <a:pt x="2764345" y="891014"/>
                  </a:lnTo>
                  <a:lnTo>
                    <a:pt x="2741870" y="883786"/>
                  </a:lnTo>
                  <a:lnTo>
                    <a:pt x="2719396" y="876559"/>
                  </a:lnTo>
                  <a:lnTo>
                    <a:pt x="2696922" y="869333"/>
                  </a:lnTo>
                  <a:lnTo>
                    <a:pt x="2674447" y="862109"/>
                  </a:lnTo>
                  <a:lnTo>
                    <a:pt x="2651973" y="854887"/>
                  </a:lnTo>
                  <a:lnTo>
                    <a:pt x="2629499" y="847666"/>
                  </a:lnTo>
                  <a:lnTo>
                    <a:pt x="2607024" y="840447"/>
                  </a:lnTo>
                  <a:lnTo>
                    <a:pt x="2584550" y="833231"/>
                  </a:lnTo>
                  <a:lnTo>
                    <a:pt x="2562076" y="826017"/>
                  </a:lnTo>
                  <a:lnTo>
                    <a:pt x="2539601" y="818807"/>
                  </a:lnTo>
                  <a:lnTo>
                    <a:pt x="2517127" y="811601"/>
                  </a:lnTo>
                  <a:lnTo>
                    <a:pt x="2494653" y="804400"/>
                  </a:lnTo>
                  <a:lnTo>
                    <a:pt x="2472178" y="797205"/>
                  </a:lnTo>
                  <a:lnTo>
                    <a:pt x="2449704" y="790018"/>
                  </a:lnTo>
                  <a:lnTo>
                    <a:pt x="2427230" y="782839"/>
                  </a:lnTo>
                  <a:lnTo>
                    <a:pt x="2404755" y="775673"/>
                  </a:lnTo>
                  <a:lnTo>
                    <a:pt x="2382281" y="768522"/>
                  </a:lnTo>
                  <a:lnTo>
                    <a:pt x="2359806" y="761392"/>
                  </a:lnTo>
                  <a:lnTo>
                    <a:pt x="2337332" y="754290"/>
                  </a:lnTo>
                  <a:lnTo>
                    <a:pt x="2314858" y="747227"/>
                  </a:lnTo>
                  <a:lnTo>
                    <a:pt x="2292383" y="740220"/>
                  </a:lnTo>
                  <a:lnTo>
                    <a:pt x="2269909" y="733293"/>
                  </a:lnTo>
                  <a:lnTo>
                    <a:pt x="2247435" y="726483"/>
                  </a:lnTo>
                  <a:lnTo>
                    <a:pt x="2224960" y="719841"/>
                  </a:lnTo>
                  <a:lnTo>
                    <a:pt x="2202486" y="713420"/>
                  </a:lnTo>
                  <a:lnTo>
                    <a:pt x="2180012" y="707255"/>
                  </a:lnTo>
                  <a:lnTo>
                    <a:pt x="2157537" y="701340"/>
                  </a:lnTo>
                  <a:lnTo>
                    <a:pt x="2135063" y="695633"/>
                  </a:lnTo>
                  <a:lnTo>
                    <a:pt x="2112589" y="690077"/>
                  </a:lnTo>
                  <a:lnTo>
                    <a:pt x="2090114" y="684627"/>
                  </a:lnTo>
                  <a:lnTo>
                    <a:pt x="2067640" y="679250"/>
                  </a:lnTo>
                  <a:lnTo>
                    <a:pt x="2045166" y="673923"/>
                  </a:lnTo>
                  <a:lnTo>
                    <a:pt x="2022691" y="668632"/>
                  </a:lnTo>
                  <a:lnTo>
                    <a:pt x="2000217" y="663366"/>
                  </a:lnTo>
                  <a:lnTo>
                    <a:pt x="1977742" y="658119"/>
                  </a:lnTo>
                  <a:lnTo>
                    <a:pt x="1955268" y="652887"/>
                  </a:lnTo>
                  <a:lnTo>
                    <a:pt x="1932794" y="647666"/>
                  </a:lnTo>
                  <a:lnTo>
                    <a:pt x="1910319" y="642453"/>
                  </a:lnTo>
                  <a:lnTo>
                    <a:pt x="1887845" y="637248"/>
                  </a:lnTo>
                  <a:lnTo>
                    <a:pt x="1865371" y="632048"/>
                  </a:lnTo>
                  <a:lnTo>
                    <a:pt x="1842896" y="626853"/>
                  </a:lnTo>
                  <a:lnTo>
                    <a:pt x="1820422" y="621662"/>
                  </a:lnTo>
                  <a:lnTo>
                    <a:pt x="1797948" y="616474"/>
                  </a:lnTo>
                  <a:lnTo>
                    <a:pt x="1775473" y="611289"/>
                  </a:lnTo>
                  <a:lnTo>
                    <a:pt x="1752999" y="606106"/>
                  </a:lnTo>
                  <a:lnTo>
                    <a:pt x="1730525" y="600925"/>
                  </a:lnTo>
                  <a:lnTo>
                    <a:pt x="1708050" y="595746"/>
                  </a:lnTo>
                  <a:lnTo>
                    <a:pt x="1685576" y="590568"/>
                  </a:lnTo>
                  <a:lnTo>
                    <a:pt x="1663102" y="585392"/>
                  </a:lnTo>
                  <a:lnTo>
                    <a:pt x="1640627" y="580217"/>
                  </a:lnTo>
                  <a:lnTo>
                    <a:pt x="1618153" y="575043"/>
                  </a:lnTo>
                  <a:lnTo>
                    <a:pt x="1595678" y="569870"/>
                  </a:lnTo>
                  <a:lnTo>
                    <a:pt x="1573204" y="564697"/>
                  </a:lnTo>
                  <a:lnTo>
                    <a:pt x="1550730" y="559526"/>
                  </a:lnTo>
                  <a:lnTo>
                    <a:pt x="1528255" y="554355"/>
                  </a:lnTo>
                  <a:lnTo>
                    <a:pt x="1505781" y="549185"/>
                  </a:lnTo>
                  <a:lnTo>
                    <a:pt x="1483307" y="544015"/>
                  </a:lnTo>
                  <a:lnTo>
                    <a:pt x="1460832" y="538846"/>
                  </a:lnTo>
                  <a:lnTo>
                    <a:pt x="1438358" y="533677"/>
                  </a:lnTo>
                  <a:lnTo>
                    <a:pt x="1415884" y="528509"/>
                  </a:lnTo>
                  <a:lnTo>
                    <a:pt x="1393409" y="523341"/>
                  </a:lnTo>
                  <a:lnTo>
                    <a:pt x="1370935" y="518173"/>
                  </a:lnTo>
                  <a:lnTo>
                    <a:pt x="1348461" y="513006"/>
                  </a:lnTo>
                  <a:lnTo>
                    <a:pt x="1325986" y="507839"/>
                  </a:lnTo>
                  <a:lnTo>
                    <a:pt x="1303512" y="502672"/>
                  </a:lnTo>
                  <a:lnTo>
                    <a:pt x="1281038" y="497506"/>
                  </a:lnTo>
                  <a:lnTo>
                    <a:pt x="1258563" y="492340"/>
                  </a:lnTo>
                  <a:lnTo>
                    <a:pt x="1236089" y="487174"/>
                  </a:lnTo>
                  <a:lnTo>
                    <a:pt x="1213615" y="482008"/>
                  </a:lnTo>
                  <a:lnTo>
                    <a:pt x="1191140" y="476842"/>
                  </a:lnTo>
                  <a:lnTo>
                    <a:pt x="1168666" y="471677"/>
                  </a:lnTo>
                  <a:lnTo>
                    <a:pt x="1146191" y="466511"/>
                  </a:lnTo>
                  <a:lnTo>
                    <a:pt x="1123717" y="461346"/>
                  </a:lnTo>
                  <a:lnTo>
                    <a:pt x="1101243" y="456181"/>
                  </a:lnTo>
                  <a:lnTo>
                    <a:pt x="1078768" y="451017"/>
                  </a:lnTo>
                  <a:lnTo>
                    <a:pt x="1056294" y="445852"/>
                  </a:lnTo>
                  <a:lnTo>
                    <a:pt x="1033820" y="440687"/>
                  </a:lnTo>
                  <a:lnTo>
                    <a:pt x="1011345" y="435523"/>
                  </a:lnTo>
                  <a:lnTo>
                    <a:pt x="988871" y="430359"/>
                  </a:lnTo>
                  <a:lnTo>
                    <a:pt x="966397" y="425194"/>
                  </a:lnTo>
                  <a:lnTo>
                    <a:pt x="943922" y="420030"/>
                  </a:lnTo>
                  <a:lnTo>
                    <a:pt x="921448" y="414866"/>
                  </a:lnTo>
                  <a:lnTo>
                    <a:pt x="898974" y="409702"/>
                  </a:lnTo>
                  <a:lnTo>
                    <a:pt x="876499" y="404538"/>
                  </a:lnTo>
                  <a:lnTo>
                    <a:pt x="854025" y="399375"/>
                  </a:lnTo>
                  <a:lnTo>
                    <a:pt x="831551" y="394211"/>
                  </a:lnTo>
                  <a:lnTo>
                    <a:pt x="809076" y="389047"/>
                  </a:lnTo>
                  <a:lnTo>
                    <a:pt x="786602" y="383884"/>
                  </a:lnTo>
                  <a:lnTo>
                    <a:pt x="764127" y="378720"/>
                  </a:lnTo>
                  <a:lnTo>
                    <a:pt x="741653" y="373557"/>
                  </a:lnTo>
                  <a:lnTo>
                    <a:pt x="719179" y="368393"/>
                  </a:lnTo>
                  <a:lnTo>
                    <a:pt x="696704" y="363230"/>
                  </a:lnTo>
                  <a:lnTo>
                    <a:pt x="674230" y="358067"/>
                  </a:lnTo>
                  <a:lnTo>
                    <a:pt x="651756" y="352904"/>
                  </a:lnTo>
                  <a:lnTo>
                    <a:pt x="629281" y="347740"/>
                  </a:lnTo>
                  <a:lnTo>
                    <a:pt x="606807" y="342577"/>
                  </a:lnTo>
                  <a:lnTo>
                    <a:pt x="584333" y="337414"/>
                  </a:lnTo>
                  <a:lnTo>
                    <a:pt x="561858" y="332251"/>
                  </a:lnTo>
                  <a:lnTo>
                    <a:pt x="539384" y="327088"/>
                  </a:lnTo>
                  <a:lnTo>
                    <a:pt x="516910" y="321925"/>
                  </a:lnTo>
                  <a:lnTo>
                    <a:pt x="494435" y="316762"/>
                  </a:lnTo>
                  <a:lnTo>
                    <a:pt x="471961" y="311600"/>
                  </a:lnTo>
                  <a:lnTo>
                    <a:pt x="449487" y="306437"/>
                  </a:lnTo>
                  <a:lnTo>
                    <a:pt x="427012" y="301274"/>
                  </a:lnTo>
                  <a:lnTo>
                    <a:pt x="404538" y="296111"/>
                  </a:lnTo>
                  <a:lnTo>
                    <a:pt x="382063" y="290948"/>
                  </a:lnTo>
                  <a:lnTo>
                    <a:pt x="359589" y="285786"/>
                  </a:lnTo>
                  <a:lnTo>
                    <a:pt x="337115" y="280623"/>
                  </a:lnTo>
                  <a:lnTo>
                    <a:pt x="314640" y="275460"/>
                  </a:lnTo>
                  <a:lnTo>
                    <a:pt x="292166" y="270298"/>
                  </a:lnTo>
                  <a:lnTo>
                    <a:pt x="269692" y="265135"/>
                  </a:lnTo>
                  <a:lnTo>
                    <a:pt x="247217" y="259973"/>
                  </a:lnTo>
                  <a:lnTo>
                    <a:pt x="224743" y="254810"/>
                  </a:lnTo>
                  <a:lnTo>
                    <a:pt x="202269" y="249648"/>
                  </a:lnTo>
                  <a:lnTo>
                    <a:pt x="179794" y="244485"/>
                  </a:lnTo>
                  <a:lnTo>
                    <a:pt x="157320" y="239323"/>
                  </a:lnTo>
                  <a:lnTo>
                    <a:pt x="134846" y="234160"/>
                  </a:lnTo>
                  <a:lnTo>
                    <a:pt x="112371" y="228998"/>
                  </a:lnTo>
                  <a:lnTo>
                    <a:pt x="89897" y="223835"/>
                  </a:lnTo>
                  <a:lnTo>
                    <a:pt x="67423" y="218673"/>
                  </a:lnTo>
                  <a:lnTo>
                    <a:pt x="44948" y="213511"/>
                  </a:lnTo>
                  <a:lnTo>
                    <a:pt x="22474" y="208348"/>
                  </a:lnTo>
                  <a:lnTo>
                    <a:pt x="0" y="203186"/>
                  </a:lnTo>
                  <a:close/>
                </a:path>
              </a:pathLst>
            </a:custGeom>
            <a:solidFill>
              <a:srgbClr val="FC8D5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78838" y="2550001"/>
              <a:ext cx="4472396" cy="1230157"/>
            </a:xfrm>
            <a:custGeom>
              <a:avLst/>
              <a:pathLst>
                <a:path w="4472396" h="1230157">
                  <a:moveTo>
                    <a:pt x="0" y="0"/>
                  </a:moveTo>
                  <a:lnTo>
                    <a:pt x="22474" y="7239"/>
                  </a:lnTo>
                  <a:lnTo>
                    <a:pt x="44948" y="14479"/>
                  </a:lnTo>
                  <a:lnTo>
                    <a:pt x="67423" y="21719"/>
                  </a:lnTo>
                  <a:lnTo>
                    <a:pt x="89897" y="28959"/>
                  </a:lnTo>
                  <a:lnTo>
                    <a:pt x="112371" y="36199"/>
                  </a:lnTo>
                  <a:lnTo>
                    <a:pt x="134846" y="43439"/>
                  </a:lnTo>
                  <a:lnTo>
                    <a:pt x="157320" y="50679"/>
                  </a:lnTo>
                  <a:lnTo>
                    <a:pt x="179794" y="57918"/>
                  </a:lnTo>
                  <a:lnTo>
                    <a:pt x="202269" y="65158"/>
                  </a:lnTo>
                  <a:lnTo>
                    <a:pt x="224743" y="72398"/>
                  </a:lnTo>
                  <a:lnTo>
                    <a:pt x="247217" y="79637"/>
                  </a:lnTo>
                  <a:lnTo>
                    <a:pt x="269692" y="86877"/>
                  </a:lnTo>
                  <a:lnTo>
                    <a:pt x="292166" y="94117"/>
                  </a:lnTo>
                  <a:lnTo>
                    <a:pt x="314640" y="101356"/>
                  </a:lnTo>
                  <a:lnTo>
                    <a:pt x="337115" y="108596"/>
                  </a:lnTo>
                  <a:lnTo>
                    <a:pt x="359589" y="115836"/>
                  </a:lnTo>
                  <a:lnTo>
                    <a:pt x="382063" y="123075"/>
                  </a:lnTo>
                  <a:lnTo>
                    <a:pt x="404538" y="130315"/>
                  </a:lnTo>
                  <a:lnTo>
                    <a:pt x="427012" y="137554"/>
                  </a:lnTo>
                  <a:lnTo>
                    <a:pt x="449487" y="144794"/>
                  </a:lnTo>
                  <a:lnTo>
                    <a:pt x="471961" y="152033"/>
                  </a:lnTo>
                  <a:lnTo>
                    <a:pt x="494435" y="159272"/>
                  </a:lnTo>
                  <a:lnTo>
                    <a:pt x="516910" y="166512"/>
                  </a:lnTo>
                  <a:lnTo>
                    <a:pt x="539384" y="173751"/>
                  </a:lnTo>
                  <a:lnTo>
                    <a:pt x="561858" y="180990"/>
                  </a:lnTo>
                  <a:lnTo>
                    <a:pt x="584333" y="188230"/>
                  </a:lnTo>
                  <a:lnTo>
                    <a:pt x="606807" y="195469"/>
                  </a:lnTo>
                  <a:lnTo>
                    <a:pt x="629281" y="202708"/>
                  </a:lnTo>
                  <a:lnTo>
                    <a:pt x="651756" y="209947"/>
                  </a:lnTo>
                  <a:lnTo>
                    <a:pt x="674230" y="217186"/>
                  </a:lnTo>
                  <a:lnTo>
                    <a:pt x="696704" y="224425"/>
                  </a:lnTo>
                  <a:lnTo>
                    <a:pt x="719179" y="231664"/>
                  </a:lnTo>
                  <a:lnTo>
                    <a:pt x="741653" y="238903"/>
                  </a:lnTo>
                  <a:lnTo>
                    <a:pt x="764127" y="246142"/>
                  </a:lnTo>
                  <a:lnTo>
                    <a:pt x="786602" y="253380"/>
                  </a:lnTo>
                  <a:lnTo>
                    <a:pt x="809076" y="260619"/>
                  </a:lnTo>
                  <a:lnTo>
                    <a:pt x="831551" y="267858"/>
                  </a:lnTo>
                  <a:lnTo>
                    <a:pt x="854025" y="275096"/>
                  </a:lnTo>
                  <a:lnTo>
                    <a:pt x="876499" y="282335"/>
                  </a:lnTo>
                  <a:lnTo>
                    <a:pt x="898974" y="289573"/>
                  </a:lnTo>
                  <a:lnTo>
                    <a:pt x="921448" y="296811"/>
                  </a:lnTo>
                  <a:lnTo>
                    <a:pt x="943922" y="304050"/>
                  </a:lnTo>
                  <a:lnTo>
                    <a:pt x="966397" y="311288"/>
                  </a:lnTo>
                  <a:lnTo>
                    <a:pt x="988871" y="318526"/>
                  </a:lnTo>
                  <a:lnTo>
                    <a:pt x="1011345" y="325764"/>
                  </a:lnTo>
                  <a:lnTo>
                    <a:pt x="1033820" y="333001"/>
                  </a:lnTo>
                  <a:lnTo>
                    <a:pt x="1056294" y="340239"/>
                  </a:lnTo>
                  <a:lnTo>
                    <a:pt x="1078768" y="347477"/>
                  </a:lnTo>
                  <a:lnTo>
                    <a:pt x="1101243" y="354714"/>
                  </a:lnTo>
                  <a:lnTo>
                    <a:pt x="1123717" y="361951"/>
                  </a:lnTo>
                  <a:lnTo>
                    <a:pt x="1146191" y="369189"/>
                  </a:lnTo>
                  <a:lnTo>
                    <a:pt x="1168666" y="376426"/>
                  </a:lnTo>
                  <a:lnTo>
                    <a:pt x="1191140" y="383662"/>
                  </a:lnTo>
                  <a:lnTo>
                    <a:pt x="1213615" y="390899"/>
                  </a:lnTo>
                  <a:lnTo>
                    <a:pt x="1236089" y="398136"/>
                  </a:lnTo>
                  <a:lnTo>
                    <a:pt x="1258563" y="405372"/>
                  </a:lnTo>
                  <a:lnTo>
                    <a:pt x="1281038" y="412608"/>
                  </a:lnTo>
                  <a:lnTo>
                    <a:pt x="1303512" y="419844"/>
                  </a:lnTo>
                  <a:lnTo>
                    <a:pt x="1325986" y="427079"/>
                  </a:lnTo>
                  <a:lnTo>
                    <a:pt x="1348461" y="434314"/>
                  </a:lnTo>
                  <a:lnTo>
                    <a:pt x="1370935" y="441549"/>
                  </a:lnTo>
                  <a:lnTo>
                    <a:pt x="1393409" y="448784"/>
                  </a:lnTo>
                  <a:lnTo>
                    <a:pt x="1415884" y="456018"/>
                  </a:lnTo>
                  <a:lnTo>
                    <a:pt x="1438358" y="463252"/>
                  </a:lnTo>
                  <a:lnTo>
                    <a:pt x="1460832" y="470486"/>
                  </a:lnTo>
                  <a:lnTo>
                    <a:pt x="1483307" y="477719"/>
                  </a:lnTo>
                  <a:lnTo>
                    <a:pt x="1505781" y="484951"/>
                  </a:lnTo>
                  <a:lnTo>
                    <a:pt x="1528255" y="492183"/>
                  </a:lnTo>
                  <a:lnTo>
                    <a:pt x="1550730" y="499415"/>
                  </a:lnTo>
                  <a:lnTo>
                    <a:pt x="1573204" y="506645"/>
                  </a:lnTo>
                  <a:lnTo>
                    <a:pt x="1595678" y="513875"/>
                  </a:lnTo>
                  <a:lnTo>
                    <a:pt x="1618153" y="521104"/>
                  </a:lnTo>
                  <a:lnTo>
                    <a:pt x="1640627" y="528333"/>
                  </a:lnTo>
                  <a:lnTo>
                    <a:pt x="1663102" y="535560"/>
                  </a:lnTo>
                  <a:lnTo>
                    <a:pt x="1685576" y="542786"/>
                  </a:lnTo>
                  <a:lnTo>
                    <a:pt x="1708050" y="550010"/>
                  </a:lnTo>
                  <a:lnTo>
                    <a:pt x="1730525" y="557234"/>
                  </a:lnTo>
                  <a:lnTo>
                    <a:pt x="1752999" y="564455"/>
                  </a:lnTo>
                  <a:lnTo>
                    <a:pt x="1775473" y="571674"/>
                  </a:lnTo>
                  <a:lnTo>
                    <a:pt x="1797948" y="578891"/>
                  </a:lnTo>
                  <a:lnTo>
                    <a:pt x="1820422" y="586106"/>
                  </a:lnTo>
                  <a:lnTo>
                    <a:pt x="1842896" y="593317"/>
                  </a:lnTo>
                  <a:lnTo>
                    <a:pt x="1865371" y="600524"/>
                  </a:lnTo>
                  <a:lnTo>
                    <a:pt x="1887845" y="607726"/>
                  </a:lnTo>
                  <a:lnTo>
                    <a:pt x="1910319" y="614923"/>
                  </a:lnTo>
                  <a:lnTo>
                    <a:pt x="1932794" y="622113"/>
                  </a:lnTo>
                  <a:lnTo>
                    <a:pt x="1955268" y="629294"/>
                  </a:lnTo>
                  <a:lnTo>
                    <a:pt x="1977742" y="636464"/>
                  </a:lnTo>
                  <a:lnTo>
                    <a:pt x="2000217" y="643620"/>
                  </a:lnTo>
                  <a:lnTo>
                    <a:pt x="2022691" y="650756"/>
                  </a:lnTo>
                  <a:lnTo>
                    <a:pt x="2045166" y="657867"/>
                  </a:lnTo>
                  <a:lnTo>
                    <a:pt x="2067640" y="664942"/>
                  </a:lnTo>
                  <a:lnTo>
                    <a:pt x="2090114" y="671967"/>
                  </a:lnTo>
                  <a:lnTo>
                    <a:pt x="2112589" y="678920"/>
                  </a:lnTo>
                  <a:lnTo>
                    <a:pt x="2135063" y="685766"/>
                  </a:lnTo>
                  <a:lnTo>
                    <a:pt x="2157537" y="692461"/>
                  </a:lnTo>
                  <a:lnTo>
                    <a:pt x="2180012" y="698949"/>
                  </a:lnTo>
                  <a:lnTo>
                    <a:pt x="2202486" y="705186"/>
                  </a:lnTo>
                  <a:lnTo>
                    <a:pt x="2224960" y="711167"/>
                  </a:lnTo>
                  <a:lnTo>
                    <a:pt x="2247435" y="716927"/>
                  </a:lnTo>
                  <a:lnTo>
                    <a:pt x="2269909" y="722520"/>
                  </a:lnTo>
                  <a:lnTo>
                    <a:pt x="2292383" y="727995"/>
                  </a:lnTo>
                  <a:lnTo>
                    <a:pt x="2314858" y="733390"/>
                  </a:lnTo>
                  <a:lnTo>
                    <a:pt x="2337332" y="738729"/>
                  </a:lnTo>
                  <a:lnTo>
                    <a:pt x="2359806" y="744029"/>
                  </a:lnTo>
                  <a:lnTo>
                    <a:pt x="2382281" y="749301"/>
                  </a:lnTo>
                  <a:lnTo>
                    <a:pt x="2404755" y="754553"/>
                  </a:lnTo>
                  <a:lnTo>
                    <a:pt x="2427230" y="759789"/>
                  </a:lnTo>
                  <a:lnTo>
                    <a:pt x="2449704" y="765013"/>
                  </a:lnTo>
                  <a:lnTo>
                    <a:pt x="2472178" y="770228"/>
                  </a:lnTo>
                  <a:lnTo>
                    <a:pt x="2494653" y="775435"/>
                  </a:lnTo>
                  <a:lnTo>
                    <a:pt x="2517127" y="780636"/>
                  </a:lnTo>
                  <a:lnTo>
                    <a:pt x="2539601" y="785832"/>
                  </a:lnTo>
                  <a:lnTo>
                    <a:pt x="2562076" y="791024"/>
                  </a:lnTo>
                  <a:lnTo>
                    <a:pt x="2584550" y="796213"/>
                  </a:lnTo>
                  <a:lnTo>
                    <a:pt x="2607024" y="801399"/>
                  </a:lnTo>
                  <a:lnTo>
                    <a:pt x="2629499" y="806583"/>
                  </a:lnTo>
                  <a:lnTo>
                    <a:pt x="2651973" y="811764"/>
                  </a:lnTo>
                  <a:lnTo>
                    <a:pt x="2674447" y="816944"/>
                  </a:lnTo>
                  <a:lnTo>
                    <a:pt x="2696922" y="822122"/>
                  </a:lnTo>
                  <a:lnTo>
                    <a:pt x="2719396" y="827298"/>
                  </a:lnTo>
                  <a:lnTo>
                    <a:pt x="2741870" y="832474"/>
                  </a:lnTo>
                  <a:lnTo>
                    <a:pt x="2764345" y="837648"/>
                  </a:lnTo>
                  <a:lnTo>
                    <a:pt x="2786819" y="842821"/>
                  </a:lnTo>
                  <a:lnTo>
                    <a:pt x="2809293" y="847994"/>
                  </a:lnTo>
                  <a:lnTo>
                    <a:pt x="2831768" y="853166"/>
                  </a:lnTo>
                  <a:lnTo>
                    <a:pt x="2854242" y="858337"/>
                  </a:lnTo>
                  <a:lnTo>
                    <a:pt x="2876717" y="863507"/>
                  </a:lnTo>
                  <a:lnTo>
                    <a:pt x="2899191" y="868677"/>
                  </a:lnTo>
                  <a:lnTo>
                    <a:pt x="2921665" y="873846"/>
                  </a:lnTo>
                  <a:lnTo>
                    <a:pt x="2944140" y="879015"/>
                  </a:lnTo>
                  <a:lnTo>
                    <a:pt x="2966614" y="884184"/>
                  </a:lnTo>
                  <a:lnTo>
                    <a:pt x="2989088" y="889352"/>
                  </a:lnTo>
                  <a:lnTo>
                    <a:pt x="3011563" y="894519"/>
                  </a:lnTo>
                  <a:lnTo>
                    <a:pt x="3034037" y="899687"/>
                  </a:lnTo>
                  <a:lnTo>
                    <a:pt x="3056511" y="904854"/>
                  </a:lnTo>
                  <a:lnTo>
                    <a:pt x="3078986" y="910021"/>
                  </a:lnTo>
                  <a:lnTo>
                    <a:pt x="3101460" y="915187"/>
                  </a:lnTo>
                  <a:lnTo>
                    <a:pt x="3123934" y="920353"/>
                  </a:lnTo>
                  <a:lnTo>
                    <a:pt x="3146409" y="925520"/>
                  </a:lnTo>
                  <a:lnTo>
                    <a:pt x="3168883" y="930685"/>
                  </a:lnTo>
                  <a:lnTo>
                    <a:pt x="3191357" y="935851"/>
                  </a:lnTo>
                  <a:lnTo>
                    <a:pt x="3213832" y="941017"/>
                  </a:lnTo>
                  <a:lnTo>
                    <a:pt x="3236306" y="946182"/>
                  </a:lnTo>
                  <a:lnTo>
                    <a:pt x="3258781" y="951347"/>
                  </a:lnTo>
                  <a:lnTo>
                    <a:pt x="3281255" y="956512"/>
                  </a:lnTo>
                  <a:lnTo>
                    <a:pt x="3303729" y="961677"/>
                  </a:lnTo>
                  <a:lnTo>
                    <a:pt x="3326204" y="966842"/>
                  </a:lnTo>
                  <a:lnTo>
                    <a:pt x="3348678" y="972006"/>
                  </a:lnTo>
                  <a:lnTo>
                    <a:pt x="3371152" y="977171"/>
                  </a:lnTo>
                  <a:lnTo>
                    <a:pt x="3393627" y="982335"/>
                  </a:lnTo>
                  <a:lnTo>
                    <a:pt x="3416101" y="987499"/>
                  </a:lnTo>
                  <a:lnTo>
                    <a:pt x="3438575" y="992663"/>
                  </a:lnTo>
                  <a:lnTo>
                    <a:pt x="3461050" y="997827"/>
                  </a:lnTo>
                  <a:lnTo>
                    <a:pt x="3483524" y="1002991"/>
                  </a:lnTo>
                  <a:lnTo>
                    <a:pt x="3505998" y="1008155"/>
                  </a:lnTo>
                  <a:lnTo>
                    <a:pt x="3528473" y="1013319"/>
                  </a:lnTo>
                  <a:lnTo>
                    <a:pt x="3550947" y="1018483"/>
                  </a:lnTo>
                  <a:lnTo>
                    <a:pt x="3573421" y="1023646"/>
                  </a:lnTo>
                  <a:lnTo>
                    <a:pt x="3595896" y="1028810"/>
                  </a:lnTo>
                  <a:lnTo>
                    <a:pt x="3618370" y="1033974"/>
                  </a:lnTo>
                  <a:lnTo>
                    <a:pt x="3640845" y="1039137"/>
                  </a:lnTo>
                  <a:lnTo>
                    <a:pt x="3663319" y="1044300"/>
                  </a:lnTo>
                  <a:lnTo>
                    <a:pt x="3685793" y="1049464"/>
                  </a:lnTo>
                  <a:lnTo>
                    <a:pt x="3708268" y="1054627"/>
                  </a:lnTo>
                  <a:lnTo>
                    <a:pt x="3730742" y="1059790"/>
                  </a:lnTo>
                  <a:lnTo>
                    <a:pt x="3753216" y="1064953"/>
                  </a:lnTo>
                  <a:lnTo>
                    <a:pt x="3775691" y="1070117"/>
                  </a:lnTo>
                  <a:lnTo>
                    <a:pt x="3798165" y="1075280"/>
                  </a:lnTo>
                  <a:lnTo>
                    <a:pt x="3820639" y="1080443"/>
                  </a:lnTo>
                  <a:lnTo>
                    <a:pt x="3843114" y="1085606"/>
                  </a:lnTo>
                  <a:lnTo>
                    <a:pt x="3865588" y="1090769"/>
                  </a:lnTo>
                  <a:lnTo>
                    <a:pt x="3888062" y="1095932"/>
                  </a:lnTo>
                  <a:lnTo>
                    <a:pt x="3910537" y="1101094"/>
                  </a:lnTo>
                  <a:lnTo>
                    <a:pt x="3933011" y="1106257"/>
                  </a:lnTo>
                  <a:lnTo>
                    <a:pt x="3955485" y="1111420"/>
                  </a:lnTo>
                  <a:lnTo>
                    <a:pt x="3977960" y="1116583"/>
                  </a:lnTo>
                  <a:lnTo>
                    <a:pt x="4000434" y="1121746"/>
                  </a:lnTo>
                  <a:lnTo>
                    <a:pt x="4022908" y="1126908"/>
                  </a:lnTo>
                  <a:lnTo>
                    <a:pt x="4045383" y="1132071"/>
                  </a:lnTo>
                  <a:lnTo>
                    <a:pt x="4067857" y="1137234"/>
                  </a:lnTo>
                  <a:lnTo>
                    <a:pt x="4090332" y="1142396"/>
                  </a:lnTo>
                  <a:lnTo>
                    <a:pt x="4112806" y="1147559"/>
                  </a:lnTo>
                  <a:lnTo>
                    <a:pt x="4135280" y="1152721"/>
                  </a:lnTo>
                  <a:lnTo>
                    <a:pt x="4157755" y="1157884"/>
                  </a:lnTo>
                  <a:lnTo>
                    <a:pt x="4180229" y="1163046"/>
                  </a:lnTo>
                  <a:lnTo>
                    <a:pt x="4202703" y="1168209"/>
                  </a:lnTo>
                  <a:lnTo>
                    <a:pt x="4225178" y="1173371"/>
                  </a:lnTo>
                  <a:lnTo>
                    <a:pt x="4247652" y="1178534"/>
                  </a:lnTo>
                  <a:lnTo>
                    <a:pt x="4270126" y="1183696"/>
                  </a:lnTo>
                  <a:lnTo>
                    <a:pt x="4292601" y="1188859"/>
                  </a:lnTo>
                  <a:lnTo>
                    <a:pt x="4315075" y="1194021"/>
                  </a:lnTo>
                  <a:lnTo>
                    <a:pt x="4337549" y="1199184"/>
                  </a:lnTo>
                  <a:lnTo>
                    <a:pt x="4360024" y="1204346"/>
                  </a:lnTo>
                  <a:lnTo>
                    <a:pt x="4382498" y="1209508"/>
                  </a:lnTo>
                  <a:lnTo>
                    <a:pt x="4404972" y="1214671"/>
                  </a:lnTo>
                  <a:lnTo>
                    <a:pt x="4427447" y="1219833"/>
                  </a:lnTo>
                  <a:lnTo>
                    <a:pt x="4449921" y="1224995"/>
                  </a:lnTo>
                  <a:lnTo>
                    <a:pt x="4472396" y="1230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278838" y="2753187"/>
              <a:ext cx="4472396" cy="1237889"/>
            </a:xfrm>
            <a:custGeom>
              <a:avLst/>
              <a:pathLst>
                <a:path w="4472396" h="1237889">
                  <a:moveTo>
                    <a:pt x="4472396" y="1237889"/>
                  </a:moveTo>
                  <a:lnTo>
                    <a:pt x="4449921" y="1230649"/>
                  </a:lnTo>
                  <a:lnTo>
                    <a:pt x="4427447" y="1223409"/>
                  </a:lnTo>
                  <a:lnTo>
                    <a:pt x="4404972" y="1216169"/>
                  </a:lnTo>
                  <a:lnTo>
                    <a:pt x="4382498" y="1208929"/>
                  </a:lnTo>
                  <a:lnTo>
                    <a:pt x="4360024" y="1201689"/>
                  </a:lnTo>
                  <a:lnTo>
                    <a:pt x="4337549" y="1194449"/>
                  </a:lnTo>
                  <a:lnTo>
                    <a:pt x="4315075" y="1187210"/>
                  </a:lnTo>
                  <a:lnTo>
                    <a:pt x="4292601" y="1179970"/>
                  </a:lnTo>
                  <a:lnTo>
                    <a:pt x="4270126" y="1172730"/>
                  </a:lnTo>
                  <a:lnTo>
                    <a:pt x="4247652" y="1165490"/>
                  </a:lnTo>
                  <a:lnTo>
                    <a:pt x="4225178" y="1158250"/>
                  </a:lnTo>
                  <a:lnTo>
                    <a:pt x="4202703" y="1151011"/>
                  </a:lnTo>
                  <a:lnTo>
                    <a:pt x="4180229" y="1143771"/>
                  </a:lnTo>
                  <a:lnTo>
                    <a:pt x="4157755" y="1136531"/>
                  </a:lnTo>
                  <a:lnTo>
                    <a:pt x="4135280" y="1129291"/>
                  </a:lnTo>
                  <a:lnTo>
                    <a:pt x="4112806" y="1122052"/>
                  </a:lnTo>
                  <a:lnTo>
                    <a:pt x="4090332" y="1114812"/>
                  </a:lnTo>
                  <a:lnTo>
                    <a:pt x="4067857" y="1107572"/>
                  </a:lnTo>
                  <a:lnTo>
                    <a:pt x="4045383" y="1100333"/>
                  </a:lnTo>
                  <a:lnTo>
                    <a:pt x="4022908" y="1093093"/>
                  </a:lnTo>
                  <a:lnTo>
                    <a:pt x="4000434" y="1085854"/>
                  </a:lnTo>
                  <a:lnTo>
                    <a:pt x="3977960" y="1078614"/>
                  </a:lnTo>
                  <a:lnTo>
                    <a:pt x="3955485" y="1071375"/>
                  </a:lnTo>
                  <a:lnTo>
                    <a:pt x="3933011" y="1064135"/>
                  </a:lnTo>
                  <a:lnTo>
                    <a:pt x="3910537" y="1056896"/>
                  </a:lnTo>
                  <a:lnTo>
                    <a:pt x="3888062" y="1049656"/>
                  </a:lnTo>
                  <a:lnTo>
                    <a:pt x="3865588" y="1042417"/>
                  </a:lnTo>
                  <a:lnTo>
                    <a:pt x="3843114" y="1035178"/>
                  </a:lnTo>
                  <a:lnTo>
                    <a:pt x="3820639" y="1027939"/>
                  </a:lnTo>
                  <a:lnTo>
                    <a:pt x="3798165" y="1020699"/>
                  </a:lnTo>
                  <a:lnTo>
                    <a:pt x="3775691" y="1013460"/>
                  </a:lnTo>
                  <a:lnTo>
                    <a:pt x="3753216" y="1006221"/>
                  </a:lnTo>
                  <a:lnTo>
                    <a:pt x="3730742" y="998982"/>
                  </a:lnTo>
                  <a:lnTo>
                    <a:pt x="3708268" y="991743"/>
                  </a:lnTo>
                  <a:lnTo>
                    <a:pt x="3685793" y="984504"/>
                  </a:lnTo>
                  <a:lnTo>
                    <a:pt x="3663319" y="977265"/>
                  </a:lnTo>
                  <a:lnTo>
                    <a:pt x="3640845" y="970026"/>
                  </a:lnTo>
                  <a:lnTo>
                    <a:pt x="3618370" y="962787"/>
                  </a:lnTo>
                  <a:lnTo>
                    <a:pt x="3595896" y="955549"/>
                  </a:lnTo>
                  <a:lnTo>
                    <a:pt x="3573421" y="948310"/>
                  </a:lnTo>
                  <a:lnTo>
                    <a:pt x="3550947" y="941072"/>
                  </a:lnTo>
                  <a:lnTo>
                    <a:pt x="3528473" y="933833"/>
                  </a:lnTo>
                  <a:lnTo>
                    <a:pt x="3505998" y="926595"/>
                  </a:lnTo>
                  <a:lnTo>
                    <a:pt x="3483524" y="919356"/>
                  </a:lnTo>
                  <a:lnTo>
                    <a:pt x="3461050" y="912118"/>
                  </a:lnTo>
                  <a:lnTo>
                    <a:pt x="3438575" y="904880"/>
                  </a:lnTo>
                  <a:lnTo>
                    <a:pt x="3416101" y="897642"/>
                  </a:lnTo>
                  <a:lnTo>
                    <a:pt x="3393627" y="890404"/>
                  </a:lnTo>
                  <a:lnTo>
                    <a:pt x="3371152" y="883166"/>
                  </a:lnTo>
                  <a:lnTo>
                    <a:pt x="3348678" y="875928"/>
                  </a:lnTo>
                  <a:lnTo>
                    <a:pt x="3326204" y="868690"/>
                  </a:lnTo>
                  <a:lnTo>
                    <a:pt x="3303729" y="861453"/>
                  </a:lnTo>
                  <a:lnTo>
                    <a:pt x="3281255" y="854215"/>
                  </a:lnTo>
                  <a:lnTo>
                    <a:pt x="3258781" y="846978"/>
                  </a:lnTo>
                  <a:lnTo>
                    <a:pt x="3236306" y="839741"/>
                  </a:lnTo>
                  <a:lnTo>
                    <a:pt x="3213832" y="832504"/>
                  </a:lnTo>
                  <a:lnTo>
                    <a:pt x="3191357" y="825267"/>
                  </a:lnTo>
                  <a:lnTo>
                    <a:pt x="3168883" y="818031"/>
                  </a:lnTo>
                  <a:lnTo>
                    <a:pt x="3146409" y="810794"/>
                  </a:lnTo>
                  <a:lnTo>
                    <a:pt x="3123934" y="803558"/>
                  </a:lnTo>
                  <a:lnTo>
                    <a:pt x="3101460" y="796322"/>
                  </a:lnTo>
                  <a:lnTo>
                    <a:pt x="3078986" y="789086"/>
                  </a:lnTo>
                  <a:lnTo>
                    <a:pt x="3056511" y="781851"/>
                  </a:lnTo>
                  <a:lnTo>
                    <a:pt x="3034037" y="774616"/>
                  </a:lnTo>
                  <a:lnTo>
                    <a:pt x="3011563" y="767381"/>
                  </a:lnTo>
                  <a:lnTo>
                    <a:pt x="2989088" y="760146"/>
                  </a:lnTo>
                  <a:lnTo>
                    <a:pt x="2966614" y="752912"/>
                  </a:lnTo>
                  <a:lnTo>
                    <a:pt x="2944140" y="745678"/>
                  </a:lnTo>
                  <a:lnTo>
                    <a:pt x="2921665" y="738445"/>
                  </a:lnTo>
                  <a:lnTo>
                    <a:pt x="2899191" y="731212"/>
                  </a:lnTo>
                  <a:lnTo>
                    <a:pt x="2876717" y="723980"/>
                  </a:lnTo>
                  <a:lnTo>
                    <a:pt x="2854242" y="716748"/>
                  </a:lnTo>
                  <a:lnTo>
                    <a:pt x="2831768" y="709517"/>
                  </a:lnTo>
                  <a:lnTo>
                    <a:pt x="2809293" y="702286"/>
                  </a:lnTo>
                  <a:lnTo>
                    <a:pt x="2786819" y="695056"/>
                  </a:lnTo>
                  <a:lnTo>
                    <a:pt x="2764345" y="687828"/>
                  </a:lnTo>
                  <a:lnTo>
                    <a:pt x="2741870" y="680600"/>
                  </a:lnTo>
                  <a:lnTo>
                    <a:pt x="2719396" y="673373"/>
                  </a:lnTo>
                  <a:lnTo>
                    <a:pt x="2696922" y="666147"/>
                  </a:lnTo>
                  <a:lnTo>
                    <a:pt x="2674447" y="658923"/>
                  </a:lnTo>
                  <a:lnTo>
                    <a:pt x="2651973" y="651700"/>
                  </a:lnTo>
                  <a:lnTo>
                    <a:pt x="2629499" y="644479"/>
                  </a:lnTo>
                  <a:lnTo>
                    <a:pt x="2607024" y="637261"/>
                  </a:lnTo>
                  <a:lnTo>
                    <a:pt x="2584550" y="630044"/>
                  </a:lnTo>
                  <a:lnTo>
                    <a:pt x="2562076" y="622831"/>
                  </a:lnTo>
                  <a:lnTo>
                    <a:pt x="2539601" y="615621"/>
                  </a:lnTo>
                  <a:lnTo>
                    <a:pt x="2517127" y="608415"/>
                  </a:lnTo>
                  <a:lnTo>
                    <a:pt x="2494653" y="601214"/>
                  </a:lnTo>
                  <a:lnTo>
                    <a:pt x="2472178" y="594019"/>
                  </a:lnTo>
                  <a:lnTo>
                    <a:pt x="2449704" y="586831"/>
                  </a:lnTo>
                  <a:lnTo>
                    <a:pt x="2427230" y="579653"/>
                  </a:lnTo>
                  <a:lnTo>
                    <a:pt x="2404755" y="572487"/>
                  </a:lnTo>
                  <a:lnTo>
                    <a:pt x="2382281" y="565336"/>
                  </a:lnTo>
                  <a:lnTo>
                    <a:pt x="2359806" y="558206"/>
                  </a:lnTo>
                  <a:lnTo>
                    <a:pt x="2337332" y="551104"/>
                  </a:lnTo>
                  <a:lnTo>
                    <a:pt x="2314858" y="544041"/>
                  </a:lnTo>
                  <a:lnTo>
                    <a:pt x="2292383" y="537033"/>
                  </a:lnTo>
                  <a:lnTo>
                    <a:pt x="2269909" y="530106"/>
                  </a:lnTo>
                  <a:lnTo>
                    <a:pt x="2247435" y="523297"/>
                  </a:lnTo>
                  <a:lnTo>
                    <a:pt x="2224960" y="516654"/>
                  </a:lnTo>
                  <a:lnTo>
                    <a:pt x="2202486" y="510233"/>
                  </a:lnTo>
                  <a:lnTo>
                    <a:pt x="2180012" y="504068"/>
                  </a:lnTo>
                  <a:lnTo>
                    <a:pt x="2157537" y="498154"/>
                  </a:lnTo>
                  <a:lnTo>
                    <a:pt x="2135063" y="492446"/>
                  </a:lnTo>
                  <a:lnTo>
                    <a:pt x="2112589" y="486891"/>
                  </a:lnTo>
                  <a:lnTo>
                    <a:pt x="2090114" y="481441"/>
                  </a:lnTo>
                  <a:lnTo>
                    <a:pt x="2067640" y="476064"/>
                  </a:lnTo>
                  <a:lnTo>
                    <a:pt x="2045166" y="470737"/>
                  </a:lnTo>
                  <a:lnTo>
                    <a:pt x="2022691" y="465445"/>
                  </a:lnTo>
                  <a:lnTo>
                    <a:pt x="2000217" y="460180"/>
                  </a:lnTo>
                  <a:lnTo>
                    <a:pt x="1977742" y="454933"/>
                  </a:lnTo>
                  <a:lnTo>
                    <a:pt x="1955268" y="449701"/>
                  </a:lnTo>
                  <a:lnTo>
                    <a:pt x="1932794" y="444479"/>
                  </a:lnTo>
                  <a:lnTo>
                    <a:pt x="1910319" y="439267"/>
                  </a:lnTo>
                  <a:lnTo>
                    <a:pt x="1887845" y="434062"/>
                  </a:lnTo>
                  <a:lnTo>
                    <a:pt x="1865371" y="428862"/>
                  </a:lnTo>
                  <a:lnTo>
                    <a:pt x="1842896" y="423667"/>
                  </a:lnTo>
                  <a:lnTo>
                    <a:pt x="1820422" y="418476"/>
                  </a:lnTo>
                  <a:lnTo>
                    <a:pt x="1797948" y="413288"/>
                  </a:lnTo>
                  <a:lnTo>
                    <a:pt x="1775473" y="408102"/>
                  </a:lnTo>
                  <a:lnTo>
                    <a:pt x="1752999" y="402919"/>
                  </a:lnTo>
                  <a:lnTo>
                    <a:pt x="1730525" y="397739"/>
                  </a:lnTo>
                  <a:lnTo>
                    <a:pt x="1708050" y="392559"/>
                  </a:lnTo>
                  <a:lnTo>
                    <a:pt x="1685576" y="387382"/>
                  </a:lnTo>
                  <a:lnTo>
                    <a:pt x="1663102" y="382206"/>
                  </a:lnTo>
                  <a:lnTo>
                    <a:pt x="1640627" y="377031"/>
                  </a:lnTo>
                  <a:lnTo>
                    <a:pt x="1618153" y="371857"/>
                  </a:lnTo>
                  <a:lnTo>
                    <a:pt x="1595678" y="366683"/>
                  </a:lnTo>
                  <a:lnTo>
                    <a:pt x="1573204" y="361511"/>
                  </a:lnTo>
                  <a:lnTo>
                    <a:pt x="1550730" y="356340"/>
                  </a:lnTo>
                  <a:lnTo>
                    <a:pt x="1528255" y="351169"/>
                  </a:lnTo>
                  <a:lnTo>
                    <a:pt x="1505781" y="345998"/>
                  </a:lnTo>
                  <a:lnTo>
                    <a:pt x="1483307" y="340829"/>
                  </a:lnTo>
                  <a:lnTo>
                    <a:pt x="1460832" y="335660"/>
                  </a:lnTo>
                  <a:lnTo>
                    <a:pt x="1438358" y="330491"/>
                  </a:lnTo>
                  <a:lnTo>
                    <a:pt x="1415884" y="325322"/>
                  </a:lnTo>
                  <a:lnTo>
                    <a:pt x="1393409" y="320154"/>
                  </a:lnTo>
                  <a:lnTo>
                    <a:pt x="1370935" y="314987"/>
                  </a:lnTo>
                  <a:lnTo>
                    <a:pt x="1348461" y="309820"/>
                  </a:lnTo>
                  <a:lnTo>
                    <a:pt x="1325986" y="304653"/>
                  </a:lnTo>
                  <a:lnTo>
                    <a:pt x="1303512" y="299486"/>
                  </a:lnTo>
                  <a:lnTo>
                    <a:pt x="1281038" y="294319"/>
                  </a:lnTo>
                  <a:lnTo>
                    <a:pt x="1258563" y="289153"/>
                  </a:lnTo>
                  <a:lnTo>
                    <a:pt x="1236089" y="283987"/>
                  </a:lnTo>
                  <a:lnTo>
                    <a:pt x="1213615" y="278821"/>
                  </a:lnTo>
                  <a:lnTo>
                    <a:pt x="1191140" y="273656"/>
                  </a:lnTo>
                  <a:lnTo>
                    <a:pt x="1168666" y="268490"/>
                  </a:lnTo>
                  <a:lnTo>
                    <a:pt x="1146191" y="263325"/>
                  </a:lnTo>
                  <a:lnTo>
                    <a:pt x="1123717" y="258160"/>
                  </a:lnTo>
                  <a:lnTo>
                    <a:pt x="1101243" y="252995"/>
                  </a:lnTo>
                  <a:lnTo>
                    <a:pt x="1078768" y="247830"/>
                  </a:lnTo>
                  <a:lnTo>
                    <a:pt x="1056294" y="242666"/>
                  </a:lnTo>
                  <a:lnTo>
                    <a:pt x="1033820" y="237501"/>
                  </a:lnTo>
                  <a:lnTo>
                    <a:pt x="1011345" y="232337"/>
                  </a:lnTo>
                  <a:lnTo>
                    <a:pt x="988871" y="227172"/>
                  </a:lnTo>
                  <a:lnTo>
                    <a:pt x="966397" y="222008"/>
                  </a:lnTo>
                  <a:lnTo>
                    <a:pt x="943922" y="216844"/>
                  </a:lnTo>
                  <a:lnTo>
                    <a:pt x="921448" y="211680"/>
                  </a:lnTo>
                  <a:lnTo>
                    <a:pt x="898974" y="206516"/>
                  </a:lnTo>
                  <a:lnTo>
                    <a:pt x="876499" y="201352"/>
                  </a:lnTo>
                  <a:lnTo>
                    <a:pt x="854025" y="196188"/>
                  </a:lnTo>
                  <a:lnTo>
                    <a:pt x="831551" y="191025"/>
                  </a:lnTo>
                  <a:lnTo>
                    <a:pt x="809076" y="185861"/>
                  </a:lnTo>
                  <a:lnTo>
                    <a:pt x="786602" y="180697"/>
                  </a:lnTo>
                  <a:lnTo>
                    <a:pt x="764127" y="175534"/>
                  </a:lnTo>
                  <a:lnTo>
                    <a:pt x="741653" y="170370"/>
                  </a:lnTo>
                  <a:lnTo>
                    <a:pt x="719179" y="165207"/>
                  </a:lnTo>
                  <a:lnTo>
                    <a:pt x="696704" y="160044"/>
                  </a:lnTo>
                  <a:lnTo>
                    <a:pt x="674230" y="154880"/>
                  </a:lnTo>
                  <a:lnTo>
                    <a:pt x="651756" y="149717"/>
                  </a:lnTo>
                  <a:lnTo>
                    <a:pt x="629281" y="144554"/>
                  </a:lnTo>
                  <a:lnTo>
                    <a:pt x="606807" y="139391"/>
                  </a:lnTo>
                  <a:lnTo>
                    <a:pt x="584333" y="134228"/>
                  </a:lnTo>
                  <a:lnTo>
                    <a:pt x="561858" y="129065"/>
                  </a:lnTo>
                  <a:lnTo>
                    <a:pt x="539384" y="123902"/>
                  </a:lnTo>
                  <a:lnTo>
                    <a:pt x="516910" y="118739"/>
                  </a:lnTo>
                  <a:lnTo>
                    <a:pt x="494435" y="113576"/>
                  </a:lnTo>
                  <a:lnTo>
                    <a:pt x="471961" y="108413"/>
                  </a:lnTo>
                  <a:lnTo>
                    <a:pt x="449487" y="103250"/>
                  </a:lnTo>
                  <a:lnTo>
                    <a:pt x="427012" y="98088"/>
                  </a:lnTo>
                  <a:lnTo>
                    <a:pt x="404538" y="92925"/>
                  </a:lnTo>
                  <a:lnTo>
                    <a:pt x="382063" y="87762"/>
                  </a:lnTo>
                  <a:lnTo>
                    <a:pt x="359589" y="82599"/>
                  </a:lnTo>
                  <a:lnTo>
                    <a:pt x="337115" y="77437"/>
                  </a:lnTo>
                  <a:lnTo>
                    <a:pt x="314640" y="72274"/>
                  </a:lnTo>
                  <a:lnTo>
                    <a:pt x="292166" y="67111"/>
                  </a:lnTo>
                  <a:lnTo>
                    <a:pt x="269692" y="61949"/>
                  </a:lnTo>
                  <a:lnTo>
                    <a:pt x="247217" y="56786"/>
                  </a:lnTo>
                  <a:lnTo>
                    <a:pt x="224743" y="51624"/>
                  </a:lnTo>
                  <a:lnTo>
                    <a:pt x="202269" y="46461"/>
                  </a:lnTo>
                  <a:lnTo>
                    <a:pt x="179794" y="41299"/>
                  </a:lnTo>
                  <a:lnTo>
                    <a:pt x="157320" y="36136"/>
                  </a:lnTo>
                  <a:lnTo>
                    <a:pt x="134846" y="30974"/>
                  </a:lnTo>
                  <a:lnTo>
                    <a:pt x="112371" y="25811"/>
                  </a:lnTo>
                  <a:lnTo>
                    <a:pt x="89897" y="20649"/>
                  </a:lnTo>
                  <a:lnTo>
                    <a:pt x="67423" y="15487"/>
                  </a:lnTo>
                  <a:lnTo>
                    <a:pt x="44948" y="10324"/>
                  </a:lnTo>
                  <a:lnTo>
                    <a:pt x="22474" y="51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266708" y="1581029"/>
              <a:ext cx="3814069" cy="3790655"/>
            </a:xfrm>
            <a:custGeom>
              <a:avLst/>
              <a:pathLst>
                <a:path w="3814069" h="3790655">
                  <a:moveTo>
                    <a:pt x="0" y="3790655"/>
                  </a:moveTo>
                  <a:lnTo>
                    <a:pt x="5986" y="3785003"/>
                  </a:lnTo>
                  <a:lnTo>
                    <a:pt x="29348" y="3762942"/>
                  </a:lnTo>
                  <a:lnTo>
                    <a:pt x="52711" y="3740881"/>
                  </a:lnTo>
                  <a:lnTo>
                    <a:pt x="76073" y="3718820"/>
                  </a:lnTo>
                  <a:lnTo>
                    <a:pt x="99436" y="3696759"/>
                  </a:lnTo>
                  <a:lnTo>
                    <a:pt x="122798" y="3674699"/>
                  </a:lnTo>
                  <a:lnTo>
                    <a:pt x="146161" y="3652638"/>
                  </a:lnTo>
                  <a:lnTo>
                    <a:pt x="169523" y="3630577"/>
                  </a:lnTo>
                  <a:lnTo>
                    <a:pt x="192886" y="3608516"/>
                  </a:lnTo>
                  <a:lnTo>
                    <a:pt x="216248" y="3586455"/>
                  </a:lnTo>
                  <a:lnTo>
                    <a:pt x="239610" y="3564394"/>
                  </a:lnTo>
                  <a:lnTo>
                    <a:pt x="262973" y="3542333"/>
                  </a:lnTo>
                  <a:lnTo>
                    <a:pt x="286335" y="3520273"/>
                  </a:lnTo>
                  <a:lnTo>
                    <a:pt x="309698" y="3498212"/>
                  </a:lnTo>
                  <a:lnTo>
                    <a:pt x="333060" y="3476151"/>
                  </a:lnTo>
                  <a:lnTo>
                    <a:pt x="356423" y="3454090"/>
                  </a:lnTo>
                  <a:lnTo>
                    <a:pt x="379785" y="3432029"/>
                  </a:lnTo>
                  <a:lnTo>
                    <a:pt x="403148" y="3409968"/>
                  </a:lnTo>
                  <a:lnTo>
                    <a:pt x="426510" y="3387907"/>
                  </a:lnTo>
                  <a:lnTo>
                    <a:pt x="449873" y="3365846"/>
                  </a:lnTo>
                  <a:lnTo>
                    <a:pt x="473235" y="3343785"/>
                  </a:lnTo>
                  <a:lnTo>
                    <a:pt x="496598" y="3321724"/>
                  </a:lnTo>
                  <a:lnTo>
                    <a:pt x="519960" y="3299663"/>
                  </a:lnTo>
                  <a:lnTo>
                    <a:pt x="543323" y="3277602"/>
                  </a:lnTo>
                  <a:lnTo>
                    <a:pt x="566685" y="3255540"/>
                  </a:lnTo>
                  <a:lnTo>
                    <a:pt x="590048" y="3233479"/>
                  </a:lnTo>
                  <a:lnTo>
                    <a:pt x="613410" y="3211418"/>
                  </a:lnTo>
                  <a:lnTo>
                    <a:pt x="636773" y="3189357"/>
                  </a:lnTo>
                  <a:lnTo>
                    <a:pt x="660135" y="3167296"/>
                  </a:lnTo>
                  <a:lnTo>
                    <a:pt x="683498" y="3145235"/>
                  </a:lnTo>
                  <a:lnTo>
                    <a:pt x="706860" y="3123173"/>
                  </a:lnTo>
                  <a:lnTo>
                    <a:pt x="730222" y="3101112"/>
                  </a:lnTo>
                  <a:lnTo>
                    <a:pt x="753585" y="3079051"/>
                  </a:lnTo>
                  <a:lnTo>
                    <a:pt x="776947" y="3056989"/>
                  </a:lnTo>
                  <a:lnTo>
                    <a:pt x="800310" y="3034928"/>
                  </a:lnTo>
                  <a:lnTo>
                    <a:pt x="823672" y="3012867"/>
                  </a:lnTo>
                  <a:lnTo>
                    <a:pt x="847035" y="2990805"/>
                  </a:lnTo>
                  <a:lnTo>
                    <a:pt x="870397" y="2968744"/>
                  </a:lnTo>
                  <a:lnTo>
                    <a:pt x="893760" y="2946682"/>
                  </a:lnTo>
                  <a:lnTo>
                    <a:pt x="917122" y="2924621"/>
                  </a:lnTo>
                  <a:lnTo>
                    <a:pt x="940485" y="2902559"/>
                  </a:lnTo>
                  <a:lnTo>
                    <a:pt x="963847" y="2880498"/>
                  </a:lnTo>
                  <a:lnTo>
                    <a:pt x="987210" y="2858436"/>
                  </a:lnTo>
                  <a:lnTo>
                    <a:pt x="1010572" y="2836374"/>
                  </a:lnTo>
                  <a:lnTo>
                    <a:pt x="1033935" y="2814313"/>
                  </a:lnTo>
                  <a:lnTo>
                    <a:pt x="1057297" y="2792251"/>
                  </a:lnTo>
                  <a:lnTo>
                    <a:pt x="1080660" y="2770189"/>
                  </a:lnTo>
                  <a:lnTo>
                    <a:pt x="1104022" y="2748127"/>
                  </a:lnTo>
                  <a:lnTo>
                    <a:pt x="1127385" y="2726065"/>
                  </a:lnTo>
                  <a:lnTo>
                    <a:pt x="1150747" y="2704003"/>
                  </a:lnTo>
                  <a:lnTo>
                    <a:pt x="1174109" y="2681941"/>
                  </a:lnTo>
                  <a:lnTo>
                    <a:pt x="1197472" y="2659878"/>
                  </a:lnTo>
                  <a:lnTo>
                    <a:pt x="1220834" y="2637816"/>
                  </a:lnTo>
                  <a:lnTo>
                    <a:pt x="1244197" y="2615754"/>
                  </a:lnTo>
                  <a:lnTo>
                    <a:pt x="1267559" y="2593691"/>
                  </a:lnTo>
                  <a:lnTo>
                    <a:pt x="1290922" y="2571629"/>
                  </a:lnTo>
                  <a:lnTo>
                    <a:pt x="1314284" y="2549566"/>
                  </a:lnTo>
                  <a:lnTo>
                    <a:pt x="1337647" y="2527503"/>
                  </a:lnTo>
                  <a:lnTo>
                    <a:pt x="1361009" y="2505440"/>
                  </a:lnTo>
                  <a:lnTo>
                    <a:pt x="1384372" y="2483377"/>
                  </a:lnTo>
                  <a:lnTo>
                    <a:pt x="1407734" y="2461314"/>
                  </a:lnTo>
                  <a:lnTo>
                    <a:pt x="1431097" y="2439250"/>
                  </a:lnTo>
                  <a:lnTo>
                    <a:pt x="1454459" y="2417186"/>
                  </a:lnTo>
                  <a:lnTo>
                    <a:pt x="1477822" y="2395123"/>
                  </a:lnTo>
                  <a:lnTo>
                    <a:pt x="1501184" y="2373058"/>
                  </a:lnTo>
                  <a:lnTo>
                    <a:pt x="1524547" y="2350994"/>
                  </a:lnTo>
                  <a:lnTo>
                    <a:pt x="1547909" y="2328929"/>
                  </a:lnTo>
                  <a:lnTo>
                    <a:pt x="1571272" y="2306865"/>
                  </a:lnTo>
                  <a:lnTo>
                    <a:pt x="1594634" y="2284799"/>
                  </a:lnTo>
                  <a:lnTo>
                    <a:pt x="1617996" y="2262734"/>
                  </a:lnTo>
                  <a:lnTo>
                    <a:pt x="1641359" y="2240668"/>
                  </a:lnTo>
                  <a:lnTo>
                    <a:pt x="1664721" y="2218601"/>
                  </a:lnTo>
                  <a:lnTo>
                    <a:pt x="1688084" y="2196534"/>
                  </a:lnTo>
                  <a:lnTo>
                    <a:pt x="1711446" y="2174466"/>
                  </a:lnTo>
                  <a:lnTo>
                    <a:pt x="1734809" y="2152398"/>
                  </a:lnTo>
                  <a:lnTo>
                    <a:pt x="1758171" y="2130328"/>
                  </a:lnTo>
                  <a:lnTo>
                    <a:pt x="1781534" y="2108258"/>
                  </a:lnTo>
                  <a:lnTo>
                    <a:pt x="1804896" y="2086187"/>
                  </a:lnTo>
                  <a:lnTo>
                    <a:pt x="1828259" y="2064114"/>
                  </a:lnTo>
                  <a:lnTo>
                    <a:pt x="1851621" y="2042040"/>
                  </a:lnTo>
                  <a:lnTo>
                    <a:pt x="1874984" y="2019964"/>
                  </a:lnTo>
                  <a:lnTo>
                    <a:pt x="1898346" y="1997885"/>
                  </a:lnTo>
                  <a:lnTo>
                    <a:pt x="1921709" y="1975804"/>
                  </a:lnTo>
                  <a:lnTo>
                    <a:pt x="1945071" y="1953719"/>
                  </a:lnTo>
                  <a:lnTo>
                    <a:pt x="1968434" y="1931629"/>
                  </a:lnTo>
                  <a:lnTo>
                    <a:pt x="1991796" y="1909533"/>
                  </a:lnTo>
                  <a:lnTo>
                    <a:pt x="2015159" y="1887430"/>
                  </a:lnTo>
                  <a:lnTo>
                    <a:pt x="2038521" y="1865315"/>
                  </a:lnTo>
                  <a:lnTo>
                    <a:pt x="2061884" y="1843184"/>
                  </a:lnTo>
                  <a:lnTo>
                    <a:pt x="2085246" y="1821030"/>
                  </a:lnTo>
                  <a:lnTo>
                    <a:pt x="2108608" y="1798839"/>
                  </a:lnTo>
                  <a:lnTo>
                    <a:pt x="2131971" y="1776585"/>
                  </a:lnTo>
                  <a:lnTo>
                    <a:pt x="2155333" y="1754219"/>
                  </a:lnTo>
                  <a:lnTo>
                    <a:pt x="2178696" y="1731640"/>
                  </a:lnTo>
                  <a:lnTo>
                    <a:pt x="2202058" y="1708668"/>
                  </a:lnTo>
                  <a:lnTo>
                    <a:pt x="2225421" y="1685131"/>
                  </a:lnTo>
                  <a:lnTo>
                    <a:pt x="2248783" y="1661071"/>
                  </a:lnTo>
                  <a:lnTo>
                    <a:pt x="2272146" y="1636687"/>
                  </a:lnTo>
                  <a:lnTo>
                    <a:pt x="2295508" y="1612132"/>
                  </a:lnTo>
                  <a:lnTo>
                    <a:pt x="2318871" y="1587485"/>
                  </a:lnTo>
                  <a:lnTo>
                    <a:pt x="2342233" y="1562787"/>
                  </a:lnTo>
                  <a:lnTo>
                    <a:pt x="2365596" y="1538057"/>
                  </a:lnTo>
                  <a:lnTo>
                    <a:pt x="2388958" y="1513306"/>
                  </a:lnTo>
                  <a:lnTo>
                    <a:pt x="2412321" y="1488542"/>
                  </a:lnTo>
                  <a:lnTo>
                    <a:pt x="2435683" y="1463767"/>
                  </a:lnTo>
                  <a:lnTo>
                    <a:pt x="2459046" y="1438985"/>
                  </a:lnTo>
                  <a:lnTo>
                    <a:pt x="2482408" y="1414198"/>
                  </a:lnTo>
                  <a:lnTo>
                    <a:pt x="2505771" y="1389406"/>
                  </a:lnTo>
                  <a:lnTo>
                    <a:pt x="2529133" y="1364611"/>
                  </a:lnTo>
                  <a:lnTo>
                    <a:pt x="2552495" y="1339814"/>
                  </a:lnTo>
                  <a:lnTo>
                    <a:pt x="2575858" y="1315014"/>
                  </a:lnTo>
                  <a:lnTo>
                    <a:pt x="2599220" y="1290212"/>
                  </a:lnTo>
                  <a:lnTo>
                    <a:pt x="2622583" y="1265409"/>
                  </a:lnTo>
                  <a:lnTo>
                    <a:pt x="2645945" y="1240605"/>
                  </a:lnTo>
                  <a:lnTo>
                    <a:pt x="2669308" y="1215800"/>
                  </a:lnTo>
                  <a:lnTo>
                    <a:pt x="2692670" y="1190994"/>
                  </a:lnTo>
                  <a:lnTo>
                    <a:pt x="2716033" y="1166186"/>
                  </a:lnTo>
                  <a:lnTo>
                    <a:pt x="2739395" y="1141379"/>
                  </a:lnTo>
                  <a:lnTo>
                    <a:pt x="2762758" y="1116570"/>
                  </a:lnTo>
                  <a:lnTo>
                    <a:pt x="2786120" y="1091762"/>
                  </a:lnTo>
                  <a:lnTo>
                    <a:pt x="2809483" y="1066952"/>
                  </a:lnTo>
                  <a:lnTo>
                    <a:pt x="2832845" y="1042143"/>
                  </a:lnTo>
                  <a:lnTo>
                    <a:pt x="2856208" y="1017332"/>
                  </a:lnTo>
                  <a:lnTo>
                    <a:pt x="2879570" y="992522"/>
                  </a:lnTo>
                  <a:lnTo>
                    <a:pt x="2902933" y="967711"/>
                  </a:lnTo>
                  <a:lnTo>
                    <a:pt x="2926295" y="942900"/>
                  </a:lnTo>
                  <a:lnTo>
                    <a:pt x="2949658" y="918089"/>
                  </a:lnTo>
                  <a:lnTo>
                    <a:pt x="2973020" y="893278"/>
                  </a:lnTo>
                  <a:lnTo>
                    <a:pt x="2996382" y="868466"/>
                  </a:lnTo>
                  <a:lnTo>
                    <a:pt x="3019745" y="843654"/>
                  </a:lnTo>
                  <a:lnTo>
                    <a:pt x="3043107" y="818842"/>
                  </a:lnTo>
                  <a:lnTo>
                    <a:pt x="3066470" y="794030"/>
                  </a:lnTo>
                  <a:lnTo>
                    <a:pt x="3089832" y="769218"/>
                  </a:lnTo>
                  <a:lnTo>
                    <a:pt x="3113195" y="744405"/>
                  </a:lnTo>
                  <a:lnTo>
                    <a:pt x="3136557" y="719593"/>
                  </a:lnTo>
                  <a:lnTo>
                    <a:pt x="3159920" y="694780"/>
                  </a:lnTo>
                  <a:lnTo>
                    <a:pt x="3183282" y="669967"/>
                  </a:lnTo>
                  <a:lnTo>
                    <a:pt x="3206645" y="645154"/>
                  </a:lnTo>
                  <a:lnTo>
                    <a:pt x="3230007" y="620341"/>
                  </a:lnTo>
                  <a:lnTo>
                    <a:pt x="3253370" y="595528"/>
                  </a:lnTo>
                  <a:lnTo>
                    <a:pt x="3276732" y="570715"/>
                  </a:lnTo>
                  <a:lnTo>
                    <a:pt x="3300095" y="545902"/>
                  </a:lnTo>
                  <a:lnTo>
                    <a:pt x="3323457" y="521089"/>
                  </a:lnTo>
                  <a:lnTo>
                    <a:pt x="3346820" y="496275"/>
                  </a:lnTo>
                  <a:lnTo>
                    <a:pt x="3370182" y="471462"/>
                  </a:lnTo>
                  <a:lnTo>
                    <a:pt x="3393545" y="446649"/>
                  </a:lnTo>
                  <a:lnTo>
                    <a:pt x="3416907" y="421835"/>
                  </a:lnTo>
                  <a:lnTo>
                    <a:pt x="3440270" y="397022"/>
                  </a:lnTo>
                  <a:lnTo>
                    <a:pt x="3463632" y="372208"/>
                  </a:lnTo>
                  <a:lnTo>
                    <a:pt x="3486994" y="347394"/>
                  </a:lnTo>
                  <a:lnTo>
                    <a:pt x="3510357" y="322581"/>
                  </a:lnTo>
                  <a:lnTo>
                    <a:pt x="3533719" y="297767"/>
                  </a:lnTo>
                  <a:lnTo>
                    <a:pt x="3557082" y="272953"/>
                  </a:lnTo>
                  <a:lnTo>
                    <a:pt x="3580444" y="248139"/>
                  </a:lnTo>
                  <a:lnTo>
                    <a:pt x="3603807" y="223325"/>
                  </a:lnTo>
                  <a:lnTo>
                    <a:pt x="3627169" y="198512"/>
                  </a:lnTo>
                  <a:lnTo>
                    <a:pt x="3650532" y="173698"/>
                  </a:lnTo>
                  <a:lnTo>
                    <a:pt x="3673894" y="148884"/>
                  </a:lnTo>
                  <a:lnTo>
                    <a:pt x="3697257" y="124070"/>
                  </a:lnTo>
                  <a:lnTo>
                    <a:pt x="3720619" y="99256"/>
                  </a:lnTo>
                  <a:lnTo>
                    <a:pt x="3743982" y="74442"/>
                  </a:lnTo>
                  <a:lnTo>
                    <a:pt x="3767344" y="49628"/>
                  </a:lnTo>
                  <a:lnTo>
                    <a:pt x="3790707" y="24814"/>
                  </a:lnTo>
                  <a:lnTo>
                    <a:pt x="3814069" y="0"/>
                  </a:lnTo>
                  <a:lnTo>
                    <a:pt x="3814069" y="189247"/>
                  </a:lnTo>
                  <a:lnTo>
                    <a:pt x="3790707" y="211308"/>
                  </a:lnTo>
                  <a:lnTo>
                    <a:pt x="3767344" y="233369"/>
                  </a:lnTo>
                  <a:lnTo>
                    <a:pt x="3743982" y="255430"/>
                  </a:lnTo>
                  <a:lnTo>
                    <a:pt x="3720619" y="277491"/>
                  </a:lnTo>
                  <a:lnTo>
                    <a:pt x="3697257" y="299553"/>
                  </a:lnTo>
                  <a:lnTo>
                    <a:pt x="3673894" y="321614"/>
                  </a:lnTo>
                  <a:lnTo>
                    <a:pt x="3650532" y="343675"/>
                  </a:lnTo>
                  <a:lnTo>
                    <a:pt x="3627169" y="365737"/>
                  </a:lnTo>
                  <a:lnTo>
                    <a:pt x="3603807" y="387798"/>
                  </a:lnTo>
                  <a:lnTo>
                    <a:pt x="3580444" y="409859"/>
                  </a:lnTo>
                  <a:lnTo>
                    <a:pt x="3557082" y="431921"/>
                  </a:lnTo>
                  <a:lnTo>
                    <a:pt x="3533719" y="453982"/>
                  </a:lnTo>
                  <a:lnTo>
                    <a:pt x="3510357" y="476044"/>
                  </a:lnTo>
                  <a:lnTo>
                    <a:pt x="3486994" y="498105"/>
                  </a:lnTo>
                  <a:lnTo>
                    <a:pt x="3463632" y="520167"/>
                  </a:lnTo>
                  <a:lnTo>
                    <a:pt x="3440270" y="542229"/>
                  </a:lnTo>
                  <a:lnTo>
                    <a:pt x="3416907" y="564290"/>
                  </a:lnTo>
                  <a:lnTo>
                    <a:pt x="3393545" y="586352"/>
                  </a:lnTo>
                  <a:lnTo>
                    <a:pt x="3370182" y="608414"/>
                  </a:lnTo>
                  <a:lnTo>
                    <a:pt x="3346820" y="630476"/>
                  </a:lnTo>
                  <a:lnTo>
                    <a:pt x="3323457" y="652538"/>
                  </a:lnTo>
                  <a:lnTo>
                    <a:pt x="3300095" y="674600"/>
                  </a:lnTo>
                  <a:lnTo>
                    <a:pt x="3276732" y="696662"/>
                  </a:lnTo>
                  <a:lnTo>
                    <a:pt x="3253370" y="718724"/>
                  </a:lnTo>
                  <a:lnTo>
                    <a:pt x="3230007" y="740786"/>
                  </a:lnTo>
                  <a:lnTo>
                    <a:pt x="3206645" y="762848"/>
                  </a:lnTo>
                  <a:lnTo>
                    <a:pt x="3183282" y="784911"/>
                  </a:lnTo>
                  <a:lnTo>
                    <a:pt x="3159920" y="806973"/>
                  </a:lnTo>
                  <a:lnTo>
                    <a:pt x="3136557" y="829036"/>
                  </a:lnTo>
                  <a:lnTo>
                    <a:pt x="3113195" y="851098"/>
                  </a:lnTo>
                  <a:lnTo>
                    <a:pt x="3089832" y="873161"/>
                  </a:lnTo>
                  <a:lnTo>
                    <a:pt x="3066470" y="895224"/>
                  </a:lnTo>
                  <a:lnTo>
                    <a:pt x="3043107" y="917287"/>
                  </a:lnTo>
                  <a:lnTo>
                    <a:pt x="3019745" y="939350"/>
                  </a:lnTo>
                  <a:lnTo>
                    <a:pt x="2996382" y="961414"/>
                  </a:lnTo>
                  <a:lnTo>
                    <a:pt x="2973020" y="983477"/>
                  </a:lnTo>
                  <a:lnTo>
                    <a:pt x="2949658" y="1005541"/>
                  </a:lnTo>
                  <a:lnTo>
                    <a:pt x="2926295" y="1027605"/>
                  </a:lnTo>
                  <a:lnTo>
                    <a:pt x="2902933" y="1049669"/>
                  </a:lnTo>
                  <a:lnTo>
                    <a:pt x="2879570" y="1071734"/>
                  </a:lnTo>
                  <a:lnTo>
                    <a:pt x="2856208" y="1093799"/>
                  </a:lnTo>
                  <a:lnTo>
                    <a:pt x="2832845" y="1115864"/>
                  </a:lnTo>
                  <a:lnTo>
                    <a:pt x="2809483" y="1137930"/>
                  </a:lnTo>
                  <a:lnTo>
                    <a:pt x="2786120" y="1159995"/>
                  </a:lnTo>
                  <a:lnTo>
                    <a:pt x="2762758" y="1182062"/>
                  </a:lnTo>
                  <a:lnTo>
                    <a:pt x="2739395" y="1204129"/>
                  </a:lnTo>
                  <a:lnTo>
                    <a:pt x="2716033" y="1226196"/>
                  </a:lnTo>
                  <a:lnTo>
                    <a:pt x="2692670" y="1248265"/>
                  </a:lnTo>
                  <a:lnTo>
                    <a:pt x="2669308" y="1270334"/>
                  </a:lnTo>
                  <a:lnTo>
                    <a:pt x="2645945" y="1292403"/>
                  </a:lnTo>
                  <a:lnTo>
                    <a:pt x="2622583" y="1314474"/>
                  </a:lnTo>
                  <a:lnTo>
                    <a:pt x="2599220" y="1336547"/>
                  </a:lnTo>
                  <a:lnTo>
                    <a:pt x="2575858" y="1358620"/>
                  </a:lnTo>
                  <a:lnTo>
                    <a:pt x="2552495" y="1380696"/>
                  </a:lnTo>
                  <a:lnTo>
                    <a:pt x="2529133" y="1402774"/>
                  </a:lnTo>
                  <a:lnTo>
                    <a:pt x="2505771" y="1424854"/>
                  </a:lnTo>
                  <a:lnTo>
                    <a:pt x="2482408" y="1446938"/>
                  </a:lnTo>
                  <a:lnTo>
                    <a:pt x="2459046" y="1469025"/>
                  </a:lnTo>
                  <a:lnTo>
                    <a:pt x="2435683" y="1491119"/>
                  </a:lnTo>
                  <a:lnTo>
                    <a:pt x="2412321" y="1513219"/>
                  </a:lnTo>
                  <a:lnTo>
                    <a:pt x="2388958" y="1535330"/>
                  </a:lnTo>
                  <a:lnTo>
                    <a:pt x="2365596" y="1557455"/>
                  </a:lnTo>
                  <a:lnTo>
                    <a:pt x="2342233" y="1579600"/>
                  </a:lnTo>
                  <a:lnTo>
                    <a:pt x="2318871" y="1601777"/>
                  </a:lnTo>
                  <a:lnTo>
                    <a:pt x="2295508" y="1624006"/>
                  </a:lnTo>
                  <a:lnTo>
                    <a:pt x="2272146" y="1646326"/>
                  </a:lnTo>
                  <a:lnTo>
                    <a:pt x="2248783" y="1668817"/>
                  </a:lnTo>
                  <a:lnTo>
                    <a:pt x="2225421" y="1691632"/>
                  </a:lnTo>
                  <a:lnTo>
                    <a:pt x="2202058" y="1714970"/>
                  </a:lnTo>
                  <a:lnTo>
                    <a:pt x="2178696" y="1738874"/>
                  </a:lnTo>
                  <a:lnTo>
                    <a:pt x="2155333" y="1763170"/>
                  </a:lnTo>
                  <a:lnTo>
                    <a:pt x="2131971" y="1787679"/>
                  </a:lnTo>
                  <a:lnTo>
                    <a:pt x="2108608" y="1812301"/>
                  </a:lnTo>
                  <a:lnTo>
                    <a:pt x="2085246" y="1836984"/>
                  </a:lnTo>
                  <a:lnTo>
                    <a:pt x="2061884" y="1861705"/>
                  </a:lnTo>
                  <a:lnTo>
                    <a:pt x="2038521" y="1886450"/>
                  </a:lnTo>
                  <a:lnTo>
                    <a:pt x="2015159" y="1911211"/>
                  </a:lnTo>
                  <a:lnTo>
                    <a:pt x="1991796" y="1935982"/>
                  </a:lnTo>
                  <a:lnTo>
                    <a:pt x="1968434" y="1960762"/>
                  </a:lnTo>
                  <a:lnTo>
                    <a:pt x="1945071" y="1985547"/>
                  </a:lnTo>
                  <a:lnTo>
                    <a:pt x="1921709" y="2010338"/>
                  </a:lnTo>
                  <a:lnTo>
                    <a:pt x="1898346" y="2035132"/>
                  </a:lnTo>
                  <a:lnTo>
                    <a:pt x="1874984" y="2059928"/>
                  </a:lnTo>
                  <a:lnTo>
                    <a:pt x="1851621" y="2084727"/>
                  </a:lnTo>
                  <a:lnTo>
                    <a:pt x="1828259" y="2109528"/>
                  </a:lnTo>
                  <a:lnTo>
                    <a:pt x="1804896" y="2134331"/>
                  </a:lnTo>
                  <a:lnTo>
                    <a:pt x="1781534" y="2159135"/>
                  </a:lnTo>
                  <a:lnTo>
                    <a:pt x="1758171" y="2183940"/>
                  </a:lnTo>
                  <a:lnTo>
                    <a:pt x="1734809" y="2208746"/>
                  </a:lnTo>
                  <a:lnTo>
                    <a:pt x="1711446" y="2233553"/>
                  </a:lnTo>
                  <a:lnTo>
                    <a:pt x="1688084" y="2258360"/>
                  </a:lnTo>
                  <a:lnTo>
                    <a:pt x="1664721" y="2283168"/>
                  </a:lnTo>
                  <a:lnTo>
                    <a:pt x="1641359" y="2307977"/>
                  </a:lnTo>
                  <a:lnTo>
                    <a:pt x="1617996" y="2332786"/>
                  </a:lnTo>
                  <a:lnTo>
                    <a:pt x="1594634" y="2357596"/>
                  </a:lnTo>
                  <a:lnTo>
                    <a:pt x="1571272" y="2382406"/>
                  </a:lnTo>
                  <a:lnTo>
                    <a:pt x="1547909" y="2407216"/>
                  </a:lnTo>
                  <a:lnTo>
                    <a:pt x="1524547" y="2432026"/>
                  </a:lnTo>
                  <a:lnTo>
                    <a:pt x="1501184" y="2456837"/>
                  </a:lnTo>
                  <a:lnTo>
                    <a:pt x="1477822" y="2481649"/>
                  </a:lnTo>
                  <a:lnTo>
                    <a:pt x="1454459" y="2506460"/>
                  </a:lnTo>
                  <a:lnTo>
                    <a:pt x="1431097" y="2531272"/>
                  </a:lnTo>
                  <a:lnTo>
                    <a:pt x="1407734" y="2556083"/>
                  </a:lnTo>
                  <a:lnTo>
                    <a:pt x="1384372" y="2580895"/>
                  </a:lnTo>
                  <a:lnTo>
                    <a:pt x="1361009" y="2605707"/>
                  </a:lnTo>
                  <a:lnTo>
                    <a:pt x="1337647" y="2630520"/>
                  </a:lnTo>
                  <a:lnTo>
                    <a:pt x="1314284" y="2655332"/>
                  </a:lnTo>
                  <a:lnTo>
                    <a:pt x="1290922" y="2680145"/>
                  </a:lnTo>
                  <a:lnTo>
                    <a:pt x="1267559" y="2704957"/>
                  </a:lnTo>
                  <a:lnTo>
                    <a:pt x="1244197" y="2729770"/>
                  </a:lnTo>
                  <a:lnTo>
                    <a:pt x="1220834" y="2754583"/>
                  </a:lnTo>
                  <a:lnTo>
                    <a:pt x="1197472" y="2779396"/>
                  </a:lnTo>
                  <a:lnTo>
                    <a:pt x="1174109" y="2804209"/>
                  </a:lnTo>
                  <a:lnTo>
                    <a:pt x="1150747" y="2829022"/>
                  </a:lnTo>
                  <a:lnTo>
                    <a:pt x="1127385" y="2853835"/>
                  </a:lnTo>
                  <a:lnTo>
                    <a:pt x="1104022" y="2878648"/>
                  </a:lnTo>
                  <a:lnTo>
                    <a:pt x="1080660" y="2903462"/>
                  </a:lnTo>
                  <a:lnTo>
                    <a:pt x="1057297" y="2928275"/>
                  </a:lnTo>
                  <a:lnTo>
                    <a:pt x="1033935" y="2953088"/>
                  </a:lnTo>
                  <a:lnTo>
                    <a:pt x="1010572" y="2977902"/>
                  </a:lnTo>
                  <a:lnTo>
                    <a:pt x="987210" y="3002715"/>
                  </a:lnTo>
                  <a:lnTo>
                    <a:pt x="963847" y="3027529"/>
                  </a:lnTo>
                  <a:lnTo>
                    <a:pt x="940485" y="3052343"/>
                  </a:lnTo>
                  <a:lnTo>
                    <a:pt x="917122" y="3077156"/>
                  </a:lnTo>
                  <a:lnTo>
                    <a:pt x="893760" y="3101970"/>
                  </a:lnTo>
                  <a:lnTo>
                    <a:pt x="870397" y="3126784"/>
                  </a:lnTo>
                  <a:lnTo>
                    <a:pt x="847035" y="3151598"/>
                  </a:lnTo>
                  <a:lnTo>
                    <a:pt x="823672" y="3176411"/>
                  </a:lnTo>
                  <a:lnTo>
                    <a:pt x="800310" y="3201225"/>
                  </a:lnTo>
                  <a:lnTo>
                    <a:pt x="776947" y="3226039"/>
                  </a:lnTo>
                  <a:lnTo>
                    <a:pt x="753585" y="3250853"/>
                  </a:lnTo>
                  <a:lnTo>
                    <a:pt x="730222" y="3275667"/>
                  </a:lnTo>
                  <a:lnTo>
                    <a:pt x="706860" y="3300481"/>
                  </a:lnTo>
                  <a:lnTo>
                    <a:pt x="683498" y="3325295"/>
                  </a:lnTo>
                  <a:lnTo>
                    <a:pt x="660135" y="3350109"/>
                  </a:lnTo>
                  <a:lnTo>
                    <a:pt x="636773" y="3374923"/>
                  </a:lnTo>
                  <a:lnTo>
                    <a:pt x="613410" y="3399737"/>
                  </a:lnTo>
                  <a:lnTo>
                    <a:pt x="590048" y="3424551"/>
                  </a:lnTo>
                  <a:lnTo>
                    <a:pt x="566685" y="3449365"/>
                  </a:lnTo>
                  <a:lnTo>
                    <a:pt x="543323" y="3474180"/>
                  </a:lnTo>
                  <a:lnTo>
                    <a:pt x="519960" y="3498994"/>
                  </a:lnTo>
                  <a:lnTo>
                    <a:pt x="496598" y="3523808"/>
                  </a:lnTo>
                  <a:lnTo>
                    <a:pt x="473235" y="3548622"/>
                  </a:lnTo>
                  <a:lnTo>
                    <a:pt x="449873" y="3573436"/>
                  </a:lnTo>
                  <a:lnTo>
                    <a:pt x="426510" y="3598251"/>
                  </a:lnTo>
                  <a:lnTo>
                    <a:pt x="403148" y="3623065"/>
                  </a:lnTo>
                  <a:lnTo>
                    <a:pt x="379785" y="3647879"/>
                  </a:lnTo>
                  <a:lnTo>
                    <a:pt x="356423" y="3672693"/>
                  </a:lnTo>
                  <a:lnTo>
                    <a:pt x="333060" y="3697508"/>
                  </a:lnTo>
                  <a:lnTo>
                    <a:pt x="309698" y="3722322"/>
                  </a:lnTo>
                  <a:lnTo>
                    <a:pt x="286335" y="3747136"/>
                  </a:lnTo>
                  <a:lnTo>
                    <a:pt x="262973" y="3771951"/>
                  </a:lnTo>
                  <a:lnTo>
                    <a:pt x="245363" y="3790655"/>
                  </a:lnTo>
                  <a:close/>
                </a:path>
              </a:pathLst>
            </a:custGeom>
            <a:solidFill>
              <a:srgbClr val="D53E4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266708" y="1581029"/>
              <a:ext cx="3814069" cy="3790655"/>
            </a:xfrm>
            <a:custGeom>
              <a:avLst/>
              <a:pathLst>
                <a:path w="3814069" h="3790655">
                  <a:moveTo>
                    <a:pt x="0" y="3790655"/>
                  </a:moveTo>
                  <a:lnTo>
                    <a:pt x="5986" y="3785003"/>
                  </a:lnTo>
                  <a:lnTo>
                    <a:pt x="29348" y="3762942"/>
                  </a:lnTo>
                  <a:lnTo>
                    <a:pt x="52711" y="3740881"/>
                  </a:lnTo>
                  <a:lnTo>
                    <a:pt x="76073" y="3718820"/>
                  </a:lnTo>
                  <a:lnTo>
                    <a:pt x="99436" y="3696759"/>
                  </a:lnTo>
                  <a:lnTo>
                    <a:pt x="122798" y="3674699"/>
                  </a:lnTo>
                  <a:lnTo>
                    <a:pt x="146161" y="3652638"/>
                  </a:lnTo>
                  <a:lnTo>
                    <a:pt x="169523" y="3630577"/>
                  </a:lnTo>
                  <a:lnTo>
                    <a:pt x="192886" y="3608516"/>
                  </a:lnTo>
                  <a:lnTo>
                    <a:pt x="216248" y="3586455"/>
                  </a:lnTo>
                  <a:lnTo>
                    <a:pt x="239610" y="3564394"/>
                  </a:lnTo>
                  <a:lnTo>
                    <a:pt x="262973" y="3542333"/>
                  </a:lnTo>
                  <a:lnTo>
                    <a:pt x="286335" y="3520273"/>
                  </a:lnTo>
                  <a:lnTo>
                    <a:pt x="309698" y="3498212"/>
                  </a:lnTo>
                  <a:lnTo>
                    <a:pt x="333060" y="3476151"/>
                  </a:lnTo>
                  <a:lnTo>
                    <a:pt x="356423" y="3454090"/>
                  </a:lnTo>
                  <a:lnTo>
                    <a:pt x="379785" y="3432029"/>
                  </a:lnTo>
                  <a:lnTo>
                    <a:pt x="403148" y="3409968"/>
                  </a:lnTo>
                  <a:lnTo>
                    <a:pt x="426510" y="3387907"/>
                  </a:lnTo>
                  <a:lnTo>
                    <a:pt x="449873" y="3365846"/>
                  </a:lnTo>
                  <a:lnTo>
                    <a:pt x="473235" y="3343785"/>
                  </a:lnTo>
                  <a:lnTo>
                    <a:pt x="496598" y="3321724"/>
                  </a:lnTo>
                  <a:lnTo>
                    <a:pt x="519960" y="3299663"/>
                  </a:lnTo>
                  <a:lnTo>
                    <a:pt x="543323" y="3277602"/>
                  </a:lnTo>
                  <a:lnTo>
                    <a:pt x="566685" y="3255540"/>
                  </a:lnTo>
                  <a:lnTo>
                    <a:pt x="590048" y="3233479"/>
                  </a:lnTo>
                  <a:lnTo>
                    <a:pt x="613410" y="3211418"/>
                  </a:lnTo>
                  <a:lnTo>
                    <a:pt x="636773" y="3189357"/>
                  </a:lnTo>
                  <a:lnTo>
                    <a:pt x="660135" y="3167296"/>
                  </a:lnTo>
                  <a:lnTo>
                    <a:pt x="683498" y="3145235"/>
                  </a:lnTo>
                  <a:lnTo>
                    <a:pt x="706860" y="3123173"/>
                  </a:lnTo>
                  <a:lnTo>
                    <a:pt x="730222" y="3101112"/>
                  </a:lnTo>
                  <a:lnTo>
                    <a:pt x="753585" y="3079051"/>
                  </a:lnTo>
                  <a:lnTo>
                    <a:pt x="776947" y="3056989"/>
                  </a:lnTo>
                  <a:lnTo>
                    <a:pt x="800310" y="3034928"/>
                  </a:lnTo>
                  <a:lnTo>
                    <a:pt x="823672" y="3012867"/>
                  </a:lnTo>
                  <a:lnTo>
                    <a:pt x="847035" y="2990805"/>
                  </a:lnTo>
                  <a:lnTo>
                    <a:pt x="870397" y="2968744"/>
                  </a:lnTo>
                  <a:lnTo>
                    <a:pt x="893760" y="2946682"/>
                  </a:lnTo>
                  <a:lnTo>
                    <a:pt x="917122" y="2924621"/>
                  </a:lnTo>
                  <a:lnTo>
                    <a:pt x="940485" y="2902559"/>
                  </a:lnTo>
                  <a:lnTo>
                    <a:pt x="963847" y="2880498"/>
                  </a:lnTo>
                  <a:lnTo>
                    <a:pt x="987210" y="2858436"/>
                  </a:lnTo>
                  <a:lnTo>
                    <a:pt x="1010572" y="2836374"/>
                  </a:lnTo>
                  <a:lnTo>
                    <a:pt x="1033935" y="2814313"/>
                  </a:lnTo>
                  <a:lnTo>
                    <a:pt x="1057297" y="2792251"/>
                  </a:lnTo>
                  <a:lnTo>
                    <a:pt x="1080660" y="2770189"/>
                  </a:lnTo>
                  <a:lnTo>
                    <a:pt x="1104022" y="2748127"/>
                  </a:lnTo>
                  <a:lnTo>
                    <a:pt x="1127385" y="2726065"/>
                  </a:lnTo>
                  <a:lnTo>
                    <a:pt x="1150747" y="2704003"/>
                  </a:lnTo>
                  <a:lnTo>
                    <a:pt x="1174109" y="2681941"/>
                  </a:lnTo>
                  <a:lnTo>
                    <a:pt x="1197472" y="2659878"/>
                  </a:lnTo>
                  <a:lnTo>
                    <a:pt x="1220834" y="2637816"/>
                  </a:lnTo>
                  <a:lnTo>
                    <a:pt x="1244197" y="2615754"/>
                  </a:lnTo>
                  <a:lnTo>
                    <a:pt x="1267559" y="2593691"/>
                  </a:lnTo>
                  <a:lnTo>
                    <a:pt x="1290922" y="2571629"/>
                  </a:lnTo>
                  <a:lnTo>
                    <a:pt x="1314284" y="2549566"/>
                  </a:lnTo>
                  <a:lnTo>
                    <a:pt x="1337647" y="2527503"/>
                  </a:lnTo>
                  <a:lnTo>
                    <a:pt x="1361009" y="2505440"/>
                  </a:lnTo>
                  <a:lnTo>
                    <a:pt x="1384372" y="2483377"/>
                  </a:lnTo>
                  <a:lnTo>
                    <a:pt x="1407734" y="2461314"/>
                  </a:lnTo>
                  <a:lnTo>
                    <a:pt x="1431097" y="2439250"/>
                  </a:lnTo>
                  <a:lnTo>
                    <a:pt x="1454459" y="2417186"/>
                  </a:lnTo>
                  <a:lnTo>
                    <a:pt x="1477822" y="2395123"/>
                  </a:lnTo>
                  <a:lnTo>
                    <a:pt x="1501184" y="2373058"/>
                  </a:lnTo>
                  <a:lnTo>
                    <a:pt x="1524547" y="2350994"/>
                  </a:lnTo>
                  <a:lnTo>
                    <a:pt x="1547909" y="2328929"/>
                  </a:lnTo>
                  <a:lnTo>
                    <a:pt x="1571272" y="2306865"/>
                  </a:lnTo>
                  <a:lnTo>
                    <a:pt x="1594634" y="2284799"/>
                  </a:lnTo>
                  <a:lnTo>
                    <a:pt x="1617996" y="2262734"/>
                  </a:lnTo>
                  <a:lnTo>
                    <a:pt x="1641359" y="2240668"/>
                  </a:lnTo>
                  <a:lnTo>
                    <a:pt x="1664721" y="2218601"/>
                  </a:lnTo>
                  <a:lnTo>
                    <a:pt x="1688084" y="2196534"/>
                  </a:lnTo>
                  <a:lnTo>
                    <a:pt x="1711446" y="2174466"/>
                  </a:lnTo>
                  <a:lnTo>
                    <a:pt x="1734809" y="2152398"/>
                  </a:lnTo>
                  <a:lnTo>
                    <a:pt x="1758171" y="2130328"/>
                  </a:lnTo>
                  <a:lnTo>
                    <a:pt x="1781534" y="2108258"/>
                  </a:lnTo>
                  <a:lnTo>
                    <a:pt x="1804896" y="2086187"/>
                  </a:lnTo>
                  <a:lnTo>
                    <a:pt x="1828259" y="2064114"/>
                  </a:lnTo>
                  <a:lnTo>
                    <a:pt x="1851621" y="2042040"/>
                  </a:lnTo>
                  <a:lnTo>
                    <a:pt x="1874984" y="2019964"/>
                  </a:lnTo>
                  <a:lnTo>
                    <a:pt x="1898346" y="1997885"/>
                  </a:lnTo>
                  <a:lnTo>
                    <a:pt x="1921709" y="1975804"/>
                  </a:lnTo>
                  <a:lnTo>
                    <a:pt x="1945071" y="1953719"/>
                  </a:lnTo>
                  <a:lnTo>
                    <a:pt x="1968434" y="1931629"/>
                  </a:lnTo>
                  <a:lnTo>
                    <a:pt x="1991796" y="1909533"/>
                  </a:lnTo>
                  <a:lnTo>
                    <a:pt x="2015159" y="1887430"/>
                  </a:lnTo>
                  <a:lnTo>
                    <a:pt x="2038521" y="1865315"/>
                  </a:lnTo>
                  <a:lnTo>
                    <a:pt x="2061884" y="1843184"/>
                  </a:lnTo>
                  <a:lnTo>
                    <a:pt x="2085246" y="1821030"/>
                  </a:lnTo>
                  <a:lnTo>
                    <a:pt x="2108608" y="1798839"/>
                  </a:lnTo>
                  <a:lnTo>
                    <a:pt x="2131971" y="1776585"/>
                  </a:lnTo>
                  <a:lnTo>
                    <a:pt x="2155333" y="1754219"/>
                  </a:lnTo>
                  <a:lnTo>
                    <a:pt x="2178696" y="1731640"/>
                  </a:lnTo>
                  <a:lnTo>
                    <a:pt x="2202058" y="1708668"/>
                  </a:lnTo>
                  <a:lnTo>
                    <a:pt x="2225421" y="1685131"/>
                  </a:lnTo>
                  <a:lnTo>
                    <a:pt x="2248783" y="1661071"/>
                  </a:lnTo>
                  <a:lnTo>
                    <a:pt x="2272146" y="1636687"/>
                  </a:lnTo>
                  <a:lnTo>
                    <a:pt x="2295508" y="1612132"/>
                  </a:lnTo>
                  <a:lnTo>
                    <a:pt x="2318871" y="1587485"/>
                  </a:lnTo>
                  <a:lnTo>
                    <a:pt x="2342233" y="1562787"/>
                  </a:lnTo>
                  <a:lnTo>
                    <a:pt x="2365596" y="1538057"/>
                  </a:lnTo>
                  <a:lnTo>
                    <a:pt x="2388958" y="1513306"/>
                  </a:lnTo>
                  <a:lnTo>
                    <a:pt x="2412321" y="1488542"/>
                  </a:lnTo>
                  <a:lnTo>
                    <a:pt x="2435683" y="1463767"/>
                  </a:lnTo>
                  <a:lnTo>
                    <a:pt x="2459046" y="1438985"/>
                  </a:lnTo>
                  <a:lnTo>
                    <a:pt x="2482408" y="1414198"/>
                  </a:lnTo>
                  <a:lnTo>
                    <a:pt x="2505771" y="1389406"/>
                  </a:lnTo>
                  <a:lnTo>
                    <a:pt x="2529133" y="1364611"/>
                  </a:lnTo>
                  <a:lnTo>
                    <a:pt x="2552495" y="1339814"/>
                  </a:lnTo>
                  <a:lnTo>
                    <a:pt x="2575858" y="1315014"/>
                  </a:lnTo>
                  <a:lnTo>
                    <a:pt x="2599220" y="1290212"/>
                  </a:lnTo>
                  <a:lnTo>
                    <a:pt x="2622583" y="1265409"/>
                  </a:lnTo>
                  <a:lnTo>
                    <a:pt x="2645945" y="1240605"/>
                  </a:lnTo>
                  <a:lnTo>
                    <a:pt x="2669308" y="1215800"/>
                  </a:lnTo>
                  <a:lnTo>
                    <a:pt x="2692670" y="1190994"/>
                  </a:lnTo>
                  <a:lnTo>
                    <a:pt x="2716033" y="1166186"/>
                  </a:lnTo>
                  <a:lnTo>
                    <a:pt x="2739395" y="1141379"/>
                  </a:lnTo>
                  <a:lnTo>
                    <a:pt x="2762758" y="1116570"/>
                  </a:lnTo>
                  <a:lnTo>
                    <a:pt x="2786120" y="1091762"/>
                  </a:lnTo>
                  <a:lnTo>
                    <a:pt x="2809483" y="1066952"/>
                  </a:lnTo>
                  <a:lnTo>
                    <a:pt x="2832845" y="1042143"/>
                  </a:lnTo>
                  <a:lnTo>
                    <a:pt x="2856208" y="1017332"/>
                  </a:lnTo>
                  <a:lnTo>
                    <a:pt x="2879570" y="992522"/>
                  </a:lnTo>
                  <a:lnTo>
                    <a:pt x="2902933" y="967711"/>
                  </a:lnTo>
                  <a:lnTo>
                    <a:pt x="2926295" y="942900"/>
                  </a:lnTo>
                  <a:lnTo>
                    <a:pt x="2949658" y="918089"/>
                  </a:lnTo>
                  <a:lnTo>
                    <a:pt x="2973020" y="893278"/>
                  </a:lnTo>
                  <a:lnTo>
                    <a:pt x="2996382" y="868466"/>
                  </a:lnTo>
                  <a:lnTo>
                    <a:pt x="3019745" y="843654"/>
                  </a:lnTo>
                  <a:lnTo>
                    <a:pt x="3043107" y="818842"/>
                  </a:lnTo>
                  <a:lnTo>
                    <a:pt x="3066470" y="794030"/>
                  </a:lnTo>
                  <a:lnTo>
                    <a:pt x="3089832" y="769218"/>
                  </a:lnTo>
                  <a:lnTo>
                    <a:pt x="3113195" y="744405"/>
                  </a:lnTo>
                  <a:lnTo>
                    <a:pt x="3136557" y="719593"/>
                  </a:lnTo>
                  <a:lnTo>
                    <a:pt x="3159920" y="694780"/>
                  </a:lnTo>
                  <a:lnTo>
                    <a:pt x="3183282" y="669967"/>
                  </a:lnTo>
                  <a:lnTo>
                    <a:pt x="3206645" y="645154"/>
                  </a:lnTo>
                  <a:lnTo>
                    <a:pt x="3230007" y="620341"/>
                  </a:lnTo>
                  <a:lnTo>
                    <a:pt x="3253370" y="595528"/>
                  </a:lnTo>
                  <a:lnTo>
                    <a:pt x="3276732" y="570715"/>
                  </a:lnTo>
                  <a:lnTo>
                    <a:pt x="3300095" y="545902"/>
                  </a:lnTo>
                  <a:lnTo>
                    <a:pt x="3323457" y="521089"/>
                  </a:lnTo>
                  <a:lnTo>
                    <a:pt x="3346820" y="496275"/>
                  </a:lnTo>
                  <a:lnTo>
                    <a:pt x="3370182" y="471462"/>
                  </a:lnTo>
                  <a:lnTo>
                    <a:pt x="3393545" y="446649"/>
                  </a:lnTo>
                  <a:lnTo>
                    <a:pt x="3416907" y="421835"/>
                  </a:lnTo>
                  <a:lnTo>
                    <a:pt x="3440270" y="397022"/>
                  </a:lnTo>
                  <a:lnTo>
                    <a:pt x="3463632" y="372208"/>
                  </a:lnTo>
                  <a:lnTo>
                    <a:pt x="3486994" y="347394"/>
                  </a:lnTo>
                  <a:lnTo>
                    <a:pt x="3510357" y="322581"/>
                  </a:lnTo>
                  <a:lnTo>
                    <a:pt x="3533719" y="297767"/>
                  </a:lnTo>
                  <a:lnTo>
                    <a:pt x="3557082" y="272953"/>
                  </a:lnTo>
                  <a:lnTo>
                    <a:pt x="3580444" y="248139"/>
                  </a:lnTo>
                  <a:lnTo>
                    <a:pt x="3603807" y="223325"/>
                  </a:lnTo>
                  <a:lnTo>
                    <a:pt x="3627169" y="198512"/>
                  </a:lnTo>
                  <a:lnTo>
                    <a:pt x="3650532" y="173698"/>
                  </a:lnTo>
                  <a:lnTo>
                    <a:pt x="3673894" y="148884"/>
                  </a:lnTo>
                  <a:lnTo>
                    <a:pt x="3697257" y="124070"/>
                  </a:lnTo>
                  <a:lnTo>
                    <a:pt x="3720619" y="99256"/>
                  </a:lnTo>
                  <a:lnTo>
                    <a:pt x="3743982" y="74442"/>
                  </a:lnTo>
                  <a:lnTo>
                    <a:pt x="3767344" y="49628"/>
                  </a:lnTo>
                  <a:lnTo>
                    <a:pt x="3790707" y="24814"/>
                  </a:lnTo>
                  <a:lnTo>
                    <a:pt x="381406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512071" y="1770276"/>
              <a:ext cx="3568706" cy="3601408"/>
            </a:xfrm>
            <a:custGeom>
              <a:avLst/>
              <a:pathLst>
                <a:path w="3568706" h="3601408">
                  <a:moveTo>
                    <a:pt x="3568706" y="0"/>
                  </a:moveTo>
                  <a:lnTo>
                    <a:pt x="3545344" y="22061"/>
                  </a:lnTo>
                  <a:lnTo>
                    <a:pt x="3521981" y="44122"/>
                  </a:lnTo>
                  <a:lnTo>
                    <a:pt x="3498619" y="66183"/>
                  </a:lnTo>
                  <a:lnTo>
                    <a:pt x="3475256" y="88244"/>
                  </a:lnTo>
                  <a:lnTo>
                    <a:pt x="3451894" y="110306"/>
                  </a:lnTo>
                  <a:lnTo>
                    <a:pt x="3428531" y="132367"/>
                  </a:lnTo>
                  <a:lnTo>
                    <a:pt x="3405169" y="154428"/>
                  </a:lnTo>
                  <a:lnTo>
                    <a:pt x="3381806" y="176489"/>
                  </a:lnTo>
                  <a:lnTo>
                    <a:pt x="3358444" y="198551"/>
                  </a:lnTo>
                  <a:lnTo>
                    <a:pt x="3335081" y="220612"/>
                  </a:lnTo>
                  <a:lnTo>
                    <a:pt x="3311719" y="242674"/>
                  </a:lnTo>
                  <a:lnTo>
                    <a:pt x="3288356" y="264735"/>
                  </a:lnTo>
                  <a:lnTo>
                    <a:pt x="3264994" y="286797"/>
                  </a:lnTo>
                  <a:lnTo>
                    <a:pt x="3241631" y="308858"/>
                  </a:lnTo>
                  <a:lnTo>
                    <a:pt x="3218269" y="330920"/>
                  </a:lnTo>
                  <a:lnTo>
                    <a:pt x="3194906" y="352981"/>
                  </a:lnTo>
                  <a:lnTo>
                    <a:pt x="3171544" y="375043"/>
                  </a:lnTo>
                  <a:lnTo>
                    <a:pt x="3148181" y="397105"/>
                  </a:lnTo>
                  <a:lnTo>
                    <a:pt x="3124819" y="419167"/>
                  </a:lnTo>
                  <a:lnTo>
                    <a:pt x="3101457" y="441229"/>
                  </a:lnTo>
                  <a:lnTo>
                    <a:pt x="3078094" y="463290"/>
                  </a:lnTo>
                  <a:lnTo>
                    <a:pt x="3054732" y="485352"/>
                  </a:lnTo>
                  <a:lnTo>
                    <a:pt x="3031369" y="507415"/>
                  </a:lnTo>
                  <a:lnTo>
                    <a:pt x="3008007" y="529477"/>
                  </a:lnTo>
                  <a:lnTo>
                    <a:pt x="2984644" y="551539"/>
                  </a:lnTo>
                  <a:lnTo>
                    <a:pt x="2961282" y="573601"/>
                  </a:lnTo>
                  <a:lnTo>
                    <a:pt x="2937919" y="595664"/>
                  </a:lnTo>
                  <a:lnTo>
                    <a:pt x="2914557" y="617726"/>
                  </a:lnTo>
                  <a:lnTo>
                    <a:pt x="2891194" y="639789"/>
                  </a:lnTo>
                  <a:lnTo>
                    <a:pt x="2867832" y="661851"/>
                  </a:lnTo>
                  <a:lnTo>
                    <a:pt x="2844469" y="683914"/>
                  </a:lnTo>
                  <a:lnTo>
                    <a:pt x="2821107" y="705977"/>
                  </a:lnTo>
                  <a:lnTo>
                    <a:pt x="2797744" y="728040"/>
                  </a:lnTo>
                  <a:lnTo>
                    <a:pt x="2774382" y="750103"/>
                  </a:lnTo>
                  <a:lnTo>
                    <a:pt x="2751019" y="772167"/>
                  </a:lnTo>
                  <a:lnTo>
                    <a:pt x="2727657" y="794230"/>
                  </a:lnTo>
                  <a:lnTo>
                    <a:pt x="2704294" y="816294"/>
                  </a:lnTo>
                  <a:lnTo>
                    <a:pt x="2680932" y="838358"/>
                  </a:lnTo>
                  <a:lnTo>
                    <a:pt x="2657569" y="860422"/>
                  </a:lnTo>
                  <a:lnTo>
                    <a:pt x="2634207" y="882487"/>
                  </a:lnTo>
                  <a:lnTo>
                    <a:pt x="2610845" y="904552"/>
                  </a:lnTo>
                  <a:lnTo>
                    <a:pt x="2587482" y="926617"/>
                  </a:lnTo>
                  <a:lnTo>
                    <a:pt x="2564120" y="948682"/>
                  </a:lnTo>
                  <a:lnTo>
                    <a:pt x="2540757" y="970748"/>
                  </a:lnTo>
                  <a:lnTo>
                    <a:pt x="2517395" y="992815"/>
                  </a:lnTo>
                  <a:lnTo>
                    <a:pt x="2494032" y="1014882"/>
                  </a:lnTo>
                  <a:lnTo>
                    <a:pt x="2470670" y="1036949"/>
                  </a:lnTo>
                  <a:lnTo>
                    <a:pt x="2447307" y="1059017"/>
                  </a:lnTo>
                  <a:lnTo>
                    <a:pt x="2423945" y="1081086"/>
                  </a:lnTo>
                  <a:lnTo>
                    <a:pt x="2400582" y="1103156"/>
                  </a:lnTo>
                  <a:lnTo>
                    <a:pt x="2377220" y="1125227"/>
                  </a:lnTo>
                  <a:lnTo>
                    <a:pt x="2353857" y="1147300"/>
                  </a:lnTo>
                  <a:lnTo>
                    <a:pt x="2330495" y="1169373"/>
                  </a:lnTo>
                  <a:lnTo>
                    <a:pt x="2307132" y="1191449"/>
                  </a:lnTo>
                  <a:lnTo>
                    <a:pt x="2283770" y="1213526"/>
                  </a:lnTo>
                  <a:lnTo>
                    <a:pt x="2260407" y="1235607"/>
                  </a:lnTo>
                  <a:lnTo>
                    <a:pt x="2237045" y="1257690"/>
                  </a:lnTo>
                  <a:lnTo>
                    <a:pt x="2213682" y="1279778"/>
                  </a:lnTo>
                  <a:lnTo>
                    <a:pt x="2190320" y="1301872"/>
                  </a:lnTo>
                  <a:lnTo>
                    <a:pt x="2166958" y="1323972"/>
                  </a:lnTo>
                  <a:lnTo>
                    <a:pt x="2143595" y="1346083"/>
                  </a:lnTo>
                  <a:lnTo>
                    <a:pt x="2120233" y="1368208"/>
                  </a:lnTo>
                  <a:lnTo>
                    <a:pt x="2096870" y="1390353"/>
                  </a:lnTo>
                  <a:lnTo>
                    <a:pt x="2073508" y="1412530"/>
                  </a:lnTo>
                  <a:lnTo>
                    <a:pt x="2050145" y="1434759"/>
                  </a:lnTo>
                  <a:lnTo>
                    <a:pt x="2026783" y="1457079"/>
                  </a:lnTo>
                  <a:lnTo>
                    <a:pt x="2003420" y="1479570"/>
                  </a:lnTo>
                  <a:lnTo>
                    <a:pt x="1980058" y="1502385"/>
                  </a:lnTo>
                  <a:lnTo>
                    <a:pt x="1956695" y="1525723"/>
                  </a:lnTo>
                  <a:lnTo>
                    <a:pt x="1933333" y="1549627"/>
                  </a:lnTo>
                  <a:lnTo>
                    <a:pt x="1909970" y="1573923"/>
                  </a:lnTo>
                  <a:lnTo>
                    <a:pt x="1886608" y="1598432"/>
                  </a:lnTo>
                  <a:lnTo>
                    <a:pt x="1863245" y="1623054"/>
                  </a:lnTo>
                  <a:lnTo>
                    <a:pt x="1839883" y="1647737"/>
                  </a:lnTo>
                  <a:lnTo>
                    <a:pt x="1816520" y="1672458"/>
                  </a:lnTo>
                  <a:lnTo>
                    <a:pt x="1793158" y="1697203"/>
                  </a:lnTo>
                  <a:lnTo>
                    <a:pt x="1769795" y="1721963"/>
                  </a:lnTo>
                  <a:lnTo>
                    <a:pt x="1746433" y="1746735"/>
                  </a:lnTo>
                  <a:lnTo>
                    <a:pt x="1723071" y="1771515"/>
                  </a:lnTo>
                  <a:lnTo>
                    <a:pt x="1699708" y="1796300"/>
                  </a:lnTo>
                  <a:lnTo>
                    <a:pt x="1676346" y="1821091"/>
                  </a:lnTo>
                  <a:lnTo>
                    <a:pt x="1652983" y="1845885"/>
                  </a:lnTo>
                  <a:lnTo>
                    <a:pt x="1629621" y="1870681"/>
                  </a:lnTo>
                  <a:lnTo>
                    <a:pt x="1606258" y="1895480"/>
                  </a:lnTo>
                  <a:lnTo>
                    <a:pt x="1582896" y="1920281"/>
                  </a:lnTo>
                  <a:lnTo>
                    <a:pt x="1559533" y="1945084"/>
                  </a:lnTo>
                  <a:lnTo>
                    <a:pt x="1536171" y="1969888"/>
                  </a:lnTo>
                  <a:lnTo>
                    <a:pt x="1512808" y="1994693"/>
                  </a:lnTo>
                  <a:lnTo>
                    <a:pt x="1489446" y="2019499"/>
                  </a:lnTo>
                  <a:lnTo>
                    <a:pt x="1466083" y="2044305"/>
                  </a:lnTo>
                  <a:lnTo>
                    <a:pt x="1442721" y="2069113"/>
                  </a:lnTo>
                  <a:lnTo>
                    <a:pt x="1419358" y="2093921"/>
                  </a:lnTo>
                  <a:lnTo>
                    <a:pt x="1395996" y="2118730"/>
                  </a:lnTo>
                  <a:lnTo>
                    <a:pt x="1372633" y="2143539"/>
                  </a:lnTo>
                  <a:lnTo>
                    <a:pt x="1349271" y="2168349"/>
                  </a:lnTo>
                  <a:lnTo>
                    <a:pt x="1325908" y="2193158"/>
                  </a:lnTo>
                  <a:lnTo>
                    <a:pt x="1302546" y="2217969"/>
                  </a:lnTo>
                  <a:lnTo>
                    <a:pt x="1279183" y="2242779"/>
                  </a:lnTo>
                  <a:lnTo>
                    <a:pt x="1255821" y="2267590"/>
                  </a:lnTo>
                  <a:lnTo>
                    <a:pt x="1232459" y="2292401"/>
                  </a:lnTo>
                  <a:lnTo>
                    <a:pt x="1209096" y="2317213"/>
                  </a:lnTo>
                  <a:lnTo>
                    <a:pt x="1185734" y="2342024"/>
                  </a:lnTo>
                  <a:lnTo>
                    <a:pt x="1162371" y="2366836"/>
                  </a:lnTo>
                  <a:lnTo>
                    <a:pt x="1139009" y="2391648"/>
                  </a:lnTo>
                  <a:lnTo>
                    <a:pt x="1115646" y="2416460"/>
                  </a:lnTo>
                  <a:lnTo>
                    <a:pt x="1092284" y="2441273"/>
                  </a:lnTo>
                  <a:lnTo>
                    <a:pt x="1068921" y="2466085"/>
                  </a:lnTo>
                  <a:lnTo>
                    <a:pt x="1045559" y="2490897"/>
                  </a:lnTo>
                  <a:lnTo>
                    <a:pt x="1022196" y="2515710"/>
                  </a:lnTo>
                  <a:lnTo>
                    <a:pt x="998834" y="2540523"/>
                  </a:lnTo>
                  <a:lnTo>
                    <a:pt x="975471" y="2565336"/>
                  </a:lnTo>
                  <a:lnTo>
                    <a:pt x="952109" y="2590149"/>
                  </a:lnTo>
                  <a:lnTo>
                    <a:pt x="928746" y="2614962"/>
                  </a:lnTo>
                  <a:lnTo>
                    <a:pt x="905384" y="2639775"/>
                  </a:lnTo>
                  <a:lnTo>
                    <a:pt x="882021" y="2664588"/>
                  </a:lnTo>
                  <a:lnTo>
                    <a:pt x="858659" y="2689401"/>
                  </a:lnTo>
                  <a:lnTo>
                    <a:pt x="835296" y="2714214"/>
                  </a:lnTo>
                  <a:lnTo>
                    <a:pt x="811934" y="2739028"/>
                  </a:lnTo>
                  <a:lnTo>
                    <a:pt x="788572" y="2763841"/>
                  </a:lnTo>
                  <a:lnTo>
                    <a:pt x="765209" y="2788655"/>
                  </a:lnTo>
                  <a:lnTo>
                    <a:pt x="741847" y="2813468"/>
                  </a:lnTo>
                  <a:lnTo>
                    <a:pt x="718484" y="2838282"/>
                  </a:lnTo>
                  <a:lnTo>
                    <a:pt x="695122" y="2863096"/>
                  </a:lnTo>
                  <a:lnTo>
                    <a:pt x="671759" y="2887909"/>
                  </a:lnTo>
                  <a:lnTo>
                    <a:pt x="648397" y="2912723"/>
                  </a:lnTo>
                  <a:lnTo>
                    <a:pt x="625034" y="2937537"/>
                  </a:lnTo>
                  <a:lnTo>
                    <a:pt x="601672" y="2962350"/>
                  </a:lnTo>
                  <a:lnTo>
                    <a:pt x="578309" y="2987164"/>
                  </a:lnTo>
                  <a:lnTo>
                    <a:pt x="554947" y="3011978"/>
                  </a:lnTo>
                  <a:lnTo>
                    <a:pt x="531584" y="3036792"/>
                  </a:lnTo>
                  <a:lnTo>
                    <a:pt x="508222" y="3061606"/>
                  </a:lnTo>
                  <a:lnTo>
                    <a:pt x="484859" y="3086420"/>
                  </a:lnTo>
                  <a:lnTo>
                    <a:pt x="461497" y="3111234"/>
                  </a:lnTo>
                  <a:lnTo>
                    <a:pt x="438134" y="3136048"/>
                  </a:lnTo>
                  <a:lnTo>
                    <a:pt x="414772" y="3160862"/>
                  </a:lnTo>
                  <a:lnTo>
                    <a:pt x="391409" y="3185676"/>
                  </a:lnTo>
                  <a:lnTo>
                    <a:pt x="368047" y="3210490"/>
                  </a:lnTo>
                  <a:lnTo>
                    <a:pt x="344685" y="3235304"/>
                  </a:lnTo>
                  <a:lnTo>
                    <a:pt x="321322" y="3260118"/>
                  </a:lnTo>
                  <a:lnTo>
                    <a:pt x="297960" y="3284933"/>
                  </a:lnTo>
                  <a:lnTo>
                    <a:pt x="274597" y="3309747"/>
                  </a:lnTo>
                  <a:lnTo>
                    <a:pt x="251235" y="3334561"/>
                  </a:lnTo>
                  <a:lnTo>
                    <a:pt x="227872" y="3359375"/>
                  </a:lnTo>
                  <a:lnTo>
                    <a:pt x="204510" y="3384189"/>
                  </a:lnTo>
                  <a:lnTo>
                    <a:pt x="181147" y="3409004"/>
                  </a:lnTo>
                  <a:lnTo>
                    <a:pt x="157785" y="3433818"/>
                  </a:lnTo>
                  <a:lnTo>
                    <a:pt x="134422" y="3458632"/>
                  </a:lnTo>
                  <a:lnTo>
                    <a:pt x="111060" y="3483446"/>
                  </a:lnTo>
                  <a:lnTo>
                    <a:pt x="87697" y="3508261"/>
                  </a:lnTo>
                  <a:lnTo>
                    <a:pt x="64335" y="3533075"/>
                  </a:lnTo>
                  <a:lnTo>
                    <a:pt x="40972" y="3557889"/>
                  </a:lnTo>
                  <a:lnTo>
                    <a:pt x="17610" y="3582704"/>
                  </a:lnTo>
                  <a:lnTo>
                    <a:pt x="0" y="3601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7425268" y="3269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7481397" y="32636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7433026" y="3265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7495412" y="3277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7452986" y="33181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7552860" y="3310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7369003" y="3300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7418264" y="3275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7369651" y="3478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7399220" y="32630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7454318" y="3276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7477094" y="3288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7448120" y="3282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7452961" y="3276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7440059" y="3247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7371693" y="3272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386644" y="3249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7334887" y="32594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7408087" y="32793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7371596" y="3262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7413408" y="3257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7409170" y="32781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7397012" y="33010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7436603" y="3273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7443741" y="32520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7386281" y="3290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7488971" y="32877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7490667" y="3243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7395582" y="3266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7431895" y="32646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7454907" y="33008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7420835" y="3265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7462249" y="32889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7360491" y="3279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7520478" y="32924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7374713" y="3267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7385377" y="3279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7364081" y="3297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7409925" y="32666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7354675" y="3273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676907" y="3271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7412948" y="32821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7395317" y="3277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7515932" y="3271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09587" y="3255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7343078" y="32713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326804" y="3540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7428029" y="32924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7429319" y="32983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7437646" y="3282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7416312" y="32451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7489139" y="3305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7453450" y="3284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7392615" y="32703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296272" y="32792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7539270" y="3285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7410992" y="3269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7533736" y="3252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7465857" y="3232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7506464" y="3240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7477272" y="3289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514977" y="3262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387475" y="3184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7319194" y="3264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7423126" y="32707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7614894" y="3298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7462718" y="3270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7484876" y="3281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7468507" y="3265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7389397" y="32646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7500143" y="32770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7412753" y="32769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7454398" y="3236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7478106" y="3274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7424590" y="3256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7343988" y="3248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7349100" y="32803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7474416" y="32750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7408583" y="3246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7419733" y="3278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7548090" y="3271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490393" y="3304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7382884" y="32644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461741" y="3263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7449052" y="32751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522315" y="32794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7406873" y="3284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7357761" y="3277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7389954" y="3261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7335949" y="3257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7235060" y="32616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7424529" y="32678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7426860" y="3222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7428860" y="32703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7466557" y="3250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7566668" y="3258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7459247" y="32848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7411582" y="32705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7487121" y="32438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7434176" y="32399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411815" y="3281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7136153" y="3302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255013" y="3292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323526" y="3269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326386" y="3266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6503769" y="32803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343474" y="3281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7380620" y="32811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067355" y="32707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7462171" y="3294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7330790" y="3273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570397" y="3273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59354" y="3282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7541504" y="32825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582642" y="3278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7559228" y="3270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499829" y="3233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7611207" y="32537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7394451" y="32519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7513736" y="3266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7458315" y="3286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7424165" y="3305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7376709" y="3261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7481472" y="32665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7363191" y="3170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7335877" y="32682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463241" y="3271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445770" y="3247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7414146" y="3291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99570" y="3318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18923" y="3289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7439368" y="3285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7391982" y="3242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7448888" y="3278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7427331" y="3198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7448689" y="3301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7449607" y="3285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546299" y="3336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388771" y="3267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7355547" y="3257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7400494" y="3236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7344545" y="3279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7407750" y="3249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7300946" y="3293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7541298" y="3267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7409996" y="3274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7412495" y="32750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459125" y="32685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7494179" y="32747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7461571" y="3288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84976" y="3294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7452280" y="32864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7398370" y="3264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7414587" y="35501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7502442" y="33098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7464860" y="3291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7402107" y="3301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7680447" y="32743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463369" y="32472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7404602" y="32150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7562358" y="3270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7349184" y="32849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375424" y="3292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817366" y="336789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369390" y="3257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371504" y="3265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429860" y="3270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7409034" y="3266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7378572" y="3276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7414810" y="32288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7384565" y="32463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489092" y="3290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7486020" y="3259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7585730" y="32458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480966" y="3260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7475532" y="3274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7397401" y="3288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7524714" y="3263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7474824" y="3236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607404" y="32576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579092" y="3271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7531486" y="32785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583011" y="3260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7415482" y="33016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7511023" y="3258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449746" y="3291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487469" y="3272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7382122" y="3311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7521917" y="32233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7934278" y="3305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7409327" y="3270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7438217" y="3291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7397977" y="3265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7479939" y="3277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7440609" y="3285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7616438" y="32724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7366808" y="3258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7606974" y="32757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7424106" y="3279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7430631" y="3255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7427628" y="32834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7423848" y="3266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7364507" y="3259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7380473" y="3268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298726" y="3259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189382" y="32311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7308497" y="3246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7432338" y="32609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7496692" y="3345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7411166" y="3267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7449144" y="3302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7329474" y="3287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7463865" y="32782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7458778" y="3272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7579434" y="3259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7507916" y="3275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7440522" y="3275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7561022" y="33192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7597708" y="3365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7506401" y="3275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7380493" y="3262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7446055" y="3280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7460560" y="3236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7362287" y="3244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7383951" y="3271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7431788" y="3278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7432527" y="3274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7449778" y="3244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7471429" y="3279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7288961" y="3307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7414700" y="32183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7374423" y="32405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7305800" y="32785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7437971" y="3287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7422192" y="3241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7328257" y="3321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7388396" y="3287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358114" y="3294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7433519" y="33039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531284" y="3283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351990" y="32716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7451713" y="3308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7234044" y="3329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7361536" y="3281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7445380" y="32787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377715" y="32832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7413300" y="3281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7404186" y="32898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7270308" y="3315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7457365" y="3267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7485694" y="3258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7397822" y="32912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7398156" y="3273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7541922" y="3263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7452937" y="32632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7415060" y="3261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7384883" y="3297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7366004" y="3381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7341624" y="3273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7420576" y="3264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7437831" y="3263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7500380" y="3265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7482938" y="3266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467549" y="32453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406276" y="3204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7420715" y="31896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7411792" y="3242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7434690" y="3206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7439239" y="3248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7512095" y="3267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7401185" y="32830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7518309" y="32267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7420709" y="3263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7502724" y="3241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7446666" y="3273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94345" y="32944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7369328" y="3273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7405872" y="32707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7388928" y="3259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7582576" y="3272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7354560" y="3272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7257038" y="3442197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7466442" y="3272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408191" y="3278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7541743" y="3467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279705" y="3257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509332" y="32274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315542" y="3252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7273197" y="3261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518677" y="3244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396172" y="3257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7452924" y="3254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7440976" y="3280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7356311" y="3213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7487074" y="3264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7439451" y="32840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7518659" y="3268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7391094" y="3263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544766" y="3265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7385610" y="3264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7440364" y="3306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7476212" y="33011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7406459" y="32826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455960" y="3254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337895" y="3265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7387851" y="3297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7338017" y="3513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7371621" y="3261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521505" y="33484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117470" y="3231657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7408813" y="3247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361682" y="32568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415149" y="3268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7395953" y="3267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7398615" y="3272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7336574" y="3267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7413017" y="32221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7491086" y="3280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7532436" y="32712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7517150" y="32766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286289" y="3388544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483408" y="3304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7371212" y="3276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7501969" y="3254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7452192" y="3291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7359723" y="3308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7446139" y="3292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7494570" y="3269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7588517" y="3325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7330820" y="3261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7413675" y="32681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7369453" y="3274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7298961" y="3268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7445660" y="3273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7437025" y="32823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7534399" y="32636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7336447" y="3255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7319592" y="3252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7421942" y="3260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7442050" y="32853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7391651" y="32982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7382370" y="3274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7447098" y="32728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7501320" y="32798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7421281" y="32955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7461466" y="3287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7446277" y="3282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7411653" y="3230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7432498" y="3265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7405862" y="32536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7466920" y="3256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7428864" y="3248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7423005" y="3276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7543406" y="32822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7521276" y="3199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7439749" y="3251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7301829" y="3280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7385985" y="3213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7382999" y="3276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7431689" y="3263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7444976" y="3330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7410112" y="3231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7410826" y="3276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7433471" y="3319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7400910" y="3278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7379625" y="3291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7352613" y="3286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7463413" y="3296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7440235" y="3251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7323250" y="3267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7423480" y="3263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7359077" y="3261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7426335" y="3287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7578358" y="3258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7306529" y="3252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7427901" y="32719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6557777" y="3283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7376064" y="3178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7436123" y="3255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7501284" y="3269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7414183" y="3309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7372136" y="3326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72870" y="3302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599424" y="32384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7368004" y="32618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7464118" y="3308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7358807" y="3271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7384704" y="3280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7523369" y="32777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7442632" y="32660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7448962" y="2840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7526453" y="3263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7443399" y="33020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7453591" y="3241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7351391" y="3300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7449025" y="3325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7574988" y="3270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7487328" y="3278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7393687" y="3250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7292110" y="3265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7453234" y="32485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7403096" y="32189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7464376" y="3283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7500029" y="3359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7421839" y="3317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7417120" y="32777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7395629" y="3252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7382070" y="3267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7393648" y="3232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7313466" y="32573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7368505" y="3308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7404096" y="3271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7315700" y="3247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7307613" y="3252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7518101" y="3278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7541161" y="32707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7413465" y="3257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7406267" y="3267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7448773" y="3294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7419185" y="3244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7413036" y="3195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7498228" y="3464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7495075" y="3277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7348868" y="3265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7455189" y="32785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7362089" y="3269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7363659" y="3267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7461002" y="3257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7245758" y="3262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7299176" y="3278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7438815" y="32856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7376068" y="3288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7421688" y="32471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7406499" y="3269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7494383" y="32624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7332421" y="3267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7455576" y="3339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7444256" y="3296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7478758" y="32985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7454715" y="3419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7429089" y="3332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7379598" y="3289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7407923" y="3249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7434478" y="3276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7515530" y="3261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7369931" y="3252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7458532" y="32590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7244590" y="3398260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7265967" y="32704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7300295" y="32517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7369760" y="33398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7361072" y="3255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7462699" y="3273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7470660" y="3256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7528167" y="32499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7450689" y="3239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7389173" y="3257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7415981" y="3277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7480968" y="3252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7523356" y="3272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7483860" y="3275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7503228" y="32676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7515922" y="33062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7345324" y="33049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7398725" y="33053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7539078" y="3255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7441201" y="3291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7518207" y="3275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7303134" y="32748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7472926" y="3264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7437662" y="3288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7333374" y="3337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7398867" y="3271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7385370" y="3247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7647277" y="3291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7397507" y="3395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7511953" y="3288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7409577" y="3266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7425444" y="3267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7585236" y="3263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7449571" y="3266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7552984" y="3264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437286" y="3263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383638" y="3300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7517984" y="3225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7519560" y="32497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7532252" y="3332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470571" y="3269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433999" y="3298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7322921" y="3540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7450204" y="35220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7468640" y="3248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7489931" y="3296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7695432" y="32799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7369697" y="3283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7442274" y="3238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7451980" y="3267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486789" y="32705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382552" y="32652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7398239" y="3264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7220449" y="32911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7341244" y="3274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7555181" y="3255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7480781" y="3259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7429189" y="32701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7410357" y="3268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7504751" y="33068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7510786" y="3271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7337867" y="3268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7416634" y="3284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7663546" y="3568539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7409533" y="32763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7369546" y="3314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7401018" y="3392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7408566" y="3267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7473276" y="3296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7379446" y="3296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7517455" y="32785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7364779" y="3271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298954" y="3279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437092" y="3275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7409399" y="32806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7371947" y="3308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7366259" y="33002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7571243" y="3282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7440301" y="3272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7429654" y="3384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7427575" y="3279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7455822" y="3293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7542676" y="3300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305301" y="3298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409877" y="32777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7381624" y="3259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7390052" y="3270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7449353" y="3245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7409837" y="33167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7428268" y="3284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7452917" y="3268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7401808" y="32637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7420398" y="32602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7420610" y="3350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7444285" y="3263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7389392" y="32663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7573714" y="3215179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7525737" y="3266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7295080" y="3289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397205" y="3281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7361594" y="3290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7380572" y="3276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7361836" y="3282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7387139" y="3172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7441797" y="3262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7329605" y="33197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7579498" y="3276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7426396" y="3283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7408385" y="32950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7382024" y="3252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7406747" y="3300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7513435" y="3260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7379814" y="3258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7519868" y="3271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7508874" y="32821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7444070" y="3284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7499187" y="32448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7402587" y="3279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7437623" y="3264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7424202" y="33045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7464095" y="3178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7502024" y="3303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7475020" y="3310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7376670" y="32682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7406498" y="3277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7471973" y="32751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7423799" y="3279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7418925" y="3257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7475997" y="3283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7487800" y="3276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7491078" y="3263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7420537" y="32786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7316262" y="3259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7307018" y="3251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7468117" y="3280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7447532" y="3246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7383719" y="3454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7389810" y="3355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7453367" y="3416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7505777" y="3266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7476487" y="3279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7238461" y="3256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7541446" y="3248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7415316" y="3263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7446080" y="32724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7402978" y="32781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7442105" y="3294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7369999" y="3243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7456086" y="32720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7314416" y="3258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7443849" y="3282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7437820" y="3274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7443225" y="3264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7393475" y="3259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7469248" y="3320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7432108" y="3286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474076" y="3189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492036" y="3339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7495388" y="33151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7280231" y="3289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7537461" y="3283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7465063" y="3246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7447463" y="3193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7485038" y="3318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7370477" y="3284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7345322" y="3266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7300802" y="3275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7527494" y="3260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6940475" y="3301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7466403" y="3253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7391408" y="3274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7447907" y="3275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7414654" y="33123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7190831" y="32588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7443302" y="3268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7472770" y="3294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7525693" y="3287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7427191" y="3339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7415759" y="3274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7485948" y="35108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7416655" y="32676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7418602" y="32662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7463651" y="3334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7424472" y="3355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7389906" y="32861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7462931" y="3250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7421975" y="3285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7439532" y="3288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7344981" y="3276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7469839" y="32657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7494374" y="3238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7298341" y="3290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7224778" y="3295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7533136" y="3276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7352633" y="3283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7410077" y="3263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7457961" y="3242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7307653" y="3262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7630420" y="3290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7315240" y="3273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7497130" y="3272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7364976" y="3285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7414402" y="32726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7461053" y="3277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7435302" y="32806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7487269" y="3264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7399021" y="3284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7506315" y="32698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7419168" y="32105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7492362" y="32752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7470901" y="32527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7458651" y="3265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7397507" y="3335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7528250" y="3272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7441542" y="3281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7406408" y="3232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7492034" y="3253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7393816" y="3299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7378040" y="3265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7489287" y="3264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7506220" y="3304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7442705" y="3292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7502634" y="32992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7352522" y="3275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450624" y="32446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358820" y="32393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7318746" y="3244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7435121" y="3177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7449177" y="32162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7472915" y="3464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7427678" y="3241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7467528" y="3263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7414960" y="3241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7415838" y="3296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7447760" y="3256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7409337" y="3293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7479996" y="3543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7418906" y="33506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7336615" y="3288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7407864" y="3251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7333317" y="3261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7512508" y="3340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7351870" y="3288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7433772" y="3263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7447851" y="3280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7332362" y="3277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7394627" y="3305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7515225" y="3264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7683368" y="3275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7576806" y="3284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7444470" y="32777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7383749" y="3280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7381812" y="3326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7458171" y="3680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7650143" y="334621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7405860" y="32966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7518525" y="33049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346514" y="3247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7329139" y="3304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7458435" y="3276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7475426" y="3239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7511655" y="3252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7547577" y="32909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7485588" y="3240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7478155" y="32769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7430372" y="3283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7326571" y="31585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7387849" y="3282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7457140" y="3279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7334165" y="3283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7439275" y="3335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7442189" y="3289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7484894" y="32552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7502819" y="3285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7464258" y="3275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7455154" y="3266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455024" y="32696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553610" y="3265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7437973" y="3278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412937" y="3265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247587" y="32756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7403333" y="3268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7575139" y="32826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383742" y="3304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76636" y="3283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7582765" y="3652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7379489" y="3243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7356300" y="3285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7465077" y="3256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7566012" y="3279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7553073" y="3229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7545599" y="3283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7470468" y="3287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7351947" y="3272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7501462" y="32718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7576932" y="3270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7600379" y="3284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7430294" y="3281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7477256" y="3262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7646683" y="3279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7511103" y="3273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7395284" y="3262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7463199" y="3236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486618" y="3304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342292" y="3293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7514127" y="3247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7484746" y="3275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7407931" y="3269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7553781" y="3258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7387386" y="32527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434431" y="32709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384405" y="32642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7345997" y="3255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7602951" y="3295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501408" y="3357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376587" y="3267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7481943" y="3359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7311356" y="32634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7220345" y="3251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7455221" y="3239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7468293" y="3254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7495429" y="3259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7382076" y="3266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7343934" y="3334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7499493" y="3264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7448413" y="33303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7667852" y="3342274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7561787" y="33152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7451235" y="3274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7556452" y="3232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7459905" y="3276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7527979" y="3298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7462542" y="3272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7478310" y="3278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7409857" y="3268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7575950" y="32591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7470769" y="32617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7363699" y="3234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7448404" y="32653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7441107" y="32485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7364641" y="3259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7410659" y="32580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7453692" y="32973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7452518" y="3253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7347147" y="3253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7481577" y="3265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7418099" y="3280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7621616" y="353191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7446287" y="3284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7410010" y="3355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7388076" y="3196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7479997" y="3596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7415940" y="3271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7527454" y="3277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7510447" y="3254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7353100" y="3291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7422382" y="3284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7442605" y="3268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7524270" y="32993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7345271" y="3249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7385935" y="32530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7360359" y="3271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7524549" y="32846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7493984" y="3326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7386208" y="3310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7427368" y="3278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7483092" y="3248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364699" y="3248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477752" y="3140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7398446" y="32435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7375239" y="3248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7408550" y="3270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7429723" y="3258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7533202" y="3263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7474819" y="3272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7464703" y="3262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7554328" y="3271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7469554" y="32127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7492382" y="32877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7485079" y="3254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7461932" y="3257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7476292" y="3263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480482" y="32744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410921" y="3266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7387315" y="3263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576659" y="30887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48852" y="3374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7419797" y="3293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7484846" y="3260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7419672" y="3270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7556675" y="3255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7540096" y="32646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7434560" y="3264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7555452" y="3291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7556560" y="33725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7500578" y="3296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7347152" y="3284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7546546" y="32596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7426147" y="3271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7359112" y="3247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7392714" y="3282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7415408" y="3293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407212" y="32646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07562" y="3270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556596" y="32742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7414581" y="3273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7558979" y="3264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7435715" y="3259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7374081" y="3265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7527075" y="3265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7324959" y="32755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7445544" y="3287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7393263" y="32551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7440564" y="32720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7494631" y="3270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7618205" y="3291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7539582" y="3247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7363163" y="32670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7582381" y="3340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7409805" y="3263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7378259" y="3267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7381571" y="3303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7468406" y="33097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7499412" y="3369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7591966" y="3312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7504511" y="3285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7433764" y="3273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7407682" y="3286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7354103" y="3308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7361965" y="3279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7421891" y="3266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7308270" y="3307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7463966" y="3287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7496914" y="3270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7589590" y="3258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7421426" y="3228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7500915" y="3262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7421829" y="3273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7458100" y="3272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7419329" y="32739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7530910" y="32741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7367274" y="32704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7499430" y="3252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7501426" y="3252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7359747" y="33329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7513305" y="3254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7471598" y="3265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7505242" y="32473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7502874" y="3256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377443" y="3263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323282" y="32875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7392157" y="3280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7345060" y="3218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7294502" y="32632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7394275" y="3277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7296933" y="3295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7534795" y="3266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7480394" y="3292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7360752" y="3271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7452509" y="32942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7402465" y="3244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7420154" y="3282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7439067" y="3261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7286056" y="3277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7476930" y="3153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7526675" y="3237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7501119" y="3285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7556393" y="32730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7286362" y="3248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7542253" y="3295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7529847" y="3273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7472655" y="3260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7516392" y="3234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7453797" y="32867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7460549" y="3282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7456340" y="32203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478343" y="32610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360329" y="3247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7310443" y="3433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7475232" y="3250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7487792" y="32670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258304" y="3265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551609" y="3261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7614212" y="32948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7497427" y="3257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7447257" y="3250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51877" y="3258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39503" y="3222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7448447" y="3251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7402318" y="3282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7419558" y="3195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7367753" y="3237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7482355" y="3319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7481488" y="31156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7405110" y="3277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7414148" y="3286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7449729" y="32606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7416223" y="3291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7455813" y="3238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7314386" y="3262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7461334" y="32954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7438325" y="3244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7391915" y="3271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7392002" y="32652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7416881" y="3248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7582951" y="3199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7524275" y="3258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7474761" y="32491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7400633" y="3266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7469695" y="3287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7423572" y="32646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7453288" y="32643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7500278" y="33301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7195022" y="3235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7430165" y="32915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7345207" y="3356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7240082" y="333112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7384034" y="32348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7456726" y="3264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7450561" y="3299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7455688" y="3313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7474105" y="3226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7464502" y="3298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7418461" y="3265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7387128" y="3264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7381538" y="3272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7359174" y="3314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7429630" y="32735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7463677" y="3346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7389782" y="32918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7431399" y="3295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7338946" y="3280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7386611" y="3250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7366367" y="3281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7507305" y="3246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7443467" y="3288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7583869" y="3261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7443611" y="32659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5813284" y="3268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7415235" y="3467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7352448" y="32854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7442220" y="3276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7476916" y="3277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7425060" y="3261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7483609" y="3287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7473360" y="32645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7350545" y="3304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7497298" y="3280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7496498" y="3268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7535800" y="3274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7473957" y="3255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7323769" y="3268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7367181" y="3275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7492568" y="32548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7436197" y="32894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7486087" y="3180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7425899" y="3352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7376329" y="32944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7416121" y="3244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7483735" y="32396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7236469" y="3257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7369373" y="3269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7417058" y="3254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7482830" y="3262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7541110" y="3281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7460250" y="3257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7544110" y="32861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7437982" y="3288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7411073" y="3289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7386032" y="32652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7464581" y="3285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7367915" y="3259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7420310" y="32739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7404770" y="3284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7490902" y="3274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7505297" y="3261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7483214" y="3240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7258276" y="3258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7445452" y="3268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7452012" y="3309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7362127" y="3239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7524733" y="3293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7463587" y="3245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7459926" y="3315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7500006" y="3283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7574068" y="3303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7410508" y="32679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7353281" y="3264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7393283" y="32943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7430435" y="32563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7461974" y="3274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7468669" y="3196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7413660" y="32650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7421729" y="32998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7420381" y="3284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7320454" y="3264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7592173" y="32730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7451882" y="32906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7475189" y="3268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7533926" y="3277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7390926" y="3234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7425632" y="32758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7512388" y="3270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7592690" y="3295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7458766" y="3271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7330329" y="3264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7370985" y="3256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7420663" y="3280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7556364" y="3280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7407075" y="3258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7438623" y="3298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7368580" y="3240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7589044" y="32619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7408048" y="3268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7491381" y="3384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7332639" y="3250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7370195" y="3222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7392800" y="32739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7422877" y="3259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7395921" y="3272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7407524" y="32573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7416519" y="3270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7405819" y="3251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7432377" y="3271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7379182" y="32822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7392817" y="3343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7428552" y="3268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7435307" y="3261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7302922" y="3277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7315650" y="3262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7479982" y="3380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7464048" y="3281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7380609" y="3277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7424305" y="3250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7358600" y="3294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7457466" y="3281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7374867" y="3708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7419524" y="3261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7458257" y="3302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7447807" y="3273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7404380" y="3281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7395568" y="3291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7285051" y="3266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7526141" y="32749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7531102" y="32596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7285823" y="3266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7466240" y="3257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7325803" y="3278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7650644" y="3247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7473317" y="3210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7405854" y="3307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7468088" y="32771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7442733" y="32668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7399885" y="3254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7482525" y="33089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7491949" y="32795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7561913" y="3290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7477046" y="3277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7452921" y="32735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7456754" y="32937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7555969" y="3313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7302661" y="3291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7114996" y="3253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7429585" y="32578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7429017" y="3495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7387152" y="32825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7444855" y="3297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7322255" y="32573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7468356" y="3283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7342792" y="3275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7585016" y="32533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7383443" y="32974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7415085" y="3263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7593742" y="3374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7364571" y="34056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7441103" y="3240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7588417" y="3290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7463362" y="32624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7507838" y="3257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7520103" y="32790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7403226" y="3254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7350453" y="3288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7595807" y="33068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7485094" y="3278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7374487" y="33071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7370710" y="3279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7392451" y="32558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7410058" y="3256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7489592" y="3286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7413424" y="3228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7478931" y="3269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7374179" y="3246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7411732" y="3253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7445209" y="3244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7384806" y="3235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7408625" y="3398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7558628" y="3266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7359536" y="3249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7394587" y="3258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7258634" y="3097159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7465525" y="3313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7369286" y="3243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7462307" y="3275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7469775" y="3265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7419202" y="32734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7421513" y="3271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7350795" y="32659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7440413" y="3225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7584024" y="32705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7466784" y="3266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7460585" y="3251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7515761" y="3254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7440188" y="3268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7452824" y="32804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7454713" y="3273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7449642" y="3245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7383472" y="3286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7413246" y="3173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7401017" y="3289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7459619" y="3278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7445014" y="3276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7309098" y="3306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7544459" y="3274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7545874" y="3277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7546118" y="3231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7375688" y="3288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7533585" y="3210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7474960" y="32704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7349500" y="3279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7365241" y="3270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7296893" y="3315390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7354113" y="3228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7387285" y="3260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7384337" y="3259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7371548" y="3290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7318270" y="3293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7336387" y="3270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7423537" y="32675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7399725" y="3223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7450201" y="33718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7461958" y="3271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7313384" y="3270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7414411" y="3279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7526695" y="32725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7426843" y="3265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7465439" y="3279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7336919" y="3298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7483313" y="3300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7372535" y="3246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7344122" y="3238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7397210" y="3274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7300178" y="3284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7406798" y="3248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7443257" y="3561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7413845" y="32225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7346654" y="3253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7426038" y="3262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7443493" y="3250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7379588" y="3260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7540680" y="3248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7437050" y="32428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7474026" y="3282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7450158" y="3281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7409243" y="3257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7504797" y="3190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7398392" y="3320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7450044" y="3293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7457689" y="3294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7419005" y="3272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7402336" y="3287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7403854" y="3271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7419797" y="32722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7584806" y="32669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7351396" y="33549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7542615" y="32895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7447387" y="3221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7431255" y="3239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7481212" y="3255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7590099" y="32706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7388408" y="32797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7450537" y="3274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7344515" y="3254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7552889" y="3376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7355736" y="3267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7373725" y="3311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7347030" y="3297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7294191" y="3267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7411400" y="3308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7317320" y="3282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7385750" y="3276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7404386" y="32550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7496236" y="32663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7433628" y="32317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7499484" y="3282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7516926" y="3257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7453463" y="3288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7383194" y="3274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7382982" y="3301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7425925" y="3304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7308228" y="32736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7535685" y="3263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7492162" y="3276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7489250" y="3255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7491628" y="3282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7457221" y="3297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7553570" y="32773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7402041" y="3270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7544111" y="3279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7526854" y="3259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7445085" y="33131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7546946" y="3249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7456975" y="3238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7361626" y="3260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7417353" y="3276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7505838" y="3274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7424275" y="3267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7301109" y="3274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7444761" y="3276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7441771" y="3298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7402481" y="3266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7375823" y="3286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7391986" y="33087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7473393" y="3239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7183541" y="33010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7480310" y="32869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7510305" y="3280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7408053" y="3276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7444456" y="3268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7424179" y="32966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7479151" y="3259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7484303" y="2905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7474000" y="32402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7379501" y="3265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7414050" y="3311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7475480" y="3453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7329249" y="3281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7467954" y="3278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7397238" y="3255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7492914" y="32793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7536761" y="3286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7344459" y="3277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7484200" y="3247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7443011" y="3261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7328983" y="32976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7319710" y="3313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7417001" y="32226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7391894" y="3265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7473972" y="3237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7322081" y="32782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7468131" y="31956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7347168" y="32747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7492002" y="33058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7515394" y="3284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7394131" y="3301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7337108" y="3266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7472917" y="3298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7407923" y="3298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7364043" y="3272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7374891" y="3270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7463860" y="3262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7429179" y="3205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7543357" y="3231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7396727" y="3266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7435262" y="3238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7380719" y="3255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7381084" y="3177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7416850" y="32379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7397669" y="32833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7398302" y="3234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7364904" y="3382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7572320" y="3277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7318556" y="3235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7333118" y="3283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7343221" y="3241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7372749" y="3209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7531910" y="3272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7457135" y="3173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7400170" y="3645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7491986" y="3270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7405117" y="3268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7471912" y="3285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7514126" y="32496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7560958" y="3270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7635764" y="3268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7558294" y="3348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7392964" y="3279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7573752" y="3280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7571804" y="3292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7556085" y="32769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7459811" y="32825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7481640" y="3258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7527325" y="3294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7569793" y="3268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7329020" y="3263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7377626" y="3277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7476377" y="3269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7335421" y="3266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7345303" y="3275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7386319" y="3250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7412119" y="3312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7468130" y="3269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7496732" y="3331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7419850" y="3281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7396292" y="3287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7347227" y="3335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7465735" y="3205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7483612" y="32907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7301383" y="3269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7363203" y="32618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7463405" y="32839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3"/>
            <p:cNvSpPr/>
            <p:nvPr/>
          </p:nvSpPr>
          <p:spPr>
            <a:xfrm>
              <a:off x="7453547" y="3271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4"/>
            <p:cNvSpPr/>
            <p:nvPr/>
          </p:nvSpPr>
          <p:spPr>
            <a:xfrm>
              <a:off x="7342374" y="32722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5"/>
            <p:cNvSpPr/>
            <p:nvPr/>
          </p:nvSpPr>
          <p:spPr>
            <a:xfrm>
              <a:off x="7453588" y="33116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6"/>
            <p:cNvSpPr/>
            <p:nvPr/>
          </p:nvSpPr>
          <p:spPr>
            <a:xfrm>
              <a:off x="7510414" y="3285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7"/>
            <p:cNvSpPr/>
            <p:nvPr/>
          </p:nvSpPr>
          <p:spPr>
            <a:xfrm>
              <a:off x="7467668" y="3285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7392357" y="3274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7409607" y="3290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7400582" y="3278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7580924" y="3278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7446453" y="32851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7400708" y="3240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7508922" y="3330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7509731" y="32652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7424478" y="3169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7447090" y="3002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7559470" y="3274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7442013" y="3206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7481130" y="3279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7338756" y="3292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7378807" y="3282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7410555" y="3291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7519073" y="3280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7431252" y="3273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7436605" y="3266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7400065" y="3293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7400529" y="3278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7454915" y="32719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7458547" y="32653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1"/>
            <p:cNvSpPr/>
            <p:nvPr/>
          </p:nvSpPr>
          <p:spPr>
            <a:xfrm>
              <a:off x="7314427" y="32772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2"/>
            <p:cNvSpPr/>
            <p:nvPr/>
          </p:nvSpPr>
          <p:spPr>
            <a:xfrm>
              <a:off x="7408747" y="3226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3"/>
            <p:cNvSpPr/>
            <p:nvPr/>
          </p:nvSpPr>
          <p:spPr>
            <a:xfrm>
              <a:off x="7456498" y="3297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4"/>
            <p:cNvSpPr/>
            <p:nvPr/>
          </p:nvSpPr>
          <p:spPr>
            <a:xfrm>
              <a:off x="7330784" y="32905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5"/>
            <p:cNvSpPr/>
            <p:nvPr/>
          </p:nvSpPr>
          <p:spPr>
            <a:xfrm>
              <a:off x="7423914" y="3264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6"/>
            <p:cNvSpPr/>
            <p:nvPr/>
          </p:nvSpPr>
          <p:spPr>
            <a:xfrm>
              <a:off x="7426332" y="3235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7"/>
            <p:cNvSpPr/>
            <p:nvPr/>
          </p:nvSpPr>
          <p:spPr>
            <a:xfrm>
              <a:off x="7468077" y="3276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8"/>
            <p:cNvSpPr/>
            <p:nvPr/>
          </p:nvSpPr>
          <p:spPr>
            <a:xfrm>
              <a:off x="7496108" y="3258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9"/>
            <p:cNvSpPr/>
            <p:nvPr/>
          </p:nvSpPr>
          <p:spPr>
            <a:xfrm>
              <a:off x="7569998" y="32740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20"/>
            <p:cNvSpPr/>
            <p:nvPr/>
          </p:nvSpPr>
          <p:spPr>
            <a:xfrm>
              <a:off x="7486429" y="3274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1"/>
            <p:cNvSpPr/>
            <p:nvPr/>
          </p:nvSpPr>
          <p:spPr>
            <a:xfrm>
              <a:off x="7506054" y="32908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2"/>
            <p:cNvSpPr/>
            <p:nvPr/>
          </p:nvSpPr>
          <p:spPr>
            <a:xfrm>
              <a:off x="7313132" y="3306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3"/>
            <p:cNvSpPr/>
            <p:nvPr/>
          </p:nvSpPr>
          <p:spPr>
            <a:xfrm>
              <a:off x="7232932" y="3312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4"/>
            <p:cNvSpPr/>
            <p:nvPr/>
          </p:nvSpPr>
          <p:spPr>
            <a:xfrm>
              <a:off x="7465926" y="32647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5"/>
            <p:cNvSpPr/>
            <p:nvPr/>
          </p:nvSpPr>
          <p:spPr>
            <a:xfrm>
              <a:off x="7440137" y="33353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6"/>
            <p:cNvSpPr/>
            <p:nvPr/>
          </p:nvSpPr>
          <p:spPr>
            <a:xfrm>
              <a:off x="7633542" y="3268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7"/>
            <p:cNvSpPr/>
            <p:nvPr/>
          </p:nvSpPr>
          <p:spPr>
            <a:xfrm>
              <a:off x="7360517" y="3282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8"/>
            <p:cNvSpPr/>
            <p:nvPr/>
          </p:nvSpPr>
          <p:spPr>
            <a:xfrm>
              <a:off x="7438192" y="3221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9"/>
            <p:cNvSpPr/>
            <p:nvPr/>
          </p:nvSpPr>
          <p:spPr>
            <a:xfrm>
              <a:off x="7480908" y="3261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30"/>
            <p:cNvSpPr/>
            <p:nvPr/>
          </p:nvSpPr>
          <p:spPr>
            <a:xfrm>
              <a:off x="7376904" y="32695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1"/>
            <p:cNvSpPr/>
            <p:nvPr/>
          </p:nvSpPr>
          <p:spPr>
            <a:xfrm>
              <a:off x="7246774" y="32790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2"/>
            <p:cNvSpPr/>
            <p:nvPr/>
          </p:nvSpPr>
          <p:spPr>
            <a:xfrm>
              <a:off x="7457338" y="3259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3"/>
            <p:cNvSpPr/>
            <p:nvPr/>
          </p:nvSpPr>
          <p:spPr>
            <a:xfrm>
              <a:off x="7473718" y="3245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4"/>
            <p:cNvSpPr/>
            <p:nvPr/>
          </p:nvSpPr>
          <p:spPr>
            <a:xfrm>
              <a:off x="7396366" y="3242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5"/>
            <p:cNvSpPr/>
            <p:nvPr/>
          </p:nvSpPr>
          <p:spPr>
            <a:xfrm>
              <a:off x="7503156" y="3156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6"/>
            <p:cNvSpPr/>
            <p:nvPr/>
          </p:nvSpPr>
          <p:spPr>
            <a:xfrm>
              <a:off x="7418446" y="32612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7"/>
            <p:cNvSpPr/>
            <p:nvPr/>
          </p:nvSpPr>
          <p:spPr>
            <a:xfrm>
              <a:off x="7539502" y="3256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8"/>
            <p:cNvSpPr/>
            <p:nvPr/>
          </p:nvSpPr>
          <p:spPr>
            <a:xfrm>
              <a:off x="7434478" y="3245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9"/>
            <p:cNvSpPr/>
            <p:nvPr/>
          </p:nvSpPr>
          <p:spPr>
            <a:xfrm>
              <a:off x="7610564" y="3290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40"/>
            <p:cNvSpPr/>
            <p:nvPr/>
          </p:nvSpPr>
          <p:spPr>
            <a:xfrm>
              <a:off x="7491900" y="3267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1"/>
            <p:cNvSpPr/>
            <p:nvPr/>
          </p:nvSpPr>
          <p:spPr>
            <a:xfrm>
              <a:off x="7522081" y="3265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7418794" y="3292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7353989" y="3269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7418710" y="32778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7480520" y="3187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7395576" y="3292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7456623" y="32063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7415732" y="3273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7281709" y="3283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7358668" y="3269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7349347" y="3416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7561718" y="32639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7420023" y="32649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7525157" y="3260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7492860" y="3118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7316703" y="3207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7431663" y="3287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7401795" y="3282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7310990" y="3259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7209304" y="3267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7447417" y="3275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7504772" y="3210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7421928" y="3258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7378517" y="3269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7492312" y="3275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7355336" y="3292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7530187" y="3247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7397860" y="3247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7469431" y="3274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7463606" y="3218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7443035" y="3302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7530508" y="32775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7440206" y="32650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7322139" y="3264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7449103" y="3276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7405653" y="32528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7584516" y="3238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7443448" y="32774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7398141" y="3270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7738899" y="3276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7574133" y="3299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7445935" y="3286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7447560" y="3281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7245565" y="3266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7477159" y="3284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7459476" y="3276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7290107" y="33057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7439686" y="3346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7567718" y="3267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7283736" y="3268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7581735" y="32803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7479679" y="3275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7447016" y="3268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7513345" y="3283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7554048" y="32818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7538268" y="32741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7410220" y="32704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7528224" y="3250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7520177" y="32753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7529301" y="3295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7355527" y="3262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7432480" y="3274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7461496" y="3292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7402729" y="3252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7530843" y="3278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7470724" y="3301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7420032" y="3274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7428543" y="32264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7437637" y="3265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7418442" y="3246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7357189" y="3252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7296093" y="3286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7413273" y="3256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7475467" y="3221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7468027" y="32521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7448015" y="3239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7597993" y="3254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7490636" y="32608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7489685" y="3261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7476360" y="32754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7533614" y="32864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7385874" y="3253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7396843" y="3261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7478783" y="3287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7410436" y="3274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7390987" y="3265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7465004" y="3266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7544428" y="3293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7355496" y="3279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7345907" y="3285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7454328" y="3277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7391522" y="32682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7430296" y="3274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7419824" y="3266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7461790" y="3284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7517235" y="3307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7436643" y="3273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7433845" y="3263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7436803" y="3265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7313736" y="32842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7559231" y="3274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7379432" y="3258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7492402" y="3282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7499696" y="3260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7485103" y="3255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7667052" y="318563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7508264" y="3256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7445688" y="3309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7605948" y="3285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7382414" y="3276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7613116" y="3288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7478780" y="32790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7466922" y="3392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7376296" y="32609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7444199" y="32693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7398413" y="3295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7369711" y="3255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7407180" y="3251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7428039" y="30917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7400190" y="32889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7616863" y="3262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7408040" y="33356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7201210" y="33103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7492991" y="3276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7372054" y="3272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7515803" y="33108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7528924" y="3306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7513967" y="32580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7413016" y="3270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7437550" y="3291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7438034" y="3253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7457496" y="3274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7464346" y="32387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7517597" y="3334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7513703" y="3280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7453803" y="3357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7436521" y="32824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7624657" y="3258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7520836" y="32837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7412560" y="3266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7431050" y="3264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7327102" y="3244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7611372" y="319786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7486511" y="32667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7562897" y="3280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7541468" y="3302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7614914" y="3272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7424974" y="3259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7564020" y="3291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7364554" y="3244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7295359" y="3324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7394854" y="32859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7479730" y="32710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7536584" y="3267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7482670" y="3267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7433777" y="32765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7475639" y="3284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7553536" y="3309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7417306" y="3270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7700435" y="3289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7450654" y="3291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7554120" y="3273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7490826" y="32602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7521281" y="3294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7395348" y="3286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7327227" y="3259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7339621" y="3248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7376702" y="32747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7450678" y="3263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7374327" y="3254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7476993" y="3289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7518010" y="3279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7526308" y="3255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7595847" y="3311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7405239" y="3282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7335268" y="3288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7558743" y="3279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7569113" y="3241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7558511" y="32745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7314363" y="3255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7595359" y="3250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7433896" y="3247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7397467" y="32504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7365696" y="3211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7446197" y="3275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7373557" y="3262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7547509" y="3303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7543036" y="3288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7418966" y="3248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7473437" y="32740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7404107" y="32876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7439668" y="3256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7414416" y="32556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7412701" y="3260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7403326" y="3278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7511777" y="3282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7271584" y="32787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7549223" y="3277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7508281" y="3338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7635201" y="3291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7471906" y="3283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7348848" y="3261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7349899" y="3279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7483116" y="3260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7353895" y="3327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7483594" y="3291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7377242" y="3298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7404959" y="3290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7384229" y="3280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7448629" y="32927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7451170" y="3276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7402753" y="3259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7560047" y="3286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7451197" y="3281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7493029" y="3287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7310600" y="3241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7619188" y="334090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7557716" y="3336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7352808" y="3256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7571585" y="3325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7613198" y="3269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7462677" y="3263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7585317" y="3229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7475579" y="32636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7302623" y="3265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7371309" y="3276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7452394" y="3248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7344920" y="32629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7518781" y="3243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7563301" y="3280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7633899" y="3266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7360458" y="3267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7459231" y="32765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7455418" y="3278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7304663" y="3236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7354066" y="3259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7646131" y="3260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7507427" y="32503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" name="pt1679"/>
            <p:cNvSpPr/>
            <p:nvPr/>
          </p:nvSpPr>
          <p:spPr>
            <a:xfrm>
              <a:off x="7398362" y="3267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" name="pt1680"/>
            <p:cNvSpPr/>
            <p:nvPr/>
          </p:nvSpPr>
          <p:spPr>
            <a:xfrm>
              <a:off x="7415517" y="3303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t1681"/>
            <p:cNvSpPr/>
            <p:nvPr/>
          </p:nvSpPr>
          <p:spPr>
            <a:xfrm>
              <a:off x="7438362" y="3292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" name="pt1682"/>
            <p:cNvSpPr/>
            <p:nvPr/>
          </p:nvSpPr>
          <p:spPr>
            <a:xfrm>
              <a:off x="7453214" y="3276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" name="pt1683"/>
            <p:cNvSpPr/>
            <p:nvPr/>
          </p:nvSpPr>
          <p:spPr>
            <a:xfrm>
              <a:off x="7446029" y="3285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t1684"/>
            <p:cNvSpPr/>
            <p:nvPr/>
          </p:nvSpPr>
          <p:spPr>
            <a:xfrm>
              <a:off x="7475301" y="3297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" name="pt1685"/>
            <p:cNvSpPr/>
            <p:nvPr/>
          </p:nvSpPr>
          <p:spPr>
            <a:xfrm>
              <a:off x="7457918" y="3288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" name="pt1686"/>
            <p:cNvSpPr/>
            <p:nvPr/>
          </p:nvSpPr>
          <p:spPr>
            <a:xfrm>
              <a:off x="7504433" y="3260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" name="pt1687"/>
            <p:cNvSpPr/>
            <p:nvPr/>
          </p:nvSpPr>
          <p:spPr>
            <a:xfrm>
              <a:off x="7508849" y="3280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" name="pt1688"/>
            <p:cNvSpPr/>
            <p:nvPr/>
          </p:nvSpPr>
          <p:spPr>
            <a:xfrm>
              <a:off x="7415851" y="32862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" name="pt1689"/>
            <p:cNvSpPr/>
            <p:nvPr/>
          </p:nvSpPr>
          <p:spPr>
            <a:xfrm>
              <a:off x="7515014" y="3266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" name="pt1690"/>
            <p:cNvSpPr/>
            <p:nvPr/>
          </p:nvSpPr>
          <p:spPr>
            <a:xfrm>
              <a:off x="7348111" y="3263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" name="pt1691"/>
            <p:cNvSpPr/>
            <p:nvPr/>
          </p:nvSpPr>
          <p:spPr>
            <a:xfrm>
              <a:off x="7472059" y="3246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" name="pt1692"/>
            <p:cNvSpPr/>
            <p:nvPr/>
          </p:nvSpPr>
          <p:spPr>
            <a:xfrm>
              <a:off x="7534171" y="3277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" name="pt1693"/>
            <p:cNvSpPr/>
            <p:nvPr/>
          </p:nvSpPr>
          <p:spPr>
            <a:xfrm>
              <a:off x="7497077" y="33165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" name="pt1694"/>
            <p:cNvSpPr/>
            <p:nvPr/>
          </p:nvSpPr>
          <p:spPr>
            <a:xfrm>
              <a:off x="7511010" y="3267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t1695"/>
            <p:cNvSpPr/>
            <p:nvPr/>
          </p:nvSpPr>
          <p:spPr>
            <a:xfrm>
              <a:off x="7498498" y="3275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" name="pt1696"/>
            <p:cNvSpPr/>
            <p:nvPr/>
          </p:nvSpPr>
          <p:spPr>
            <a:xfrm>
              <a:off x="7323769" y="33180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" name="pt1697"/>
            <p:cNvSpPr/>
            <p:nvPr/>
          </p:nvSpPr>
          <p:spPr>
            <a:xfrm>
              <a:off x="7440022" y="3241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t1698"/>
            <p:cNvSpPr/>
            <p:nvPr/>
          </p:nvSpPr>
          <p:spPr>
            <a:xfrm>
              <a:off x="7552465" y="3237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" name="pt1699"/>
            <p:cNvSpPr/>
            <p:nvPr/>
          </p:nvSpPr>
          <p:spPr>
            <a:xfrm>
              <a:off x="7376310" y="3283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" name="pt1700"/>
            <p:cNvSpPr/>
            <p:nvPr/>
          </p:nvSpPr>
          <p:spPr>
            <a:xfrm>
              <a:off x="7435122" y="3268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" name="pt1701"/>
            <p:cNvSpPr/>
            <p:nvPr/>
          </p:nvSpPr>
          <p:spPr>
            <a:xfrm>
              <a:off x="7306893" y="3297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t1702"/>
            <p:cNvSpPr/>
            <p:nvPr/>
          </p:nvSpPr>
          <p:spPr>
            <a:xfrm>
              <a:off x="7546289" y="3263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" name="pt1703"/>
            <p:cNvSpPr/>
            <p:nvPr/>
          </p:nvSpPr>
          <p:spPr>
            <a:xfrm>
              <a:off x="7313635" y="33209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t1704"/>
            <p:cNvSpPr/>
            <p:nvPr/>
          </p:nvSpPr>
          <p:spPr>
            <a:xfrm>
              <a:off x="7426036" y="3301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" name="pt1705"/>
            <p:cNvSpPr/>
            <p:nvPr/>
          </p:nvSpPr>
          <p:spPr>
            <a:xfrm>
              <a:off x="7468004" y="3269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t1706"/>
            <p:cNvSpPr/>
            <p:nvPr/>
          </p:nvSpPr>
          <p:spPr>
            <a:xfrm>
              <a:off x="7534841" y="32758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t1707"/>
            <p:cNvSpPr/>
            <p:nvPr/>
          </p:nvSpPr>
          <p:spPr>
            <a:xfrm>
              <a:off x="7529526" y="3351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" name="pt1708"/>
            <p:cNvSpPr/>
            <p:nvPr/>
          </p:nvSpPr>
          <p:spPr>
            <a:xfrm>
              <a:off x="7461884" y="3282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t1709"/>
            <p:cNvSpPr/>
            <p:nvPr/>
          </p:nvSpPr>
          <p:spPr>
            <a:xfrm>
              <a:off x="7533089" y="3277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" name="pt1710"/>
            <p:cNvSpPr/>
            <p:nvPr/>
          </p:nvSpPr>
          <p:spPr>
            <a:xfrm>
              <a:off x="7433722" y="3281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" name="pt1711"/>
            <p:cNvSpPr/>
            <p:nvPr/>
          </p:nvSpPr>
          <p:spPr>
            <a:xfrm>
              <a:off x="7341254" y="3270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" name="pt1712"/>
            <p:cNvSpPr/>
            <p:nvPr/>
          </p:nvSpPr>
          <p:spPr>
            <a:xfrm>
              <a:off x="7706507" y="3277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" name="pt1713"/>
            <p:cNvSpPr/>
            <p:nvPr/>
          </p:nvSpPr>
          <p:spPr>
            <a:xfrm>
              <a:off x="7360768" y="32812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" name="pt1714"/>
            <p:cNvSpPr/>
            <p:nvPr/>
          </p:nvSpPr>
          <p:spPr>
            <a:xfrm>
              <a:off x="7509942" y="3273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" name="pt1715"/>
            <p:cNvSpPr/>
            <p:nvPr/>
          </p:nvSpPr>
          <p:spPr>
            <a:xfrm>
              <a:off x="7375697" y="32838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" name="pt1716"/>
            <p:cNvSpPr/>
            <p:nvPr/>
          </p:nvSpPr>
          <p:spPr>
            <a:xfrm>
              <a:off x="7491934" y="3329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7"/>
            <p:cNvSpPr/>
            <p:nvPr/>
          </p:nvSpPr>
          <p:spPr>
            <a:xfrm>
              <a:off x="7345181" y="3270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8"/>
            <p:cNvSpPr/>
            <p:nvPr/>
          </p:nvSpPr>
          <p:spPr>
            <a:xfrm>
              <a:off x="7545704" y="3274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9"/>
            <p:cNvSpPr/>
            <p:nvPr/>
          </p:nvSpPr>
          <p:spPr>
            <a:xfrm>
              <a:off x="7442093" y="32727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20"/>
            <p:cNvSpPr/>
            <p:nvPr/>
          </p:nvSpPr>
          <p:spPr>
            <a:xfrm>
              <a:off x="7496308" y="3331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1"/>
            <p:cNvSpPr/>
            <p:nvPr/>
          </p:nvSpPr>
          <p:spPr>
            <a:xfrm>
              <a:off x="7374088" y="3265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7424318" y="3276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7372300" y="3279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7443752" y="3299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7431211" y="32785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7363346" y="3258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7401464" y="3218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7533108" y="32732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7530835" y="3223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7466140" y="33079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7580243" y="32654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7541325" y="3269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7467502" y="3301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7405311" y="3269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7478746" y="3271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7472638" y="32542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7238529" y="32804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7566868" y="3268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7469553" y="3256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7549460" y="3268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7554221" y="3262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7335575" y="3295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7341784" y="3270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7626887" y="3254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7515502" y="31718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7375287" y="3368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7487010" y="3259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7409884" y="3279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7554450" y="3280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7365467" y="3268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7389032" y="32765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7570569" y="32472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7600270" y="3268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7456998" y="32839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7485527" y="3261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7412100" y="3276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7455272" y="3275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7540801" y="3279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7461314" y="3275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7267941" y="3284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7367775" y="32678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7547258" y="32964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7437824" y="3237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7419450" y="3277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7352932" y="3281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7427246" y="3226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7327536" y="32563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7365307" y="3268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7411226" y="3047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7375485" y="32727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7368197" y="3268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7531016" y="3299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7322516" y="32644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7376741" y="3248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7556054" y="3236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7540613" y="3258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7488261" y="3264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7283303" y="3316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7403887" y="3282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7427457" y="3241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7456974" y="3244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7549587" y="32574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7394298" y="3274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7470448" y="32045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7503982" y="3290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7643237" y="3258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7387964" y="3238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7394243" y="3238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7535255" y="3279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7554160" y="3319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7426304" y="32790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7420399" y="3284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7541477" y="3286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7454317" y="3234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7487457" y="3280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7379909" y="3282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7460423" y="3303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7494166" y="3284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7552481" y="3232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7445232" y="3279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7415649" y="3281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7416014" y="32497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7272265" y="32651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7476373" y="3278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7626807" y="3332254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7436865" y="3093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7385530" y="3250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7512856" y="32516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7483676" y="3255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7481035" y="32766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7454177" y="32684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7370097" y="3276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7300842" y="3267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7426027" y="3254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7451231" y="33003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7455742" y="3249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7413048" y="3274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7392470" y="32154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7392584" y="32681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7637269" y="333628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7385930" y="3263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7556381" y="3275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7432291" y="33311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7345798" y="3275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7336443" y="3286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7620510" y="32620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7447620" y="32759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7379109" y="33120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7436296" y="32526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7438848" y="3231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7477419" y="3199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7216035" y="3281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7476956" y="3291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7541874" y="3282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7488742" y="3262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7384399" y="3272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7383662" y="3292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7510314" y="32633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7339018" y="3273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7612210" y="3276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7514934" y="3285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7460249" y="32977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7470949" y="3271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7465704" y="32634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7560527" y="3288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7488017" y="32467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7427330" y="3294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7376508" y="3258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7405145" y="3282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7384964" y="32874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7490078" y="32835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7453009" y="3212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7377228" y="32890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7593724" y="3275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7421386" y="3271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7442691" y="3262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7439068" y="3273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7548888" y="3313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7415824" y="3266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7528052" y="3271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7572158" y="3283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7417886" y="3274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7560877" y="32924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7410243" y="3277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7428807" y="3282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7512090" y="3309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7497994" y="3295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7466725" y="3263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7499921" y="3265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7490488" y="32652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7193380" y="3260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7452804" y="3359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7410726" y="3245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7452899" y="3267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7551189" y="32828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7570715" y="3309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7533757" y="3276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7343702" y="3262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7543704" y="3277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7462800" y="3276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7484817" y="3265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7435321" y="3294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7599645" y="3251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7564584" y="3299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7586824" y="3218747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7646344" y="3276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7526157" y="3269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7357855" y="3283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7424980" y="3270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7385843" y="3270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7486114" y="32688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7604462" y="3280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7647198" y="3260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7421162" y="32639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7561547" y="33671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7457371" y="3288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7355310" y="3260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7464120" y="3296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7527925" y="3260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7581696" y="3272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7507407" y="3278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7487482" y="3258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7399862" y="3256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7741915" y="3251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7551077" y="3260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7427980" y="3252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7483591" y="3286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7461368" y="3247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7636306" y="3286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7502263" y="32702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7451073" y="3261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7379823" y="3338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7565620" y="3287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7427775" y="32534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7462924" y="32915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7551286" y="3285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7375424" y="3274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7448684" y="3256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7405023" y="3250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7487996" y="3252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7582750" y="3279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7391480" y="3280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7433292" y="33839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7538632" y="3250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7541986" y="3282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7516145" y="3355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7582781" y="33439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7508920" y="3268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7449919" y="32810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7421386" y="3298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7436091" y="3258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7482690" y="3269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7494412" y="3296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7414669" y="3284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7554902" y="3173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7587914" y="3260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7432787" y="3287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7435588" y="32954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7429737" y="3239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7458205" y="3256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7479359" y="3227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7365417" y="3291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7550603" y="3327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7421979" y="32513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7538864" y="32687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7506818" y="3287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7518453" y="3302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7441166" y="3291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7389399" y="3216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7454373" y="32929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7556858" y="33264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7376386" y="3275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7614209" y="3269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7510170" y="3246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7405733" y="3281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7515877" y="3284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7489278" y="33602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7458952" y="3293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7499179" y="3299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7454618" y="3293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7396309" y="3273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7394773" y="3293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7415359" y="3251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7446461" y="3277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7639407" y="3273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7291703" y="3297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7543690" y="32767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7431958" y="33066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7515103" y="3330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7537271" y="3292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7311797" y="3493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7540723" y="32927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7463565" y="32852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7436208" y="3277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7503395" y="3177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7390989" y="3284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7466009" y="3258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7388360" y="3134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7443594" y="3205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7559732" y="3258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7358658" y="32653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7592711" y="3278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7411155" y="3271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7412083" y="3312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7451037" y="3284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7478341" y="3318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7532398" y="3271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7606153" y="3219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7548900" y="3281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7329689" y="3233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7526564" y="3275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7419396" y="3287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7623869" y="3260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7481822" y="3291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7389997" y="3282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7460973" y="3249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7368595" y="3250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7584272" y="3248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7358377" y="3282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7532382" y="3265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7368372" y="3261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7572873" y="32632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7449421" y="3237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7364875" y="3262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7485242" y="31790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7453915" y="3203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7355865" y="32404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7438833" y="32810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7529684" y="3260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7531584" y="32771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7581774" y="3287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7493720" y="32881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7480123" y="3243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7432157" y="3319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7485559" y="32678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7550189" y="32865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7524402" y="32612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7354187" y="33088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7481360" y="3241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7562273" y="3264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7327798" y="33048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7541567" y="32940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7368918" y="32893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7482043" y="32280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7420281" y="33538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7482278" y="3284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7502956" y="3291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7666015" y="319191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7535507" y="32443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7486690" y="3281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7271830" y="3255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7355204" y="32764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7412033" y="3274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7262975" y="3247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7403740" y="3284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7463067" y="3284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7573732" y="32617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7277079" y="3249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7373114" y="3261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7490550" y="3274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7586814" y="3283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7393044" y="3300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7487525" y="32256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7398594" y="32795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7431149" y="3271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7379688" y="32729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7548853" y="3272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7426600" y="32680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7443241" y="3292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7553356" y="3284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7433851" y="3283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7554372" y="3168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7524734" y="3288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7327777" y="3255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7535931" y="3293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7454077" y="3296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7536878" y="32724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7411687" y="3287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7422303" y="3303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7641803" y="3302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7655669" y="32764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7512448" y="3262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7474657" y="3275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7436730" y="3264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7471897" y="33575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7539527" y="3308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7408761" y="3291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7405121" y="3268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7495993" y="3270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7445574" y="32972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7374949" y="3283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7458900" y="32505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7349166" y="3273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7533636" y="3291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7420268" y="3275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7517284" y="3267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7372992" y="32848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7619053" y="3265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7421646" y="3308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7384131" y="3303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7419387" y="3283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7487130" y="32710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7528178" y="33123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7549057" y="3277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7588851" y="32618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7345245" y="32724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7566458" y="3341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7563186" y="32620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7542864" y="32759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7318410" y="3269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7489427" y="32795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7513840" y="3259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7446135" y="3253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7430211" y="32601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7443718" y="3263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7528601" y="32747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7519929" y="3271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7459082" y="3276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7472318" y="3279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7582477" y="3290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7550184" y="3246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7376835" y="32629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7426719" y="32700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7512182" y="3229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7377824" y="3164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7369364" y="3270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7569553" y="3245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7349552" y="32727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7550638" y="3289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7474675" y="3237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7577355" y="32076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7507401" y="3271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7501840" y="3280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7474170" y="3285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7421514" y="3291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7472083" y="3281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7467296" y="3284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7435160" y="32659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7411134" y="3261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7541841" y="3266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7473605" y="3271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7373267" y="3286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7402037" y="3300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7431515" y="32594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7435330" y="3233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7382757" y="3279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7379633" y="32896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7435636" y="3255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7427506" y="3241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7566804" y="32523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7574890" y="3252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7372718" y="3273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7427758" y="3263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7449419" y="33185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7372465" y="3290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7511801" y="32937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7446427" y="3211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7413916" y="3319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7573896" y="3279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7506933" y="3274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7511248" y="32535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7398763" y="3281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7441169" y="32600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7515511" y="3249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7376137" y="3264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7540224" y="3256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7426142" y="3267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7529920" y="3276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7357450" y="33376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7501488" y="3382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7352634" y="3273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7502266" y="3286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7536588" y="3282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7415343" y="3250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7547318" y="3282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7480247" y="32422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7450071" y="3295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6937076" y="3266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7520381" y="3299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7455897" y="3276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7448239" y="3305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7479290" y="3274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7519222" y="3282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7548004" y="3287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7568599" y="3250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7423224" y="32849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7563823" y="3255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7360098" y="3279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7376717" y="3254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7347865" y="3236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7529777" y="3724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7567354" y="32135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7451891" y="3287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7455943" y="32326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7371395" y="3304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7300695" y="32832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7518821" y="3281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7425408" y="3266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7480666" y="3495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7285807" y="3255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7524463" y="3247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7363821" y="32957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7570843" y="3256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7474796" y="3272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7320839" y="32862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7532760" y="3302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7492471" y="32889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7284953" y="3291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7374641" y="3274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7558362" y="3263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7526192" y="3231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7564333" y="32794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7638857" y="3300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7527350" y="3313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7455310" y="3285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7574341" y="32726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7511022" y="3275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7430364" y="32370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7496298" y="3249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7575631" y="31883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7403470" y="32630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7380963" y="3263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7348104" y="3281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7414072" y="3263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7480636" y="3317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7539596" y="3269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7480006" y="32938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7353463" y="32758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7401293" y="3284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7458359" y="3305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7418207" y="3219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7550792" y="32882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7585904" y="32616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7439787" y="3264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7406995" y="3219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7457860" y="32755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7384874" y="3260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7417154" y="3232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7416592" y="32616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7571430" y="3271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7557986" y="3258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7443415" y="3313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7501128" y="3280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7523377" y="3296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7531813" y="3288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7458522" y="3272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7443885" y="3284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7504151" y="32667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7471132" y="3290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7386756" y="3261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7638886" y="3256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7425940" y="3306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7478853" y="32858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7456584" y="3283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7503618" y="35281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7580802" y="3293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7456514" y="3271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7473206" y="3285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7537975" y="3281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7461891" y="3299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7316068" y="3297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7474779" y="32538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7534465" y="3266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7533866" y="3259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7400363" y="32821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7524675" y="3262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7469062" y="32783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7484436" y="32283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7415650" y="32619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7470531" y="3294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7454388" y="3245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7458269" y="3276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7412734" y="3263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7462759" y="3319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7550623" y="33205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7444962" y="32408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7449577" y="32796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7529711" y="3287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7429615" y="3252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7458529" y="3245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7596223" y="32527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7563348" y="3268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7393130" y="3256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7496289" y="3284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7337248" y="3250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7435067" y="3277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7404516" y="3278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7423259" y="32777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7480775" y="3228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7431694" y="32716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7389816" y="3262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7428220" y="3256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7501460" y="3284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7535830" y="3363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7399605" y="3240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7395336" y="3265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7410295" y="3204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7395923" y="3268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7536441" y="3303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7410948" y="3250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7573632" y="3271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7530719" y="3250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7490139" y="3305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7441528" y="3266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7489306" y="3296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7575519" y="3280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7348734" y="32723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7436853" y="3301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7443928" y="32446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7361964" y="3255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7396067" y="32579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7447200" y="3250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7548540" y="3288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7585785" y="3304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7529411" y="3244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7509154" y="3259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7455510" y="3300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7547448" y="32813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7422203" y="3215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7353191" y="3260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7480777" y="3219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7451272" y="3260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7478595" y="32675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7334618" y="3265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7401777" y="32861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7604903" y="3258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7573780" y="3324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7599481" y="2786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7341499" y="3262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7581556" y="3296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7386303" y="3226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7384421" y="3250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7513813" y="32795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7443307" y="32652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7542008" y="3283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7401425" y="32141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7410429" y="3271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7400937" y="3079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7676153" y="3257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7510919" y="3267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7423276" y="3315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7355439" y="3262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7449679" y="3235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7496173" y="3289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7516601" y="3280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7583984" y="3319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7433043" y="3302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7533654" y="3288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7462683" y="3235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7470331" y="3283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7350785" y="32484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7480099" y="3280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7638368" y="32654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7558610" y="3301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7469695" y="3285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7564916" y="3310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7499982" y="3288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7406792" y="3273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7399891" y="3222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7512617" y="32574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7440141" y="32668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7510775" y="3286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7393932" y="3252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7359810" y="32954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7486322" y="32845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7529661" y="3299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7579970" y="3246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7206561" y="3253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7284731" y="32673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7538013" y="32651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7502401" y="3261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7696349" y="3269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7450864" y="3274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7527842" y="3265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7357472" y="3252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7434159" y="3287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7343553" y="3237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7378205" y="3255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7505070" y="32748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7400201" y="32817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7357558" y="3242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7482981" y="3282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7360372" y="3264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7367084" y="3222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7349882" y="3436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7563894" y="31923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7321070" y="3257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7472232" y="3276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7476077" y="3266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7322049" y="3278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7462975" y="3257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7413590" y="3221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7400888" y="32798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7412137" y="3247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7538663" y="3322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7388113" y="3258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7473581" y="32872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7390413" y="32757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7468989" y="3284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7355607" y="32779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7491252" y="3287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7439527" y="3257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7304544" y="3196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7510682" y="3269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7543002" y="3233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7566090" y="3268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7437195" y="3226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7510965" y="3270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7456449" y="36670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7453908" y="3260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7518471" y="3261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7519349" y="3254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7511636" y="32625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7434448" y="3254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7462824" y="3271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7410912" y="3270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7374329" y="3283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7475119" y="32727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7433901" y="3274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7371867" y="3277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7450650" y="3306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7580916" y="3311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7281211" y="3252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7489643" y="3313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7556882" y="2985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7626704" y="3261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7566215" y="3253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7308505" y="3272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7463280" y="32400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7297060" y="3377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7464970" y="3228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7290492" y="3260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7571841" y="3300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7361761" y="3261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7268005" y="333933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7420640" y="3290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7571384" y="3279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7453473" y="32606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7361933" y="3289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7499073" y="3272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7423102" y="3217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7385506" y="32541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7418558" y="3273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7477412" y="3262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7324297" y="320918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7486305" y="3267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7258545" y="32668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7408564" y="3257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7410820" y="33008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7350850" y="3290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7452547" y="3260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7473619" y="3275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7439436" y="3270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7525105" y="3341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7567608" y="32901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7425603" y="3291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7484448" y="3288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7394204" y="3219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7412977" y="3272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7345295" y="3271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7497899" y="3283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7466305" y="32803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7425705" y="3280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7465919" y="3253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7652313" y="3248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7452793" y="3265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7583027" y="32645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7462612" y="3259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7392977" y="3249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7659185" y="3294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7377834" y="3244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7548949" y="32923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7404752" y="32596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7430630" y="3270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7406333" y="32235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7486536" y="3216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7432981" y="3270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7466924" y="3280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7531329" y="3256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7509465" y="3283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7418223" y="3256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7376695" y="3282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7525995" y="32287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7479365" y="3267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7430305" y="3274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7358339" y="3218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7289980" y="32434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7602262" y="3221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7425448" y="3288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7347399" y="32994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7397323" y="3252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7393733" y="32788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7555374" y="3265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7521965" y="32773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7526990" y="33318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7394385" y="3271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7479941" y="3280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7457166" y="3263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7391684" y="33002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7451649" y="3266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7537124" y="3241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7509168" y="3250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7607689" y="32978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7386839" y="3251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7486566" y="3264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7429756" y="32738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7570129" y="32806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7388382" y="3265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7503001" y="3280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7387969" y="32794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7382196" y="32707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7450907" y="3292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7631697" y="3263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7574325" y="3289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7473019" y="3273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7372225" y="3284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7425289" y="32522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7481778" y="32845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7458416" y="3272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7559175" y="3284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7429892" y="3270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7350502" y="3274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7404344" y="3256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7606642" y="3262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7494830" y="32903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7380893" y="3256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7432027" y="3313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7388518" y="3263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7449338" y="32754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7519866" y="32715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7398668" y="3204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7457506" y="3238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7388009" y="3324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7444079" y="3291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7324367" y="3279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7524915" y="3280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7494715" y="3224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7430290" y="3265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7333162" y="3264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7554453" y="3266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7325272" y="3227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7444205" y="3258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7546409" y="3259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7470898" y="32837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7488689" y="3291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7494093" y="3255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7320571" y="32828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7407834" y="3305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7447796" y="32460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7601378" y="3253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7410415" y="3252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7452639" y="3292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7554319" y="3317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7525273" y="32621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7529355" y="32375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7356481" y="3278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7382938" y="3266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7389115" y="3251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7547029" y="32771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7439141" y="3259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7531467" y="3299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7557760" y="3261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7343644" y="3283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7528997" y="3324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7456092" y="3273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7380484" y="3284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7529707" y="32702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7422764" y="3311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7484448" y="3279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7380989" y="3244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7405067" y="32858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7416210" y="3259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7511975" y="3269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7503299" y="3285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7386726" y="3251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7481697" y="3238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7492430" y="3211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7514731" y="32748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7388723" y="33006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7491401" y="3215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7566779" y="3272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7470435" y="3281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7487639" y="31623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7424290" y="3249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7390142" y="3236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7509245" y="3244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7465568" y="3276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7442070" y="32880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7419603" y="3286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7617415" y="316384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7576213" y="3208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7622112" y="3289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7449544" y="3261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7481760" y="3214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7374919" y="3266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7516323" y="3271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7362229" y="32658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7567965" y="3283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7540152" y="3240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7433944" y="3278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7589316" y="3279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7461155" y="32446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7435430" y="3433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7390210" y="3296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7523082" y="3261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7512703" y="3259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7411513" y="3273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7388930" y="3263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7393342" y="3264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7431011" y="3269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7466606" y="3252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7422109" y="3292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7379460" y="3253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7527254" y="3282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7482452" y="32579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7437244" y="32837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7561452" y="32960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7546575" y="32962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7533034" y="3282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7431353" y="3273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7565230" y="32746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7641213" y="3241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7483734" y="3203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7610324" y="32427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7420309" y="3271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7439631" y="3236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7410138" y="3249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7566962" y="3296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7468192" y="3276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7549296" y="3285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7385474" y="32665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7410642" y="3270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7430476" y="3221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7545708" y="3267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7325874" y="33142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7561935" y="3276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7482980" y="32742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7480917" y="3278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7603052" y="32737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7372745" y="3271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7556343" y="3288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7595812" y="3269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7602910" y="3265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7467912" y="32674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7563915" y="32785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7471107" y="3260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7508031" y="32802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7559719" y="32583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7544796" y="3243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7386417" y="3230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7439370" y="3288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7346086" y="3263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7476673" y="3246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7421950" y="3275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7327650" y="3248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7367339" y="32671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7617785" y="3280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7387800" y="3265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7390007" y="3284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7371915" y="33311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7362381" y="32536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7447760" y="32790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7452626" y="33484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7406746" y="32759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7579719" y="3258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7457734" y="3260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7408904" y="3290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7392571" y="3262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7377529" y="3296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7403312" y="3275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7625675" y="3229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7544142" y="33319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7557029" y="32891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7522604" y="3277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7476747" y="3282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7442867" y="3208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7384812" y="32776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7430191" y="3265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7318496" y="3281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7450202" y="3331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7438133" y="32505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7404556" y="3267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7585764" y="3264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7557625" y="3261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7310228" y="32807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7428721" y="3255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7389172" y="3264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7404025" y="3260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7577197" y="3283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7402536" y="3269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7332296" y="3286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7414257" y="3307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7608318" y="3282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7456235" y="3258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7495874" y="3275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7589788" y="3273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7490459" y="3258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7496395" y="3276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7392493" y="3266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7399504" y="3261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7451015" y="3276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7467206" y="33091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7435643" y="3271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7530891" y="3251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7326513" y="3252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7501267" y="3284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7530073" y="32405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7430341" y="3255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7610063" y="3288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7423400" y="3278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7531856" y="3213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7558852" y="3290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7294534" y="3307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7487006" y="32880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7467089" y="32748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7528271" y="3294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7472321" y="32841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7331811" y="3264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7385058" y="3353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7558327" y="32264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7605116" y="3291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7524829" y="3265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7536131" y="3324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7519061" y="3279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7586931" y="3270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7551589" y="32744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7292763" y="3280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7507156" y="3273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7416452" y="3216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7432656" y="3263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7511197" y="3267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7375677" y="3218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7405406" y="3256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7598532" y="3281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7371123" y="3303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7459247" y="32717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7521818" y="3284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7431109" y="32738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7535837" y="3276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7580907" y="3267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7651574" y="32658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7534813" y="3271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7444565" y="3193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7480681" y="32614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7401520" y="3299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7415417" y="3408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7404724" y="32605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7542105" y="32726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7422661" y="32043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7520754" y="3278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7407126" y="3241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7514682" y="3269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7628667" y="3276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7398003" y="3195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7550829" y="33424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7466143" y="3275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7489665" y="3295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7363805" y="3263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7500283" y="3292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7510087" y="3292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7453578" y="3228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7507645" y="32296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7458408" y="3283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7233176" y="3278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7605479" y="3279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7324715" y="3313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7554315" y="3285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7488719" y="3232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7473273" y="3281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7494096" y="3245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7562743" y="3258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7478651" y="3281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7472692" y="3274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7395073" y="32714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7472319" y="3287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7435342" y="3277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7542297" y="32753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7485724" y="3268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7577038" y="3270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7443015" y="32702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7468827" y="3282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7690428" y="3279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7385992" y="3268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7552138" y="32715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7533124" y="3227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7412497" y="3254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7590706" y="3282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7449178" y="3301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7517622" y="3264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7460561" y="3258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7405771" y="32423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7489441" y="32639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7368924" y="3264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7482935" y="3245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7405418" y="3268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7323560" y="32832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7507020" y="3268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7488608" y="3222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7374905" y="32614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7459408" y="3313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7526655" y="3242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7458786" y="3301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7441282" y="32336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7589648" y="3273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7589382" y="32543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7593755" y="32887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7429649" y="3274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7449693" y="3290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7432910" y="3239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7386508" y="33124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7545432" y="3277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7517986" y="32703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7443560" y="32551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7393839" y="3269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7559996" y="32893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7672391" y="3309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7387596" y="3276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7522187" y="32812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7445616" y="3310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7489762" y="3284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7502462" y="32903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7352054" y="3236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7536383" y="3300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7555214" y="3261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7455421" y="33372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7435817" y="3310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7537713" y="3275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7440761" y="3246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7615788" y="33208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7524543" y="3274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7472033" y="3242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7516468" y="3251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7406512" y="3267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7174715" y="333520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7504907" y="3270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7406676" y="3301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7397325" y="3266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7491464" y="3249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7460986" y="32169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7607326" y="3298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7575615" y="3285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7584111" y="3367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6607989" y="32660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7562256" y="3233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7369863" y="3284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7373065" y="3267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7435707" y="32713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7387353" y="32653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7403202" y="3275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7469391" y="3236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7470668" y="3277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7450620" y="32710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7269451" y="365872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7443890" y="32638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7394143" y="3280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7340094" y="3351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7443156" y="3271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7390869" y="3220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7442992" y="3227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7313094" y="3272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7357374" y="32860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7421613" y="3272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7497883" y="32959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7436562" y="32510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7606911" y="32854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7400297" y="32395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7467797" y="3290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7329801" y="3292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7633445" y="3292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7434949" y="32583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7558471" y="3272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7501312" y="3267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7523343" y="3276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7529454" y="3278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7357479" y="32542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7393658" y="3261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7589261" y="3287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7586005" y="32794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7525398" y="3272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7533486" y="3257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7430825" y="3236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7478436" y="32852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7388386" y="3275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7495847" y="3232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7543182" y="3250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7545297" y="3286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7461074" y="3267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7421645" y="3272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7324177" y="3258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7300450" y="3294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7412422" y="3266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7409664" y="32628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7417756" y="3137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7417672" y="32557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7705989" y="3270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7398088" y="3245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7496634" y="3308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7568221" y="3241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7424333" y="32376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7483131" y="3264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7563762" y="3292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7470929" y="3267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7513582" y="3273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7448514" y="3269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7579779" y="3264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7414630" y="32581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7446444" y="32798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7413540" y="3282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7344144" y="32841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7561544" y="3322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7619254" y="3284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7635443" y="3263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7416612" y="3311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7490652" y="3275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7391396" y="3267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7487779" y="3273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7503125" y="32636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7482352" y="3240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7554513" y="3267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7430840" y="3234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7456497" y="3267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7444594" y="3263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7340881" y="3329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7362210" y="3286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7457266" y="3275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7371362" y="3262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7523357" y="32762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7652180" y="3272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7579988" y="3296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7343866" y="3258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7289984" y="3259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7488481" y="3255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7401739" y="3291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7349759" y="32913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7571878" y="3236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7479356" y="3239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7365008" y="3271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7436745" y="32543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7485497" y="3293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7356862" y="3251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7482964" y="3302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7428233" y="32720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7341865" y="3268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7386181" y="3268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7447618" y="3253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7426078" y="32710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7447524" y="3234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7424896" y="3282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7471087" y="3293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7456738" y="3194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7345289" y="3254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7468645" y="3253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7509529" y="3297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7391760" y="3259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7439206" y="3281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7441437" y="3243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7522087" y="3243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7524314" y="32617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7272309" y="3284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7405691" y="3268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7423207" y="3329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7383044" y="3249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7487729" y="3295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7464690" y="3248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7385942" y="3258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7574436" y="3254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7497362" y="32513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7359825" y="3267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7411725" y="32613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7501200" y="3294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7437249" y="3313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7504939" y="3268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7530951" y="3323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7323284" y="32994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7453962" y="3297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7471412" y="3284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7355963" y="3241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7540345" y="3231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7468478" y="32564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7444069" y="3266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7525569" y="32605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7392425" y="3297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7456699" y="3292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7531200" y="3257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7261213" y="335902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7551286" y="3256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7506688" y="32750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7481341" y="32767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7390440" y="3263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7473479" y="3262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7344477" y="32303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7488429" y="3272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7484274" y="3309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7563391" y="3210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7563771" y="3310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7403923" y="3324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7578375" y="3318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7392303" y="32759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7423402" y="3274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7472807" y="3288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7490911" y="32966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7409907" y="3289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7398753" y="3300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7421540" y="3282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7524060" y="3181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7614073" y="3278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7493000" y="3265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7356903" y="3371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7288094" y="32733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7389116" y="3259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7538246" y="3301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7363909" y="3203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7606047" y="3274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7484925" y="32717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7554203" y="32728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7427579" y="32825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7396133" y="3272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7393580" y="3294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7527947" y="3276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7485090" y="3268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7536719" y="3279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7388601" y="3264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7526243" y="32783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7606951" y="32763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7604851" y="3289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7541022" y="3280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7485922" y="3238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7495374" y="3239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7561019" y="3325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7526373" y="3302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7337825" y="3267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7459109" y="3291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7544859" y="3262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7314549" y="32953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7396363" y="3211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7422238" y="3278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7549307" y="3243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7430778" y="3196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7590423" y="32539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7480704" y="3299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7479073" y="3252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7487150" y="3259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7555790" y="3311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7367976" y="3265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7533165" y="3229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7505670" y="3297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7428806" y="3246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7531035" y="3271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7470140" y="3225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7590522" y="3275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7286992" y="3254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7415370" y="32610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7516667" y="3273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7384280" y="3266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7548908" y="3267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7391973" y="3254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7402242" y="3255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7389917" y="3296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7353864" y="3278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7480251" y="31778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7462645" y="3273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7302918" y="3261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7451794" y="3225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7599298" y="3273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7431366" y="32590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7421689" y="3297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7498813" y="3282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7384110" y="32654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7448790" y="3251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7437230" y="32799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7502795" y="3280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7414722" y="3285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7245194" y="32952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7530758" y="3291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7381558" y="3306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7424835" y="3273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7539896" y="3295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7558175" y="3279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7402311" y="3193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7315646" y="3269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7444894" y="32843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7462505" y="3281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7381916" y="3237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7428198" y="3250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7434354" y="3278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7416510" y="3279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7462164" y="3292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7387029" y="3256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7554148" y="3260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7386821" y="32778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7385098" y="3261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7605037" y="3173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7517082" y="3248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7571860" y="32974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7559721" y="32186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7726690" y="340666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7419998" y="3277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7384262" y="3275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7508182" y="3275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7477386" y="3279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7632829" y="3271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7385342" y="3255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7499750" y="32889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7449080" y="32373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7569748" y="3254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7469235" y="32716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7442224" y="3283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7476715" y="3286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7591582" y="3280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7588705" y="3263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7400179" y="32706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7302798" y="32826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7502069" y="3238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7495039" y="3282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7451078" y="3261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7546396" y="3213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7518953" y="33026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7454503" y="32651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7430269" y="3284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7587345" y="3285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7508254" y="32697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7405154" y="3261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7355541" y="3270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7376712" y="3202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7433816" y="3311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7463206" y="3281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7370110" y="32578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7526241" y="3273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7444791" y="32769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7482119" y="3254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7390097" y="32812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7585901" y="3235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7406939" y="3273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7491142" y="3235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7493865" y="3268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7576174" y="3281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7643659" y="32432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7462692" y="3205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7447290" y="32620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7537957" y="33178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7439076" y="3255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7441631" y="3276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7417313" y="32166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7554135" y="3296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7503805" y="3267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7563229" y="3239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7464215" y="3260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7388575" y="3269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7330457" y="32437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7583504" y="3242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7556799" y="3036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7549025" y="3240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7621958" y="3294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7233081" y="32861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7466012" y="3272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7367602" y="3246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7596912" y="3261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7509830" y="32904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7571165" y="3223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7505368" y="3234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7592760" y="3335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7384997" y="3294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7600156" y="32925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7255346" y="32783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7402201" y="3276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7350618" y="3300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7432871" y="32914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7447796" y="3287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7424843" y="3343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7409333" y="3284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7491520" y="3265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7453575" y="3275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7466915" y="32184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7485521" y="3299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7478988" y="32739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7415717" y="3234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7496705" y="3269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7595418" y="3279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7483953" y="3298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7536343" y="32803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7451068" y="3266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7524766" y="3297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7493156" y="3280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7487620" y="3237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7518496" y="3260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7454393" y="3264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7343053" y="3270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7454580" y="32548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7366562" y="3288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7359629" y="3272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7442355" y="3287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7511506" y="3250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7349421" y="3296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7496896" y="3278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7494178" y="33267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7527441" y="3271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7629962" y="3287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7494157" y="3288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7508630" y="3207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7399568" y="3302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7319439" y="3357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7446469" y="3281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7517676" y="3285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7488035" y="32347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7592248" y="3308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7557018" y="3271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7531933" y="32543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7437873" y="3269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7393500" y="3263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7487549" y="31987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7475285" y="3262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7351080" y="3289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7527993" y="3277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7346996" y="3272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7471539" y="3279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7422446" y="3262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7502550" y="33413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7505784" y="3229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7317897" y="3263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7165828" y="3258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7385240" y="3277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7506420" y="3283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7514867" y="3244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7558937" y="32819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7582320" y="3286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7539977" y="32619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7399233" y="3234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7392028" y="32770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7457367" y="3314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7427006" y="32606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7439279" y="32800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7369736" y="3286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7358413" y="33483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7413159" y="3277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7421306" y="32661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7580332" y="3277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7447773" y="3228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7489515" y="32636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7412357" y="3264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7514306" y="3332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7410786" y="3275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7435659" y="3231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7548161" y="32806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7383996" y="32763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7632309" y="337627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7476422" y="3279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7607148" y="32693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7483927" y="3293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7382337" y="3283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7460818" y="3255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7525280" y="3237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" name="pt3232"/>
            <p:cNvSpPr/>
            <p:nvPr/>
          </p:nvSpPr>
          <p:spPr>
            <a:xfrm>
              <a:off x="7381247" y="32809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" name="pt3233"/>
            <p:cNvSpPr/>
            <p:nvPr/>
          </p:nvSpPr>
          <p:spPr>
            <a:xfrm>
              <a:off x="7437998" y="3237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" name="pt3234"/>
            <p:cNvSpPr/>
            <p:nvPr/>
          </p:nvSpPr>
          <p:spPr>
            <a:xfrm>
              <a:off x="7494098" y="32779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" name="pt3235"/>
            <p:cNvSpPr/>
            <p:nvPr/>
          </p:nvSpPr>
          <p:spPr>
            <a:xfrm>
              <a:off x="7366494" y="3275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" name="pt3236"/>
            <p:cNvSpPr/>
            <p:nvPr/>
          </p:nvSpPr>
          <p:spPr>
            <a:xfrm>
              <a:off x="7478996" y="32674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" name="pt3237"/>
            <p:cNvSpPr/>
            <p:nvPr/>
          </p:nvSpPr>
          <p:spPr>
            <a:xfrm>
              <a:off x="7476613" y="32977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" name="pt3238"/>
            <p:cNvSpPr/>
            <p:nvPr/>
          </p:nvSpPr>
          <p:spPr>
            <a:xfrm>
              <a:off x="7416652" y="3276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" name="pt3239"/>
            <p:cNvSpPr/>
            <p:nvPr/>
          </p:nvSpPr>
          <p:spPr>
            <a:xfrm>
              <a:off x="7419470" y="3294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" name="pt3240"/>
            <p:cNvSpPr/>
            <p:nvPr/>
          </p:nvSpPr>
          <p:spPr>
            <a:xfrm>
              <a:off x="7320564" y="3274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" name="pt3241"/>
            <p:cNvSpPr/>
            <p:nvPr/>
          </p:nvSpPr>
          <p:spPr>
            <a:xfrm>
              <a:off x="7378317" y="3291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" name="pt3242"/>
            <p:cNvSpPr/>
            <p:nvPr/>
          </p:nvSpPr>
          <p:spPr>
            <a:xfrm>
              <a:off x="7478988" y="32878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" name="pt3243"/>
            <p:cNvSpPr/>
            <p:nvPr/>
          </p:nvSpPr>
          <p:spPr>
            <a:xfrm>
              <a:off x="7504906" y="3261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" name="pt3244"/>
            <p:cNvSpPr/>
            <p:nvPr/>
          </p:nvSpPr>
          <p:spPr>
            <a:xfrm>
              <a:off x="7414177" y="33467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" name="pt3245"/>
            <p:cNvSpPr/>
            <p:nvPr/>
          </p:nvSpPr>
          <p:spPr>
            <a:xfrm>
              <a:off x="7513404" y="3262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" name="pt3246"/>
            <p:cNvSpPr/>
            <p:nvPr/>
          </p:nvSpPr>
          <p:spPr>
            <a:xfrm>
              <a:off x="7497029" y="32519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" name="pt3247"/>
            <p:cNvSpPr/>
            <p:nvPr/>
          </p:nvSpPr>
          <p:spPr>
            <a:xfrm>
              <a:off x="7378143" y="3254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" name="pt3248"/>
            <p:cNvSpPr/>
            <p:nvPr/>
          </p:nvSpPr>
          <p:spPr>
            <a:xfrm>
              <a:off x="7344047" y="3285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" name="pt3249"/>
            <p:cNvSpPr/>
            <p:nvPr/>
          </p:nvSpPr>
          <p:spPr>
            <a:xfrm>
              <a:off x="7454103" y="32574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" name="pt3250"/>
            <p:cNvSpPr/>
            <p:nvPr/>
          </p:nvSpPr>
          <p:spPr>
            <a:xfrm>
              <a:off x="7487953" y="3286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" name="pt3251"/>
            <p:cNvSpPr/>
            <p:nvPr/>
          </p:nvSpPr>
          <p:spPr>
            <a:xfrm>
              <a:off x="7552070" y="3114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" name="pt3252"/>
            <p:cNvSpPr/>
            <p:nvPr/>
          </p:nvSpPr>
          <p:spPr>
            <a:xfrm>
              <a:off x="7434018" y="3270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" name="pt3253"/>
            <p:cNvSpPr/>
            <p:nvPr/>
          </p:nvSpPr>
          <p:spPr>
            <a:xfrm>
              <a:off x="7501764" y="3255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" name="pt3254"/>
            <p:cNvSpPr/>
            <p:nvPr/>
          </p:nvSpPr>
          <p:spPr>
            <a:xfrm>
              <a:off x="7495702" y="32262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" name="pt3255"/>
            <p:cNvSpPr/>
            <p:nvPr/>
          </p:nvSpPr>
          <p:spPr>
            <a:xfrm>
              <a:off x="7498848" y="3298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" name="pt3256"/>
            <p:cNvSpPr/>
            <p:nvPr/>
          </p:nvSpPr>
          <p:spPr>
            <a:xfrm>
              <a:off x="7452786" y="3363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" name="pt3257"/>
            <p:cNvSpPr/>
            <p:nvPr/>
          </p:nvSpPr>
          <p:spPr>
            <a:xfrm>
              <a:off x="7433510" y="3247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" name="pt3258"/>
            <p:cNvSpPr/>
            <p:nvPr/>
          </p:nvSpPr>
          <p:spPr>
            <a:xfrm>
              <a:off x="7452353" y="3269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" name="pt3259"/>
            <p:cNvSpPr/>
            <p:nvPr/>
          </p:nvSpPr>
          <p:spPr>
            <a:xfrm>
              <a:off x="7361977" y="32711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" name="pt3260"/>
            <p:cNvSpPr/>
            <p:nvPr/>
          </p:nvSpPr>
          <p:spPr>
            <a:xfrm>
              <a:off x="7380385" y="32854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" name="pt3261"/>
            <p:cNvSpPr/>
            <p:nvPr/>
          </p:nvSpPr>
          <p:spPr>
            <a:xfrm>
              <a:off x="7429350" y="32342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" name="pt3262"/>
            <p:cNvSpPr/>
            <p:nvPr/>
          </p:nvSpPr>
          <p:spPr>
            <a:xfrm>
              <a:off x="7362705" y="33065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" name="pt3263"/>
            <p:cNvSpPr/>
            <p:nvPr/>
          </p:nvSpPr>
          <p:spPr>
            <a:xfrm>
              <a:off x="7386802" y="3295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" name="pt3264"/>
            <p:cNvSpPr/>
            <p:nvPr/>
          </p:nvSpPr>
          <p:spPr>
            <a:xfrm>
              <a:off x="7523460" y="3271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" name="pt3265"/>
            <p:cNvSpPr/>
            <p:nvPr/>
          </p:nvSpPr>
          <p:spPr>
            <a:xfrm>
              <a:off x="7419588" y="3283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" name="pt3266"/>
            <p:cNvSpPr/>
            <p:nvPr/>
          </p:nvSpPr>
          <p:spPr>
            <a:xfrm>
              <a:off x="7402880" y="3287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" name="pt3267"/>
            <p:cNvSpPr/>
            <p:nvPr/>
          </p:nvSpPr>
          <p:spPr>
            <a:xfrm>
              <a:off x="7354517" y="32716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" name="pt3268"/>
            <p:cNvSpPr/>
            <p:nvPr/>
          </p:nvSpPr>
          <p:spPr>
            <a:xfrm>
              <a:off x="7400456" y="32476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" name="pt3269"/>
            <p:cNvSpPr/>
            <p:nvPr/>
          </p:nvSpPr>
          <p:spPr>
            <a:xfrm>
              <a:off x="7382538" y="3254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" name="pt3270"/>
            <p:cNvSpPr/>
            <p:nvPr/>
          </p:nvSpPr>
          <p:spPr>
            <a:xfrm>
              <a:off x="7408719" y="3252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" name="pt3271"/>
            <p:cNvSpPr/>
            <p:nvPr/>
          </p:nvSpPr>
          <p:spPr>
            <a:xfrm>
              <a:off x="7573409" y="3260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" name="pt3272"/>
            <p:cNvSpPr/>
            <p:nvPr/>
          </p:nvSpPr>
          <p:spPr>
            <a:xfrm>
              <a:off x="7599155" y="32809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" name="pt3273"/>
            <p:cNvSpPr/>
            <p:nvPr/>
          </p:nvSpPr>
          <p:spPr>
            <a:xfrm>
              <a:off x="7421177" y="3292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" name="pt3274"/>
            <p:cNvSpPr/>
            <p:nvPr/>
          </p:nvSpPr>
          <p:spPr>
            <a:xfrm>
              <a:off x="7402480" y="33068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" name="pt3275"/>
            <p:cNvSpPr/>
            <p:nvPr/>
          </p:nvSpPr>
          <p:spPr>
            <a:xfrm>
              <a:off x="7465846" y="32486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" name="pt3276"/>
            <p:cNvSpPr/>
            <p:nvPr/>
          </p:nvSpPr>
          <p:spPr>
            <a:xfrm>
              <a:off x="7504208" y="32676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" name="pt3277"/>
            <p:cNvSpPr/>
            <p:nvPr/>
          </p:nvSpPr>
          <p:spPr>
            <a:xfrm>
              <a:off x="7479894" y="3288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" name="pt3278"/>
            <p:cNvSpPr/>
            <p:nvPr/>
          </p:nvSpPr>
          <p:spPr>
            <a:xfrm>
              <a:off x="7584004" y="32713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" name="pt3279"/>
            <p:cNvSpPr/>
            <p:nvPr/>
          </p:nvSpPr>
          <p:spPr>
            <a:xfrm>
              <a:off x="7486642" y="3292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" name="pt3280"/>
            <p:cNvSpPr/>
            <p:nvPr/>
          </p:nvSpPr>
          <p:spPr>
            <a:xfrm>
              <a:off x="7399943" y="3281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" name="pt3281"/>
            <p:cNvSpPr/>
            <p:nvPr/>
          </p:nvSpPr>
          <p:spPr>
            <a:xfrm>
              <a:off x="7452114" y="3284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" name="pt3282"/>
            <p:cNvSpPr/>
            <p:nvPr/>
          </p:nvSpPr>
          <p:spPr>
            <a:xfrm>
              <a:off x="7524749" y="3255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" name="pt3283"/>
            <p:cNvSpPr/>
            <p:nvPr/>
          </p:nvSpPr>
          <p:spPr>
            <a:xfrm>
              <a:off x="7461014" y="32462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" name="pt3284"/>
            <p:cNvSpPr/>
            <p:nvPr/>
          </p:nvSpPr>
          <p:spPr>
            <a:xfrm>
              <a:off x="7557310" y="3246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" name="pt3285"/>
            <p:cNvSpPr/>
            <p:nvPr/>
          </p:nvSpPr>
          <p:spPr>
            <a:xfrm>
              <a:off x="7487934" y="3259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" name="pt3286"/>
            <p:cNvSpPr/>
            <p:nvPr/>
          </p:nvSpPr>
          <p:spPr>
            <a:xfrm>
              <a:off x="7529829" y="3269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" name="pt3287"/>
            <p:cNvSpPr/>
            <p:nvPr/>
          </p:nvSpPr>
          <p:spPr>
            <a:xfrm>
              <a:off x="7489130" y="32848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" name="pt3288"/>
            <p:cNvSpPr/>
            <p:nvPr/>
          </p:nvSpPr>
          <p:spPr>
            <a:xfrm>
              <a:off x="7494409" y="3247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" name="pt3289"/>
            <p:cNvSpPr/>
            <p:nvPr/>
          </p:nvSpPr>
          <p:spPr>
            <a:xfrm>
              <a:off x="7556780" y="3225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" name="pt3290"/>
            <p:cNvSpPr/>
            <p:nvPr/>
          </p:nvSpPr>
          <p:spPr>
            <a:xfrm>
              <a:off x="7444398" y="32220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" name="pt3291"/>
            <p:cNvSpPr/>
            <p:nvPr/>
          </p:nvSpPr>
          <p:spPr>
            <a:xfrm>
              <a:off x="7706956" y="3281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" name="pt3292"/>
            <p:cNvSpPr/>
            <p:nvPr/>
          </p:nvSpPr>
          <p:spPr>
            <a:xfrm>
              <a:off x="7404334" y="3253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" name="pt3293"/>
            <p:cNvSpPr/>
            <p:nvPr/>
          </p:nvSpPr>
          <p:spPr>
            <a:xfrm>
              <a:off x="7582001" y="3216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" name="pt3294"/>
            <p:cNvSpPr/>
            <p:nvPr/>
          </p:nvSpPr>
          <p:spPr>
            <a:xfrm>
              <a:off x="7348635" y="3235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" name="pt3295"/>
            <p:cNvSpPr/>
            <p:nvPr/>
          </p:nvSpPr>
          <p:spPr>
            <a:xfrm>
              <a:off x="7537103" y="3283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" name="pt3296"/>
            <p:cNvSpPr/>
            <p:nvPr/>
          </p:nvSpPr>
          <p:spPr>
            <a:xfrm>
              <a:off x="7532073" y="3291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" name="pt3297"/>
            <p:cNvSpPr/>
            <p:nvPr/>
          </p:nvSpPr>
          <p:spPr>
            <a:xfrm>
              <a:off x="7508297" y="3265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" name="pt3298"/>
            <p:cNvSpPr/>
            <p:nvPr/>
          </p:nvSpPr>
          <p:spPr>
            <a:xfrm>
              <a:off x="7386266" y="3262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" name="pt3299"/>
            <p:cNvSpPr/>
            <p:nvPr/>
          </p:nvSpPr>
          <p:spPr>
            <a:xfrm>
              <a:off x="7468821" y="3293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" name="pt3300"/>
            <p:cNvSpPr/>
            <p:nvPr/>
          </p:nvSpPr>
          <p:spPr>
            <a:xfrm>
              <a:off x="7441909" y="3284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" name="pt3301"/>
            <p:cNvSpPr/>
            <p:nvPr/>
          </p:nvSpPr>
          <p:spPr>
            <a:xfrm>
              <a:off x="7510733" y="3255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" name="pt3302"/>
            <p:cNvSpPr/>
            <p:nvPr/>
          </p:nvSpPr>
          <p:spPr>
            <a:xfrm>
              <a:off x="7436452" y="3279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" name="pt3303"/>
            <p:cNvSpPr/>
            <p:nvPr/>
          </p:nvSpPr>
          <p:spPr>
            <a:xfrm>
              <a:off x="7536481" y="32712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" name="pt3304"/>
            <p:cNvSpPr/>
            <p:nvPr/>
          </p:nvSpPr>
          <p:spPr>
            <a:xfrm>
              <a:off x="7499115" y="3264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" name="pt3305"/>
            <p:cNvSpPr/>
            <p:nvPr/>
          </p:nvSpPr>
          <p:spPr>
            <a:xfrm>
              <a:off x="7407471" y="3268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" name="pt3306"/>
            <p:cNvSpPr/>
            <p:nvPr/>
          </p:nvSpPr>
          <p:spPr>
            <a:xfrm>
              <a:off x="7491260" y="3281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" name="pt3307"/>
            <p:cNvSpPr/>
            <p:nvPr/>
          </p:nvSpPr>
          <p:spPr>
            <a:xfrm>
              <a:off x="7643578" y="32526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" name="pt3308"/>
            <p:cNvSpPr/>
            <p:nvPr/>
          </p:nvSpPr>
          <p:spPr>
            <a:xfrm>
              <a:off x="7364894" y="3323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" name="pt3309"/>
            <p:cNvSpPr/>
            <p:nvPr/>
          </p:nvSpPr>
          <p:spPr>
            <a:xfrm>
              <a:off x="7466352" y="3262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" name="pt3310"/>
            <p:cNvSpPr/>
            <p:nvPr/>
          </p:nvSpPr>
          <p:spPr>
            <a:xfrm>
              <a:off x="7398603" y="3271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" name="pt3311"/>
            <p:cNvSpPr/>
            <p:nvPr/>
          </p:nvSpPr>
          <p:spPr>
            <a:xfrm>
              <a:off x="7486622" y="3288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" name="pt3312"/>
            <p:cNvSpPr/>
            <p:nvPr/>
          </p:nvSpPr>
          <p:spPr>
            <a:xfrm>
              <a:off x="7395245" y="32653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" name="pt3313"/>
            <p:cNvSpPr/>
            <p:nvPr/>
          </p:nvSpPr>
          <p:spPr>
            <a:xfrm>
              <a:off x="7524351" y="3256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" name="pt3314"/>
            <p:cNvSpPr/>
            <p:nvPr/>
          </p:nvSpPr>
          <p:spPr>
            <a:xfrm>
              <a:off x="7381381" y="32397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" name="pt3315"/>
            <p:cNvSpPr/>
            <p:nvPr/>
          </p:nvSpPr>
          <p:spPr>
            <a:xfrm>
              <a:off x="7394718" y="3276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" name="pt3316"/>
            <p:cNvSpPr/>
            <p:nvPr/>
          </p:nvSpPr>
          <p:spPr>
            <a:xfrm>
              <a:off x="7350917" y="3276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" name="pt3317"/>
            <p:cNvSpPr/>
            <p:nvPr/>
          </p:nvSpPr>
          <p:spPr>
            <a:xfrm>
              <a:off x="7395452" y="3309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" name="pt3318"/>
            <p:cNvSpPr/>
            <p:nvPr/>
          </p:nvSpPr>
          <p:spPr>
            <a:xfrm>
              <a:off x="7417170" y="3252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" name="pt3319"/>
            <p:cNvSpPr/>
            <p:nvPr/>
          </p:nvSpPr>
          <p:spPr>
            <a:xfrm>
              <a:off x="7457909" y="3281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" name="pt3320"/>
            <p:cNvSpPr/>
            <p:nvPr/>
          </p:nvSpPr>
          <p:spPr>
            <a:xfrm>
              <a:off x="7428554" y="32796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" name="pt3321"/>
            <p:cNvSpPr/>
            <p:nvPr/>
          </p:nvSpPr>
          <p:spPr>
            <a:xfrm>
              <a:off x="7415291" y="3257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" name="pt3322"/>
            <p:cNvSpPr/>
            <p:nvPr/>
          </p:nvSpPr>
          <p:spPr>
            <a:xfrm>
              <a:off x="7520359" y="32685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" name="pt3323"/>
            <p:cNvSpPr/>
            <p:nvPr/>
          </p:nvSpPr>
          <p:spPr>
            <a:xfrm>
              <a:off x="7426652" y="32414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" name="pt3324"/>
            <p:cNvSpPr/>
            <p:nvPr/>
          </p:nvSpPr>
          <p:spPr>
            <a:xfrm>
              <a:off x="7579493" y="32699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" name="pt3325"/>
            <p:cNvSpPr/>
            <p:nvPr/>
          </p:nvSpPr>
          <p:spPr>
            <a:xfrm>
              <a:off x="7400937" y="3263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" name="pt3326"/>
            <p:cNvSpPr/>
            <p:nvPr/>
          </p:nvSpPr>
          <p:spPr>
            <a:xfrm>
              <a:off x="7590861" y="3301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" name="pt3327"/>
            <p:cNvSpPr/>
            <p:nvPr/>
          </p:nvSpPr>
          <p:spPr>
            <a:xfrm>
              <a:off x="7638595" y="3258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" name="pt3328"/>
            <p:cNvSpPr/>
            <p:nvPr/>
          </p:nvSpPr>
          <p:spPr>
            <a:xfrm>
              <a:off x="7521079" y="3247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" name="pt3329"/>
            <p:cNvSpPr/>
            <p:nvPr/>
          </p:nvSpPr>
          <p:spPr>
            <a:xfrm>
              <a:off x="7293515" y="32963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" name="pt3330"/>
            <p:cNvSpPr/>
            <p:nvPr/>
          </p:nvSpPr>
          <p:spPr>
            <a:xfrm>
              <a:off x="7414307" y="3304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" name="pt3331"/>
            <p:cNvSpPr/>
            <p:nvPr/>
          </p:nvSpPr>
          <p:spPr>
            <a:xfrm>
              <a:off x="7544648" y="32973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" name="pt3332"/>
            <p:cNvSpPr/>
            <p:nvPr/>
          </p:nvSpPr>
          <p:spPr>
            <a:xfrm>
              <a:off x="7526544" y="3261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" name="pt3333"/>
            <p:cNvSpPr/>
            <p:nvPr/>
          </p:nvSpPr>
          <p:spPr>
            <a:xfrm>
              <a:off x="7385406" y="3289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" name="pt3334"/>
            <p:cNvSpPr/>
            <p:nvPr/>
          </p:nvSpPr>
          <p:spPr>
            <a:xfrm>
              <a:off x="7485912" y="3217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" name="pt3335"/>
            <p:cNvSpPr/>
            <p:nvPr/>
          </p:nvSpPr>
          <p:spPr>
            <a:xfrm>
              <a:off x="7655197" y="3274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" name="pt3336"/>
            <p:cNvSpPr/>
            <p:nvPr/>
          </p:nvSpPr>
          <p:spPr>
            <a:xfrm>
              <a:off x="7626496" y="32912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" name="pt3337"/>
            <p:cNvSpPr/>
            <p:nvPr/>
          </p:nvSpPr>
          <p:spPr>
            <a:xfrm>
              <a:off x="7367594" y="3265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" name="pt3338"/>
            <p:cNvSpPr/>
            <p:nvPr/>
          </p:nvSpPr>
          <p:spPr>
            <a:xfrm>
              <a:off x="7499852" y="3165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" name="pt3339"/>
            <p:cNvSpPr/>
            <p:nvPr/>
          </p:nvSpPr>
          <p:spPr>
            <a:xfrm>
              <a:off x="7512437" y="3274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" name="pt3340"/>
            <p:cNvSpPr/>
            <p:nvPr/>
          </p:nvSpPr>
          <p:spPr>
            <a:xfrm>
              <a:off x="7410083" y="3256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" name="pt3341"/>
            <p:cNvSpPr/>
            <p:nvPr/>
          </p:nvSpPr>
          <p:spPr>
            <a:xfrm>
              <a:off x="7437278" y="3290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" name="pt3342"/>
            <p:cNvSpPr/>
            <p:nvPr/>
          </p:nvSpPr>
          <p:spPr>
            <a:xfrm>
              <a:off x="7401347" y="3260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" name="pt3343"/>
            <p:cNvSpPr/>
            <p:nvPr/>
          </p:nvSpPr>
          <p:spPr>
            <a:xfrm>
              <a:off x="7400968" y="3276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" name="pt3344"/>
            <p:cNvSpPr/>
            <p:nvPr/>
          </p:nvSpPr>
          <p:spPr>
            <a:xfrm>
              <a:off x="7521272" y="3262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" name="pt3345"/>
            <p:cNvSpPr/>
            <p:nvPr/>
          </p:nvSpPr>
          <p:spPr>
            <a:xfrm>
              <a:off x="7588827" y="3293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" name="pt3346"/>
            <p:cNvSpPr/>
            <p:nvPr/>
          </p:nvSpPr>
          <p:spPr>
            <a:xfrm>
              <a:off x="7381453" y="3308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" name="pt3347"/>
            <p:cNvSpPr/>
            <p:nvPr/>
          </p:nvSpPr>
          <p:spPr>
            <a:xfrm>
              <a:off x="7442560" y="3273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" name="pt3348"/>
            <p:cNvSpPr/>
            <p:nvPr/>
          </p:nvSpPr>
          <p:spPr>
            <a:xfrm>
              <a:off x="7346515" y="32602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" name="pt3349"/>
            <p:cNvSpPr/>
            <p:nvPr/>
          </p:nvSpPr>
          <p:spPr>
            <a:xfrm>
              <a:off x="7315234" y="34110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" name="pt3350"/>
            <p:cNvSpPr/>
            <p:nvPr/>
          </p:nvSpPr>
          <p:spPr>
            <a:xfrm>
              <a:off x="7503826" y="32801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" name="pt3351"/>
            <p:cNvSpPr/>
            <p:nvPr/>
          </p:nvSpPr>
          <p:spPr>
            <a:xfrm>
              <a:off x="7558006" y="3257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" name="pt3352"/>
            <p:cNvSpPr/>
            <p:nvPr/>
          </p:nvSpPr>
          <p:spPr>
            <a:xfrm>
              <a:off x="7512381" y="3211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" name="pt3353"/>
            <p:cNvSpPr/>
            <p:nvPr/>
          </p:nvSpPr>
          <p:spPr>
            <a:xfrm>
              <a:off x="7445000" y="32699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" name="pt3354"/>
            <p:cNvSpPr/>
            <p:nvPr/>
          </p:nvSpPr>
          <p:spPr>
            <a:xfrm>
              <a:off x="7329823" y="3271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" name="pt3355"/>
            <p:cNvSpPr/>
            <p:nvPr/>
          </p:nvSpPr>
          <p:spPr>
            <a:xfrm>
              <a:off x="7426460" y="3275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" name="pt3356"/>
            <p:cNvSpPr/>
            <p:nvPr/>
          </p:nvSpPr>
          <p:spPr>
            <a:xfrm>
              <a:off x="7436791" y="3292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" name="pt3357"/>
            <p:cNvSpPr/>
            <p:nvPr/>
          </p:nvSpPr>
          <p:spPr>
            <a:xfrm>
              <a:off x="7546163" y="32680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" name="pt3358"/>
            <p:cNvSpPr/>
            <p:nvPr/>
          </p:nvSpPr>
          <p:spPr>
            <a:xfrm>
              <a:off x="7378391" y="32830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" name="pt3359"/>
            <p:cNvSpPr/>
            <p:nvPr/>
          </p:nvSpPr>
          <p:spPr>
            <a:xfrm>
              <a:off x="7632368" y="3277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" name="pt3360"/>
            <p:cNvSpPr/>
            <p:nvPr/>
          </p:nvSpPr>
          <p:spPr>
            <a:xfrm>
              <a:off x="7392880" y="3278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1" name="pt3361"/>
            <p:cNvSpPr/>
            <p:nvPr/>
          </p:nvSpPr>
          <p:spPr>
            <a:xfrm>
              <a:off x="7413318" y="3308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2" name="pt3362"/>
            <p:cNvSpPr/>
            <p:nvPr/>
          </p:nvSpPr>
          <p:spPr>
            <a:xfrm>
              <a:off x="7336618" y="3280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3" name="pt3363"/>
            <p:cNvSpPr/>
            <p:nvPr/>
          </p:nvSpPr>
          <p:spPr>
            <a:xfrm>
              <a:off x="7453915" y="3277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4" name="pt3364"/>
            <p:cNvSpPr/>
            <p:nvPr/>
          </p:nvSpPr>
          <p:spPr>
            <a:xfrm>
              <a:off x="7307074" y="33002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5" name="pt3365"/>
            <p:cNvSpPr/>
            <p:nvPr/>
          </p:nvSpPr>
          <p:spPr>
            <a:xfrm>
              <a:off x="7342194" y="32743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6" name="pt3366"/>
            <p:cNvSpPr/>
            <p:nvPr/>
          </p:nvSpPr>
          <p:spPr>
            <a:xfrm>
              <a:off x="7535926" y="3229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7" name="pt3367"/>
            <p:cNvSpPr/>
            <p:nvPr/>
          </p:nvSpPr>
          <p:spPr>
            <a:xfrm>
              <a:off x="7438400" y="3268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8" name="pt3368"/>
            <p:cNvSpPr/>
            <p:nvPr/>
          </p:nvSpPr>
          <p:spPr>
            <a:xfrm>
              <a:off x="7427338" y="3280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9" name="pt3369"/>
            <p:cNvSpPr/>
            <p:nvPr/>
          </p:nvSpPr>
          <p:spPr>
            <a:xfrm>
              <a:off x="7457196" y="3157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0" name="pt3370"/>
            <p:cNvSpPr/>
            <p:nvPr/>
          </p:nvSpPr>
          <p:spPr>
            <a:xfrm>
              <a:off x="7342686" y="3280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1" name="pt3371"/>
            <p:cNvSpPr/>
            <p:nvPr/>
          </p:nvSpPr>
          <p:spPr>
            <a:xfrm>
              <a:off x="7540543" y="3205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2" name="pt3372"/>
            <p:cNvSpPr/>
            <p:nvPr/>
          </p:nvSpPr>
          <p:spPr>
            <a:xfrm>
              <a:off x="7505655" y="32790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3" name="pt3373"/>
            <p:cNvSpPr/>
            <p:nvPr/>
          </p:nvSpPr>
          <p:spPr>
            <a:xfrm>
              <a:off x="7457912" y="3181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4" name="pt3374"/>
            <p:cNvSpPr/>
            <p:nvPr/>
          </p:nvSpPr>
          <p:spPr>
            <a:xfrm>
              <a:off x="7407496" y="3261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5" name="pt3375"/>
            <p:cNvSpPr/>
            <p:nvPr/>
          </p:nvSpPr>
          <p:spPr>
            <a:xfrm>
              <a:off x="7470264" y="3281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6" name="pt3376"/>
            <p:cNvSpPr/>
            <p:nvPr/>
          </p:nvSpPr>
          <p:spPr>
            <a:xfrm>
              <a:off x="7475904" y="3255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7" name="pt3377"/>
            <p:cNvSpPr/>
            <p:nvPr/>
          </p:nvSpPr>
          <p:spPr>
            <a:xfrm>
              <a:off x="7499335" y="3276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8" name="pt3378"/>
            <p:cNvSpPr/>
            <p:nvPr/>
          </p:nvSpPr>
          <p:spPr>
            <a:xfrm>
              <a:off x="7306085" y="3271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79" name="pt3379"/>
            <p:cNvSpPr/>
            <p:nvPr/>
          </p:nvSpPr>
          <p:spPr>
            <a:xfrm>
              <a:off x="7473879" y="3255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0" name="pt3380"/>
            <p:cNvSpPr/>
            <p:nvPr/>
          </p:nvSpPr>
          <p:spPr>
            <a:xfrm>
              <a:off x="7510899" y="3294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1" name="pt3381"/>
            <p:cNvSpPr/>
            <p:nvPr/>
          </p:nvSpPr>
          <p:spPr>
            <a:xfrm>
              <a:off x="7484848" y="3281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2" name="pt3382"/>
            <p:cNvSpPr/>
            <p:nvPr/>
          </p:nvSpPr>
          <p:spPr>
            <a:xfrm>
              <a:off x="7377395" y="3292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3" name="pt3383"/>
            <p:cNvSpPr/>
            <p:nvPr/>
          </p:nvSpPr>
          <p:spPr>
            <a:xfrm>
              <a:off x="7425670" y="3250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4" name="pt3384"/>
            <p:cNvSpPr/>
            <p:nvPr/>
          </p:nvSpPr>
          <p:spPr>
            <a:xfrm>
              <a:off x="7573470" y="3276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5" name="pt3385"/>
            <p:cNvSpPr/>
            <p:nvPr/>
          </p:nvSpPr>
          <p:spPr>
            <a:xfrm>
              <a:off x="7354721" y="3291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6" name="pt3386"/>
            <p:cNvSpPr/>
            <p:nvPr/>
          </p:nvSpPr>
          <p:spPr>
            <a:xfrm>
              <a:off x="7557743" y="32489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7" name="pt3387"/>
            <p:cNvSpPr/>
            <p:nvPr/>
          </p:nvSpPr>
          <p:spPr>
            <a:xfrm>
              <a:off x="7629905" y="334023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8" name="pt3388"/>
            <p:cNvSpPr/>
            <p:nvPr/>
          </p:nvSpPr>
          <p:spPr>
            <a:xfrm>
              <a:off x="7403570" y="3223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89" name="pt3389"/>
            <p:cNvSpPr/>
            <p:nvPr/>
          </p:nvSpPr>
          <p:spPr>
            <a:xfrm>
              <a:off x="7419488" y="32730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0" name="pt3390"/>
            <p:cNvSpPr/>
            <p:nvPr/>
          </p:nvSpPr>
          <p:spPr>
            <a:xfrm>
              <a:off x="7529099" y="3260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1" name="pt3391"/>
            <p:cNvSpPr/>
            <p:nvPr/>
          </p:nvSpPr>
          <p:spPr>
            <a:xfrm>
              <a:off x="7583803" y="3295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2" name="pt3392"/>
            <p:cNvSpPr/>
            <p:nvPr/>
          </p:nvSpPr>
          <p:spPr>
            <a:xfrm>
              <a:off x="7390250" y="32589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3" name="pt3393"/>
            <p:cNvSpPr/>
            <p:nvPr/>
          </p:nvSpPr>
          <p:spPr>
            <a:xfrm>
              <a:off x="7419955" y="3279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4" name="pt3394"/>
            <p:cNvSpPr/>
            <p:nvPr/>
          </p:nvSpPr>
          <p:spPr>
            <a:xfrm>
              <a:off x="7457875" y="3262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5" name="pt3395"/>
            <p:cNvSpPr/>
            <p:nvPr/>
          </p:nvSpPr>
          <p:spPr>
            <a:xfrm>
              <a:off x="7421423" y="3245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6" name="pt3396"/>
            <p:cNvSpPr/>
            <p:nvPr/>
          </p:nvSpPr>
          <p:spPr>
            <a:xfrm>
              <a:off x="7333903" y="3287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7" name="pt3397"/>
            <p:cNvSpPr/>
            <p:nvPr/>
          </p:nvSpPr>
          <p:spPr>
            <a:xfrm>
              <a:off x="7427331" y="32741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8" name="pt3398"/>
            <p:cNvSpPr/>
            <p:nvPr/>
          </p:nvSpPr>
          <p:spPr>
            <a:xfrm>
              <a:off x="7388485" y="3331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99" name="pt3399"/>
            <p:cNvSpPr/>
            <p:nvPr/>
          </p:nvSpPr>
          <p:spPr>
            <a:xfrm>
              <a:off x="7405225" y="3267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0" name="pt3400"/>
            <p:cNvSpPr/>
            <p:nvPr/>
          </p:nvSpPr>
          <p:spPr>
            <a:xfrm>
              <a:off x="7618724" y="3271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1" name="pt3401"/>
            <p:cNvSpPr/>
            <p:nvPr/>
          </p:nvSpPr>
          <p:spPr>
            <a:xfrm>
              <a:off x="7402057" y="32291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2" name="pt3402"/>
            <p:cNvSpPr/>
            <p:nvPr/>
          </p:nvSpPr>
          <p:spPr>
            <a:xfrm>
              <a:off x="7396920" y="32887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3" name="pt3403"/>
            <p:cNvSpPr/>
            <p:nvPr/>
          </p:nvSpPr>
          <p:spPr>
            <a:xfrm>
              <a:off x="7370378" y="3260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4" name="pt3404"/>
            <p:cNvSpPr/>
            <p:nvPr/>
          </p:nvSpPr>
          <p:spPr>
            <a:xfrm>
              <a:off x="7578645" y="3310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5" name="pt3405"/>
            <p:cNvSpPr/>
            <p:nvPr/>
          </p:nvSpPr>
          <p:spPr>
            <a:xfrm>
              <a:off x="7444605" y="3288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6" name="pt3406"/>
            <p:cNvSpPr/>
            <p:nvPr/>
          </p:nvSpPr>
          <p:spPr>
            <a:xfrm>
              <a:off x="7522621" y="3284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7" name="pt3407"/>
            <p:cNvSpPr/>
            <p:nvPr/>
          </p:nvSpPr>
          <p:spPr>
            <a:xfrm>
              <a:off x="7525377" y="3217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8" name="pt3408"/>
            <p:cNvSpPr/>
            <p:nvPr/>
          </p:nvSpPr>
          <p:spPr>
            <a:xfrm>
              <a:off x="7420068" y="32001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09" name="pt3409"/>
            <p:cNvSpPr/>
            <p:nvPr/>
          </p:nvSpPr>
          <p:spPr>
            <a:xfrm>
              <a:off x="7393730" y="3291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0" name="pt3410"/>
            <p:cNvSpPr/>
            <p:nvPr/>
          </p:nvSpPr>
          <p:spPr>
            <a:xfrm>
              <a:off x="7507677" y="33129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1" name="pt3411"/>
            <p:cNvSpPr/>
            <p:nvPr/>
          </p:nvSpPr>
          <p:spPr>
            <a:xfrm>
              <a:off x="7520917" y="3287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2" name="pt3412"/>
            <p:cNvSpPr/>
            <p:nvPr/>
          </p:nvSpPr>
          <p:spPr>
            <a:xfrm>
              <a:off x="7416848" y="3218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3" name="pt3413"/>
            <p:cNvSpPr/>
            <p:nvPr/>
          </p:nvSpPr>
          <p:spPr>
            <a:xfrm>
              <a:off x="7475779" y="3283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4" name="pt3414"/>
            <p:cNvSpPr/>
            <p:nvPr/>
          </p:nvSpPr>
          <p:spPr>
            <a:xfrm>
              <a:off x="7449986" y="3306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5" name="pt3415"/>
            <p:cNvSpPr/>
            <p:nvPr/>
          </p:nvSpPr>
          <p:spPr>
            <a:xfrm>
              <a:off x="7633774" y="3262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6" name="pt3416"/>
            <p:cNvSpPr/>
            <p:nvPr/>
          </p:nvSpPr>
          <p:spPr>
            <a:xfrm>
              <a:off x="7457998" y="3286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7" name="pt3417"/>
            <p:cNvSpPr/>
            <p:nvPr/>
          </p:nvSpPr>
          <p:spPr>
            <a:xfrm>
              <a:off x="7455565" y="3296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8" name="pt3418"/>
            <p:cNvSpPr/>
            <p:nvPr/>
          </p:nvSpPr>
          <p:spPr>
            <a:xfrm>
              <a:off x="7389121" y="33162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19" name="pt3419"/>
            <p:cNvSpPr/>
            <p:nvPr/>
          </p:nvSpPr>
          <p:spPr>
            <a:xfrm>
              <a:off x="7352141" y="32848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0" name="pt3420"/>
            <p:cNvSpPr/>
            <p:nvPr/>
          </p:nvSpPr>
          <p:spPr>
            <a:xfrm>
              <a:off x="7510738" y="3260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1" name="pt3421"/>
            <p:cNvSpPr/>
            <p:nvPr/>
          </p:nvSpPr>
          <p:spPr>
            <a:xfrm>
              <a:off x="7390890" y="3261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2" name="pt3422"/>
            <p:cNvSpPr/>
            <p:nvPr/>
          </p:nvSpPr>
          <p:spPr>
            <a:xfrm>
              <a:off x="7370959" y="3218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3" name="pt3423"/>
            <p:cNvSpPr/>
            <p:nvPr/>
          </p:nvSpPr>
          <p:spPr>
            <a:xfrm>
              <a:off x="7451722" y="3278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4" name="pt3424"/>
            <p:cNvSpPr/>
            <p:nvPr/>
          </p:nvSpPr>
          <p:spPr>
            <a:xfrm>
              <a:off x="7396292" y="3154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5" name="pt3425"/>
            <p:cNvSpPr/>
            <p:nvPr/>
          </p:nvSpPr>
          <p:spPr>
            <a:xfrm>
              <a:off x="7455155" y="32680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6" name="pt3426"/>
            <p:cNvSpPr/>
            <p:nvPr/>
          </p:nvSpPr>
          <p:spPr>
            <a:xfrm>
              <a:off x="7424169" y="32115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7" name="pt3427"/>
            <p:cNvSpPr/>
            <p:nvPr/>
          </p:nvSpPr>
          <p:spPr>
            <a:xfrm>
              <a:off x="7486473" y="3222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28" name="pt3428"/>
            <p:cNvSpPr/>
            <p:nvPr/>
          </p:nvSpPr>
          <p:spPr>
            <a:xfrm>
              <a:off x="7190492" y="321358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9" name="pt3429"/>
            <p:cNvSpPr/>
            <p:nvPr/>
          </p:nvSpPr>
          <p:spPr>
            <a:xfrm>
              <a:off x="7448705" y="3251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0" name="pt3430"/>
            <p:cNvSpPr/>
            <p:nvPr/>
          </p:nvSpPr>
          <p:spPr>
            <a:xfrm>
              <a:off x="7413450" y="32655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1" name="pt3431"/>
            <p:cNvSpPr/>
            <p:nvPr/>
          </p:nvSpPr>
          <p:spPr>
            <a:xfrm>
              <a:off x="7579006" y="3294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2" name="pt3432"/>
            <p:cNvSpPr/>
            <p:nvPr/>
          </p:nvSpPr>
          <p:spPr>
            <a:xfrm>
              <a:off x="7453882" y="3275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3" name="pt3433"/>
            <p:cNvSpPr/>
            <p:nvPr/>
          </p:nvSpPr>
          <p:spPr>
            <a:xfrm>
              <a:off x="7387249" y="3234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4" name="pt3434"/>
            <p:cNvSpPr/>
            <p:nvPr/>
          </p:nvSpPr>
          <p:spPr>
            <a:xfrm>
              <a:off x="7511143" y="3281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5" name="pt3435"/>
            <p:cNvSpPr/>
            <p:nvPr/>
          </p:nvSpPr>
          <p:spPr>
            <a:xfrm>
              <a:off x="7481526" y="3262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6" name="pt3436"/>
            <p:cNvSpPr/>
            <p:nvPr/>
          </p:nvSpPr>
          <p:spPr>
            <a:xfrm>
              <a:off x="7456080" y="32818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7" name="pt3437"/>
            <p:cNvSpPr/>
            <p:nvPr/>
          </p:nvSpPr>
          <p:spPr>
            <a:xfrm>
              <a:off x="7417352" y="33140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8" name="pt3438"/>
            <p:cNvSpPr/>
            <p:nvPr/>
          </p:nvSpPr>
          <p:spPr>
            <a:xfrm>
              <a:off x="7243193" y="3302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39" name="pt3439"/>
            <p:cNvSpPr/>
            <p:nvPr/>
          </p:nvSpPr>
          <p:spPr>
            <a:xfrm>
              <a:off x="7712608" y="32756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0" name="pt3440"/>
            <p:cNvSpPr/>
            <p:nvPr/>
          </p:nvSpPr>
          <p:spPr>
            <a:xfrm>
              <a:off x="7375953" y="3292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1" name="pt3441"/>
            <p:cNvSpPr/>
            <p:nvPr/>
          </p:nvSpPr>
          <p:spPr>
            <a:xfrm>
              <a:off x="7362632" y="32349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2" name="pt3442"/>
            <p:cNvSpPr/>
            <p:nvPr/>
          </p:nvSpPr>
          <p:spPr>
            <a:xfrm>
              <a:off x="7511186" y="3281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3" name="pt3443"/>
            <p:cNvSpPr/>
            <p:nvPr/>
          </p:nvSpPr>
          <p:spPr>
            <a:xfrm>
              <a:off x="7503607" y="3277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4" name="pt3444"/>
            <p:cNvSpPr/>
            <p:nvPr/>
          </p:nvSpPr>
          <p:spPr>
            <a:xfrm>
              <a:off x="7343558" y="3260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5" name="pt3445"/>
            <p:cNvSpPr/>
            <p:nvPr/>
          </p:nvSpPr>
          <p:spPr>
            <a:xfrm>
              <a:off x="7541505" y="3269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6" name="pt3446"/>
            <p:cNvSpPr/>
            <p:nvPr/>
          </p:nvSpPr>
          <p:spPr>
            <a:xfrm>
              <a:off x="7464277" y="3286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7" name="pt3447"/>
            <p:cNvSpPr/>
            <p:nvPr/>
          </p:nvSpPr>
          <p:spPr>
            <a:xfrm>
              <a:off x="7392835" y="3267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8" name="pt3448"/>
            <p:cNvSpPr/>
            <p:nvPr/>
          </p:nvSpPr>
          <p:spPr>
            <a:xfrm>
              <a:off x="7427064" y="33149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49" name="pt3449"/>
            <p:cNvSpPr/>
            <p:nvPr/>
          </p:nvSpPr>
          <p:spPr>
            <a:xfrm>
              <a:off x="7504799" y="3254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0" name="pt3450"/>
            <p:cNvSpPr/>
            <p:nvPr/>
          </p:nvSpPr>
          <p:spPr>
            <a:xfrm>
              <a:off x="7342679" y="32703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1" name="pt3451"/>
            <p:cNvSpPr/>
            <p:nvPr/>
          </p:nvSpPr>
          <p:spPr>
            <a:xfrm>
              <a:off x="7420395" y="3474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2" name="pt3452"/>
            <p:cNvSpPr/>
            <p:nvPr/>
          </p:nvSpPr>
          <p:spPr>
            <a:xfrm>
              <a:off x="7341382" y="33017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3" name="pt3453"/>
            <p:cNvSpPr/>
            <p:nvPr/>
          </p:nvSpPr>
          <p:spPr>
            <a:xfrm>
              <a:off x="7396250" y="3284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4" name="pt3454"/>
            <p:cNvSpPr/>
            <p:nvPr/>
          </p:nvSpPr>
          <p:spPr>
            <a:xfrm>
              <a:off x="7384643" y="3337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5" name="pt3455"/>
            <p:cNvSpPr/>
            <p:nvPr/>
          </p:nvSpPr>
          <p:spPr>
            <a:xfrm>
              <a:off x="7663025" y="3284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6" name="pt3456"/>
            <p:cNvSpPr/>
            <p:nvPr/>
          </p:nvSpPr>
          <p:spPr>
            <a:xfrm>
              <a:off x="7492852" y="3239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7" name="pt3457"/>
            <p:cNvSpPr/>
            <p:nvPr/>
          </p:nvSpPr>
          <p:spPr>
            <a:xfrm>
              <a:off x="7402740" y="3390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8" name="pt3458"/>
            <p:cNvSpPr/>
            <p:nvPr/>
          </p:nvSpPr>
          <p:spPr>
            <a:xfrm>
              <a:off x="7554974" y="3304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59" name="pt3459"/>
            <p:cNvSpPr/>
            <p:nvPr/>
          </p:nvSpPr>
          <p:spPr>
            <a:xfrm>
              <a:off x="7469200" y="3307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0" name="pt3460"/>
            <p:cNvSpPr/>
            <p:nvPr/>
          </p:nvSpPr>
          <p:spPr>
            <a:xfrm>
              <a:off x="7446685" y="32772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1" name="pt3461"/>
            <p:cNvSpPr/>
            <p:nvPr/>
          </p:nvSpPr>
          <p:spPr>
            <a:xfrm>
              <a:off x="7414380" y="3307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2" name="pt3462"/>
            <p:cNvSpPr/>
            <p:nvPr/>
          </p:nvSpPr>
          <p:spPr>
            <a:xfrm>
              <a:off x="7465048" y="3289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3" name="pt3463"/>
            <p:cNvSpPr/>
            <p:nvPr/>
          </p:nvSpPr>
          <p:spPr>
            <a:xfrm>
              <a:off x="7480993" y="3266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4" name="pt3464"/>
            <p:cNvSpPr/>
            <p:nvPr/>
          </p:nvSpPr>
          <p:spPr>
            <a:xfrm>
              <a:off x="7570817" y="3290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5" name="pt3465"/>
            <p:cNvSpPr/>
            <p:nvPr/>
          </p:nvSpPr>
          <p:spPr>
            <a:xfrm>
              <a:off x="7515015" y="3324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6" name="pt3466"/>
            <p:cNvSpPr/>
            <p:nvPr/>
          </p:nvSpPr>
          <p:spPr>
            <a:xfrm>
              <a:off x="7365881" y="32707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7" name="pt3467"/>
            <p:cNvSpPr/>
            <p:nvPr/>
          </p:nvSpPr>
          <p:spPr>
            <a:xfrm>
              <a:off x="7576935" y="3249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8" name="pt3468"/>
            <p:cNvSpPr/>
            <p:nvPr/>
          </p:nvSpPr>
          <p:spPr>
            <a:xfrm>
              <a:off x="7424014" y="32588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69" name="pt3469"/>
            <p:cNvSpPr/>
            <p:nvPr/>
          </p:nvSpPr>
          <p:spPr>
            <a:xfrm>
              <a:off x="7426449" y="3250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0" name="pt3470"/>
            <p:cNvSpPr/>
            <p:nvPr/>
          </p:nvSpPr>
          <p:spPr>
            <a:xfrm>
              <a:off x="7331674" y="3308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1" name="pt3471"/>
            <p:cNvSpPr/>
            <p:nvPr/>
          </p:nvSpPr>
          <p:spPr>
            <a:xfrm>
              <a:off x="7359073" y="3263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2" name="pt3472"/>
            <p:cNvSpPr/>
            <p:nvPr/>
          </p:nvSpPr>
          <p:spPr>
            <a:xfrm>
              <a:off x="7491596" y="3244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3" name="pt3473"/>
            <p:cNvSpPr/>
            <p:nvPr/>
          </p:nvSpPr>
          <p:spPr>
            <a:xfrm>
              <a:off x="7297868" y="3302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4" name="pt3474"/>
            <p:cNvSpPr/>
            <p:nvPr/>
          </p:nvSpPr>
          <p:spPr>
            <a:xfrm>
              <a:off x="7356722" y="3277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5" name="pt3475"/>
            <p:cNvSpPr/>
            <p:nvPr/>
          </p:nvSpPr>
          <p:spPr>
            <a:xfrm>
              <a:off x="7397322" y="3288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6" name="pt3476"/>
            <p:cNvSpPr/>
            <p:nvPr/>
          </p:nvSpPr>
          <p:spPr>
            <a:xfrm>
              <a:off x="7410497" y="3219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7" name="pt3477"/>
            <p:cNvSpPr/>
            <p:nvPr/>
          </p:nvSpPr>
          <p:spPr>
            <a:xfrm>
              <a:off x="7469462" y="32613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8" name="pt3478"/>
            <p:cNvSpPr/>
            <p:nvPr/>
          </p:nvSpPr>
          <p:spPr>
            <a:xfrm>
              <a:off x="7312454" y="3277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79" name="pt3479"/>
            <p:cNvSpPr/>
            <p:nvPr/>
          </p:nvSpPr>
          <p:spPr>
            <a:xfrm>
              <a:off x="7472283" y="32751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0" name="pt3480"/>
            <p:cNvSpPr/>
            <p:nvPr/>
          </p:nvSpPr>
          <p:spPr>
            <a:xfrm>
              <a:off x="7598166" y="3249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1" name="pt3481"/>
            <p:cNvSpPr/>
            <p:nvPr/>
          </p:nvSpPr>
          <p:spPr>
            <a:xfrm>
              <a:off x="7357094" y="3266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2" name="pt3482"/>
            <p:cNvSpPr/>
            <p:nvPr/>
          </p:nvSpPr>
          <p:spPr>
            <a:xfrm>
              <a:off x="7489124" y="3303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3" name="pt3483"/>
            <p:cNvSpPr/>
            <p:nvPr/>
          </p:nvSpPr>
          <p:spPr>
            <a:xfrm>
              <a:off x="7513025" y="3227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4" name="pt3484"/>
            <p:cNvSpPr/>
            <p:nvPr/>
          </p:nvSpPr>
          <p:spPr>
            <a:xfrm>
              <a:off x="7489308" y="3227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5" name="pt3485"/>
            <p:cNvSpPr/>
            <p:nvPr/>
          </p:nvSpPr>
          <p:spPr>
            <a:xfrm>
              <a:off x="7471987" y="3281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6" name="pt3486"/>
            <p:cNvSpPr/>
            <p:nvPr/>
          </p:nvSpPr>
          <p:spPr>
            <a:xfrm>
              <a:off x="7392097" y="32161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7" name="pt3487"/>
            <p:cNvSpPr/>
            <p:nvPr/>
          </p:nvSpPr>
          <p:spPr>
            <a:xfrm>
              <a:off x="7373873" y="3321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8" name="pt3488"/>
            <p:cNvSpPr/>
            <p:nvPr/>
          </p:nvSpPr>
          <p:spPr>
            <a:xfrm>
              <a:off x="7385275" y="33176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89" name="pt3489"/>
            <p:cNvSpPr/>
            <p:nvPr/>
          </p:nvSpPr>
          <p:spPr>
            <a:xfrm>
              <a:off x="7519076" y="3222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0" name="pt3490"/>
            <p:cNvSpPr/>
            <p:nvPr/>
          </p:nvSpPr>
          <p:spPr>
            <a:xfrm>
              <a:off x="7583678" y="3278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1" name="pt3491"/>
            <p:cNvSpPr/>
            <p:nvPr/>
          </p:nvSpPr>
          <p:spPr>
            <a:xfrm>
              <a:off x="7342040" y="3292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2" name="pt3492"/>
            <p:cNvSpPr/>
            <p:nvPr/>
          </p:nvSpPr>
          <p:spPr>
            <a:xfrm>
              <a:off x="7337450" y="3260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3" name="pt3493"/>
            <p:cNvSpPr/>
            <p:nvPr/>
          </p:nvSpPr>
          <p:spPr>
            <a:xfrm>
              <a:off x="7421635" y="3280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4" name="pt3494"/>
            <p:cNvSpPr/>
            <p:nvPr/>
          </p:nvSpPr>
          <p:spPr>
            <a:xfrm>
              <a:off x="7472849" y="3267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5" name="pt3495"/>
            <p:cNvSpPr/>
            <p:nvPr/>
          </p:nvSpPr>
          <p:spPr>
            <a:xfrm>
              <a:off x="7587093" y="3283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6" name="pt3496"/>
            <p:cNvSpPr/>
            <p:nvPr/>
          </p:nvSpPr>
          <p:spPr>
            <a:xfrm>
              <a:off x="7508432" y="32656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7" name="pt3497"/>
            <p:cNvSpPr/>
            <p:nvPr/>
          </p:nvSpPr>
          <p:spPr>
            <a:xfrm>
              <a:off x="7352247" y="3240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8" name="pt3498"/>
            <p:cNvSpPr/>
            <p:nvPr/>
          </p:nvSpPr>
          <p:spPr>
            <a:xfrm>
              <a:off x="7582818" y="3269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499" name="pt3499"/>
            <p:cNvSpPr/>
            <p:nvPr/>
          </p:nvSpPr>
          <p:spPr>
            <a:xfrm>
              <a:off x="7424046" y="3270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0" name="pt3500"/>
            <p:cNvSpPr/>
            <p:nvPr/>
          </p:nvSpPr>
          <p:spPr>
            <a:xfrm>
              <a:off x="7440618" y="3290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1" name="pt3501"/>
            <p:cNvSpPr/>
            <p:nvPr/>
          </p:nvSpPr>
          <p:spPr>
            <a:xfrm>
              <a:off x="7414584" y="3279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2" name="pt3502"/>
            <p:cNvSpPr/>
            <p:nvPr/>
          </p:nvSpPr>
          <p:spPr>
            <a:xfrm>
              <a:off x="7395882" y="3260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3" name="pt3503"/>
            <p:cNvSpPr/>
            <p:nvPr/>
          </p:nvSpPr>
          <p:spPr>
            <a:xfrm>
              <a:off x="7334180" y="3267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4" name="pt3504"/>
            <p:cNvSpPr/>
            <p:nvPr/>
          </p:nvSpPr>
          <p:spPr>
            <a:xfrm>
              <a:off x="7408121" y="32788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5" name="pt3505"/>
            <p:cNvSpPr/>
            <p:nvPr/>
          </p:nvSpPr>
          <p:spPr>
            <a:xfrm>
              <a:off x="7547651" y="3286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6" name="pt3506"/>
            <p:cNvSpPr/>
            <p:nvPr/>
          </p:nvSpPr>
          <p:spPr>
            <a:xfrm>
              <a:off x="7406485" y="31827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7" name="pt3507"/>
            <p:cNvSpPr/>
            <p:nvPr/>
          </p:nvSpPr>
          <p:spPr>
            <a:xfrm>
              <a:off x="7375908" y="3272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8" name="pt3508"/>
            <p:cNvSpPr/>
            <p:nvPr/>
          </p:nvSpPr>
          <p:spPr>
            <a:xfrm>
              <a:off x="7382267" y="3280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09" name="pt3509"/>
            <p:cNvSpPr/>
            <p:nvPr/>
          </p:nvSpPr>
          <p:spPr>
            <a:xfrm>
              <a:off x="7541147" y="32530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0" name="pt3510"/>
            <p:cNvSpPr/>
            <p:nvPr/>
          </p:nvSpPr>
          <p:spPr>
            <a:xfrm>
              <a:off x="7457966" y="3277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1" name="pt3511"/>
            <p:cNvSpPr/>
            <p:nvPr/>
          </p:nvSpPr>
          <p:spPr>
            <a:xfrm>
              <a:off x="7580128" y="33073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2" name="pt3512"/>
            <p:cNvSpPr/>
            <p:nvPr/>
          </p:nvSpPr>
          <p:spPr>
            <a:xfrm>
              <a:off x="7628812" y="3271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3" name="pt3513"/>
            <p:cNvSpPr/>
            <p:nvPr/>
          </p:nvSpPr>
          <p:spPr>
            <a:xfrm>
              <a:off x="7433395" y="3247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4" name="pt3514"/>
            <p:cNvSpPr/>
            <p:nvPr/>
          </p:nvSpPr>
          <p:spPr>
            <a:xfrm>
              <a:off x="7402335" y="3260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5" name="pt3515"/>
            <p:cNvSpPr/>
            <p:nvPr/>
          </p:nvSpPr>
          <p:spPr>
            <a:xfrm>
              <a:off x="7391370" y="32598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6" name="pt3516"/>
            <p:cNvSpPr/>
            <p:nvPr/>
          </p:nvSpPr>
          <p:spPr>
            <a:xfrm>
              <a:off x="7573311" y="3287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7" name="pt3517"/>
            <p:cNvSpPr/>
            <p:nvPr/>
          </p:nvSpPr>
          <p:spPr>
            <a:xfrm>
              <a:off x="7456490" y="32668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8" name="pt3518"/>
            <p:cNvSpPr/>
            <p:nvPr/>
          </p:nvSpPr>
          <p:spPr>
            <a:xfrm>
              <a:off x="7407501" y="32567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19" name="pt3519"/>
            <p:cNvSpPr/>
            <p:nvPr/>
          </p:nvSpPr>
          <p:spPr>
            <a:xfrm>
              <a:off x="7508023" y="3275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0" name="pt3520"/>
            <p:cNvSpPr/>
            <p:nvPr/>
          </p:nvSpPr>
          <p:spPr>
            <a:xfrm>
              <a:off x="7629668" y="32642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1" name="pt3521"/>
            <p:cNvSpPr/>
            <p:nvPr/>
          </p:nvSpPr>
          <p:spPr>
            <a:xfrm>
              <a:off x="7385394" y="3260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2" name="pt3522"/>
            <p:cNvSpPr/>
            <p:nvPr/>
          </p:nvSpPr>
          <p:spPr>
            <a:xfrm>
              <a:off x="7367883" y="3248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3" name="pt3523"/>
            <p:cNvSpPr/>
            <p:nvPr/>
          </p:nvSpPr>
          <p:spPr>
            <a:xfrm>
              <a:off x="7434328" y="3199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4" name="pt3524"/>
            <p:cNvSpPr/>
            <p:nvPr/>
          </p:nvSpPr>
          <p:spPr>
            <a:xfrm>
              <a:off x="7597220" y="3267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5" name="pt3525"/>
            <p:cNvSpPr/>
            <p:nvPr/>
          </p:nvSpPr>
          <p:spPr>
            <a:xfrm>
              <a:off x="7360045" y="3276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6" name="pt3526"/>
            <p:cNvSpPr/>
            <p:nvPr/>
          </p:nvSpPr>
          <p:spPr>
            <a:xfrm>
              <a:off x="7461622" y="3274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7" name="pt3527"/>
            <p:cNvSpPr/>
            <p:nvPr/>
          </p:nvSpPr>
          <p:spPr>
            <a:xfrm>
              <a:off x="7440110" y="32201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8" name="pt3528"/>
            <p:cNvSpPr/>
            <p:nvPr/>
          </p:nvSpPr>
          <p:spPr>
            <a:xfrm>
              <a:off x="7546994" y="3276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29" name="pt3529"/>
            <p:cNvSpPr/>
            <p:nvPr/>
          </p:nvSpPr>
          <p:spPr>
            <a:xfrm>
              <a:off x="7490744" y="32747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0" name="pt3530"/>
            <p:cNvSpPr/>
            <p:nvPr/>
          </p:nvSpPr>
          <p:spPr>
            <a:xfrm>
              <a:off x="7362705" y="3296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1" name="pt3531"/>
            <p:cNvSpPr/>
            <p:nvPr/>
          </p:nvSpPr>
          <p:spPr>
            <a:xfrm>
              <a:off x="7555577" y="33401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2" name="pt3532"/>
            <p:cNvSpPr/>
            <p:nvPr/>
          </p:nvSpPr>
          <p:spPr>
            <a:xfrm>
              <a:off x="7569205" y="3279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3" name="pt3533"/>
            <p:cNvSpPr/>
            <p:nvPr/>
          </p:nvSpPr>
          <p:spPr>
            <a:xfrm>
              <a:off x="7567633" y="3280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4" name="pt3534"/>
            <p:cNvSpPr/>
            <p:nvPr/>
          </p:nvSpPr>
          <p:spPr>
            <a:xfrm>
              <a:off x="7489308" y="3259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5" name="pt3535"/>
            <p:cNvSpPr/>
            <p:nvPr/>
          </p:nvSpPr>
          <p:spPr>
            <a:xfrm>
              <a:off x="7612930" y="319513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6" name="pt3536"/>
            <p:cNvSpPr/>
            <p:nvPr/>
          </p:nvSpPr>
          <p:spPr>
            <a:xfrm>
              <a:off x="7581309" y="3261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7" name="pt3537"/>
            <p:cNvSpPr/>
            <p:nvPr/>
          </p:nvSpPr>
          <p:spPr>
            <a:xfrm>
              <a:off x="7354650" y="3251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8" name="pt3538"/>
            <p:cNvSpPr/>
            <p:nvPr/>
          </p:nvSpPr>
          <p:spPr>
            <a:xfrm>
              <a:off x="7426219" y="3255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39" name="pt3539"/>
            <p:cNvSpPr/>
            <p:nvPr/>
          </p:nvSpPr>
          <p:spPr>
            <a:xfrm>
              <a:off x="7534213" y="32353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0" name="pt3540"/>
            <p:cNvSpPr/>
            <p:nvPr/>
          </p:nvSpPr>
          <p:spPr>
            <a:xfrm>
              <a:off x="7424382" y="3291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1" name="pt3541"/>
            <p:cNvSpPr/>
            <p:nvPr/>
          </p:nvSpPr>
          <p:spPr>
            <a:xfrm>
              <a:off x="7429674" y="3236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2" name="pt3542"/>
            <p:cNvSpPr/>
            <p:nvPr/>
          </p:nvSpPr>
          <p:spPr>
            <a:xfrm>
              <a:off x="7490327" y="3260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3" name="pt3543"/>
            <p:cNvSpPr/>
            <p:nvPr/>
          </p:nvSpPr>
          <p:spPr>
            <a:xfrm>
              <a:off x="7315147" y="3254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4" name="pt3544"/>
            <p:cNvSpPr/>
            <p:nvPr/>
          </p:nvSpPr>
          <p:spPr>
            <a:xfrm>
              <a:off x="7629212" y="3300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5" name="pt3545"/>
            <p:cNvSpPr/>
            <p:nvPr/>
          </p:nvSpPr>
          <p:spPr>
            <a:xfrm>
              <a:off x="7355056" y="3266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6" name="pt3546"/>
            <p:cNvSpPr/>
            <p:nvPr/>
          </p:nvSpPr>
          <p:spPr>
            <a:xfrm>
              <a:off x="7463389" y="3265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7" name="pt3547"/>
            <p:cNvSpPr/>
            <p:nvPr/>
          </p:nvSpPr>
          <p:spPr>
            <a:xfrm>
              <a:off x="7445093" y="3255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8" name="pt3548"/>
            <p:cNvSpPr/>
            <p:nvPr/>
          </p:nvSpPr>
          <p:spPr>
            <a:xfrm>
              <a:off x="7618088" y="3321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49" name="pt3549"/>
            <p:cNvSpPr/>
            <p:nvPr/>
          </p:nvSpPr>
          <p:spPr>
            <a:xfrm>
              <a:off x="7283643" y="3264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0" name="pt3550"/>
            <p:cNvSpPr/>
            <p:nvPr/>
          </p:nvSpPr>
          <p:spPr>
            <a:xfrm>
              <a:off x="7453011" y="3290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1" name="pt3551"/>
            <p:cNvSpPr/>
            <p:nvPr/>
          </p:nvSpPr>
          <p:spPr>
            <a:xfrm>
              <a:off x="7442710" y="3276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2" name="pt3552"/>
            <p:cNvSpPr/>
            <p:nvPr/>
          </p:nvSpPr>
          <p:spPr>
            <a:xfrm>
              <a:off x="7422232" y="32563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3" name="pt3553"/>
            <p:cNvSpPr/>
            <p:nvPr/>
          </p:nvSpPr>
          <p:spPr>
            <a:xfrm>
              <a:off x="7399427" y="3274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4" name="pt3554"/>
            <p:cNvSpPr/>
            <p:nvPr/>
          </p:nvSpPr>
          <p:spPr>
            <a:xfrm>
              <a:off x="7529932" y="3296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5" name="pt3555"/>
            <p:cNvSpPr/>
            <p:nvPr/>
          </p:nvSpPr>
          <p:spPr>
            <a:xfrm>
              <a:off x="7495594" y="3245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6" name="pt3556"/>
            <p:cNvSpPr/>
            <p:nvPr/>
          </p:nvSpPr>
          <p:spPr>
            <a:xfrm>
              <a:off x="7525646" y="32210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7" name="pt3557"/>
            <p:cNvSpPr/>
            <p:nvPr/>
          </p:nvSpPr>
          <p:spPr>
            <a:xfrm>
              <a:off x="7409956" y="33023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8" name="pt3558"/>
            <p:cNvSpPr/>
            <p:nvPr/>
          </p:nvSpPr>
          <p:spPr>
            <a:xfrm>
              <a:off x="7498380" y="3262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59" name="pt3559"/>
            <p:cNvSpPr/>
            <p:nvPr/>
          </p:nvSpPr>
          <p:spPr>
            <a:xfrm>
              <a:off x="7338851" y="3260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0" name="pt3560"/>
            <p:cNvSpPr/>
            <p:nvPr/>
          </p:nvSpPr>
          <p:spPr>
            <a:xfrm>
              <a:off x="7699493" y="3324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1" name="pt3561"/>
            <p:cNvSpPr/>
            <p:nvPr/>
          </p:nvSpPr>
          <p:spPr>
            <a:xfrm>
              <a:off x="7471838" y="3239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2" name="pt3562"/>
            <p:cNvSpPr/>
            <p:nvPr/>
          </p:nvSpPr>
          <p:spPr>
            <a:xfrm>
              <a:off x="7469664" y="32615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3" name="pt3563"/>
            <p:cNvSpPr/>
            <p:nvPr/>
          </p:nvSpPr>
          <p:spPr>
            <a:xfrm>
              <a:off x="7436692" y="3261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4" name="pt3564"/>
            <p:cNvSpPr/>
            <p:nvPr/>
          </p:nvSpPr>
          <p:spPr>
            <a:xfrm>
              <a:off x="7371982" y="3289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5" name="pt3565"/>
            <p:cNvSpPr/>
            <p:nvPr/>
          </p:nvSpPr>
          <p:spPr>
            <a:xfrm>
              <a:off x="7426561" y="3258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6" name="pt3566"/>
            <p:cNvSpPr/>
            <p:nvPr/>
          </p:nvSpPr>
          <p:spPr>
            <a:xfrm>
              <a:off x="7439668" y="32880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7" name="pt3567"/>
            <p:cNvSpPr/>
            <p:nvPr/>
          </p:nvSpPr>
          <p:spPr>
            <a:xfrm>
              <a:off x="7500401" y="32800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8" name="pt3568"/>
            <p:cNvSpPr/>
            <p:nvPr/>
          </p:nvSpPr>
          <p:spPr>
            <a:xfrm>
              <a:off x="7387246" y="32571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69" name="pt3569"/>
            <p:cNvSpPr/>
            <p:nvPr/>
          </p:nvSpPr>
          <p:spPr>
            <a:xfrm>
              <a:off x="7613536" y="3292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0" name="pt3570"/>
            <p:cNvSpPr/>
            <p:nvPr/>
          </p:nvSpPr>
          <p:spPr>
            <a:xfrm>
              <a:off x="7604266" y="32847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1" name="pt3571"/>
            <p:cNvSpPr/>
            <p:nvPr/>
          </p:nvSpPr>
          <p:spPr>
            <a:xfrm>
              <a:off x="7636030" y="32889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2" name="pt3572"/>
            <p:cNvSpPr/>
            <p:nvPr/>
          </p:nvSpPr>
          <p:spPr>
            <a:xfrm>
              <a:off x="7368809" y="3353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3" name="pt3573"/>
            <p:cNvSpPr/>
            <p:nvPr/>
          </p:nvSpPr>
          <p:spPr>
            <a:xfrm>
              <a:off x="7537087" y="33013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4" name="pt3574"/>
            <p:cNvSpPr/>
            <p:nvPr/>
          </p:nvSpPr>
          <p:spPr>
            <a:xfrm>
              <a:off x="7536387" y="3271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5" name="pt3575"/>
            <p:cNvSpPr/>
            <p:nvPr/>
          </p:nvSpPr>
          <p:spPr>
            <a:xfrm>
              <a:off x="7382010" y="33153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6" name="pt3576"/>
            <p:cNvSpPr/>
            <p:nvPr/>
          </p:nvSpPr>
          <p:spPr>
            <a:xfrm>
              <a:off x="7484272" y="3311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7" name="pt3577"/>
            <p:cNvSpPr/>
            <p:nvPr/>
          </p:nvSpPr>
          <p:spPr>
            <a:xfrm>
              <a:off x="7570815" y="3276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8" name="pt3578"/>
            <p:cNvSpPr/>
            <p:nvPr/>
          </p:nvSpPr>
          <p:spPr>
            <a:xfrm>
              <a:off x="7378164" y="3284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79" name="pt3579"/>
            <p:cNvSpPr/>
            <p:nvPr/>
          </p:nvSpPr>
          <p:spPr>
            <a:xfrm>
              <a:off x="7374895" y="32722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0" name="pt3580"/>
            <p:cNvSpPr/>
            <p:nvPr/>
          </p:nvSpPr>
          <p:spPr>
            <a:xfrm>
              <a:off x="7559201" y="32554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1" name="pt3581"/>
            <p:cNvSpPr/>
            <p:nvPr/>
          </p:nvSpPr>
          <p:spPr>
            <a:xfrm>
              <a:off x="7485158" y="3283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2" name="pt3582"/>
            <p:cNvSpPr/>
            <p:nvPr/>
          </p:nvSpPr>
          <p:spPr>
            <a:xfrm>
              <a:off x="7641691" y="3266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3" name="pt3583"/>
            <p:cNvSpPr/>
            <p:nvPr/>
          </p:nvSpPr>
          <p:spPr>
            <a:xfrm>
              <a:off x="7514919" y="3271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4" name="pt3584"/>
            <p:cNvSpPr/>
            <p:nvPr/>
          </p:nvSpPr>
          <p:spPr>
            <a:xfrm>
              <a:off x="7426396" y="3274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5" name="pt3585"/>
            <p:cNvSpPr/>
            <p:nvPr/>
          </p:nvSpPr>
          <p:spPr>
            <a:xfrm>
              <a:off x="7377802" y="3275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6" name="pt3586"/>
            <p:cNvSpPr/>
            <p:nvPr/>
          </p:nvSpPr>
          <p:spPr>
            <a:xfrm>
              <a:off x="7425596" y="32835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7" name="pt3587"/>
            <p:cNvSpPr/>
            <p:nvPr/>
          </p:nvSpPr>
          <p:spPr>
            <a:xfrm>
              <a:off x="7512978" y="32596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8" name="pt3588"/>
            <p:cNvSpPr/>
            <p:nvPr/>
          </p:nvSpPr>
          <p:spPr>
            <a:xfrm>
              <a:off x="7466804" y="32436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89" name="pt3589"/>
            <p:cNvSpPr/>
            <p:nvPr/>
          </p:nvSpPr>
          <p:spPr>
            <a:xfrm>
              <a:off x="7451866" y="3266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0" name="pt3590"/>
            <p:cNvSpPr/>
            <p:nvPr/>
          </p:nvSpPr>
          <p:spPr>
            <a:xfrm>
              <a:off x="7384782" y="3260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1" name="pt3591"/>
            <p:cNvSpPr/>
            <p:nvPr/>
          </p:nvSpPr>
          <p:spPr>
            <a:xfrm>
              <a:off x="7514295" y="32311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2" name="pt3592"/>
            <p:cNvSpPr/>
            <p:nvPr/>
          </p:nvSpPr>
          <p:spPr>
            <a:xfrm>
              <a:off x="7437105" y="3261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3" name="pt3593"/>
            <p:cNvSpPr/>
            <p:nvPr/>
          </p:nvSpPr>
          <p:spPr>
            <a:xfrm>
              <a:off x="7377664" y="3270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4" name="pt3594"/>
            <p:cNvSpPr/>
            <p:nvPr/>
          </p:nvSpPr>
          <p:spPr>
            <a:xfrm>
              <a:off x="7320416" y="3262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5" name="pt3595"/>
            <p:cNvSpPr/>
            <p:nvPr/>
          </p:nvSpPr>
          <p:spPr>
            <a:xfrm>
              <a:off x="7457352" y="32753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6" name="pt3596"/>
            <p:cNvSpPr/>
            <p:nvPr/>
          </p:nvSpPr>
          <p:spPr>
            <a:xfrm>
              <a:off x="7391640" y="3213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7" name="pt3597"/>
            <p:cNvSpPr/>
            <p:nvPr/>
          </p:nvSpPr>
          <p:spPr>
            <a:xfrm>
              <a:off x="7561060" y="3312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8" name="pt3598"/>
            <p:cNvSpPr/>
            <p:nvPr/>
          </p:nvSpPr>
          <p:spPr>
            <a:xfrm>
              <a:off x="7536804" y="3270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599" name="pt3599"/>
            <p:cNvSpPr/>
            <p:nvPr/>
          </p:nvSpPr>
          <p:spPr>
            <a:xfrm>
              <a:off x="7507489" y="3257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0" name="pt3600"/>
            <p:cNvSpPr/>
            <p:nvPr/>
          </p:nvSpPr>
          <p:spPr>
            <a:xfrm>
              <a:off x="7379196" y="32532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1" name="pt3601"/>
            <p:cNvSpPr/>
            <p:nvPr/>
          </p:nvSpPr>
          <p:spPr>
            <a:xfrm>
              <a:off x="7486708" y="32726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2" name="pt3602"/>
            <p:cNvSpPr/>
            <p:nvPr/>
          </p:nvSpPr>
          <p:spPr>
            <a:xfrm>
              <a:off x="7474463" y="3264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3" name="pt3603"/>
            <p:cNvSpPr/>
            <p:nvPr/>
          </p:nvSpPr>
          <p:spPr>
            <a:xfrm>
              <a:off x="7392243" y="3285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4" name="pt3604"/>
            <p:cNvSpPr/>
            <p:nvPr/>
          </p:nvSpPr>
          <p:spPr>
            <a:xfrm>
              <a:off x="7381174" y="3249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5" name="pt3605"/>
            <p:cNvSpPr/>
            <p:nvPr/>
          </p:nvSpPr>
          <p:spPr>
            <a:xfrm>
              <a:off x="7517903" y="32829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6" name="pt3606"/>
            <p:cNvSpPr/>
            <p:nvPr/>
          </p:nvSpPr>
          <p:spPr>
            <a:xfrm>
              <a:off x="7463416" y="3326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7" name="pt3607"/>
            <p:cNvSpPr/>
            <p:nvPr/>
          </p:nvSpPr>
          <p:spPr>
            <a:xfrm>
              <a:off x="7561659" y="31976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8" name="pt3608"/>
            <p:cNvSpPr/>
            <p:nvPr/>
          </p:nvSpPr>
          <p:spPr>
            <a:xfrm>
              <a:off x="7468930" y="3295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09" name="pt3609"/>
            <p:cNvSpPr/>
            <p:nvPr/>
          </p:nvSpPr>
          <p:spPr>
            <a:xfrm>
              <a:off x="7455740" y="3266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0" name="pt3610"/>
            <p:cNvSpPr/>
            <p:nvPr/>
          </p:nvSpPr>
          <p:spPr>
            <a:xfrm>
              <a:off x="7276351" y="3238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1" name="pt3611"/>
            <p:cNvSpPr/>
            <p:nvPr/>
          </p:nvSpPr>
          <p:spPr>
            <a:xfrm>
              <a:off x="7395824" y="3245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2" name="pt3612"/>
            <p:cNvSpPr/>
            <p:nvPr/>
          </p:nvSpPr>
          <p:spPr>
            <a:xfrm>
              <a:off x="7422255" y="3324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3" name="pt3613"/>
            <p:cNvSpPr/>
            <p:nvPr/>
          </p:nvSpPr>
          <p:spPr>
            <a:xfrm>
              <a:off x="7327925" y="3257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4" name="pt3614"/>
            <p:cNvSpPr/>
            <p:nvPr/>
          </p:nvSpPr>
          <p:spPr>
            <a:xfrm>
              <a:off x="7422695" y="3279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5" name="pt3615"/>
            <p:cNvSpPr/>
            <p:nvPr/>
          </p:nvSpPr>
          <p:spPr>
            <a:xfrm>
              <a:off x="7367619" y="3260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6" name="pt3616"/>
            <p:cNvSpPr/>
            <p:nvPr/>
          </p:nvSpPr>
          <p:spPr>
            <a:xfrm>
              <a:off x="7529210" y="3280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7" name="pt3617"/>
            <p:cNvSpPr/>
            <p:nvPr/>
          </p:nvSpPr>
          <p:spPr>
            <a:xfrm>
              <a:off x="7538362" y="3235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8" name="pt3618"/>
            <p:cNvSpPr/>
            <p:nvPr/>
          </p:nvSpPr>
          <p:spPr>
            <a:xfrm>
              <a:off x="7456046" y="3234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19" name="pt3619"/>
            <p:cNvSpPr/>
            <p:nvPr/>
          </p:nvSpPr>
          <p:spPr>
            <a:xfrm>
              <a:off x="7452465" y="3282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0" name="pt3620"/>
            <p:cNvSpPr/>
            <p:nvPr/>
          </p:nvSpPr>
          <p:spPr>
            <a:xfrm>
              <a:off x="7492891" y="3266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1" name="pt3621"/>
            <p:cNvSpPr/>
            <p:nvPr/>
          </p:nvSpPr>
          <p:spPr>
            <a:xfrm>
              <a:off x="7374182" y="3273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2" name="pt3622"/>
            <p:cNvSpPr/>
            <p:nvPr/>
          </p:nvSpPr>
          <p:spPr>
            <a:xfrm>
              <a:off x="7492979" y="32352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3" name="pt3623"/>
            <p:cNvSpPr/>
            <p:nvPr/>
          </p:nvSpPr>
          <p:spPr>
            <a:xfrm>
              <a:off x="7378918" y="32895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4" name="pt3624"/>
            <p:cNvSpPr/>
            <p:nvPr/>
          </p:nvSpPr>
          <p:spPr>
            <a:xfrm>
              <a:off x="7450525" y="3211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5" name="pt3625"/>
            <p:cNvSpPr/>
            <p:nvPr/>
          </p:nvSpPr>
          <p:spPr>
            <a:xfrm>
              <a:off x="7393009" y="3262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6" name="pt3626"/>
            <p:cNvSpPr/>
            <p:nvPr/>
          </p:nvSpPr>
          <p:spPr>
            <a:xfrm>
              <a:off x="7482047" y="3338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7" name="pt3627"/>
            <p:cNvSpPr/>
            <p:nvPr/>
          </p:nvSpPr>
          <p:spPr>
            <a:xfrm>
              <a:off x="7371221" y="3289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8" name="pt3628"/>
            <p:cNvSpPr/>
            <p:nvPr/>
          </p:nvSpPr>
          <p:spPr>
            <a:xfrm>
              <a:off x="7407179" y="3303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29" name="pt3629"/>
            <p:cNvSpPr/>
            <p:nvPr/>
          </p:nvSpPr>
          <p:spPr>
            <a:xfrm>
              <a:off x="7412723" y="32484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0" name="pt3630"/>
            <p:cNvSpPr/>
            <p:nvPr/>
          </p:nvSpPr>
          <p:spPr>
            <a:xfrm>
              <a:off x="7413363" y="3267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1" name="pt3631"/>
            <p:cNvSpPr/>
            <p:nvPr/>
          </p:nvSpPr>
          <p:spPr>
            <a:xfrm>
              <a:off x="7387714" y="3243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2" name="pt3632"/>
            <p:cNvSpPr/>
            <p:nvPr/>
          </p:nvSpPr>
          <p:spPr>
            <a:xfrm>
              <a:off x="7618820" y="3262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3" name="pt3633"/>
            <p:cNvSpPr/>
            <p:nvPr/>
          </p:nvSpPr>
          <p:spPr>
            <a:xfrm>
              <a:off x="7434346" y="32976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4" name="pt3634"/>
            <p:cNvSpPr/>
            <p:nvPr/>
          </p:nvSpPr>
          <p:spPr>
            <a:xfrm>
              <a:off x="7472348" y="3283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5" name="pt3635"/>
            <p:cNvSpPr/>
            <p:nvPr/>
          </p:nvSpPr>
          <p:spPr>
            <a:xfrm>
              <a:off x="7453692" y="3257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6" name="pt3636"/>
            <p:cNvSpPr/>
            <p:nvPr/>
          </p:nvSpPr>
          <p:spPr>
            <a:xfrm>
              <a:off x="7563527" y="32409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7" name="pt3637"/>
            <p:cNvSpPr/>
            <p:nvPr/>
          </p:nvSpPr>
          <p:spPr>
            <a:xfrm>
              <a:off x="7381411" y="32794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8" name="pt3638"/>
            <p:cNvSpPr/>
            <p:nvPr/>
          </p:nvSpPr>
          <p:spPr>
            <a:xfrm>
              <a:off x="7582521" y="3256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39" name="pt3639"/>
            <p:cNvSpPr/>
            <p:nvPr/>
          </p:nvSpPr>
          <p:spPr>
            <a:xfrm>
              <a:off x="7428473" y="3267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0" name="pt3640"/>
            <p:cNvSpPr/>
            <p:nvPr/>
          </p:nvSpPr>
          <p:spPr>
            <a:xfrm>
              <a:off x="7345693" y="3260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1" name="pt3641"/>
            <p:cNvSpPr/>
            <p:nvPr/>
          </p:nvSpPr>
          <p:spPr>
            <a:xfrm>
              <a:off x="7419131" y="3269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2" name="pt3642"/>
            <p:cNvSpPr/>
            <p:nvPr/>
          </p:nvSpPr>
          <p:spPr>
            <a:xfrm>
              <a:off x="7435797" y="3260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3" name="pt3643"/>
            <p:cNvSpPr/>
            <p:nvPr/>
          </p:nvSpPr>
          <p:spPr>
            <a:xfrm>
              <a:off x="7682811" y="3319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4" name="pt3644"/>
            <p:cNvSpPr/>
            <p:nvPr/>
          </p:nvSpPr>
          <p:spPr>
            <a:xfrm>
              <a:off x="7428507" y="3346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5" name="pt3645"/>
            <p:cNvSpPr/>
            <p:nvPr/>
          </p:nvSpPr>
          <p:spPr>
            <a:xfrm>
              <a:off x="7496120" y="32752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6" name="pt3646"/>
            <p:cNvSpPr/>
            <p:nvPr/>
          </p:nvSpPr>
          <p:spPr>
            <a:xfrm>
              <a:off x="7429968" y="31985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7" name="pt3647"/>
            <p:cNvSpPr/>
            <p:nvPr/>
          </p:nvSpPr>
          <p:spPr>
            <a:xfrm>
              <a:off x="7613051" y="3254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8" name="pt3648"/>
            <p:cNvSpPr/>
            <p:nvPr/>
          </p:nvSpPr>
          <p:spPr>
            <a:xfrm>
              <a:off x="7402629" y="33120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49" name="pt3649"/>
            <p:cNvSpPr/>
            <p:nvPr/>
          </p:nvSpPr>
          <p:spPr>
            <a:xfrm>
              <a:off x="7386942" y="3292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0" name="pt3650"/>
            <p:cNvSpPr/>
            <p:nvPr/>
          </p:nvSpPr>
          <p:spPr>
            <a:xfrm>
              <a:off x="7500176" y="3219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1" name="pt3651"/>
            <p:cNvSpPr/>
            <p:nvPr/>
          </p:nvSpPr>
          <p:spPr>
            <a:xfrm>
              <a:off x="7532419" y="3283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2" name="pt3652"/>
            <p:cNvSpPr/>
            <p:nvPr/>
          </p:nvSpPr>
          <p:spPr>
            <a:xfrm>
              <a:off x="7613582" y="32807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3" name="pt3653"/>
            <p:cNvSpPr/>
            <p:nvPr/>
          </p:nvSpPr>
          <p:spPr>
            <a:xfrm>
              <a:off x="7405475" y="3290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4" name="pt3654"/>
            <p:cNvSpPr/>
            <p:nvPr/>
          </p:nvSpPr>
          <p:spPr>
            <a:xfrm>
              <a:off x="7372971" y="3271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5" name="pt3655"/>
            <p:cNvSpPr/>
            <p:nvPr/>
          </p:nvSpPr>
          <p:spPr>
            <a:xfrm>
              <a:off x="7490373" y="32352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6" name="pt3656"/>
            <p:cNvSpPr/>
            <p:nvPr/>
          </p:nvSpPr>
          <p:spPr>
            <a:xfrm>
              <a:off x="7438519" y="3249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7" name="pt3657"/>
            <p:cNvSpPr/>
            <p:nvPr/>
          </p:nvSpPr>
          <p:spPr>
            <a:xfrm>
              <a:off x="7443729" y="3331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8" name="pt3658"/>
            <p:cNvSpPr/>
            <p:nvPr/>
          </p:nvSpPr>
          <p:spPr>
            <a:xfrm>
              <a:off x="7481165" y="32774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59" name="pt3659"/>
            <p:cNvSpPr/>
            <p:nvPr/>
          </p:nvSpPr>
          <p:spPr>
            <a:xfrm>
              <a:off x="7636566" y="3273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0" name="pt3660"/>
            <p:cNvSpPr/>
            <p:nvPr/>
          </p:nvSpPr>
          <p:spPr>
            <a:xfrm>
              <a:off x="7404187" y="3286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1" name="pt3661"/>
            <p:cNvSpPr/>
            <p:nvPr/>
          </p:nvSpPr>
          <p:spPr>
            <a:xfrm>
              <a:off x="7441980" y="3212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2" name="pt3662"/>
            <p:cNvSpPr/>
            <p:nvPr/>
          </p:nvSpPr>
          <p:spPr>
            <a:xfrm>
              <a:off x="7576814" y="32525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3" name="pt3663"/>
            <p:cNvSpPr/>
            <p:nvPr/>
          </p:nvSpPr>
          <p:spPr>
            <a:xfrm>
              <a:off x="7363726" y="3248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4" name="pt3664"/>
            <p:cNvSpPr/>
            <p:nvPr/>
          </p:nvSpPr>
          <p:spPr>
            <a:xfrm>
              <a:off x="7464866" y="3278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5" name="pt3665"/>
            <p:cNvSpPr/>
            <p:nvPr/>
          </p:nvSpPr>
          <p:spPr>
            <a:xfrm>
              <a:off x="7404772" y="3289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6" name="pt3666"/>
            <p:cNvSpPr/>
            <p:nvPr/>
          </p:nvSpPr>
          <p:spPr>
            <a:xfrm>
              <a:off x="7408340" y="32963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7" name="pt3667"/>
            <p:cNvSpPr/>
            <p:nvPr/>
          </p:nvSpPr>
          <p:spPr>
            <a:xfrm>
              <a:off x="7461325" y="3232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8" name="pt3668"/>
            <p:cNvSpPr/>
            <p:nvPr/>
          </p:nvSpPr>
          <p:spPr>
            <a:xfrm>
              <a:off x="7448690" y="3261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69" name="pt3669"/>
            <p:cNvSpPr/>
            <p:nvPr/>
          </p:nvSpPr>
          <p:spPr>
            <a:xfrm>
              <a:off x="7495090" y="3254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0" name="pt3670"/>
            <p:cNvSpPr/>
            <p:nvPr/>
          </p:nvSpPr>
          <p:spPr>
            <a:xfrm>
              <a:off x="7515739" y="3243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1" name="pt3671"/>
            <p:cNvSpPr/>
            <p:nvPr/>
          </p:nvSpPr>
          <p:spPr>
            <a:xfrm>
              <a:off x="7457346" y="3483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2" name="pt3672"/>
            <p:cNvSpPr/>
            <p:nvPr/>
          </p:nvSpPr>
          <p:spPr>
            <a:xfrm>
              <a:off x="7376424" y="32733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3" name="pt3673"/>
            <p:cNvSpPr/>
            <p:nvPr/>
          </p:nvSpPr>
          <p:spPr>
            <a:xfrm>
              <a:off x="7514907" y="33367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4" name="pt3674"/>
            <p:cNvSpPr/>
            <p:nvPr/>
          </p:nvSpPr>
          <p:spPr>
            <a:xfrm>
              <a:off x="7494887" y="32602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5" name="pt3675"/>
            <p:cNvSpPr/>
            <p:nvPr/>
          </p:nvSpPr>
          <p:spPr>
            <a:xfrm>
              <a:off x="7481593" y="3293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6" name="pt3676"/>
            <p:cNvSpPr/>
            <p:nvPr/>
          </p:nvSpPr>
          <p:spPr>
            <a:xfrm>
              <a:off x="7401589" y="3265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7" name="pt3677"/>
            <p:cNvSpPr/>
            <p:nvPr/>
          </p:nvSpPr>
          <p:spPr>
            <a:xfrm>
              <a:off x="7442583" y="3272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8" name="pt3678"/>
            <p:cNvSpPr/>
            <p:nvPr/>
          </p:nvSpPr>
          <p:spPr>
            <a:xfrm>
              <a:off x="7507193" y="32425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79" name="pt3679"/>
            <p:cNvSpPr/>
            <p:nvPr/>
          </p:nvSpPr>
          <p:spPr>
            <a:xfrm>
              <a:off x="7301734" y="32733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0" name="pt3680"/>
            <p:cNvSpPr/>
            <p:nvPr/>
          </p:nvSpPr>
          <p:spPr>
            <a:xfrm>
              <a:off x="7465030" y="3278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1" name="pt3681"/>
            <p:cNvSpPr/>
            <p:nvPr/>
          </p:nvSpPr>
          <p:spPr>
            <a:xfrm>
              <a:off x="7475673" y="3293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2" name="pt3682"/>
            <p:cNvSpPr/>
            <p:nvPr/>
          </p:nvSpPr>
          <p:spPr>
            <a:xfrm>
              <a:off x="7515447" y="3277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3" name="pt3683"/>
            <p:cNvSpPr/>
            <p:nvPr/>
          </p:nvSpPr>
          <p:spPr>
            <a:xfrm>
              <a:off x="7486108" y="3259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4" name="pt3684"/>
            <p:cNvSpPr/>
            <p:nvPr/>
          </p:nvSpPr>
          <p:spPr>
            <a:xfrm>
              <a:off x="7556481" y="3296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5" name="pt3685"/>
            <p:cNvSpPr/>
            <p:nvPr/>
          </p:nvSpPr>
          <p:spPr>
            <a:xfrm>
              <a:off x="7390620" y="32688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6" name="pt3686"/>
            <p:cNvSpPr/>
            <p:nvPr/>
          </p:nvSpPr>
          <p:spPr>
            <a:xfrm>
              <a:off x="7423240" y="3234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7" name="pt3687"/>
            <p:cNvSpPr/>
            <p:nvPr/>
          </p:nvSpPr>
          <p:spPr>
            <a:xfrm>
              <a:off x="7685487" y="3270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8" name="pt3688"/>
            <p:cNvSpPr/>
            <p:nvPr/>
          </p:nvSpPr>
          <p:spPr>
            <a:xfrm>
              <a:off x="7440010" y="32410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89" name="pt3689"/>
            <p:cNvSpPr/>
            <p:nvPr/>
          </p:nvSpPr>
          <p:spPr>
            <a:xfrm>
              <a:off x="7354602" y="3259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0" name="pt3690"/>
            <p:cNvSpPr/>
            <p:nvPr/>
          </p:nvSpPr>
          <p:spPr>
            <a:xfrm>
              <a:off x="7450186" y="3248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1" name="pt3691"/>
            <p:cNvSpPr/>
            <p:nvPr/>
          </p:nvSpPr>
          <p:spPr>
            <a:xfrm>
              <a:off x="7610380" y="32744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2" name="pt3692"/>
            <p:cNvSpPr/>
            <p:nvPr/>
          </p:nvSpPr>
          <p:spPr>
            <a:xfrm>
              <a:off x="7485293" y="32510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3" name="pt3693"/>
            <p:cNvSpPr/>
            <p:nvPr/>
          </p:nvSpPr>
          <p:spPr>
            <a:xfrm>
              <a:off x="7585337" y="3278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4" name="pt3694"/>
            <p:cNvSpPr/>
            <p:nvPr/>
          </p:nvSpPr>
          <p:spPr>
            <a:xfrm>
              <a:off x="7578796" y="32211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5" name="pt3695"/>
            <p:cNvSpPr/>
            <p:nvPr/>
          </p:nvSpPr>
          <p:spPr>
            <a:xfrm>
              <a:off x="7374648" y="3277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6" name="pt3696"/>
            <p:cNvSpPr/>
            <p:nvPr/>
          </p:nvSpPr>
          <p:spPr>
            <a:xfrm>
              <a:off x="7564061" y="3282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7" name="pt3697"/>
            <p:cNvSpPr/>
            <p:nvPr/>
          </p:nvSpPr>
          <p:spPr>
            <a:xfrm>
              <a:off x="7351889" y="3270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8" name="pt3698"/>
            <p:cNvSpPr/>
            <p:nvPr/>
          </p:nvSpPr>
          <p:spPr>
            <a:xfrm>
              <a:off x="7382923" y="3280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699" name="pt3699"/>
            <p:cNvSpPr/>
            <p:nvPr/>
          </p:nvSpPr>
          <p:spPr>
            <a:xfrm>
              <a:off x="7405792" y="3280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0" name="pt3700"/>
            <p:cNvSpPr/>
            <p:nvPr/>
          </p:nvSpPr>
          <p:spPr>
            <a:xfrm>
              <a:off x="7420413" y="3287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1" name="pt3701"/>
            <p:cNvSpPr/>
            <p:nvPr/>
          </p:nvSpPr>
          <p:spPr>
            <a:xfrm>
              <a:off x="7462013" y="3332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2" name="pt3702"/>
            <p:cNvSpPr/>
            <p:nvPr/>
          </p:nvSpPr>
          <p:spPr>
            <a:xfrm>
              <a:off x="7456007" y="3273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3" name="pt3703"/>
            <p:cNvSpPr/>
            <p:nvPr/>
          </p:nvSpPr>
          <p:spPr>
            <a:xfrm>
              <a:off x="7454977" y="32162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4" name="pt3704"/>
            <p:cNvSpPr/>
            <p:nvPr/>
          </p:nvSpPr>
          <p:spPr>
            <a:xfrm>
              <a:off x="7629345" y="3268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5" name="pt3705"/>
            <p:cNvSpPr/>
            <p:nvPr/>
          </p:nvSpPr>
          <p:spPr>
            <a:xfrm>
              <a:off x="7599046" y="3298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6" name="pt3706"/>
            <p:cNvSpPr/>
            <p:nvPr/>
          </p:nvSpPr>
          <p:spPr>
            <a:xfrm>
              <a:off x="7434271" y="3242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7" name="pt3707"/>
            <p:cNvSpPr/>
            <p:nvPr/>
          </p:nvSpPr>
          <p:spPr>
            <a:xfrm>
              <a:off x="7450940" y="3288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8" name="pt3708"/>
            <p:cNvSpPr/>
            <p:nvPr/>
          </p:nvSpPr>
          <p:spPr>
            <a:xfrm>
              <a:off x="7486909" y="3266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09" name="pt3709"/>
            <p:cNvSpPr/>
            <p:nvPr/>
          </p:nvSpPr>
          <p:spPr>
            <a:xfrm>
              <a:off x="7445729" y="3261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0" name="pt3710"/>
            <p:cNvSpPr/>
            <p:nvPr/>
          </p:nvSpPr>
          <p:spPr>
            <a:xfrm>
              <a:off x="7376303" y="3226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1" name="pt3711"/>
            <p:cNvSpPr/>
            <p:nvPr/>
          </p:nvSpPr>
          <p:spPr>
            <a:xfrm>
              <a:off x="7282707" y="3256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2" name="pt3712"/>
            <p:cNvSpPr/>
            <p:nvPr/>
          </p:nvSpPr>
          <p:spPr>
            <a:xfrm>
              <a:off x="7498775" y="3232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3" name="pt3713"/>
            <p:cNvSpPr/>
            <p:nvPr/>
          </p:nvSpPr>
          <p:spPr>
            <a:xfrm>
              <a:off x="7414906" y="3203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4" name="pt3714"/>
            <p:cNvSpPr/>
            <p:nvPr/>
          </p:nvSpPr>
          <p:spPr>
            <a:xfrm>
              <a:off x="7442946" y="32798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5" name="pt3715"/>
            <p:cNvSpPr/>
            <p:nvPr/>
          </p:nvSpPr>
          <p:spPr>
            <a:xfrm>
              <a:off x="7544081" y="3238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6" name="pt3716"/>
            <p:cNvSpPr/>
            <p:nvPr/>
          </p:nvSpPr>
          <p:spPr>
            <a:xfrm>
              <a:off x="7492522" y="3253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7" name="pt3717"/>
            <p:cNvSpPr/>
            <p:nvPr/>
          </p:nvSpPr>
          <p:spPr>
            <a:xfrm>
              <a:off x="7569170" y="3278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8" name="pt3718"/>
            <p:cNvSpPr/>
            <p:nvPr/>
          </p:nvSpPr>
          <p:spPr>
            <a:xfrm>
              <a:off x="7550239" y="3233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19" name="pt3719"/>
            <p:cNvSpPr/>
            <p:nvPr/>
          </p:nvSpPr>
          <p:spPr>
            <a:xfrm>
              <a:off x="7484941" y="3162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0" name="pt3720"/>
            <p:cNvSpPr/>
            <p:nvPr/>
          </p:nvSpPr>
          <p:spPr>
            <a:xfrm>
              <a:off x="7541772" y="3267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1" name="pt3721"/>
            <p:cNvSpPr/>
            <p:nvPr/>
          </p:nvSpPr>
          <p:spPr>
            <a:xfrm>
              <a:off x="7464134" y="3267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2" name="pt3722"/>
            <p:cNvSpPr/>
            <p:nvPr/>
          </p:nvSpPr>
          <p:spPr>
            <a:xfrm>
              <a:off x="7550418" y="3283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3" name="pt3723"/>
            <p:cNvSpPr/>
            <p:nvPr/>
          </p:nvSpPr>
          <p:spPr>
            <a:xfrm>
              <a:off x="7451760" y="3247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4" name="pt3724"/>
            <p:cNvSpPr/>
            <p:nvPr/>
          </p:nvSpPr>
          <p:spPr>
            <a:xfrm>
              <a:off x="7462848" y="3263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5" name="pt3725"/>
            <p:cNvSpPr/>
            <p:nvPr/>
          </p:nvSpPr>
          <p:spPr>
            <a:xfrm>
              <a:off x="7420549" y="3287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6" name="pt3726"/>
            <p:cNvSpPr/>
            <p:nvPr/>
          </p:nvSpPr>
          <p:spPr>
            <a:xfrm>
              <a:off x="7407660" y="3246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7" name="pt3727"/>
            <p:cNvSpPr/>
            <p:nvPr/>
          </p:nvSpPr>
          <p:spPr>
            <a:xfrm>
              <a:off x="7420712" y="3322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8" name="pt3728"/>
            <p:cNvSpPr/>
            <p:nvPr/>
          </p:nvSpPr>
          <p:spPr>
            <a:xfrm>
              <a:off x="7755536" y="32681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29" name="pt3729"/>
            <p:cNvSpPr/>
            <p:nvPr/>
          </p:nvSpPr>
          <p:spPr>
            <a:xfrm>
              <a:off x="7505594" y="3244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0" name="pt3730"/>
            <p:cNvSpPr/>
            <p:nvPr/>
          </p:nvSpPr>
          <p:spPr>
            <a:xfrm>
              <a:off x="7335544" y="3264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1" name="pt3731"/>
            <p:cNvSpPr/>
            <p:nvPr/>
          </p:nvSpPr>
          <p:spPr>
            <a:xfrm>
              <a:off x="7525255" y="3258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2" name="pt3732"/>
            <p:cNvSpPr/>
            <p:nvPr/>
          </p:nvSpPr>
          <p:spPr>
            <a:xfrm>
              <a:off x="7508285" y="3254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3" name="pt3733"/>
            <p:cNvSpPr/>
            <p:nvPr/>
          </p:nvSpPr>
          <p:spPr>
            <a:xfrm>
              <a:off x="7489322" y="30873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4" name="pt3734"/>
            <p:cNvSpPr/>
            <p:nvPr/>
          </p:nvSpPr>
          <p:spPr>
            <a:xfrm>
              <a:off x="7350878" y="3262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5" name="pt3735"/>
            <p:cNvSpPr/>
            <p:nvPr/>
          </p:nvSpPr>
          <p:spPr>
            <a:xfrm>
              <a:off x="7515878" y="3255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6" name="pt3736"/>
            <p:cNvSpPr/>
            <p:nvPr/>
          </p:nvSpPr>
          <p:spPr>
            <a:xfrm>
              <a:off x="7400779" y="32466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7" name="pt3737"/>
            <p:cNvSpPr/>
            <p:nvPr/>
          </p:nvSpPr>
          <p:spPr>
            <a:xfrm>
              <a:off x="7430580" y="32908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8" name="pt3738"/>
            <p:cNvSpPr/>
            <p:nvPr/>
          </p:nvSpPr>
          <p:spPr>
            <a:xfrm>
              <a:off x="7389447" y="3286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39" name="pt3739"/>
            <p:cNvSpPr/>
            <p:nvPr/>
          </p:nvSpPr>
          <p:spPr>
            <a:xfrm>
              <a:off x="7498098" y="32522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0" name="pt3740"/>
            <p:cNvSpPr/>
            <p:nvPr/>
          </p:nvSpPr>
          <p:spPr>
            <a:xfrm>
              <a:off x="7583346" y="3254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1" name="pt3741"/>
            <p:cNvSpPr/>
            <p:nvPr/>
          </p:nvSpPr>
          <p:spPr>
            <a:xfrm>
              <a:off x="7621586" y="32252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2" name="pt3742"/>
            <p:cNvSpPr/>
            <p:nvPr/>
          </p:nvSpPr>
          <p:spPr>
            <a:xfrm>
              <a:off x="7613419" y="3284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3" name="pt3743"/>
            <p:cNvSpPr/>
            <p:nvPr/>
          </p:nvSpPr>
          <p:spPr>
            <a:xfrm>
              <a:off x="7574315" y="3241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4" name="pt3744"/>
            <p:cNvSpPr/>
            <p:nvPr/>
          </p:nvSpPr>
          <p:spPr>
            <a:xfrm>
              <a:off x="7373476" y="3310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5" name="pt3745"/>
            <p:cNvSpPr/>
            <p:nvPr/>
          </p:nvSpPr>
          <p:spPr>
            <a:xfrm>
              <a:off x="7445488" y="32809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6" name="pt3746"/>
            <p:cNvSpPr/>
            <p:nvPr/>
          </p:nvSpPr>
          <p:spPr>
            <a:xfrm>
              <a:off x="7526460" y="32700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7" name="pt3747"/>
            <p:cNvSpPr/>
            <p:nvPr/>
          </p:nvSpPr>
          <p:spPr>
            <a:xfrm>
              <a:off x="7539047" y="3263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8" name="pt3748"/>
            <p:cNvSpPr/>
            <p:nvPr/>
          </p:nvSpPr>
          <p:spPr>
            <a:xfrm>
              <a:off x="7400708" y="32946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49" name="pt3749"/>
            <p:cNvSpPr/>
            <p:nvPr/>
          </p:nvSpPr>
          <p:spPr>
            <a:xfrm>
              <a:off x="7352376" y="32703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0" name="pt3750"/>
            <p:cNvSpPr/>
            <p:nvPr/>
          </p:nvSpPr>
          <p:spPr>
            <a:xfrm>
              <a:off x="7497052" y="3244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1" name="pt3751"/>
            <p:cNvSpPr/>
            <p:nvPr/>
          </p:nvSpPr>
          <p:spPr>
            <a:xfrm>
              <a:off x="7472519" y="3243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2" name="pt3752"/>
            <p:cNvSpPr/>
            <p:nvPr/>
          </p:nvSpPr>
          <p:spPr>
            <a:xfrm>
              <a:off x="7438975" y="32460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3" name="pt3753"/>
            <p:cNvSpPr/>
            <p:nvPr/>
          </p:nvSpPr>
          <p:spPr>
            <a:xfrm>
              <a:off x="7497808" y="3273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4" name="pt3754"/>
            <p:cNvSpPr/>
            <p:nvPr/>
          </p:nvSpPr>
          <p:spPr>
            <a:xfrm>
              <a:off x="7527743" y="32975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5" name="pt3755"/>
            <p:cNvSpPr/>
            <p:nvPr/>
          </p:nvSpPr>
          <p:spPr>
            <a:xfrm>
              <a:off x="7406185" y="32954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7528034" y="32927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7501850" y="3268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7637436" y="3295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7505040" y="32247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7452048" y="3235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7571944" y="3284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7481197" y="3256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7356733" y="3301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7478125" y="3257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7589536" y="3281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7515061" y="3299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7388454" y="3261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7408093" y="3274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7384076" y="3258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7436083" y="3283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7454410" y="3276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7425119" y="32974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7502996" y="3278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7364513" y="3228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7397310" y="3271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7422532" y="32826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7556449" y="3330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7397177" y="32562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7392017" y="3272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7481696" y="32570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7447284" y="32281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7416253" y="32757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7377551" y="32561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7315736" y="32894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7474842" y="32299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7419294" y="3253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7414203" y="3264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7406423" y="32884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7499681" y="32640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7485708" y="32644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7606665" y="32965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7469872" y="32923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7242846" y="3339814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7458505" y="31767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7530016" y="3221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7453374" y="3306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7365263" y="3231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7420954" y="3271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7438278" y="3289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7370758" y="3271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7439132" y="32677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7448788" y="3230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7501292" y="3299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7402885" y="3263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7414007" y="3271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7401378" y="3258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7452537" y="3274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7457042" y="3267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7549063" y="32562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7483439" y="3257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7383698" y="3221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7426446" y="3266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7607715" y="32856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7588168" y="32984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7487182" y="32627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7530433" y="3281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7490371" y="3286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7611586" y="3274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7327723" y="32661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7359471" y="3230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7388842" y="3248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7395169" y="32747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7381046" y="32670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7423248" y="3278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7433735" y="32723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7412633" y="3237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7516011" y="32723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7437616" y="32725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7408927" y="3281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7595432" y="33045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7483754" y="32740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7597691" y="32386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7478767" y="32498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7471235" y="32718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7471752" y="32487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7438454" y="3260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7443480" y="31948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7387904" y="3264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7561412" y="3130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7557202" y="3273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7485945" y="3279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7414533" y="3250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7422806" y="32890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7500761" y="3265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7307690" y="3266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7547429" y="3271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7457519" y="3271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7479679" y="32519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7402270" y="3303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7362626" y="32398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7446227" y="3249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7370433" y="3248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7370754" y="3223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4" name="pt3854"/>
            <p:cNvSpPr/>
            <p:nvPr/>
          </p:nvSpPr>
          <p:spPr>
            <a:xfrm>
              <a:off x="7318455" y="3234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5" name="pt3855"/>
            <p:cNvSpPr/>
            <p:nvPr/>
          </p:nvSpPr>
          <p:spPr>
            <a:xfrm>
              <a:off x="7601714" y="32474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6" name="pt3856"/>
            <p:cNvSpPr/>
            <p:nvPr/>
          </p:nvSpPr>
          <p:spPr>
            <a:xfrm>
              <a:off x="7335153" y="3276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7" name="pt3857"/>
            <p:cNvSpPr/>
            <p:nvPr/>
          </p:nvSpPr>
          <p:spPr>
            <a:xfrm>
              <a:off x="7505377" y="3239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8" name="pt3858"/>
            <p:cNvSpPr/>
            <p:nvPr/>
          </p:nvSpPr>
          <p:spPr>
            <a:xfrm>
              <a:off x="7400625" y="3275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59" name="pt3859"/>
            <p:cNvSpPr/>
            <p:nvPr/>
          </p:nvSpPr>
          <p:spPr>
            <a:xfrm>
              <a:off x="7435874" y="3442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0" name="pt3860"/>
            <p:cNvSpPr/>
            <p:nvPr/>
          </p:nvSpPr>
          <p:spPr>
            <a:xfrm>
              <a:off x="7413976" y="32619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1" name="pt3861"/>
            <p:cNvSpPr/>
            <p:nvPr/>
          </p:nvSpPr>
          <p:spPr>
            <a:xfrm>
              <a:off x="7497766" y="32396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2" name="pt3862"/>
            <p:cNvSpPr/>
            <p:nvPr/>
          </p:nvSpPr>
          <p:spPr>
            <a:xfrm>
              <a:off x="7533890" y="3257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3" name="pt3863"/>
            <p:cNvSpPr/>
            <p:nvPr/>
          </p:nvSpPr>
          <p:spPr>
            <a:xfrm>
              <a:off x="7356842" y="32629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4" name="pt3864"/>
            <p:cNvSpPr/>
            <p:nvPr/>
          </p:nvSpPr>
          <p:spPr>
            <a:xfrm>
              <a:off x="7575124" y="32886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5" name="pt3865"/>
            <p:cNvSpPr/>
            <p:nvPr/>
          </p:nvSpPr>
          <p:spPr>
            <a:xfrm>
              <a:off x="7527358" y="3270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6" name="pt3866"/>
            <p:cNvSpPr/>
            <p:nvPr/>
          </p:nvSpPr>
          <p:spPr>
            <a:xfrm>
              <a:off x="7411922" y="3375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7" name="pt3867"/>
            <p:cNvSpPr/>
            <p:nvPr/>
          </p:nvSpPr>
          <p:spPr>
            <a:xfrm>
              <a:off x="7535458" y="3243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8" name="pt3868"/>
            <p:cNvSpPr/>
            <p:nvPr/>
          </p:nvSpPr>
          <p:spPr>
            <a:xfrm>
              <a:off x="7445274" y="32602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69" name="pt3869"/>
            <p:cNvSpPr/>
            <p:nvPr/>
          </p:nvSpPr>
          <p:spPr>
            <a:xfrm>
              <a:off x="7472362" y="32446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0" name="pt3870"/>
            <p:cNvSpPr/>
            <p:nvPr/>
          </p:nvSpPr>
          <p:spPr>
            <a:xfrm>
              <a:off x="7410573" y="3312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1" name="pt3871"/>
            <p:cNvSpPr/>
            <p:nvPr/>
          </p:nvSpPr>
          <p:spPr>
            <a:xfrm>
              <a:off x="7401255" y="3068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2" name="pt3872"/>
            <p:cNvSpPr/>
            <p:nvPr/>
          </p:nvSpPr>
          <p:spPr>
            <a:xfrm>
              <a:off x="7413364" y="3272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3" name="pt3873"/>
            <p:cNvSpPr/>
            <p:nvPr/>
          </p:nvSpPr>
          <p:spPr>
            <a:xfrm>
              <a:off x="7503773" y="3274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4" name="pt3874"/>
            <p:cNvSpPr/>
            <p:nvPr/>
          </p:nvSpPr>
          <p:spPr>
            <a:xfrm>
              <a:off x="7380759" y="32727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5" name="pt3875"/>
            <p:cNvSpPr/>
            <p:nvPr/>
          </p:nvSpPr>
          <p:spPr>
            <a:xfrm>
              <a:off x="7312172" y="32609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6" name="pt3876"/>
            <p:cNvSpPr/>
            <p:nvPr/>
          </p:nvSpPr>
          <p:spPr>
            <a:xfrm>
              <a:off x="7402175" y="3270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7" name="pt3877"/>
            <p:cNvSpPr/>
            <p:nvPr/>
          </p:nvSpPr>
          <p:spPr>
            <a:xfrm>
              <a:off x="7457744" y="3266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8" name="pt3878"/>
            <p:cNvSpPr/>
            <p:nvPr/>
          </p:nvSpPr>
          <p:spPr>
            <a:xfrm>
              <a:off x="7396199" y="3284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79" name="pt3879"/>
            <p:cNvSpPr/>
            <p:nvPr/>
          </p:nvSpPr>
          <p:spPr>
            <a:xfrm>
              <a:off x="7423082" y="32322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0" name="pt3880"/>
            <p:cNvSpPr/>
            <p:nvPr/>
          </p:nvSpPr>
          <p:spPr>
            <a:xfrm>
              <a:off x="7470422" y="3242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1" name="pt3881"/>
            <p:cNvSpPr/>
            <p:nvPr/>
          </p:nvSpPr>
          <p:spPr>
            <a:xfrm>
              <a:off x="7399882" y="3280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2" name="pt3882"/>
            <p:cNvSpPr/>
            <p:nvPr/>
          </p:nvSpPr>
          <p:spPr>
            <a:xfrm>
              <a:off x="7472243" y="3164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3" name="pt3883"/>
            <p:cNvSpPr/>
            <p:nvPr/>
          </p:nvSpPr>
          <p:spPr>
            <a:xfrm>
              <a:off x="7392293" y="3270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4" name="pt3884"/>
            <p:cNvSpPr/>
            <p:nvPr/>
          </p:nvSpPr>
          <p:spPr>
            <a:xfrm>
              <a:off x="7408795" y="3286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5" name="pt3885"/>
            <p:cNvSpPr/>
            <p:nvPr/>
          </p:nvSpPr>
          <p:spPr>
            <a:xfrm>
              <a:off x="7407686" y="3256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6" name="pt3886"/>
            <p:cNvSpPr/>
            <p:nvPr/>
          </p:nvSpPr>
          <p:spPr>
            <a:xfrm>
              <a:off x="7408564" y="3255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7" name="pt3887"/>
            <p:cNvSpPr/>
            <p:nvPr/>
          </p:nvSpPr>
          <p:spPr>
            <a:xfrm>
              <a:off x="7649539" y="3268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8" name="pt3888"/>
            <p:cNvSpPr/>
            <p:nvPr/>
          </p:nvSpPr>
          <p:spPr>
            <a:xfrm>
              <a:off x="7349154" y="3282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89" name="pt3889"/>
            <p:cNvSpPr/>
            <p:nvPr/>
          </p:nvSpPr>
          <p:spPr>
            <a:xfrm>
              <a:off x="7491368" y="3266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0" name="pt3890"/>
            <p:cNvSpPr/>
            <p:nvPr/>
          </p:nvSpPr>
          <p:spPr>
            <a:xfrm>
              <a:off x="7517697" y="3260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1" name="pt3891"/>
            <p:cNvSpPr/>
            <p:nvPr/>
          </p:nvSpPr>
          <p:spPr>
            <a:xfrm>
              <a:off x="7529399" y="32823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2" name="pt3892"/>
            <p:cNvSpPr/>
            <p:nvPr/>
          </p:nvSpPr>
          <p:spPr>
            <a:xfrm>
              <a:off x="7541971" y="3249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3" name="pt3893"/>
            <p:cNvSpPr/>
            <p:nvPr/>
          </p:nvSpPr>
          <p:spPr>
            <a:xfrm>
              <a:off x="7578993" y="32800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4" name="pt3894"/>
            <p:cNvSpPr/>
            <p:nvPr/>
          </p:nvSpPr>
          <p:spPr>
            <a:xfrm>
              <a:off x="7702592" y="32523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5" name="pt3895"/>
            <p:cNvSpPr/>
            <p:nvPr/>
          </p:nvSpPr>
          <p:spPr>
            <a:xfrm>
              <a:off x="7563247" y="32770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6" name="pt3896"/>
            <p:cNvSpPr/>
            <p:nvPr/>
          </p:nvSpPr>
          <p:spPr>
            <a:xfrm>
              <a:off x="7496654" y="32711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7" name="pt3897"/>
            <p:cNvSpPr/>
            <p:nvPr/>
          </p:nvSpPr>
          <p:spPr>
            <a:xfrm>
              <a:off x="7422559" y="32682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8" name="pt3898"/>
            <p:cNvSpPr/>
            <p:nvPr/>
          </p:nvSpPr>
          <p:spPr>
            <a:xfrm>
              <a:off x="7473694" y="3312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899" name="pt3899"/>
            <p:cNvSpPr/>
            <p:nvPr/>
          </p:nvSpPr>
          <p:spPr>
            <a:xfrm>
              <a:off x="7516014" y="3274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0" name="pt3900"/>
            <p:cNvSpPr/>
            <p:nvPr/>
          </p:nvSpPr>
          <p:spPr>
            <a:xfrm>
              <a:off x="7382590" y="3304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1" name="pt3901"/>
            <p:cNvSpPr/>
            <p:nvPr/>
          </p:nvSpPr>
          <p:spPr>
            <a:xfrm>
              <a:off x="7518638" y="3269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2" name="pt3902"/>
            <p:cNvSpPr/>
            <p:nvPr/>
          </p:nvSpPr>
          <p:spPr>
            <a:xfrm>
              <a:off x="7474194" y="3266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3" name="pt3903"/>
            <p:cNvSpPr/>
            <p:nvPr/>
          </p:nvSpPr>
          <p:spPr>
            <a:xfrm>
              <a:off x="7354900" y="32947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4" name="pt3904"/>
            <p:cNvSpPr/>
            <p:nvPr/>
          </p:nvSpPr>
          <p:spPr>
            <a:xfrm>
              <a:off x="7468632" y="3287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5" name="pt3905"/>
            <p:cNvSpPr/>
            <p:nvPr/>
          </p:nvSpPr>
          <p:spPr>
            <a:xfrm>
              <a:off x="7377949" y="32198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6" name="pt3906"/>
            <p:cNvSpPr/>
            <p:nvPr/>
          </p:nvSpPr>
          <p:spPr>
            <a:xfrm>
              <a:off x="7505334" y="33129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7" name="pt3907"/>
            <p:cNvSpPr/>
            <p:nvPr/>
          </p:nvSpPr>
          <p:spPr>
            <a:xfrm>
              <a:off x="7358268" y="34955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8" name="pt3908"/>
            <p:cNvSpPr/>
            <p:nvPr/>
          </p:nvSpPr>
          <p:spPr>
            <a:xfrm>
              <a:off x="7442136" y="34612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09" name="pt3909"/>
            <p:cNvSpPr/>
            <p:nvPr/>
          </p:nvSpPr>
          <p:spPr>
            <a:xfrm>
              <a:off x="7567546" y="3382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0" name="pt3910"/>
            <p:cNvSpPr/>
            <p:nvPr/>
          </p:nvSpPr>
          <p:spPr>
            <a:xfrm>
              <a:off x="7410750" y="3274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1" name="pt3911"/>
            <p:cNvSpPr/>
            <p:nvPr/>
          </p:nvSpPr>
          <p:spPr>
            <a:xfrm>
              <a:off x="7504211" y="3229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2" name="pt3912"/>
            <p:cNvSpPr/>
            <p:nvPr/>
          </p:nvSpPr>
          <p:spPr>
            <a:xfrm>
              <a:off x="7365081" y="3276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3" name="pt3913"/>
            <p:cNvSpPr/>
            <p:nvPr/>
          </p:nvSpPr>
          <p:spPr>
            <a:xfrm>
              <a:off x="7437105" y="32263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4" name="pt3914"/>
            <p:cNvSpPr/>
            <p:nvPr/>
          </p:nvSpPr>
          <p:spPr>
            <a:xfrm>
              <a:off x="7364867" y="3200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5" name="pt3915"/>
            <p:cNvSpPr/>
            <p:nvPr/>
          </p:nvSpPr>
          <p:spPr>
            <a:xfrm>
              <a:off x="7445035" y="32570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6" name="pt3916"/>
            <p:cNvSpPr/>
            <p:nvPr/>
          </p:nvSpPr>
          <p:spPr>
            <a:xfrm>
              <a:off x="7524370" y="3290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7" name="pt3917"/>
            <p:cNvSpPr/>
            <p:nvPr/>
          </p:nvSpPr>
          <p:spPr>
            <a:xfrm>
              <a:off x="7449969" y="32783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8" name="pt3918"/>
            <p:cNvSpPr/>
            <p:nvPr/>
          </p:nvSpPr>
          <p:spPr>
            <a:xfrm>
              <a:off x="7390549" y="3251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19" name="pt3919"/>
            <p:cNvSpPr/>
            <p:nvPr/>
          </p:nvSpPr>
          <p:spPr>
            <a:xfrm>
              <a:off x="7389298" y="32695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0" name="pt3920"/>
            <p:cNvSpPr/>
            <p:nvPr/>
          </p:nvSpPr>
          <p:spPr>
            <a:xfrm>
              <a:off x="7343813" y="3256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1" name="pt3921"/>
            <p:cNvSpPr/>
            <p:nvPr/>
          </p:nvSpPr>
          <p:spPr>
            <a:xfrm>
              <a:off x="7540022" y="3435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2" name="pt3922"/>
            <p:cNvSpPr/>
            <p:nvPr/>
          </p:nvSpPr>
          <p:spPr>
            <a:xfrm>
              <a:off x="7433836" y="32308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3" name="pt3923"/>
            <p:cNvSpPr/>
            <p:nvPr/>
          </p:nvSpPr>
          <p:spPr>
            <a:xfrm>
              <a:off x="7733268" y="3252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7548345" y="3294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7414343" y="3264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7459641" y="32749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7397682" y="32525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7334895" y="3294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7416108" y="32980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7417997" y="32496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7511562" y="3244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7473625" y="3258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7436485" y="3279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7573805" y="3292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7427789" y="32715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7356824" y="32578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7480255" y="32616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7464994" y="3274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7379636" y="3273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7621416" y="32624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7602003" y="32446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7565924" y="3312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7456570" y="3247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7581254" y="3258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7458473" y="3186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7582774" y="32619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7464251" y="3264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7384105" y="3256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7431192" y="3269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7550589" y="3214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7482853" y="32311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7533111" y="32806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7541560" y="3256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7562526" y="32345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7619434" y="3260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7418706" y="3308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7422063" y="3289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7624267" y="3278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7584342" y="32489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7352314" y="3318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7465905" y="3244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7582012" y="321655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7365756" y="3203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4" name="pt3964"/>
            <p:cNvSpPr/>
            <p:nvPr/>
          </p:nvSpPr>
          <p:spPr>
            <a:xfrm>
              <a:off x="7413884" y="32751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5" name="pt3965"/>
            <p:cNvSpPr/>
            <p:nvPr/>
          </p:nvSpPr>
          <p:spPr>
            <a:xfrm>
              <a:off x="7516949" y="3249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6" name="pt3966"/>
            <p:cNvSpPr/>
            <p:nvPr/>
          </p:nvSpPr>
          <p:spPr>
            <a:xfrm>
              <a:off x="7556885" y="3293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7" name="pt3967"/>
            <p:cNvSpPr/>
            <p:nvPr/>
          </p:nvSpPr>
          <p:spPr>
            <a:xfrm>
              <a:off x="7435952" y="32881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8" name="pt3968"/>
            <p:cNvSpPr/>
            <p:nvPr/>
          </p:nvSpPr>
          <p:spPr>
            <a:xfrm>
              <a:off x="7359830" y="3285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69" name="pt3969"/>
            <p:cNvSpPr/>
            <p:nvPr/>
          </p:nvSpPr>
          <p:spPr>
            <a:xfrm>
              <a:off x="7470252" y="3334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0" name="pt3970"/>
            <p:cNvSpPr/>
            <p:nvPr/>
          </p:nvSpPr>
          <p:spPr>
            <a:xfrm>
              <a:off x="7437471" y="3286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1" name="pt3971"/>
            <p:cNvSpPr/>
            <p:nvPr/>
          </p:nvSpPr>
          <p:spPr>
            <a:xfrm>
              <a:off x="7412605" y="3290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2" name="pt3972"/>
            <p:cNvSpPr/>
            <p:nvPr/>
          </p:nvSpPr>
          <p:spPr>
            <a:xfrm>
              <a:off x="7504468" y="32649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3" name="pt3973"/>
            <p:cNvSpPr/>
            <p:nvPr/>
          </p:nvSpPr>
          <p:spPr>
            <a:xfrm>
              <a:off x="7502832" y="3265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4" name="pt3974"/>
            <p:cNvSpPr/>
            <p:nvPr/>
          </p:nvSpPr>
          <p:spPr>
            <a:xfrm>
              <a:off x="7439915" y="32969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5" name="pt3975"/>
            <p:cNvSpPr/>
            <p:nvPr/>
          </p:nvSpPr>
          <p:spPr>
            <a:xfrm>
              <a:off x="7365130" y="32868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6" name="pt3976"/>
            <p:cNvSpPr/>
            <p:nvPr/>
          </p:nvSpPr>
          <p:spPr>
            <a:xfrm>
              <a:off x="7417744" y="3373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7" name="pt3977"/>
            <p:cNvSpPr/>
            <p:nvPr/>
          </p:nvSpPr>
          <p:spPr>
            <a:xfrm>
              <a:off x="7628008" y="32674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8" name="pt3978"/>
            <p:cNvSpPr/>
            <p:nvPr/>
          </p:nvSpPr>
          <p:spPr>
            <a:xfrm>
              <a:off x="7435245" y="3255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79" name="pt3979"/>
            <p:cNvSpPr/>
            <p:nvPr/>
          </p:nvSpPr>
          <p:spPr>
            <a:xfrm>
              <a:off x="7470925" y="3292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0" name="pt3980"/>
            <p:cNvSpPr/>
            <p:nvPr/>
          </p:nvSpPr>
          <p:spPr>
            <a:xfrm>
              <a:off x="7284078" y="3248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1" name="pt3981"/>
            <p:cNvSpPr/>
            <p:nvPr/>
          </p:nvSpPr>
          <p:spPr>
            <a:xfrm>
              <a:off x="7504824" y="3277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2" name="pt3982"/>
            <p:cNvSpPr/>
            <p:nvPr/>
          </p:nvSpPr>
          <p:spPr>
            <a:xfrm>
              <a:off x="7448899" y="3263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3" name="pt3983"/>
            <p:cNvSpPr/>
            <p:nvPr/>
          </p:nvSpPr>
          <p:spPr>
            <a:xfrm>
              <a:off x="7429217" y="3247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4" name="pt3984"/>
            <p:cNvSpPr/>
            <p:nvPr/>
          </p:nvSpPr>
          <p:spPr>
            <a:xfrm>
              <a:off x="7648758" y="32918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5" name="pt3985"/>
            <p:cNvSpPr/>
            <p:nvPr/>
          </p:nvSpPr>
          <p:spPr>
            <a:xfrm>
              <a:off x="7458807" y="3287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6" name="pt3986"/>
            <p:cNvSpPr/>
            <p:nvPr/>
          </p:nvSpPr>
          <p:spPr>
            <a:xfrm>
              <a:off x="7522138" y="3338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7" name="pt3987"/>
            <p:cNvSpPr/>
            <p:nvPr/>
          </p:nvSpPr>
          <p:spPr>
            <a:xfrm>
              <a:off x="7350378" y="3298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8" name="pt3988"/>
            <p:cNvSpPr/>
            <p:nvPr/>
          </p:nvSpPr>
          <p:spPr>
            <a:xfrm>
              <a:off x="7456059" y="3313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89" name="pt3989"/>
            <p:cNvSpPr/>
            <p:nvPr/>
          </p:nvSpPr>
          <p:spPr>
            <a:xfrm>
              <a:off x="7505819" y="3270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0" name="pt3990"/>
            <p:cNvSpPr/>
            <p:nvPr/>
          </p:nvSpPr>
          <p:spPr>
            <a:xfrm>
              <a:off x="7436020" y="32637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1" name="pt3991"/>
            <p:cNvSpPr/>
            <p:nvPr/>
          </p:nvSpPr>
          <p:spPr>
            <a:xfrm>
              <a:off x="7426694" y="3276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2" name="pt3992"/>
            <p:cNvSpPr/>
            <p:nvPr/>
          </p:nvSpPr>
          <p:spPr>
            <a:xfrm>
              <a:off x="7373227" y="3261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3" name="pt3993"/>
            <p:cNvSpPr/>
            <p:nvPr/>
          </p:nvSpPr>
          <p:spPr>
            <a:xfrm>
              <a:off x="7528388" y="32092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4" name="pt3994"/>
            <p:cNvSpPr/>
            <p:nvPr/>
          </p:nvSpPr>
          <p:spPr>
            <a:xfrm>
              <a:off x="7405541" y="32724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5" name="pt3995"/>
            <p:cNvSpPr/>
            <p:nvPr/>
          </p:nvSpPr>
          <p:spPr>
            <a:xfrm>
              <a:off x="7402571" y="3283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6" name="pt3996"/>
            <p:cNvSpPr/>
            <p:nvPr/>
          </p:nvSpPr>
          <p:spPr>
            <a:xfrm>
              <a:off x="7616066" y="3254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7" name="pt3997"/>
            <p:cNvSpPr/>
            <p:nvPr/>
          </p:nvSpPr>
          <p:spPr>
            <a:xfrm>
              <a:off x="7377041" y="3260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8" name="pt3998"/>
            <p:cNvSpPr/>
            <p:nvPr/>
          </p:nvSpPr>
          <p:spPr>
            <a:xfrm>
              <a:off x="7591507" y="3336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999" name="pt3999"/>
            <p:cNvSpPr/>
            <p:nvPr/>
          </p:nvSpPr>
          <p:spPr>
            <a:xfrm>
              <a:off x="7466934" y="32733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0" name="pt4000"/>
            <p:cNvSpPr/>
            <p:nvPr/>
          </p:nvSpPr>
          <p:spPr>
            <a:xfrm>
              <a:off x="7372530" y="32560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1" name="pt4001"/>
            <p:cNvSpPr/>
            <p:nvPr/>
          </p:nvSpPr>
          <p:spPr>
            <a:xfrm>
              <a:off x="7456816" y="3281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2" name="pt4002"/>
            <p:cNvSpPr/>
            <p:nvPr/>
          </p:nvSpPr>
          <p:spPr>
            <a:xfrm>
              <a:off x="7591537" y="3235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3" name="pt4003"/>
            <p:cNvSpPr/>
            <p:nvPr/>
          </p:nvSpPr>
          <p:spPr>
            <a:xfrm>
              <a:off x="7451072" y="3251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4" name="pt4004"/>
            <p:cNvSpPr/>
            <p:nvPr/>
          </p:nvSpPr>
          <p:spPr>
            <a:xfrm>
              <a:off x="7479210" y="3261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5" name="pt4005"/>
            <p:cNvSpPr/>
            <p:nvPr/>
          </p:nvSpPr>
          <p:spPr>
            <a:xfrm>
              <a:off x="7489249" y="3248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6" name="pt4006"/>
            <p:cNvSpPr/>
            <p:nvPr/>
          </p:nvSpPr>
          <p:spPr>
            <a:xfrm>
              <a:off x="7560531" y="32827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7" name="pt4007"/>
            <p:cNvSpPr/>
            <p:nvPr/>
          </p:nvSpPr>
          <p:spPr>
            <a:xfrm>
              <a:off x="7436133" y="3274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8" name="pt4008"/>
            <p:cNvSpPr/>
            <p:nvPr/>
          </p:nvSpPr>
          <p:spPr>
            <a:xfrm>
              <a:off x="7430164" y="3245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09" name="pt4009"/>
            <p:cNvSpPr/>
            <p:nvPr/>
          </p:nvSpPr>
          <p:spPr>
            <a:xfrm>
              <a:off x="7392837" y="32712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0" name="pt4010"/>
            <p:cNvSpPr/>
            <p:nvPr/>
          </p:nvSpPr>
          <p:spPr>
            <a:xfrm>
              <a:off x="7492046" y="3249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1" name="pt4011"/>
            <p:cNvSpPr/>
            <p:nvPr/>
          </p:nvSpPr>
          <p:spPr>
            <a:xfrm>
              <a:off x="7549122" y="3303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2" name="pt4012"/>
            <p:cNvSpPr/>
            <p:nvPr/>
          </p:nvSpPr>
          <p:spPr>
            <a:xfrm>
              <a:off x="7443581" y="32491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3" name="pt4013"/>
            <p:cNvSpPr/>
            <p:nvPr/>
          </p:nvSpPr>
          <p:spPr>
            <a:xfrm>
              <a:off x="7406950" y="3280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4" name="pt4014"/>
            <p:cNvSpPr/>
            <p:nvPr/>
          </p:nvSpPr>
          <p:spPr>
            <a:xfrm>
              <a:off x="7488537" y="33255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5" name="pt4015"/>
            <p:cNvSpPr/>
            <p:nvPr/>
          </p:nvSpPr>
          <p:spPr>
            <a:xfrm>
              <a:off x="7451792" y="3275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6" name="pt4016"/>
            <p:cNvSpPr/>
            <p:nvPr/>
          </p:nvSpPr>
          <p:spPr>
            <a:xfrm>
              <a:off x="7561730" y="33253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7" name="pt4017"/>
            <p:cNvSpPr/>
            <p:nvPr/>
          </p:nvSpPr>
          <p:spPr>
            <a:xfrm>
              <a:off x="7610989" y="3260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18" name="pt4018"/>
            <p:cNvSpPr/>
            <p:nvPr/>
          </p:nvSpPr>
          <p:spPr>
            <a:xfrm>
              <a:off x="7251671" y="3413255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9" name="pt4019"/>
            <p:cNvSpPr/>
            <p:nvPr/>
          </p:nvSpPr>
          <p:spPr>
            <a:xfrm>
              <a:off x="7510899" y="3275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0" name="pt4020"/>
            <p:cNvSpPr/>
            <p:nvPr/>
          </p:nvSpPr>
          <p:spPr>
            <a:xfrm>
              <a:off x="7597108" y="3218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1" name="pt4021"/>
            <p:cNvSpPr/>
            <p:nvPr/>
          </p:nvSpPr>
          <p:spPr>
            <a:xfrm>
              <a:off x="7373981" y="32740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2" name="pt4022"/>
            <p:cNvSpPr/>
            <p:nvPr/>
          </p:nvSpPr>
          <p:spPr>
            <a:xfrm>
              <a:off x="7608146" y="32394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3" name="pt4023"/>
            <p:cNvSpPr/>
            <p:nvPr/>
          </p:nvSpPr>
          <p:spPr>
            <a:xfrm>
              <a:off x="7514952" y="3281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4" name="pt4024"/>
            <p:cNvSpPr/>
            <p:nvPr/>
          </p:nvSpPr>
          <p:spPr>
            <a:xfrm>
              <a:off x="7507797" y="32893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5" name="pt4025"/>
            <p:cNvSpPr/>
            <p:nvPr/>
          </p:nvSpPr>
          <p:spPr>
            <a:xfrm>
              <a:off x="7494908" y="32961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6" name="pt4026"/>
            <p:cNvSpPr/>
            <p:nvPr/>
          </p:nvSpPr>
          <p:spPr>
            <a:xfrm>
              <a:off x="7485707" y="3247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7" name="pt4027"/>
            <p:cNvSpPr/>
            <p:nvPr/>
          </p:nvSpPr>
          <p:spPr>
            <a:xfrm>
              <a:off x="7342771" y="3267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8" name="pt4028"/>
            <p:cNvSpPr/>
            <p:nvPr/>
          </p:nvSpPr>
          <p:spPr>
            <a:xfrm>
              <a:off x="7569114" y="3245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29" name="pt4029"/>
            <p:cNvSpPr/>
            <p:nvPr/>
          </p:nvSpPr>
          <p:spPr>
            <a:xfrm>
              <a:off x="7423628" y="32771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0" name="pt4030"/>
            <p:cNvSpPr/>
            <p:nvPr/>
          </p:nvSpPr>
          <p:spPr>
            <a:xfrm>
              <a:off x="7500721" y="32574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1" name="pt4031"/>
            <p:cNvSpPr/>
            <p:nvPr/>
          </p:nvSpPr>
          <p:spPr>
            <a:xfrm>
              <a:off x="7498292" y="32453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2" name="pt4032"/>
            <p:cNvSpPr/>
            <p:nvPr/>
          </p:nvSpPr>
          <p:spPr>
            <a:xfrm>
              <a:off x="7515953" y="3254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3" name="pt4033"/>
            <p:cNvSpPr/>
            <p:nvPr/>
          </p:nvSpPr>
          <p:spPr>
            <a:xfrm>
              <a:off x="7470580" y="33075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4" name="pt4034"/>
            <p:cNvSpPr/>
            <p:nvPr/>
          </p:nvSpPr>
          <p:spPr>
            <a:xfrm>
              <a:off x="7543543" y="3277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5" name="pt4035"/>
            <p:cNvSpPr/>
            <p:nvPr/>
          </p:nvSpPr>
          <p:spPr>
            <a:xfrm>
              <a:off x="7558975" y="3226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6" name="pt4036"/>
            <p:cNvSpPr/>
            <p:nvPr/>
          </p:nvSpPr>
          <p:spPr>
            <a:xfrm>
              <a:off x="7525818" y="32903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7" name="pt4037"/>
            <p:cNvSpPr/>
            <p:nvPr/>
          </p:nvSpPr>
          <p:spPr>
            <a:xfrm>
              <a:off x="7534527" y="3258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8" name="pt4038"/>
            <p:cNvSpPr/>
            <p:nvPr/>
          </p:nvSpPr>
          <p:spPr>
            <a:xfrm>
              <a:off x="7305801" y="3268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39" name="pt4039"/>
            <p:cNvSpPr/>
            <p:nvPr/>
          </p:nvSpPr>
          <p:spPr>
            <a:xfrm>
              <a:off x="7439647" y="32582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0" name="pt4040"/>
            <p:cNvSpPr/>
            <p:nvPr/>
          </p:nvSpPr>
          <p:spPr>
            <a:xfrm>
              <a:off x="7594905" y="32234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1" name="pt4041"/>
            <p:cNvSpPr/>
            <p:nvPr/>
          </p:nvSpPr>
          <p:spPr>
            <a:xfrm>
              <a:off x="7436670" y="32543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2" name="pt4042"/>
            <p:cNvSpPr/>
            <p:nvPr/>
          </p:nvSpPr>
          <p:spPr>
            <a:xfrm>
              <a:off x="7532829" y="32441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3" name="pt4043"/>
            <p:cNvSpPr/>
            <p:nvPr/>
          </p:nvSpPr>
          <p:spPr>
            <a:xfrm>
              <a:off x="7456833" y="3260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4" name="pt4044"/>
            <p:cNvSpPr/>
            <p:nvPr/>
          </p:nvSpPr>
          <p:spPr>
            <a:xfrm>
              <a:off x="7510334" y="3285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5" name="pt4045"/>
            <p:cNvSpPr/>
            <p:nvPr/>
          </p:nvSpPr>
          <p:spPr>
            <a:xfrm>
              <a:off x="7398402" y="32772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6" name="pt4046"/>
            <p:cNvSpPr/>
            <p:nvPr/>
          </p:nvSpPr>
          <p:spPr>
            <a:xfrm>
              <a:off x="7610127" y="3274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7" name="pt4047"/>
            <p:cNvSpPr/>
            <p:nvPr/>
          </p:nvSpPr>
          <p:spPr>
            <a:xfrm>
              <a:off x="7459296" y="3240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8" name="pt4048"/>
            <p:cNvSpPr/>
            <p:nvPr/>
          </p:nvSpPr>
          <p:spPr>
            <a:xfrm>
              <a:off x="7445159" y="3272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49" name="pt4049"/>
            <p:cNvSpPr/>
            <p:nvPr/>
          </p:nvSpPr>
          <p:spPr>
            <a:xfrm>
              <a:off x="7530100" y="3284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0" name="pt4050"/>
            <p:cNvSpPr/>
            <p:nvPr/>
          </p:nvSpPr>
          <p:spPr>
            <a:xfrm>
              <a:off x="7406018" y="3267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1" name="pt4051"/>
            <p:cNvSpPr/>
            <p:nvPr/>
          </p:nvSpPr>
          <p:spPr>
            <a:xfrm>
              <a:off x="7420134" y="3266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2" name="pt4052"/>
            <p:cNvSpPr/>
            <p:nvPr/>
          </p:nvSpPr>
          <p:spPr>
            <a:xfrm>
              <a:off x="7366992" y="3271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3" name="pt4053"/>
            <p:cNvSpPr/>
            <p:nvPr/>
          </p:nvSpPr>
          <p:spPr>
            <a:xfrm>
              <a:off x="7592240" y="3264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4" name="pt4054"/>
            <p:cNvSpPr/>
            <p:nvPr/>
          </p:nvSpPr>
          <p:spPr>
            <a:xfrm>
              <a:off x="7469812" y="3273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5" name="pt4055"/>
            <p:cNvSpPr/>
            <p:nvPr/>
          </p:nvSpPr>
          <p:spPr>
            <a:xfrm>
              <a:off x="7364605" y="3256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6" name="pt4056"/>
            <p:cNvSpPr/>
            <p:nvPr/>
          </p:nvSpPr>
          <p:spPr>
            <a:xfrm>
              <a:off x="7319011" y="3269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7" name="pt4057"/>
            <p:cNvSpPr/>
            <p:nvPr/>
          </p:nvSpPr>
          <p:spPr>
            <a:xfrm>
              <a:off x="7345943" y="3287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8" name="pt4058"/>
            <p:cNvSpPr/>
            <p:nvPr/>
          </p:nvSpPr>
          <p:spPr>
            <a:xfrm>
              <a:off x="7338965" y="33135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59" name="pt4059"/>
            <p:cNvSpPr/>
            <p:nvPr/>
          </p:nvSpPr>
          <p:spPr>
            <a:xfrm>
              <a:off x="7576609" y="33151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0" name="pt4060"/>
            <p:cNvSpPr/>
            <p:nvPr/>
          </p:nvSpPr>
          <p:spPr>
            <a:xfrm>
              <a:off x="7551275" y="3267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1" name="pt4061"/>
            <p:cNvSpPr/>
            <p:nvPr/>
          </p:nvSpPr>
          <p:spPr>
            <a:xfrm>
              <a:off x="7381295" y="3264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2" name="pt4062"/>
            <p:cNvSpPr/>
            <p:nvPr/>
          </p:nvSpPr>
          <p:spPr>
            <a:xfrm>
              <a:off x="7516927" y="3281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3" name="pt4063"/>
            <p:cNvSpPr/>
            <p:nvPr/>
          </p:nvSpPr>
          <p:spPr>
            <a:xfrm>
              <a:off x="7296925" y="3249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4" name="pt4064"/>
            <p:cNvSpPr/>
            <p:nvPr/>
          </p:nvSpPr>
          <p:spPr>
            <a:xfrm>
              <a:off x="7365400" y="3260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5" name="pt4065"/>
            <p:cNvSpPr/>
            <p:nvPr/>
          </p:nvSpPr>
          <p:spPr>
            <a:xfrm>
              <a:off x="7413926" y="32734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6" name="pt4066"/>
            <p:cNvSpPr/>
            <p:nvPr/>
          </p:nvSpPr>
          <p:spPr>
            <a:xfrm>
              <a:off x="7477472" y="3242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7" name="pt4067"/>
            <p:cNvSpPr/>
            <p:nvPr/>
          </p:nvSpPr>
          <p:spPr>
            <a:xfrm>
              <a:off x="7438907" y="3265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8" name="pt4068"/>
            <p:cNvSpPr/>
            <p:nvPr/>
          </p:nvSpPr>
          <p:spPr>
            <a:xfrm>
              <a:off x="7451950" y="3279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69" name="pt4069"/>
            <p:cNvSpPr/>
            <p:nvPr/>
          </p:nvSpPr>
          <p:spPr>
            <a:xfrm>
              <a:off x="7446473" y="3237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0" name="pt4070"/>
            <p:cNvSpPr/>
            <p:nvPr/>
          </p:nvSpPr>
          <p:spPr>
            <a:xfrm>
              <a:off x="7378699" y="32702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1" name="pt4071"/>
            <p:cNvSpPr/>
            <p:nvPr/>
          </p:nvSpPr>
          <p:spPr>
            <a:xfrm>
              <a:off x="7648289" y="3310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2" name="pt4072"/>
            <p:cNvSpPr/>
            <p:nvPr/>
          </p:nvSpPr>
          <p:spPr>
            <a:xfrm>
              <a:off x="7553285" y="3274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3" name="pt4073"/>
            <p:cNvSpPr/>
            <p:nvPr/>
          </p:nvSpPr>
          <p:spPr>
            <a:xfrm>
              <a:off x="7365234" y="3199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4" name="pt4074"/>
            <p:cNvSpPr/>
            <p:nvPr/>
          </p:nvSpPr>
          <p:spPr>
            <a:xfrm>
              <a:off x="7371104" y="3267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5" name="pt4075"/>
            <p:cNvSpPr/>
            <p:nvPr/>
          </p:nvSpPr>
          <p:spPr>
            <a:xfrm>
              <a:off x="7490021" y="3293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6" name="pt4076"/>
            <p:cNvSpPr/>
            <p:nvPr/>
          </p:nvSpPr>
          <p:spPr>
            <a:xfrm>
              <a:off x="7472861" y="3215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7" name="pt4077"/>
            <p:cNvSpPr/>
            <p:nvPr/>
          </p:nvSpPr>
          <p:spPr>
            <a:xfrm>
              <a:off x="7498378" y="32707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8" name="pt4078"/>
            <p:cNvSpPr/>
            <p:nvPr/>
          </p:nvSpPr>
          <p:spPr>
            <a:xfrm>
              <a:off x="7346029" y="3314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79" name="pt4079"/>
            <p:cNvSpPr/>
            <p:nvPr/>
          </p:nvSpPr>
          <p:spPr>
            <a:xfrm>
              <a:off x="7416903" y="3299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0" name="pt4080"/>
            <p:cNvSpPr/>
            <p:nvPr/>
          </p:nvSpPr>
          <p:spPr>
            <a:xfrm>
              <a:off x="7678126" y="3267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1" name="pt4081"/>
            <p:cNvSpPr/>
            <p:nvPr/>
          </p:nvSpPr>
          <p:spPr>
            <a:xfrm>
              <a:off x="7523504" y="3280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2" name="pt4082"/>
            <p:cNvSpPr/>
            <p:nvPr/>
          </p:nvSpPr>
          <p:spPr>
            <a:xfrm>
              <a:off x="7541267" y="3258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3" name="pt4083"/>
            <p:cNvSpPr/>
            <p:nvPr/>
          </p:nvSpPr>
          <p:spPr>
            <a:xfrm>
              <a:off x="7524560" y="3247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4" name="pt4084"/>
            <p:cNvSpPr/>
            <p:nvPr/>
          </p:nvSpPr>
          <p:spPr>
            <a:xfrm>
              <a:off x="7386796" y="3254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5" name="pt4085"/>
            <p:cNvSpPr/>
            <p:nvPr/>
          </p:nvSpPr>
          <p:spPr>
            <a:xfrm>
              <a:off x="7408343" y="32507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6" name="pt4086"/>
            <p:cNvSpPr/>
            <p:nvPr/>
          </p:nvSpPr>
          <p:spPr>
            <a:xfrm>
              <a:off x="7487934" y="3294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7" name="pt4087"/>
            <p:cNvSpPr/>
            <p:nvPr/>
          </p:nvSpPr>
          <p:spPr>
            <a:xfrm>
              <a:off x="7376905" y="3253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8" name="pt4088"/>
            <p:cNvSpPr/>
            <p:nvPr/>
          </p:nvSpPr>
          <p:spPr>
            <a:xfrm>
              <a:off x="7419961" y="3264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89" name="pt4089"/>
            <p:cNvSpPr/>
            <p:nvPr/>
          </p:nvSpPr>
          <p:spPr>
            <a:xfrm>
              <a:off x="7430161" y="3266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0" name="pt4090"/>
            <p:cNvSpPr/>
            <p:nvPr/>
          </p:nvSpPr>
          <p:spPr>
            <a:xfrm>
              <a:off x="7501203" y="32719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1" name="pt4091"/>
            <p:cNvSpPr/>
            <p:nvPr/>
          </p:nvSpPr>
          <p:spPr>
            <a:xfrm>
              <a:off x="7367591" y="32183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2" name="pt4092"/>
            <p:cNvSpPr/>
            <p:nvPr/>
          </p:nvSpPr>
          <p:spPr>
            <a:xfrm>
              <a:off x="7375943" y="32795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3" name="pt4093"/>
            <p:cNvSpPr/>
            <p:nvPr/>
          </p:nvSpPr>
          <p:spPr>
            <a:xfrm>
              <a:off x="7442204" y="3265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4" name="pt4094"/>
            <p:cNvSpPr/>
            <p:nvPr/>
          </p:nvSpPr>
          <p:spPr>
            <a:xfrm>
              <a:off x="7444823" y="3239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5" name="pt4095"/>
            <p:cNvSpPr/>
            <p:nvPr/>
          </p:nvSpPr>
          <p:spPr>
            <a:xfrm>
              <a:off x="7575187" y="3413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6" name="pt4096"/>
            <p:cNvSpPr/>
            <p:nvPr/>
          </p:nvSpPr>
          <p:spPr>
            <a:xfrm>
              <a:off x="7464405" y="3181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7" name="pt4097"/>
            <p:cNvSpPr/>
            <p:nvPr/>
          </p:nvSpPr>
          <p:spPr>
            <a:xfrm>
              <a:off x="7541764" y="32507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8" name="pt4098"/>
            <p:cNvSpPr/>
            <p:nvPr/>
          </p:nvSpPr>
          <p:spPr>
            <a:xfrm>
              <a:off x="7474915" y="32621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099" name="pt4099"/>
            <p:cNvSpPr/>
            <p:nvPr/>
          </p:nvSpPr>
          <p:spPr>
            <a:xfrm>
              <a:off x="7540340" y="3277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0" name="pt4100"/>
            <p:cNvSpPr/>
            <p:nvPr/>
          </p:nvSpPr>
          <p:spPr>
            <a:xfrm>
              <a:off x="7459498" y="3237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1" name="pt4101"/>
            <p:cNvSpPr/>
            <p:nvPr/>
          </p:nvSpPr>
          <p:spPr>
            <a:xfrm>
              <a:off x="7441936" y="33019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2" name="pt4102"/>
            <p:cNvSpPr/>
            <p:nvPr/>
          </p:nvSpPr>
          <p:spPr>
            <a:xfrm>
              <a:off x="7449620" y="32574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3" name="pt4103"/>
            <p:cNvSpPr/>
            <p:nvPr/>
          </p:nvSpPr>
          <p:spPr>
            <a:xfrm>
              <a:off x="7566401" y="3233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4" name="pt4104"/>
            <p:cNvSpPr/>
            <p:nvPr/>
          </p:nvSpPr>
          <p:spPr>
            <a:xfrm>
              <a:off x="7379048" y="3265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5" name="pt4105"/>
            <p:cNvSpPr/>
            <p:nvPr/>
          </p:nvSpPr>
          <p:spPr>
            <a:xfrm>
              <a:off x="7650834" y="32831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6" name="pt4106"/>
            <p:cNvSpPr/>
            <p:nvPr/>
          </p:nvSpPr>
          <p:spPr>
            <a:xfrm>
              <a:off x="7669368" y="3285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7" name="pt4107"/>
            <p:cNvSpPr/>
            <p:nvPr/>
          </p:nvSpPr>
          <p:spPr>
            <a:xfrm>
              <a:off x="7371815" y="3270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8" name="pt4108"/>
            <p:cNvSpPr/>
            <p:nvPr/>
          </p:nvSpPr>
          <p:spPr>
            <a:xfrm>
              <a:off x="7425897" y="3280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09" name="pt4109"/>
            <p:cNvSpPr/>
            <p:nvPr/>
          </p:nvSpPr>
          <p:spPr>
            <a:xfrm>
              <a:off x="7180479" y="3288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0" name="pt4110"/>
            <p:cNvSpPr/>
            <p:nvPr/>
          </p:nvSpPr>
          <p:spPr>
            <a:xfrm>
              <a:off x="7430135" y="3263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1" name="pt4111"/>
            <p:cNvSpPr/>
            <p:nvPr/>
          </p:nvSpPr>
          <p:spPr>
            <a:xfrm>
              <a:off x="7492562" y="32624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2" name="pt4112"/>
            <p:cNvSpPr/>
            <p:nvPr/>
          </p:nvSpPr>
          <p:spPr>
            <a:xfrm>
              <a:off x="7337423" y="32833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3" name="pt4113"/>
            <p:cNvSpPr/>
            <p:nvPr/>
          </p:nvSpPr>
          <p:spPr>
            <a:xfrm>
              <a:off x="7412989" y="3239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4" name="pt4114"/>
            <p:cNvSpPr/>
            <p:nvPr/>
          </p:nvSpPr>
          <p:spPr>
            <a:xfrm>
              <a:off x="7480820" y="3262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5" name="pt4115"/>
            <p:cNvSpPr/>
            <p:nvPr/>
          </p:nvSpPr>
          <p:spPr>
            <a:xfrm>
              <a:off x="7440903" y="3234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6" name="pt4116"/>
            <p:cNvSpPr/>
            <p:nvPr/>
          </p:nvSpPr>
          <p:spPr>
            <a:xfrm>
              <a:off x="7393529" y="33788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7" name="pt4117"/>
            <p:cNvSpPr/>
            <p:nvPr/>
          </p:nvSpPr>
          <p:spPr>
            <a:xfrm>
              <a:off x="7523833" y="3281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8" name="pt4118"/>
            <p:cNvSpPr/>
            <p:nvPr/>
          </p:nvSpPr>
          <p:spPr>
            <a:xfrm>
              <a:off x="7468681" y="32458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19" name="pt4119"/>
            <p:cNvSpPr/>
            <p:nvPr/>
          </p:nvSpPr>
          <p:spPr>
            <a:xfrm>
              <a:off x="7446685" y="32177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0" name="pt4120"/>
            <p:cNvSpPr/>
            <p:nvPr/>
          </p:nvSpPr>
          <p:spPr>
            <a:xfrm>
              <a:off x="7376693" y="3282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1" name="pt4121"/>
            <p:cNvSpPr/>
            <p:nvPr/>
          </p:nvSpPr>
          <p:spPr>
            <a:xfrm>
              <a:off x="7436412" y="32668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2" name="pt4122"/>
            <p:cNvSpPr/>
            <p:nvPr/>
          </p:nvSpPr>
          <p:spPr>
            <a:xfrm>
              <a:off x="7430448" y="32462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3" name="pt4123"/>
            <p:cNvSpPr/>
            <p:nvPr/>
          </p:nvSpPr>
          <p:spPr>
            <a:xfrm>
              <a:off x="7395281" y="3250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4" name="pt4124"/>
            <p:cNvSpPr/>
            <p:nvPr/>
          </p:nvSpPr>
          <p:spPr>
            <a:xfrm>
              <a:off x="7499370" y="3248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5" name="pt4125"/>
            <p:cNvSpPr/>
            <p:nvPr/>
          </p:nvSpPr>
          <p:spPr>
            <a:xfrm>
              <a:off x="7473404" y="3282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6" name="pt4126"/>
            <p:cNvSpPr/>
            <p:nvPr/>
          </p:nvSpPr>
          <p:spPr>
            <a:xfrm>
              <a:off x="7394582" y="3275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7" name="pt4127"/>
            <p:cNvSpPr/>
            <p:nvPr/>
          </p:nvSpPr>
          <p:spPr>
            <a:xfrm>
              <a:off x="7473632" y="3262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8" name="pt4128"/>
            <p:cNvSpPr/>
            <p:nvPr/>
          </p:nvSpPr>
          <p:spPr>
            <a:xfrm>
              <a:off x="7474690" y="3286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29" name="pt4129"/>
            <p:cNvSpPr/>
            <p:nvPr/>
          </p:nvSpPr>
          <p:spPr>
            <a:xfrm>
              <a:off x="7348691" y="3185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0" name="pt4130"/>
            <p:cNvSpPr/>
            <p:nvPr/>
          </p:nvSpPr>
          <p:spPr>
            <a:xfrm>
              <a:off x="7461014" y="3260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1" name="pt4131"/>
            <p:cNvSpPr/>
            <p:nvPr/>
          </p:nvSpPr>
          <p:spPr>
            <a:xfrm>
              <a:off x="7376164" y="3246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2" name="pt4132"/>
            <p:cNvSpPr/>
            <p:nvPr/>
          </p:nvSpPr>
          <p:spPr>
            <a:xfrm>
              <a:off x="7374873" y="3299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3" name="pt4133"/>
            <p:cNvSpPr/>
            <p:nvPr/>
          </p:nvSpPr>
          <p:spPr>
            <a:xfrm>
              <a:off x="7504324" y="32667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4" name="pt4134"/>
            <p:cNvSpPr/>
            <p:nvPr/>
          </p:nvSpPr>
          <p:spPr>
            <a:xfrm>
              <a:off x="7411311" y="3281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5" name="pt4135"/>
            <p:cNvSpPr/>
            <p:nvPr/>
          </p:nvSpPr>
          <p:spPr>
            <a:xfrm>
              <a:off x="7431612" y="3304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6" name="pt4136"/>
            <p:cNvSpPr/>
            <p:nvPr/>
          </p:nvSpPr>
          <p:spPr>
            <a:xfrm>
              <a:off x="7496549" y="32721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7" name="pt4137"/>
            <p:cNvSpPr/>
            <p:nvPr/>
          </p:nvSpPr>
          <p:spPr>
            <a:xfrm>
              <a:off x="7400863" y="3291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8" name="pt4138"/>
            <p:cNvSpPr/>
            <p:nvPr/>
          </p:nvSpPr>
          <p:spPr>
            <a:xfrm>
              <a:off x="7497647" y="3290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39" name="pt4139"/>
            <p:cNvSpPr/>
            <p:nvPr/>
          </p:nvSpPr>
          <p:spPr>
            <a:xfrm>
              <a:off x="7380872" y="3265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0" name="pt4140"/>
            <p:cNvSpPr/>
            <p:nvPr/>
          </p:nvSpPr>
          <p:spPr>
            <a:xfrm>
              <a:off x="7431677" y="32610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1" name="pt4141"/>
            <p:cNvSpPr/>
            <p:nvPr/>
          </p:nvSpPr>
          <p:spPr>
            <a:xfrm>
              <a:off x="7541048" y="32606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2" name="pt4142"/>
            <p:cNvSpPr/>
            <p:nvPr/>
          </p:nvSpPr>
          <p:spPr>
            <a:xfrm>
              <a:off x="7460102" y="32748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3" name="pt4143"/>
            <p:cNvSpPr/>
            <p:nvPr/>
          </p:nvSpPr>
          <p:spPr>
            <a:xfrm>
              <a:off x="7378039" y="3244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4" name="pt4144"/>
            <p:cNvSpPr/>
            <p:nvPr/>
          </p:nvSpPr>
          <p:spPr>
            <a:xfrm>
              <a:off x="7444914" y="32740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5" name="pt4145"/>
            <p:cNvSpPr/>
            <p:nvPr/>
          </p:nvSpPr>
          <p:spPr>
            <a:xfrm>
              <a:off x="7421449" y="3210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6" name="pt4146"/>
            <p:cNvSpPr/>
            <p:nvPr/>
          </p:nvSpPr>
          <p:spPr>
            <a:xfrm>
              <a:off x="7574536" y="3299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7" name="pt4147"/>
            <p:cNvSpPr/>
            <p:nvPr/>
          </p:nvSpPr>
          <p:spPr>
            <a:xfrm>
              <a:off x="7376061" y="32687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8" name="pt4148"/>
            <p:cNvSpPr/>
            <p:nvPr/>
          </p:nvSpPr>
          <p:spPr>
            <a:xfrm>
              <a:off x="7379784" y="32738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49" name="pt4149"/>
            <p:cNvSpPr/>
            <p:nvPr/>
          </p:nvSpPr>
          <p:spPr>
            <a:xfrm>
              <a:off x="7364235" y="3275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0" name="pt4150"/>
            <p:cNvSpPr/>
            <p:nvPr/>
          </p:nvSpPr>
          <p:spPr>
            <a:xfrm>
              <a:off x="7431228" y="3256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1" name="pt4151"/>
            <p:cNvSpPr/>
            <p:nvPr/>
          </p:nvSpPr>
          <p:spPr>
            <a:xfrm>
              <a:off x="7412407" y="3254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2" name="pt4152"/>
            <p:cNvSpPr/>
            <p:nvPr/>
          </p:nvSpPr>
          <p:spPr>
            <a:xfrm>
              <a:off x="7413728" y="3318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3" name="pt4153"/>
            <p:cNvSpPr/>
            <p:nvPr/>
          </p:nvSpPr>
          <p:spPr>
            <a:xfrm>
              <a:off x="7564816" y="3227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4" name="pt4154"/>
            <p:cNvSpPr/>
            <p:nvPr/>
          </p:nvSpPr>
          <p:spPr>
            <a:xfrm>
              <a:off x="7546423" y="3268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5" name="pt4155"/>
            <p:cNvSpPr/>
            <p:nvPr/>
          </p:nvSpPr>
          <p:spPr>
            <a:xfrm>
              <a:off x="7432702" y="3283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6" name="pt4156"/>
            <p:cNvSpPr/>
            <p:nvPr/>
          </p:nvSpPr>
          <p:spPr>
            <a:xfrm>
              <a:off x="7600775" y="321913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7" name="pt4157"/>
            <p:cNvSpPr/>
            <p:nvPr/>
          </p:nvSpPr>
          <p:spPr>
            <a:xfrm>
              <a:off x="7356514" y="3262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8" name="pt4158"/>
            <p:cNvSpPr/>
            <p:nvPr/>
          </p:nvSpPr>
          <p:spPr>
            <a:xfrm>
              <a:off x="7468208" y="3292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59" name="pt4159"/>
            <p:cNvSpPr/>
            <p:nvPr/>
          </p:nvSpPr>
          <p:spPr>
            <a:xfrm>
              <a:off x="7426803" y="3244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0" name="pt4160"/>
            <p:cNvSpPr/>
            <p:nvPr/>
          </p:nvSpPr>
          <p:spPr>
            <a:xfrm>
              <a:off x="7364507" y="32508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1" name="pt4161"/>
            <p:cNvSpPr/>
            <p:nvPr/>
          </p:nvSpPr>
          <p:spPr>
            <a:xfrm>
              <a:off x="7546926" y="3267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2" name="pt4162"/>
            <p:cNvSpPr/>
            <p:nvPr/>
          </p:nvSpPr>
          <p:spPr>
            <a:xfrm>
              <a:off x="7351608" y="3250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3" name="pt4163"/>
            <p:cNvSpPr/>
            <p:nvPr/>
          </p:nvSpPr>
          <p:spPr>
            <a:xfrm>
              <a:off x="7410078" y="3288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4" name="pt4164"/>
            <p:cNvSpPr/>
            <p:nvPr/>
          </p:nvSpPr>
          <p:spPr>
            <a:xfrm>
              <a:off x="7486839" y="3279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5" name="pt4165"/>
            <p:cNvSpPr/>
            <p:nvPr/>
          </p:nvSpPr>
          <p:spPr>
            <a:xfrm>
              <a:off x="7381101" y="3281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6" name="pt4166"/>
            <p:cNvSpPr/>
            <p:nvPr/>
          </p:nvSpPr>
          <p:spPr>
            <a:xfrm>
              <a:off x="7581590" y="32987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7" name="pt4167"/>
            <p:cNvSpPr/>
            <p:nvPr/>
          </p:nvSpPr>
          <p:spPr>
            <a:xfrm>
              <a:off x="7471171" y="3244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8" name="pt4168"/>
            <p:cNvSpPr/>
            <p:nvPr/>
          </p:nvSpPr>
          <p:spPr>
            <a:xfrm>
              <a:off x="7469302" y="32176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69" name="pt4169"/>
            <p:cNvSpPr/>
            <p:nvPr/>
          </p:nvSpPr>
          <p:spPr>
            <a:xfrm>
              <a:off x="7444923" y="3337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0" name="pt4170"/>
            <p:cNvSpPr/>
            <p:nvPr/>
          </p:nvSpPr>
          <p:spPr>
            <a:xfrm>
              <a:off x="7417397" y="32448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1" name="pt4171"/>
            <p:cNvSpPr/>
            <p:nvPr/>
          </p:nvSpPr>
          <p:spPr>
            <a:xfrm>
              <a:off x="7471828" y="32752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2" name="pt4172"/>
            <p:cNvSpPr/>
            <p:nvPr/>
          </p:nvSpPr>
          <p:spPr>
            <a:xfrm>
              <a:off x="7417786" y="3256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3" name="pt4173"/>
            <p:cNvSpPr/>
            <p:nvPr/>
          </p:nvSpPr>
          <p:spPr>
            <a:xfrm>
              <a:off x="7468244" y="3261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4" name="pt4174"/>
            <p:cNvSpPr/>
            <p:nvPr/>
          </p:nvSpPr>
          <p:spPr>
            <a:xfrm>
              <a:off x="7424943" y="3232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5" name="pt4175"/>
            <p:cNvSpPr/>
            <p:nvPr/>
          </p:nvSpPr>
          <p:spPr>
            <a:xfrm>
              <a:off x="7528889" y="3227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6" name="pt4176"/>
            <p:cNvSpPr/>
            <p:nvPr/>
          </p:nvSpPr>
          <p:spPr>
            <a:xfrm>
              <a:off x="7464540" y="3274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7" name="pt4177"/>
            <p:cNvSpPr/>
            <p:nvPr/>
          </p:nvSpPr>
          <p:spPr>
            <a:xfrm>
              <a:off x="7340899" y="3286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8" name="pt4178"/>
            <p:cNvSpPr/>
            <p:nvPr/>
          </p:nvSpPr>
          <p:spPr>
            <a:xfrm>
              <a:off x="7423638" y="32782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79" name="pt4179"/>
            <p:cNvSpPr/>
            <p:nvPr/>
          </p:nvSpPr>
          <p:spPr>
            <a:xfrm>
              <a:off x="7389428" y="32863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0" name="pt4180"/>
            <p:cNvSpPr/>
            <p:nvPr/>
          </p:nvSpPr>
          <p:spPr>
            <a:xfrm>
              <a:off x="7587214" y="320388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1" name="pt4181"/>
            <p:cNvSpPr/>
            <p:nvPr/>
          </p:nvSpPr>
          <p:spPr>
            <a:xfrm>
              <a:off x="7539701" y="32876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2" name="pt4182"/>
            <p:cNvSpPr/>
            <p:nvPr/>
          </p:nvSpPr>
          <p:spPr>
            <a:xfrm>
              <a:off x="7527983" y="3242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3" name="pt4183"/>
            <p:cNvSpPr/>
            <p:nvPr/>
          </p:nvSpPr>
          <p:spPr>
            <a:xfrm>
              <a:off x="7351998" y="33085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4" name="pt4184"/>
            <p:cNvSpPr/>
            <p:nvPr/>
          </p:nvSpPr>
          <p:spPr>
            <a:xfrm>
              <a:off x="7258770" y="3277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5" name="pt4185"/>
            <p:cNvSpPr/>
            <p:nvPr/>
          </p:nvSpPr>
          <p:spPr>
            <a:xfrm>
              <a:off x="7490304" y="32348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6" name="pt4186"/>
            <p:cNvSpPr/>
            <p:nvPr/>
          </p:nvSpPr>
          <p:spPr>
            <a:xfrm>
              <a:off x="7577616" y="3232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7" name="pt4187"/>
            <p:cNvSpPr/>
            <p:nvPr/>
          </p:nvSpPr>
          <p:spPr>
            <a:xfrm>
              <a:off x="7341659" y="3300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8" name="pt4188"/>
            <p:cNvSpPr/>
            <p:nvPr/>
          </p:nvSpPr>
          <p:spPr>
            <a:xfrm>
              <a:off x="7374202" y="3263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89" name="pt4189"/>
            <p:cNvSpPr/>
            <p:nvPr/>
          </p:nvSpPr>
          <p:spPr>
            <a:xfrm>
              <a:off x="7380704" y="3246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0" name="pt4190"/>
            <p:cNvSpPr/>
            <p:nvPr/>
          </p:nvSpPr>
          <p:spPr>
            <a:xfrm>
              <a:off x="7335363" y="3251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1" name="pt4191"/>
            <p:cNvSpPr/>
            <p:nvPr/>
          </p:nvSpPr>
          <p:spPr>
            <a:xfrm>
              <a:off x="7486655" y="3214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2" name="pt4192"/>
            <p:cNvSpPr/>
            <p:nvPr/>
          </p:nvSpPr>
          <p:spPr>
            <a:xfrm>
              <a:off x="7514429" y="32174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3" name="pt4193"/>
            <p:cNvSpPr/>
            <p:nvPr/>
          </p:nvSpPr>
          <p:spPr>
            <a:xfrm>
              <a:off x="7523316" y="32755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4" name="pt4194"/>
            <p:cNvSpPr/>
            <p:nvPr/>
          </p:nvSpPr>
          <p:spPr>
            <a:xfrm>
              <a:off x="7459909" y="3271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5" name="pt4195"/>
            <p:cNvSpPr/>
            <p:nvPr/>
          </p:nvSpPr>
          <p:spPr>
            <a:xfrm>
              <a:off x="7473218" y="32778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6" name="pt4196"/>
            <p:cNvSpPr/>
            <p:nvPr/>
          </p:nvSpPr>
          <p:spPr>
            <a:xfrm>
              <a:off x="7359229" y="3316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7" name="pt4197"/>
            <p:cNvSpPr/>
            <p:nvPr/>
          </p:nvSpPr>
          <p:spPr>
            <a:xfrm>
              <a:off x="7394965" y="32835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8" name="pt4198"/>
            <p:cNvSpPr/>
            <p:nvPr/>
          </p:nvSpPr>
          <p:spPr>
            <a:xfrm>
              <a:off x="7461172" y="32743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199" name="pt4199"/>
            <p:cNvSpPr/>
            <p:nvPr/>
          </p:nvSpPr>
          <p:spPr>
            <a:xfrm>
              <a:off x="7320123" y="3255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0" name="pt4200"/>
            <p:cNvSpPr/>
            <p:nvPr/>
          </p:nvSpPr>
          <p:spPr>
            <a:xfrm>
              <a:off x="7452035" y="3295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1" name="pt4201"/>
            <p:cNvSpPr/>
            <p:nvPr/>
          </p:nvSpPr>
          <p:spPr>
            <a:xfrm>
              <a:off x="7457228" y="3257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2" name="pt4202"/>
            <p:cNvSpPr/>
            <p:nvPr/>
          </p:nvSpPr>
          <p:spPr>
            <a:xfrm>
              <a:off x="7473222" y="32626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3" name="pt4203"/>
            <p:cNvSpPr/>
            <p:nvPr/>
          </p:nvSpPr>
          <p:spPr>
            <a:xfrm>
              <a:off x="7342342" y="3257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4" name="pt4204"/>
            <p:cNvSpPr/>
            <p:nvPr/>
          </p:nvSpPr>
          <p:spPr>
            <a:xfrm>
              <a:off x="7449188" y="34298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5" name="pt4205"/>
            <p:cNvSpPr/>
            <p:nvPr/>
          </p:nvSpPr>
          <p:spPr>
            <a:xfrm>
              <a:off x="7293479" y="3257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6" name="pt4206"/>
            <p:cNvSpPr/>
            <p:nvPr/>
          </p:nvSpPr>
          <p:spPr>
            <a:xfrm>
              <a:off x="7483563" y="32563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7" name="pt4207"/>
            <p:cNvSpPr/>
            <p:nvPr/>
          </p:nvSpPr>
          <p:spPr>
            <a:xfrm>
              <a:off x="7441742" y="32473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8" name="pt4208"/>
            <p:cNvSpPr/>
            <p:nvPr/>
          </p:nvSpPr>
          <p:spPr>
            <a:xfrm>
              <a:off x="7325384" y="3242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09" name="pt4209"/>
            <p:cNvSpPr/>
            <p:nvPr/>
          </p:nvSpPr>
          <p:spPr>
            <a:xfrm>
              <a:off x="7485123" y="3177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0" name="pt4210"/>
            <p:cNvSpPr/>
            <p:nvPr/>
          </p:nvSpPr>
          <p:spPr>
            <a:xfrm>
              <a:off x="7308702" y="3254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1" name="pt4211"/>
            <p:cNvSpPr/>
            <p:nvPr/>
          </p:nvSpPr>
          <p:spPr>
            <a:xfrm>
              <a:off x="7402115" y="3247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2" name="pt4212"/>
            <p:cNvSpPr/>
            <p:nvPr/>
          </p:nvSpPr>
          <p:spPr>
            <a:xfrm>
              <a:off x="7597363" y="32757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3" name="pt4213"/>
            <p:cNvSpPr/>
            <p:nvPr/>
          </p:nvSpPr>
          <p:spPr>
            <a:xfrm>
              <a:off x="7563915" y="3254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4" name="pt4214"/>
            <p:cNvSpPr/>
            <p:nvPr/>
          </p:nvSpPr>
          <p:spPr>
            <a:xfrm>
              <a:off x="7316833" y="32695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5" name="pt4215"/>
            <p:cNvSpPr/>
            <p:nvPr/>
          </p:nvSpPr>
          <p:spPr>
            <a:xfrm>
              <a:off x="7500485" y="3362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6" name="pt4216"/>
            <p:cNvSpPr/>
            <p:nvPr/>
          </p:nvSpPr>
          <p:spPr>
            <a:xfrm>
              <a:off x="7403118" y="32186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7" name="pt4217"/>
            <p:cNvSpPr/>
            <p:nvPr/>
          </p:nvSpPr>
          <p:spPr>
            <a:xfrm>
              <a:off x="7304652" y="32643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8" name="pt4218"/>
            <p:cNvSpPr/>
            <p:nvPr/>
          </p:nvSpPr>
          <p:spPr>
            <a:xfrm>
              <a:off x="7614935" y="3273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19" name="pt4219"/>
            <p:cNvSpPr/>
            <p:nvPr/>
          </p:nvSpPr>
          <p:spPr>
            <a:xfrm>
              <a:off x="7513683" y="3233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0" name="pt4220"/>
            <p:cNvSpPr/>
            <p:nvPr/>
          </p:nvSpPr>
          <p:spPr>
            <a:xfrm>
              <a:off x="7549743" y="3263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1" name="pt4221"/>
            <p:cNvSpPr/>
            <p:nvPr/>
          </p:nvSpPr>
          <p:spPr>
            <a:xfrm>
              <a:off x="7391987" y="3242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2" name="pt4222"/>
            <p:cNvSpPr/>
            <p:nvPr/>
          </p:nvSpPr>
          <p:spPr>
            <a:xfrm>
              <a:off x="7436913" y="32563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3" name="pt4223"/>
            <p:cNvSpPr/>
            <p:nvPr/>
          </p:nvSpPr>
          <p:spPr>
            <a:xfrm>
              <a:off x="7546075" y="33528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4" name="pt4224"/>
            <p:cNvSpPr/>
            <p:nvPr/>
          </p:nvSpPr>
          <p:spPr>
            <a:xfrm>
              <a:off x="7538499" y="3272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5" name="pt4225"/>
            <p:cNvSpPr/>
            <p:nvPr/>
          </p:nvSpPr>
          <p:spPr>
            <a:xfrm>
              <a:off x="7443304" y="32762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6" name="pt4226"/>
            <p:cNvSpPr/>
            <p:nvPr/>
          </p:nvSpPr>
          <p:spPr>
            <a:xfrm>
              <a:off x="7491960" y="3279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7" name="pt4227"/>
            <p:cNvSpPr/>
            <p:nvPr/>
          </p:nvSpPr>
          <p:spPr>
            <a:xfrm>
              <a:off x="7532361" y="32255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8" name="pt4228"/>
            <p:cNvSpPr/>
            <p:nvPr/>
          </p:nvSpPr>
          <p:spPr>
            <a:xfrm>
              <a:off x="7552337" y="3269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29" name="pt4229"/>
            <p:cNvSpPr/>
            <p:nvPr/>
          </p:nvSpPr>
          <p:spPr>
            <a:xfrm>
              <a:off x="7419189" y="3253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0" name="pt4230"/>
            <p:cNvSpPr/>
            <p:nvPr/>
          </p:nvSpPr>
          <p:spPr>
            <a:xfrm>
              <a:off x="7370509" y="32775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1" name="pt4231"/>
            <p:cNvSpPr/>
            <p:nvPr/>
          </p:nvSpPr>
          <p:spPr>
            <a:xfrm>
              <a:off x="7364701" y="32665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2" name="pt4232"/>
            <p:cNvSpPr/>
            <p:nvPr/>
          </p:nvSpPr>
          <p:spPr>
            <a:xfrm>
              <a:off x="7548180" y="32983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3" name="pt4233"/>
            <p:cNvSpPr/>
            <p:nvPr/>
          </p:nvSpPr>
          <p:spPr>
            <a:xfrm>
              <a:off x="7530356" y="32717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4" name="pt4234"/>
            <p:cNvSpPr/>
            <p:nvPr/>
          </p:nvSpPr>
          <p:spPr>
            <a:xfrm>
              <a:off x="7466388" y="32696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5" name="pt4235"/>
            <p:cNvSpPr/>
            <p:nvPr/>
          </p:nvSpPr>
          <p:spPr>
            <a:xfrm>
              <a:off x="7424551" y="3291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6" name="pt4236"/>
            <p:cNvSpPr/>
            <p:nvPr/>
          </p:nvSpPr>
          <p:spPr>
            <a:xfrm>
              <a:off x="7325178" y="3295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7" name="pt4237"/>
            <p:cNvSpPr/>
            <p:nvPr/>
          </p:nvSpPr>
          <p:spPr>
            <a:xfrm>
              <a:off x="7516236" y="3248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8" name="pt4238"/>
            <p:cNvSpPr/>
            <p:nvPr/>
          </p:nvSpPr>
          <p:spPr>
            <a:xfrm>
              <a:off x="7426555" y="3280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39" name="pt4239"/>
            <p:cNvSpPr/>
            <p:nvPr/>
          </p:nvSpPr>
          <p:spPr>
            <a:xfrm>
              <a:off x="7451519" y="3303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0" name="pt4240"/>
            <p:cNvSpPr/>
            <p:nvPr/>
          </p:nvSpPr>
          <p:spPr>
            <a:xfrm>
              <a:off x="7555552" y="32829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1" name="pt4241"/>
            <p:cNvSpPr/>
            <p:nvPr/>
          </p:nvSpPr>
          <p:spPr>
            <a:xfrm>
              <a:off x="7594929" y="318523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2" name="pt4242"/>
            <p:cNvSpPr/>
            <p:nvPr/>
          </p:nvSpPr>
          <p:spPr>
            <a:xfrm>
              <a:off x="7514252" y="3244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3" name="pt4243"/>
            <p:cNvSpPr/>
            <p:nvPr/>
          </p:nvSpPr>
          <p:spPr>
            <a:xfrm>
              <a:off x="7390155" y="3281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4" name="pt4244"/>
            <p:cNvSpPr/>
            <p:nvPr/>
          </p:nvSpPr>
          <p:spPr>
            <a:xfrm>
              <a:off x="7525681" y="33517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5" name="pt4245"/>
            <p:cNvSpPr/>
            <p:nvPr/>
          </p:nvSpPr>
          <p:spPr>
            <a:xfrm>
              <a:off x="7412122" y="3244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6" name="pt4246"/>
            <p:cNvSpPr/>
            <p:nvPr/>
          </p:nvSpPr>
          <p:spPr>
            <a:xfrm>
              <a:off x="7545413" y="32767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7" name="pt4247"/>
            <p:cNvSpPr/>
            <p:nvPr/>
          </p:nvSpPr>
          <p:spPr>
            <a:xfrm>
              <a:off x="7356055" y="3269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8" name="pt4248"/>
            <p:cNvSpPr/>
            <p:nvPr/>
          </p:nvSpPr>
          <p:spPr>
            <a:xfrm>
              <a:off x="7395403" y="32322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49" name="pt4249"/>
            <p:cNvSpPr/>
            <p:nvPr/>
          </p:nvSpPr>
          <p:spPr>
            <a:xfrm>
              <a:off x="7500713" y="32988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0" name="pt4250"/>
            <p:cNvSpPr/>
            <p:nvPr/>
          </p:nvSpPr>
          <p:spPr>
            <a:xfrm>
              <a:off x="7338422" y="32731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1" name="pt4251"/>
            <p:cNvSpPr/>
            <p:nvPr/>
          </p:nvSpPr>
          <p:spPr>
            <a:xfrm>
              <a:off x="7331175" y="32738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2" name="pt4252"/>
            <p:cNvSpPr/>
            <p:nvPr/>
          </p:nvSpPr>
          <p:spPr>
            <a:xfrm>
              <a:off x="7428153" y="32666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3" name="pt4253"/>
            <p:cNvSpPr/>
            <p:nvPr/>
          </p:nvSpPr>
          <p:spPr>
            <a:xfrm>
              <a:off x="7443567" y="32160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4" name="pt4254"/>
            <p:cNvSpPr/>
            <p:nvPr/>
          </p:nvSpPr>
          <p:spPr>
            <a:xfrm>
              <a:off x="7326322" y="3268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5" name="pt4255"/>
            <p:cNvSpPr/>
            <p:nvPr/>
          </p:nvSpPr>
          <p:spPr>
            <a:xfrm>
              <a:off x="7366256" y="3234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6" name="pt4256"/>
            <p:cNvSpPr/>
            <p:nvPr/>
          </p:nvSpPr>
          <p:spPr>
            <a:xfrm>
              <a:off x="7455280" y="3265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7" name="pt4257"/>
            <p:cNvSpPr/>
            <p:nvPr/>
          </p:nvSpPr>
          <p:spPr>
            <a:xfrm>
              <a:off x="7563369" y="32497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8" name="pt4258"/>
            <p:cNvSpPr/>
            <p:nvPr/>
          </p:nvSpPr>
          <p:spPr>
            <a:xfrm>
              <a:off x="7500218" y="32691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59" name="pt4259"/>
            <p:cNvSpPr/>
            <p:nvPr/>
          </p:nvSpPr>
          <p:spPr>
            <a:xfrm>
              <a:off x="7523750" y="32812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0" name="pt4260"/>
            <p:cNvSpPr/>
            <p:nvPr/>
          </p:nvSpPr>
          <p:spPr>
            <a:xfrm>
              <a:off x="7510847" y="3289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1" name="pt4261"/>
            <p:cNvSpPr/>
            <p:nvPr/>
          </p:nvSpPr>
          <p:spPr>
            <a:xfrm>
              <a:off x="7543606" y="3261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2" name="pt4262"/>
            <p:cNvSpPr/>
            <p:nvPr/>
          </p:nvSpPr>
          <p:spPr>
            <a:xfrm>
              <a:off x="7559582" y="32282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3" name="pt4263"/>
            <p:cNvSpPr/>
            <p:nvPr/>
          </p:nvSpPr>
          <p:spPr>
            <a:xfrm>
              <a:off x="7279588" y="3296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4" name="pt4264"/>
            <p:cNvSpPr/>
            <p:nvPr/>
          </p:nvSpPr>
          <p:spPr>
            <a:xfrm>
              <a:off x="7397048" y="3247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5" name="pt4265"/>
            <p:cNvSpPr/>
            <p:nvPr/>
          </p:nvSpPr>
          <p:spPr>
            <a:xfrm>
              <a:off x="7394242" y="32645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6" name="pt4266"/>
            <p:cNvSpPr/>
            <p:nvPr/>
          </p:nvSpPr>
          <p:spPr>
            <a:xfrm>
              <a:off x="7397935" y="3273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7" name="pt4267"/>
            <p:cNvSpPr/>
            <p:nvPr/>
          </p:nvSpPr>
          <p:spPr>
            <a:xfrm>
              <a:off x="7432588" y="3271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8" name="pt4268"/>
            <p:cNvSpPr/>
            <p:nvPr/>
          </p:nvSpPr>
          <p:spPr>
            <a:xfrm>
              <a:off x="7392513" y="3267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69" name="pt4269"/>
            <p:cNvSpPr/>
            <p:nvPr/>
          </p:nvSpPr>
          <p:spPr>
            <a:xfrm>
              <a:off x="7508585" y="3279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0" name="pt4270"/>
            <p:cNvSpPr/>
            <p:nvPr/>
          </p:nvSpPr>
          <p:spPr>
            <a:xfrm>
              <a:off x="7563693" y="32732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1" name="pt4271"/>
            <p:cNvSpPr/>
            <p:nvPr/>
          </p:nvSpPr>
          <p:spPr>
            <a:xfrm>
              <a:off x="7433070" y="3270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2" name="pt4272"/>
            <p:cNvSpPr/>
            <p:nvPr/>
          </p:nvSpPr>
          <p:spPr>
            <a:xfrm>
              <a:off x="7471089" y="3275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3" name="pt4273"/>
            <p:cNvSpPr/>
            <p:nvPr/>
          </p:nvSpPr>
          <p:spPr>
            <a:xfrm>
              <a:off x="7505152" y="32845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4" name="pt4274"/>
            <p:cNvSpPr/>
            <p:nvPr/>
          </p:nvSpPr>
          <p:spPr>
            <a:xfrm>
              <a:off x="7524169" y="3271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5" name="pt4275"/>
            <p:cNvSpPr/>
            <p:nvPr/>
          </p:nvSpPr>
          <p:spPr>
            <a:xfrm>
              <a:off x="7609950" y="32670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6" name="pt4276"/>
            <p:cNvSpPr/>
            <p:nvPr/>
          </p:nvSpPr>
          <p:spPr>
            <a:xfrm>
              <a:off x="7349064" y="3251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7" name="pt4277"/>
            <p:cNvSpPr/>
            <p:nvPr/>
          </p:nvSpPr>
          <p:spPr>
            <a:xfrm>
              <a:off x="7598074" y="3196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8" name="pt4278"/>
            <p:cNvSpPr/>
            <p:nvPr/>
          </p:nvSpPr>
          <p:spPr>
            <a:xfrm>
              <a:off x="7385826" y="32827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79" name="pt4279"/>
            <p:cNvSpPr/>
            <p:nvPr/>
          </p:nvSpPr>
          <p:spPr>
            <a:xfrm>
              <a:off x="7498183" y="32372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0" name="pt4280"/>
            <p:cNvSpPr/>
            <p:nvPr/>
          </p:nvSpPr>
          <p:spPr>
            <a:xfrm>
              <a:off x="7697568" y="32618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1" name="pt4281"/>
            <p:cNvSpPr/>
            <p:nvPr/>
          </p:nvSpPr>
          <p:spPr>
            <a:xfrm>
              <a:off x="7464696" y="3283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2" name="pt4282"/>
            <p:cNvSpPr/>
            <p:nvPr/>
          </p:nvSpPr>
          <p:spPr>
            <a:xfrm>
              <a:off x="7447588" y="3276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3" name="pt4283"/>
            <p:cNvSpPr/>
            <p:nvPr/>
          </p:nvSpPr>
          <p:spPr>
            <a:xfrm>
              <a:off x="7337234" y="3278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4" name="pt4284"/>
            <p:cNvSpPr/>
            <p:nvPr/>
          </p:nvSpPr>
          <p:spPr>
            <a:xfrm>
              <a:off x="7545664" y="3291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5" name="pt4285"/>
            <p:cNvSpPr/>
            <p:nvPr/>
          </p:nvSpPr>
          <p:spPr>
            <a:xfrm>
              <a:off x="7394639" y="32960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6" name="pt4286"/>
            <p:cNvSpPr/>
            <p:nvPr/>
          </p:nvSpPr>
          <p:spPr>
            <a:xfrm>
              <a:off x="7503683" y="3280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7" name="pt4287"/>
            <p:cNvSpPr/>
            <p:nvPr/>
          </p:nvSpPr>
          <p:spPr>
            <a:xfrm>
              <a:off x="7497070" y="3275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8" name="pt4288"/>
            <p:cNvSpPr/>
            <p:nvPr/>
          </p:nvSpPr>
          <p:spPr>
            <a:xfrm>
              <a:off x="7461612" y="3272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89" name="pt4289"/>
            <p:cNvSpPr/>
            <p:nvPr/>
          </p:nvSpPr>
          <p:spPr>
            <a:xfrm>
              <a:off x="7464443" y="3189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0" name="pt4290"/>
            <p:cNvSpPr/>
            <p:nvPr/>
          </p:nvSpPr>
          <p:spPr>
            <a:xfrm>
              <a:off x="7480057" y="32551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1" name="pt4291"/>
            <p:cNvSpPr/>
            <p:nvPr/>
          </p:nvSpPr>
          <p:spPr>
            <a:xfrm>
              <a:off x="7553021" y="32685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2" name="pt4292"/>
            <p:cNvSpPr/>
            <p:nvPr/>
          </p:nvSpPr>
          <p:spPr>
            <a:xfrm>
              <a:off x="7478832" y="32883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3" name="pt4293"/>
            <p:cNvSpPr/>
            <p:nvPr/>
          </p:nvSpPr>
          <p:spPr>
            <a:xfrm>
              <a:off x="7495330" y="3292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4" name="pt4294"/>
            <p:cNvSpPr/>
            <p:nvPr/>
          </p:nvSpPr>
          <p:spPr>
            <a:xfrm>
              <a:off x="7519487" y="32959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5" name="pt4295"/>
            <p:cNvSpPr/>
            <p:nvPr/>
          </p:nvSpPr>
          <p:spPr>
            <a:xfrm>
              <a:off x="7599763" y="3316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6" name="pt4296"/>
            <p:cNvSpPr/>
            <p:nvPr/>
          </p:nvSpPr>
          <p:spPr>
            <a:xfrm>
              <a:off x="7328021" y="3281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7" name="pt4297"/>
            <p:cNvSpPr/>
            <p:nvPr/>
          </p:nvSpPr>
          <p:spPr>
            <a:xfrm>
              <a:off x="7475126" y="32970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8" name="pt4298"/>
            <p:cNvSpPr/>
            <p:nvPr/>
          </p:nvSpPr>
          <p:spPr>
            <a:xfrm>
              <a:off x="7296726" y="32643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299" name="pt4299"/>
            <p:cNvSpPr/>
            <p:nvPr/>
          </p:nvSpPr>
          <p:spPr>
            <a:xfrm>
              <a:off x="7518107" y="3249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0" name="pt4300"/>
            <p:cNvSpPr/>
            <p:nvPr/>
          </p:nvSpPr>
          <p:spPr>
            <a:xfrm>
              <a:off x="7497380" y="3268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1" name="pt4301"/>
            <p:cNvSpPr/>
            <p:nvPr/>
          </p:nvSpPr>
          <p:spPr>
            <a:xfrm>
              <a:off x="7494648" y="3236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2" name="pt4302"/>
            <p:cNvSpPr/>
            <p:nvPr/>
          </p:nvSpPr>
          <p:spPr>
            <a:xfrm>
              <a:off x="7512282" y="32926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3" name="pt4303"/>
            <p:cNvSpPr/>
            <p:nvPr/>
          </p:nvSpPr>
          <p:spPr>
            <a:xfrm>
              <a:off x="7346543" y="3253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4" name="pt4304"/>
            <p:cNvSpPr/>
            <p:nvPr/>
          </p:nvSpPr>
          <p:spPr>
            <a:xfrm>
              <a:off x="7411611" y="3248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5" name="pt4305"/>
            <p:cNvSpPr/>
            <p:nvPr/>
          </p:nvSpPr>
          <p:spPr>
            <a:xfrm>
              <a:off x="7547278" y="3251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6" name="pt4306"/>
            <p:cNvSpPr/>
            <p:nvPr/>
          </p:nvSpPr>
          <p:spPr>
            <a:xfrm>
              <a:off x="7493044" y="32712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7" name="pt4307"/>
            <p:cNvSpPr/>
            <p:nvPr/>
          </p:nvSpPr>
          <p:spPr>
            <a:xfrm>
              <a:off x="7531157" y="32490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8" name="pt4308"/>
            <p:cNvSpPr/>
            <p:nvPr/>
          </p:nvSpPr>
          <p:spPr>
            <a:xfrm>
              <a:off x="7583418" y="32832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09" name="pt4309"/>
            <p:cNvSpPr/>
            <p:nvPr/>
          </p:nvSpPr>
          <p:spPr>
            <a:xfrm>
              <a:off x="7320378" y="3254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0" name="pt4310"/>
            <p:cNvSpPr/>
            <p:nvPr/>
          </p:nvSpPr>
          <p:spPr>
            <a:xfrm>
              <a:off x="7485002" y="32521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1" name="pt4311"/>
            <p:cNvSpPr/>
            <p:nvPr/>
          </p:nvSpPr>
          <p:spPr>
            <a:xfrm>
              <a:off x="7338276" y="32589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2" name="pt4312"/>
            <p:cNvSpPr/>
            <p:nvPr/>
          </p:nvSpPr>
          <p:spPr>
            <a:xfrm>
              <a:off x="7489751" y="3247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3" name="pt4313"/>
            <p:cNvSpPr/>
            <p:nvPr/>
          </p:nvSpPr>
          <p:spPr>
            <a:xfrm>
              <a:off x="7309797" y="3262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4" name="pt4314"/>
            <p:cNvSpPr/>
            <p:nvPr/>
          </p:nvSpPr>
          <p:spPr>
            <a:xfrm>
              <a:off x="7455582" y="32475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5" name="pt4315"/>
            <p:cNvSpPr/>
            <p:nvPr/>
          </p:nvSpPr>
          <p:spPr>
            <a:xfrm>
              <a:off x="7480714" y="3279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6" name="pt4316"/>
            <p:cNvSpPr/>
            <p:nvPr/>
          </p:nvSpPr>
          <p:spPr>
            <a:xfrm>
              <a:off x="7379753" y="32361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7" name="pt4317"/>
            <p:cNvSpPr/>
            <p:nvPr/>
          </p:nvSpPr>
          <p:spPr>
            <a:xfrm>
              <a:off x="7404008" y="3253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8" name="pt4318"/>
            <p:cNvSpPr/>
            <p:nvPr/>
          </p:nvSpPr>
          <p:spPr>
            <a:xfrm>
              <a:off x="7462017" y="3269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19" name="pt4319"/>
            <p:cNvSpPr/>
            <p:nvPr/>
          </p:nvSpPr>
          <p:spPr>
            <a:xfrm>
              <a:off x="7466605" y="3250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0" name="pt4320"/>
            <p:cNvSpPr/>
            <p:nvPr/>
          </p:nvSpPr>
          <p:spPr>
            <a:xfrm>
              <a:off x="7487310" y="32701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1" name="pt4321"/>
            <p:cNvSpPr/>
            <p:nvPr/>
          </p:nvSpPr>
          <p:spPr>
            <a:xfrm>
              <a:off x="7368734" y="32817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2" name="pt4322"/>
            <p:cNvSpPr/>
            <p:nvPr/>
          </p:nvSpPr>
          <p:spPr>
            <a:xfrm>
              <a:off x="7440654" y="3252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3" name="pt4323"/>
            <p:cNvSpPr/>
            <p:nvPr/>
          </p:nvSpPr>
          <p:spPr>
            <a:xfrm>
              <a:off x="7389204" y="3259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4" name="pt4324"/>
            <p:cNvSpPr/>
            <p:nvPr/>
          </p:nvSpPr>
          <p:spPr>
            <a:xfrm>
              <a:off x="7476619" y="3311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5" name="pt4325"/>
            <p:cNvSpPr/>
            <p:nvPr/>
          </p:nvSpPr>
          <p:spPr>
            <a:xfrm>
              <a:off x="7395709" y="3326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6" name="pt4326"/>
            <p:cNvSpPr/>
            <p:nvPr/>
          </p:nvSpPr>
          <p:spPr>
            <a:xfrm>
              <a:off x="7473875" y="32044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7" name="pt4327"/>
            <p:cNvSpPr/>
            <p:nvPr/>
          </p:nvSpPr>
          <p:spPr>
            <a:xfrm>
              <a:off x="7479848" y="33190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8" name="pt4328"/>
            <p:cNvSpPr/>
            <p:nvPr/>
          </p:nvSpPr>
          <p:spPr>
            <a:xfrm>
              <a:off x="7600491" y="3284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29" name="pt4329"/>
            <p:cNvSpPr/>
            <p:nvPr/>
          </p:nvSpPr>
          <p:spPr>
            <a:xfrm>
              <a:off x="7412061" y="3311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0" name="pt4330"/>
            <p:cNvSpPr/>
            <p:nvPr/>
          </p:nvSpPr>
          <p:spPr>
            <a:xfrm>
              <a:off x="7302350" y="3261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1" name="pt4331"/>
            <p:cNvSpPr/>
            <p:nvPr/>
          </p:nvSpPr>
          <p:spPr>
            <a:xfrm>
              <a:off x="7311038" y="3274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2" name="pt4332"/>
            <p:cNvSpPr/>
            <p:nvPr/>
          </p:nvSpPr>
          <p:spPr>
            <a:xfrm>
              <a:off x="7401259" y="32923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3" name="pt4333"/>
            <p:cNvSpPr/>
            <p:nvPr/>
          </p:nvSpPr>
          <p:spPr>
            <a:xfrm>
              <a:off x="7454952" y="32559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4" name="pt4334"/>
            <p:cNvSpPr/>
            <p:nvPr/>
          </p:nvSpPr>
          <p:spPr>
            <a:xfrm>
              <a:off x="7509788" y="3308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5" name="pt4335"/>
            <p:cNvSpPr/>
            <p:nvPr/>
          </p:nvSpPr>
          <p:spPr>
            <a:xfrm>
              <a:off x="7369424" y="32862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6" name="pt4336"/>
            <p:cNvSpPr/>
            <p:nvPr/>
          </p:nvSpPr>
          <p:spPr>
            <a:xfrm>
              <a:off x="7570897" y="32692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7" name="pt4337"/>
            <p:cNvSpPr/>
            <p:nvPr/>
          </p:nvSpPr>
          <p:spPr>
            <a:xfrm>
              <a:off x="7470517" y="3282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8" name="pt4338"/>
            <p:cNvSpPr/>
            <p:nvPr/>
          </p:nvSpPr>
          <p:spPr>
            <a:xfrm>
              <a:off x="7507374" y="32720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39" name="pt4339"/>
            <p:cNvSpPr/>
            <p:nvPr/>
          </p:nvSpPr>
          <p:spPr>
            <a:xfrm>
              <a:off x="7665201" y="3314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0" name="pt4340"/>
            <p:cNvSpPr/>
            <p:nvPr/>
          </p:nvSpPr>
          <p:spPr>
            <a:xfrm>
              <a:off x="7522775" y="3266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1" name="pt4341"/>
            <p:cNvSpPr/>
            <p:nvPr/>
          </p:nvSpPr>
          <p:spPr>
            <a:xfrm>
              <a:off x="7331593" y="3277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2" name="pt4342"/>
            <p:cNvSpPr/>
            <p:nvPr/>
          </p:nvSpPr>
          <p:spPr>
            <a:xfrm>
              <a:off x="7434052" y="3265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3" name="pt4343"/>
            <p:cNvSpPr/>
            <p:nvPr/>
          </p:nvSpPr>
          <p:spPr>
            <a:xfrm>
              <a:off x="7355354" y="32718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4" name="pt4344"/>
            <p:cNvSpPr/>
            <p:nvPr/>
          </p:nvSpPr>
          <p:spPr>
            <a:xfrm>
              <a:off x="7253163" y="3266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5" name="pt4345"/>
            <p:cNvSpPr/>
            <p:nvPr/>
          </p:nvSpPr>
          <p:spPr>
            <a:xfrm>
              <a:off x="7422208" y="3205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6" name="pt4346"/>
            <p:cNvSpPr/>
            <p:nvPr/>
          </p:nvSpPr>
          <p:spPr>
            <a:xfrm>
              <a:off x="7455128" y="3257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7" name="pt4347"/>
            <p:cNvSpPr/>
            <p:nvPr/>
          </p:nvSpPr>
          <p:spPr>
            <a:xfrm>
              <a:off x="7544811" y="3261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8" name="pt4348"/>
            <p:cNvSpPr/>
            <p:nvPr/>
          </p:nvSpPr>
          <p:spPr>
            <a:xfrm>
              <a:off x="7488701" y="32652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49" name="pt4349"/>
            <p:cNvSpPr/>
            <p:nvPr/>
          </p:nvSpPr>
          <p:spPr>
            <a:xfrm>
              <a:off x="7432480" y="32831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0" name="pt4350"/>
            <p:cNvSpPr/>
            <p:nvPr/>
          </p:nvSpPr>
          <p:spPr>
            <a:xfrm>
              <a:off x="7621907" y="3282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1" name="pt4351"/>
            <p:cNvSpPr/>
            <p:nvPr/>
          </p:nvSpPr>
          <p:spPr>
            <a:xfrm>
              <a:off x="7479017" y="32609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2" name="pt4352"/>
            <p:cNvSpPr/>
            <p:nvPr/>
          </p:nvSpPr>
          <p:spPr>
            <a:xfrm>
              <a:off x="7631036" y="3301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3" name="pt4353"/>
            <p:cNvSpPr/>
            <p:nvPr/>
          </p:nvSpPr>
          <p:spPr>
            <a:xfrm>
              <a:off x="7522656" y="3258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4" name="pt4354"/>
            <p:cNvSpPr/>
            <p:nvPr/>
          </p:nvSpPr>
          <p:spPr>
            <a:xfrm>
              <a:off x="7376480" y="3263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5" name="pt4355"/>
            <p:cNvSpPr/>
            <p:nvPr/>
          </p:nvSpPr>
          <p:spPr>
            <a:xfrm>
              <a:off x="7445962" y="3266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6" name="pt4356"/>
            <p:cNvSpPr/>
            <p:nvPr/>
          </p:nvSpPr>
          <p:spPr>
            <a:xfrm>
              <a:off x="7575990" y="32896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7" name="pt4357"/>
            <p:cNvSpPr/>
            <p:nvPr/>
          </p:nvSpPr>
          <p:spPr>
            <a:xfrm>
              <a:off x="7419970" y="3280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8" name="pt4358"/>
            <p:cNvSpPr/>
            <p:nvPr/>
          </p:nvSpPr>
          <p:spPr>
            <a:xfrm>
              <a:off x="7579639" y="3281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59" name="pt4359"/>
            <p:cNvSpPr/>
            <p:nvPr/>
          </p:nvSpPr>
          <p:spPr>
            <a:xfrm>
              <a:off x="7538296" y="3271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0" name="pt4360"/>
            <p:cNvSpPr/>
            <p:nvPr/>
          </p:nvSpPr>
          <p:spPr>
            <a:xfrm>
              <a:off x="7617656" y="32192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1" name="pt4361"/>
            <p:cNvSpPr/>
            <p:nvPr/>
          </p:nvSpPr>
          <p:spPr>
            <a:xfrm>
              <a:off x="7521638" y="3281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2" name="pt4362"/>
            <p:cNvSpPr/>
            <p:nvPr/>
          </p:nvSpPr>
          <p:spPr>
            <a:xfrm>
              <a:off x="7388276" y="3287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3" name="pt4363"/>
            <p:cNvSpPr/>
            <p:nvPr/>
          </p:nvSpPr>
          <p:spPr>
            <a:xfrm>
              <a:off x="7327327" y="3242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4" name="pt4364"/>
            <p:cNvSpPr/>
            <p:nvPr/>
          </p:nvSpPr>
          <p:spPr>
            <a:xfrm>
              <a:off x="7397435" y="32374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5" name="pt4365"/>
            <p:cNvSpPr/>
            <p:nvPr/>
          </p:nvSpPr>
          <p:spPr>
            <a:xfrm>
              <a:off x="7434918" y="3309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6" name="pt4366"/>
            <p:cNvSpPr/>
            <p:nvPr/>
          </p:nvSpPr>
          <p:spPr>
            <a:xfrm>
              <a:off x="7381310" y="32645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7" name="pt4367"/>
            <p:cNvSpPr/>
            <p:nvPr/>
          </p:nvSpPr>
          <p:spPr>
            <a:xfrm>
              <a:off x="7469695" y="3268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8" name="pt4368"/>
            <p:cNvSpPr/>
            <p:nvPr/>
          </p:nvSpPr>
          <p:spPr>
            <a:xfrm>
              <a:off x="7361308" y="32767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69" name="pt4369"/>
            <p:cNvSpPr/>
            <p:nvPr/>
          </p:nvSpPr>
          <p:spPr>
            <a:xfrm>
              <a:off x="7417907" y="3360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0" name="pt4370"/>
            <p:cNvSpPr/>
            <p:nvPr/>
          </p:nvSpPr>
          <p:spPr>
            <a:xfrm>
              <a:off x="7395622" y="3375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1" name="pt4371"/>
            <p:cNvSpPr/>
            <p:nvPr/>
          </p:nvSpPr>
          <p:spPr>
            <a:xfrm>
              <a:off x="7427175" y="32784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2" name="pt4372"/>
            <p:cNvSpPr/>
            <p:nvPr/>
          </p:nvSpPr>
          <p:spPr>
            <a:xfrm>
              <a:off x="7410319" y="3255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3" name="pt4373"/>
            <p:cNvSpPr/>
            <p:nvPr/>
          </p:nvSpPr>
          <p:spPr>
            <a:xfrm>
              <a:off x="7434984" y="3237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4" name="pt4374"/>
            <p:cNvSpPr/>
            <p:nvPr/>
          </p:nvSpPr>
          <p:spPr>
            <a:xfrm>
              <a:off x="7376560" y="32824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5" name="pt4375"/>
            <p:cNvSpPr/>
            <p:nvPr/>
          </p:nvSpPr>
          <p:spPr>
            <a:xfrm>
              <a:off x="7489116" y="32896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6" name="pt4376"/>
            <p:cNvSpPr/>
            <p:nvPr/>
          </p:nvSpPr>
          <p:spPr>
            <a:xfrm>
              <a:off x="7462802" y="3256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7" name="pt4377"/>
            <p:cNvSpPr/>
            <p:nvPr/>
          </p:nvSpPr>
          <p:spPr>
            <a:xfrm>
              <a:off x="7423752" y="32783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8" name="pt4378"/>
            <p:cNvSpPr/>
            <p:nvPr/>
          </p:nvSpPr>
          <p:spPr>
            <a:xfrm>
              <a:off x="7256930" y="32702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79" name="pt4379"/>
            <p:cNvSpPr/>
            <p:nvPr/>
          </p:nvSpPr>
          <p:spPr>
            <a:xfrm>
              <a:off x="7415859" y="3264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0" name="pt4380"/>
            <p:cNvSpPr/>
            <p:nvPr/>
          </p:nvSpPr>
          <p:spPr>
            <a:xfrm>
              <a:off x="7364872" y="3309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1" name="pt4381"/>
            <p:cNvSpPr/>
            <p:nvPr/>
          </p:nvSpPr>
          <p:spPr>
            <a:xfrm>
              <a:off x="7566538" y="3277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2" name="pt4382"/>
            <p:cNvSpPr/>
            <p:nvPr/>
          </p:nvSpPr>
          <p:spPr>
            <a:xfrm>
              <a:off x="7387671" y="32649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3" name="pt4383"/>
            <p:cNvSpPr/>
            <p:nvPr/>
          </p:nvSpPr>
          <p:spPr>
            <a:xfrm>
              <a:off x="7639737" y="3260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4" name="pt4384"/>
            <p:cNvSpPr/>
            <p:nvPr/>
          </p:nvSpPr>
          <p:spPr>
            <a:xfrm>
              <a:off x="7366185" y="32510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5" name="pt4385"/>
            <p:cNvSpPr/>
            <p:nvPr/>
          </p:nvSpPr>
          <p:spPr>
            <a:xfrm>
              <a:off x="7472195" y="3285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6" name="pt4386"/>
            <p:cNvSpPr/>
            <p:nvPr/>
          </p:nvSpPr>
          <p:spPr>
            <a:xfrm>
              <a:off x="7509706" y="32830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7" name="pt4387"/>
            <p:cNvSpPr/>
            <p:nvPr/>
          </p:nvSpPr>
          <p:spPr>
            <a:xfrm>
              <a:off x="7593796" y="32637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8" name="pt4388"/>
            <p:cNvSpPr/>
            <p:nvPr/>
          </p:nvSpPr>
          <p:spPr>
            <a:xfrm>
              <a:off x="7435735" y="3258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89" name="pt4389"/>
            <p:cNvSpPr/>
            <p:nvPr/>
          </p:nvSpPr>
          <p:spPr>
            <a:xfrm>
              <a:off x="7413731" y="3242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0" name="pt4390"/>
            <p:cNvSpPr/>
            <p:nvPr/>
          </p:nvSpPr>
          <p:spPr>
            <a:xfrm>
              <a:off x="7504253" y="3293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1" name="pt4391"/>
            <p:cNvSpPr/>
            <p:nvPr/>
          </p:nvSpPr>
          <p:spPr>
            <a:xfrm>
              <a:off x="7541094" y="32998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2" name="pt4392"/>
            <p:cNvSpPr/>
            <p:nvPr/>
          </p:nvSpPr>
          <p:spPr>
            <a:xfrm>
              <a:off x="7552581" y="3235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3" name="pt4393"/>
            <p:cNvSpPr/>
            <p:nvPr/>
          </p:nvSpPr>
          <p:spPr>
            <a:xfrm>
              <a:off x="7588710" y="32873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4" name="pt4394"/>
            <p:cNvSpPr/>
            <p:nvPr/>
          </p:nvSpPr>
          <p:spPr>
            <a:xfrm>
              <a:off x="7323672" y="3280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5" name="pt4395"/>
            <p:cNvSpPr/>
            <p:nvPr/>
          </p:nvSpPr>
          <p:spPr>
            <a:xfrm>
              <a:off x="7437498" y="32563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6" name="pt4396"/>
            <p:cNvSpPr/>
            <p:nvPr/>
          </p:nvSpPr>
          <p:spPr>
            <a:xfrm>
              <a:off x="7467765" y="32990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7" name="pt4397"/>
            <p:cNvSpPr/>
            <p:nvPr/>
          </p:nvSpPr>
          <p:spPr>
            <a:xfrm>
              <a:off x="7383319" y="33175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8" name="pt4398"/>
            <p:cNvSpPr/>
            <p:nvPr/>
          </p:nvSpPr>
          <p:spPr>
            <a:xfrm>
              <a:off x="7396765" y="3257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399" name="pt4399"/>
            <p:cNvSpPr/>
            <p:nvPr/>
          </p:nvSpPr>
          <p:spPr>
            <a:xfrm>
              <a:off x="7486212" y="3224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0" name="pt4400"/>
            <p:cNvSpPr/>
            <p:nvPr/>
          </p:nvSpPr>
          <p:spPr>
            <a:xfrm>
              <a:off x="7437593" y="32633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1" name="pt4401"/>
            <p:cNvSpPr/>
            <p:nvPr/>
          </p:nvSpPr>
          <p:spPr>
            <a:xfrm>
              <a:off x="7346285" y="32753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2" name="pt4402"/>
            <p:cNvSpPr/>
            <p:nvPr/>
          </p:nvSpPr>
          <p:spPr>
            <a:xfrm>
              <a:off x="7381127" y="3262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3" name="pt4403"/>
            <p:cNvSpPr/>
            <p:nvPr/>
          </p:nvSpPr>
          <p:spPr>
            <a:xfrm>
              <a:off x="7421222" y="32654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4" name="pt4404"/>
            <p:cNvSpPr/>
            <p:nvPr/>
          </p:nvSpPr>
          <p:spPr>
            <a:xfrm>
              <a:off x="7301448" y="3253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5" name="pt4405"/>
            <p:cNvSpPr/>
            <p:nvPr/>
          </p:nvSpPr>
          <p:spPr>
            <a:xfrm>
              <a:off x="7464516" y="3252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6" name="pt4406"/>
            <p:cNvSpPr/>
            <p:nvPr/>
          </p:nvSpPr>
          <p:spPr>
            <a:xfrm>
              <a:off x="7563532" y="3257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7" name="pt4407"/>
            <p:cNvSpPr/>
            <p:nvPr/>
          </p:nvSpPr>
          <p:spPr>
            <a:xfrm>
              <a:off x="7489325" y="32739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8" name="pt4408"/>
            <p:cNvSpPr/>
            <p:nvPr/>
          </p:nvSpPr>
          <p:spPr>
            <a:xfrm>
              <a:off x="7342090" y="32671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09" name="pt4409"/>
            <p:cNvSpPr/>
            <p:nvPr/>
          </p:nvSpPr>
          <p:spPr>
            <a:xfrm>
              <a:off x="7367630" y="3271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0" name="pt4410"/>
            <p:cNvSpPr/>
            <p:nvPr/>
          </p:nvSpPr>
          <p:spPr>
            <a:xfrm>
              <a:off x="7388996" y="3250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1" name="pt4411"/>
            <p:cNvSpPr/>
            <p:nvPr/>
          </p:nvSpPr>
          <p:spPr>
            <a:xfrm>
              <a:off x="7402837" y="3235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2" name="pt4412"/>
            <p:cNvSpPr/>
            <p:nvPr/>
          </p:nvSpPr>
          <p:spPr>
            <a:xfrm>
              <a:off x="7470985" y="3314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3" name="pt4413"/>
            <p:cNvSpPr/>
            <p:nvPr/>
          </p:nvSpPr>
          <p:spPr>
            <a:xfrm>
              <a:off x="7421165" y="31911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4" name="pt4414"/>
            <p:cNvSpPr/>
            <p:nvPr/>
          </p:nvSpPr>
          <p:spPr>
            <a:xfrm>
              <a:off x="7505833" y="3293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5" name="pt4415"/>
            <p:cNvSpPr/>
            <p:nvPr/>
          </p:nvSpPr>
          <p:spPr>
            <a:xfrm>
              <a:off x="7321217" y="31974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6" name="pt4416"/>
            <p:cNvSpPr/>
            <p:nvPr/>
          </p:nvSpPr>
          <p:spPr>
            <a:xfrm>
              <a:off x="7444507" y="3249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7" name="pt4417"/>
            <p:cNvSpPr/>
            <p:nvPr/>
          </p:nvSpPr>
          <p:spPr>
            <a:xfrm>
              <a:off x="7370741" y="33060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8" name="pt4418"/>
            <p:cNvSpPr/>
            <p:nvPr/>
          </p:nvSpPr>
          <p:spPr>
            <a:xfrm>
              <a:off x="7389325" y="3292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19" name="pt4419"/>
            <p:cNvSpPr/>
            <p:nvPr/>
          </p:nvSpPr>
          <p:spPr>
            <a:xfrm>
              <a:off x="7495893" y="3283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0" name="pt4420"/>
            <p:cNvSpPr/>
            <p:nvPr/>
          </p:nvSpPr>
          <p:spPr>
            <a:xfrm>
              <a:off x="7449982" y="3337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1" name="pt4421"/>
            <p:cNvSpPr/>
            <p:nvPr/>
          </p:nvSpPr>
          <p:spPr>
            <a:xfrm>
              <a:off x="7634974" y="3258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2" name="pt4422"/>
            <p:cNvSpPr/>
            <p:nvPr/>
          </p:nvSpPr>
          <p:spPr>
            <a:xfrm>
              <a:off x="7524150" y="3290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3" name="pt4423"/>
            <p:cNvSpPr/>
            <p:nvPr/>
          </p:nvSpPr>
          <p:spPr>
            <a:xfrm>
              <a:off x="7522548" y="32751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4" name="pt4424"/>
            <p:cNvSpPr/>
            <p:nvPr/>
          </p:nvSpPr>
          <p:spPr>
            <a:xfrm>
              <a:off x="7385501" y="3263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5" name="pt4425"/>
            <p:cNvSpPr/>
            <p:nvPr/>
          </p:nvSpPr>
          <p:spPr>
            <a:xfrm>
              <a:off x="7510872" y="3252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6" name="pt4426"/>
            <p:cNvSpPr/>
            <p:nvPr/>
          </p:nvSpPr>
          <p:spPr>
            <a:xfrm>
              <a:off x="7473190" y="32578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7" name="pt4427"/>
            <p:cNvSpPr/>
            <p:nvPr/>
          </p:nvSpPr>
          <p:spPr>
            <a:xfrm>
              <a:off x="7440328" y="32575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8" name="pt4428"/>
            <p:cNvSpPr/>
            <p:nvPr/>
          </p:nvSpPr>
          <p:spPr>
            <a:xfrm>
              <a:off x="7476811" y="32754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29" name="pt4429"/>
            <p:cNvSpPr/>
            <p:nvPr/>
          </p:nvSpPr>
          <p:spPr>
            <a:xfrm>
              <a:off x="7512548" y="3330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0" name="pt4430"/>
            <p:cNvSpPr/>
            <p:nvPr/>
          </p:nvSpPr>
          <p:spPr>
            <a:xfrm>
              <a:off x="7412840" y="3241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1" name="pt4431"/>
            <p:cNvSpPr/>
            <p:nvPr/>
          </p:nvSpPr>
          <p:spPr>
            <a:xfrm>
              <a:off x="7429880" y="3334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2" name="pt4432"/>
            <p:cNvSpPr/>
            <p:nvPr/>
          </p:nvSpPr>
          <p:spPr>
            <a:xfrm>
              <a:off x="7450609" y="3247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3" name="pt4433"/>
            <p:cNvSpPr/>
            <p:nvPr/>
          </p:nvSpPr>
          <p:spPr>
            <a:xfrm>
              <a:off x="7673872" y="32766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4" name="pt4434"/>
            <p:cNvSpPr/>
            <p:nvPr/>
          </p:nvSpPr>
          <p:spPr>
            <a:xfrm>
              <a:off x="7282488" y="3248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5" name="pt4435"/>
            <p:cNvSpPr/>
            <p:nvPr/>
          </p:nvSpPr>
          <p:spPr>
            <a:xfrm>
              <a:off x="7623341" y="32871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6" name="pt4436"/>
            <p:cNvSpPr/>
            <p:nvPr/>
          </p:nvSpPr>
          <p:spPr>
            <a:xfrm>
              <a:off x="7475758" y="3336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7" name="pt4437"/>
            <p:cNvSpPr/>
            <p:nvPr/>
          </p:nvSpPr>
          <p:spPr>
            <a:xfrm>
              <a:off x="7383977" y="3266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8" name="pt4438"/>
            <p:cNvSpPr/>
            <p:nvPr/>
          </p:nvSpPr>
          <p:spPr>
            <a:xfrm>
              <a:off x="7423648" y="3245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39" name="pt4439"/>
            <p:cNvSpPr/>
            <p:nvPr/>
          </p:nvSpPr>
          <p:spPr>
            <a:xfrm>
              <a:off x="7407381" y="3283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0" name="pt4440"/>
            <p:cNvSpPr/>
            <p:nvPr/>
          </p:nvSpPr>
          <p:spPr>
            <a:xfrm>
              <a:off x="7463993" y="3288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1" name="pt4441"/>
            <p:cNvSpPr/>
            <p:nvPr/>
          </p:nvSpPr>
          <p:spPr>
            <a:xfrm>
              <a:off x="7388266" y="3260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2" name="pt4442"/>
            <p:cNvSpPr/>
            <p:nvPr/>
          </p:nvSpPr>
          <p:spPr>
            <a:xfrm>
              <a:off x="7546189" y="32980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3" name="pt4443"/>
            <p:cNvSpPr/>
            <p:nvPr/>
          </p:nvSpPr>
          <p:spPr>
            <a:xfrm>
              <a:off x="7512334" y="3182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4" name="pt4444"/>
            <p:cNvSpPr/>
            <p:nvPr/>
          </p:nvSpPr>
          <p:spPr>
            <a:xfrm>
              <a:off x="7525979" y="3351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5" name="pt4445"/>
            <p:cNvSpPr/>
            <p:nvPr/>
          </p:nvSpPr>
          <p:spPr>
            <a:xfrm>
              <a:off x="7509427" y="3275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6" name="pt4446"/>
            <p:cNvSpPr/>
            <p:nvPr/>
          </p:nvSpPr>
          <p:spPr>
            <a:xfrm>
              <a:off x="7330358" y="3250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7" name="pt4447"/>
            <p:cNvSpPr/>
            <p:nvPr/>
          </p:nvSpPr>
          <p:spPr>
            <a:xfrm>
              <a:off x="7567484" y="3278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8" name="pt4448"/>
            <p:cNvSpPr/>
            <p:nvPr/>
          </p:nvSpPr>
          <p:spPr>
            <a:xfrm>
              <a:off x="7333200" y="3279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49" name="pt4449"/>
            <p:cNvSpPr/>
            <p:nvPr/>
          </p:nvSpPr>
          <p:spPr>
            <a:xfrm>
              <a:off x="7294923" y="3279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0" name="pt4450"/>
            <p:cNvSpPr/>
            <p:nvPr/>
          </p:nvSpPr>
          <p:spPr>
            <a:xfrm>
              <a:off x="7471497" y="32701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1" name="pt4451"/>
            <p:cNvSpPr/>
            <p:nvPr/>
          </p:nvSpPr>
          <p:spPr>
            <a:xfrm>
              <a:off x="7454369" y="32495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2" name="pt4452"/>
            <p:cNvSpPr/>
            <p:nvPr/>
          </p:nvSpPr>
          <p:spPr>
            <a:xfrm>
              <a:off x="7418219" y="32527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3" name="pt4453"/>
            <p:cNvSpPr/>
            <p:nvPr/>
          </p:nvSpPr>
          <p:spPr>
            <a:xfrm>
              <a:off x="7466940" y="32376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4" name="pt4454"/>
            <p:cNvSpPr/>
            <p:nvPr/>
          </p:nvSpPr>
          <p:spPr>
            <a:xfrm>
              <a:off x="7398100" y="3263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5" name="pt4455"/>
            <p:cNvSpPr/>
            <p:nvPr/>
          </p:nvSpPr>
          <p:spPr>
            <a:xfrm>
              <a:off x="7343573" y="3291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6" name="pt4456"/>
            <p:cNvSpPr/>
            <p:nvPr/>
          </p:nvSpPr>
          <p:spPr>
            <a:xfrm>
              <a:off x="7470390" y="30777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7" name="pt4457"/>
            <p:cNvSpPr/>
            <p:nvPr/>
          </p:nvSpPr>
          <p:spPr>
            <a:xfrm>
              <a:off x="7453045" y="32760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8" name="pt4458"/>
            <p:cNvSpPr/>
            <p:nvPr/>
          </p:nvSpPr>
          <p:spPr>
            <a:xfrm>
              <a:off x="7492659" y="32923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59" name="pt4459"/>
            <p:cNvSpPr/>
            <p:nvPr/>
          </p:nvSpPr>
          <p:spPr>
            <a:xfrm>
              <a:off x="7355661" y="3249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0" name="pt4460"/>
            <p:cNvSpPr/>
            <p:nvPr/>
          </p:nvSpPr>
          <p:spPr>
            <a:xfrm>
              <a:off x="7402739" y="3295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1" name="pt4461"/>
            <p:cNvSpPr/>
            <p:nvPr/>
          </p:nvSpPr>
          <p:spPr>
            <a:xfrm>
              <a:off x="7496837" y="33270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2" name="pt4462"/>
            <p:cNvSpPr/>
            <p:nvPr/>
          </p:nvSpPr>
          <p:spPr>
            <a:xfrm>
              <a:off x="7595603" y="3282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3" name="pt4463"/>
            <p:cNvSpPr/>
            <p:nvPr/>
          </p:nvSpPr>
          <p:spPr>
            <a:xfrm>
              <a:off x="7483701" y="3261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4" name="pt4464"/>
            <p:cNvSpPr/>
            <p:nvPr/>
          </p:nvSpPr>
          <p:spPr>
            <a:xfrm>
              <a:off x="7363798" y="32833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5" name="pt4465"/>
            <p:cNvSpPr/>
            <p:nvPr/>
          </p:nvSpPr>
          <p:spPr>
            <a:xfrm>
              <a:off x="7397565" y="32960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6" name="pt4466"/>
            <p:cNvSpPr/>
            <p:nvPr/>
          </p:nvSpPr>
          <p:spPr>
            <a:xfrm>
              <a:off x="7577709" y="3317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7" name="pt4467"/>
            <p:cNvSpPr/>
            <p:nvPr/>
          </p:nvSpPr>
          <p:spPr>
            <a:xfrm>
              <a:off x="7370739" y="3268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8" name="pt4468"/>
            <p:cNvSpPr/>
            <p:nvPr/>
          </p:nvSpPr>
          <p:spPr>
            <a:xfrm>
              <a:off x="7465178" y="3284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69" name="pt4469"/>
            <p:cNvSpPr/>
            <p:nvPr/>
          </p:nvSpPr>
          <p:spPr>
            <a:xfrm>
              <a:off x="7488878" y="3266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0" name="pt4470"/>
            <p:cNvSpPr/>
            <p:nvPr/>
          </p:nvSpPr>
          <p:spPr>
            <a:xfrm>
              <a:off x="7382514" y="3306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1" name="pt4471"/>
            <p:cNvSpPr/>
            <p:nvPr/>
          </p:nvSpPr>
          <p:spPr>
            <a:xfrm>
              <a:off x="7409179" y="32704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2" name="pt4472"/>
            <p:cNvSpPr/>
            <p:nvPr/>
          </p:nvSpPr>
          <p:spPr>
            <a:xfrm>
              <a:off x="7565706" y="32636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3" name="pt4473"/>
            <p:cNvSpPr/>
            <p:nvPr/>
          </p:nvSpPr>
          <p:spPr>
            <a:xfrm>
              <a:off x="7416329" y="3250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4" name="pt4474"/>
            <p:cNvSpPr/>
            <p:nvPr/>
          </p:nvSpPr>
          <p:spPr>
            <a:xfrm>
              <a:off x="7517300" y="33361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5" name="pt4475"/>
            <p:cNvSpPr/>
            <p:nvPr/>
          </p:nvSpPr>
          <p:spPr>
            <a:xfrm>
              <a:off x="7449694" y="32578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6" name="pt4476"/>
            <p:cNvSpPr/>
            <p:nvPr/>
          </p:nvSpPr>
          <p:spPr>
            <a:xfrm>
              <a:off x="7468228" y="32721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7" name="pt4477"/>
            <p:cNvSpPr/>
            <p:nvPr/>
          </p:nvSpPr>
          <p:spPr>
            <a:xfrm>
              <a:off x="7468846" y="32724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8" name="pt4478"/>
            <p:cNvSpPr/>
            <p:nvPr/>
          </p:nvSpPr>
          <p:spPr>
            <a:xfrm>
              <a:off x="7420964" y="32503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79" name="pt4479"/>
            <p:cNvSpPr/>
            <p:nvPr/>
          </p:nvSpPr>
          <p:spPr>
            <a:xfrm>
              <a:off x="7467179" y="3229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0" name="pt4480"/>
            <p:cNvSpPr/>
            <p:nvPr/>
          </p:nvSpPr>
          <p:spPr>
            <a:xfrm>
              <a:off x="7366587" y="3267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1" name="pt4481"/>
            <p:cNvSpPr/>
            <p:nvPr/>
          </p:nvSpPr>
          <p:spPr>
            <a:xfrm>
              <a:off x="7405886" y="3251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2" name="pt4482"/>
            <p:cNvSpPr/>
            <p:nvPr/>
          </p:nvSpPr>
          <p:spPr>
            <a:xfrm>
              <a:off x="7413031" y="32996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3" name="pt4483"/>
            <p:cNvSpPr/>
            <p:nvPr/>
          </p:nvSpPr>
          <p:spPr>
            <a:xfrm>
              <a:off x="7399071" y="3310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4" name="pt4484"/>
            <p:cNvSpPr/>
            <p:nvPr/>
          </p:nvSpPr>
          <p:spPr>
            <a:xfrm>
              <a:off x="7427662" y="3280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5" name="pt4485"/>
            <p:cNvSpPr/>
            <p:nvPr/>
          </p:nvSpPr>
          <p:spPr>
            <a:xfrm>
              <a:off x="7464647" y="32713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6" name="pt4486"/>
            <p:cNvSpPr/>
            <p:nvPr/>
          </p:nvSpPr>
          <p:spPr>
            <a:xfrm>
              <a:off x="7396692" y="3252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7" name="pt4487"/>
            <p:cNvSpPr/>
            <p:nvPr/>
          </p:nvSpPr>
          <p:spPr>
            <a:xfrm>
              <a:off x="7533825" y="3288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8" name="pt4488"/>
            <p:cNvSpPr/>
            <p:nvPr/>
          </p:nvSpPr>
          <p:spPr>
            <a:xfrm>
              <a:off x="7577246" y="3262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89" name="pt4489"/>
            <p:cNvSpPr/>
            <p:nvPr/>
          </p:nvSpPr>
          <p:spPr>
            <a:xfrm>
              <a:off x="7469198" y="32627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0" name="pt4490"/>
            <p:cNvSpPr/>
            <p:nvPr/>
          </p:nvSpPr>
          <p:spPr>
            <a:xfrm>
              <a:off x="7442020" y="3280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1" name="pt4491"/>
            <p:cNvSpPr/>
            <p:nvPr/>
          </p:nvSpPr>
          <p:spPr>
            <a:xfrm>
              <a:off x="7616665" y="3313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2" name="pt4492"/>
            <p:cNvSpPr/>
            <p:nvPr/>
          </p:nvSpPr>
          <p:spPr>
            <a:xfrm>
              <a:off x="7551175" y="3024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3" name="pt4493"/>
            <p:cNvSpPr/>
            <p:nvPr/>
          </p:nvSpPr>
          <p:spPr>
            <a:xfrm>
              <a:off x="7525694" y="3273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4" name="pt4494"/>
            <p:cNvSpPr/>
            <p:nvPr/>
          </p:nvSpPr>
          <p:spPr>
            <a:xfrm>
              <a:off x="7637961" y="32978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5" name="pt4495"/>
            <p:cNvSpPr/>
            <p:nvPr/>
          </p:nvSpPr>
          <p:spPr>
            <a:xfrm>
              <a:off x="7230638" y="3286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6" name="pt4496"/>
            <p:cNvSpPr/>
            <p:nvPr/>
          </p:nvSpPr>
          <p:spPr>
            <a:xfrm>
              <a:off x="7383036" y="3305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7" name="pt4497"/>
            <p:cNvSpPr/>
            <p:nvPr/>
          </p:nvSpPr>
          <p:spPr>
            <a:xfrm>
              <a:off x="7420912" y="32625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8" name="pt4498"/>
            <p:cNvSpPr/>
            <p:nvPr/>
          </p:nvSpPr>
          <p:spPr>
            <a:xfrm>
              <a:off x="7425683" y="3273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499" name="pt4499"/>
            <p:cNvSpPr/>
            <p:nvPr/>
          </p:nvSpPr>
          <p:spPr>
            <a:xfrm>
              <a:off x="7325803" y="3289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0" name="pt4500"/>
            <p:cNvSpPr/>
            <p:nvPr/>
          </p:nvSpPr>
          <p:spPr>
            <a:xfrm>
              <a:off x="7582960" y="3302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1" name="pt4501"/>
            <p:cNvSpPr/>
            <p:nvPr/>
          </p:nvSpPr>
          <p:spPr>
            <a:xfrm>
              <a:off x="7413169" y="32980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2" name="pt4502"/>
            <p:cNvSpPr/>
            <p:nvPr/>
          </p:nvSpPr>
          <p:spPr>
            <a:xfrm>
              <a:off x="7348045" y="32741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3" name="pt4503"/>
            <p:cNvSpPr/>
            <p:nvPr/>
          </p:nvSpPr>
          <p:spPr>
            <a:xfrm>
              <a:off x="7406890" y="3277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4" name="pt4504"/>
            <p:cNvSpPr/>
            <p:nvPr/>
          </p:nvSpPr>
          <p:spPr>
            <a:xfrm>
              <a:off x="7451458" y="3275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5" name="pt4505"/>
            <p:cNvSpPr/>
            <p:nvPr/>
          </p:nvSpPr>
          <p:spPr>
            <a:xfrm>
              <a:off x="7330875" y="3381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6" name="pt4506"/>
            <p:cNvSpPr/>
            <p:nvPr/>
          </p:nvSpPr>
          <p:spPr>
            <a:xfrm>
              <a:off x="7496606" y="32604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7" name="pt4507"/>
            <p:cNvSpPr/>
            <p:nvPr/>
          </p:nvSpPr>
          <p:spPr>
            <a:xfrm>
              <a:off x="7429092" y="3277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8" name="pt4508"/>
            <p:cNvSpPr/>
            <p:nvPr/>
          </p:nvSpPr>
          <p:spPr>
            <a:xfrm>
              <a:off x="7298681" y="32896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09" name="pt4509"/>
            <p:cNvSpPr/>
            <p:nvPr/>
          </p:nvSpPr>
          <p:spPr>
            <a:xfrm>
              <a:off x="7386823" y="32521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0" name="pt4510"/>
            <p:cNvSpPr/>
            <p:nvPr/>
          </p:nvSpPr>
          <p:spPr>
            <a:xfrm>
              <a:off x="7444859" y="3271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1" name="pt4511"/>
            <p:cNvSpPr/>
            <p:nvPr/>
          </p:nvSpPr>
          <p:spPr>
            <a:xfrm>
              <a:off x="7543434" y="32563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2" name="pt4512"/>
            <p:cNvSpPr/>
            <p:nvPr/>
          </p:nvSpPr>
          <p:spPr>
            <a:xfrm>
              <a:off x="7319350" y="32820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3" name="pt4513"/>
            <p:cNvSpPr/>
            <p:nvPr/>
          </p:nvSpPr>
          <p:spPr>
            <a:xfrm>
              <a:off x="7496382" y="32408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4" name="pt4514"/>
            <p:cNvSpPr/>
            <p:nvPr/>
          </p:nvSpPr>
          <p:spPr>
            <a:xfrm>
              <a:off x="7428774" y="3270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5" name="pt4515"/>
            <p:cNvSpPr/>
            <p:nvPr/>
          </p:nvSpPr>
          <p:spPr>
            <a:xfrm>
              <a:off x="7417292" y="3226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6" name="pt4516"/>
            <p:cNvSpPr/>
            <p:nvPr/>
          </p:nvSpPr>
          <p:spPr>
            <a:xfrm>
              <a:off x="7316007" y="3284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7" name="pt4517"/>
            <p:cNvSpPr/>
            <p:nvPr/>
          </p:nvSpPr>
          <p:spPr>
            <a:xfrm>
              <a:off x="7438015" y="32259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8" name="pt4518"/>
            <p:cNvSpPr/>
            <p:nvPr/>
          </p:nvSpPr>
          <p:spPr>
            <a:xfrm>
              <a:off x="7416705" y="3207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19" name="pt4519"/>
            <p:cNvSpPr/>
            <p:nvPr/>
          </p:nvSpPr>
          <p:spPr>
            <a:xfrm>
              <a:off x="7394977" y="32492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0" name="pt4520"/>
            <p:cNvSpPr/>
            <p:nvPr/>
          </p:nvSpPr>
          <p:spPr>
            <a:xfrm>
              <a:off x="7475846" y="3209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1" name="pt4521"/>
            <p:cNvSpPr/>
            <p:nvPr/>
          </p:nvSpPr>
          <p:spPr>
            <a:xfrm>
              <a:off x="7474462" y="32543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2" name="pt4522"/>
            <p:cNvSpPr/>
            <p:nvPr/>
          </p:nvSpPr>
          <p:spPr>
            <a:xfrm>
              <a:off x="7454987" y="32766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3" name="pt4523"/>
            <p:cNvSpPr/>
            <p:nvPr/>
          </p:nvSpPr>
          <p:spPr>
            <a:xfrm>
              <a:off x="7245351" y="33076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4" name="pt4524"/>
            <p:cNvSpPr/>
            <p:nvPr/>
          </p:nvSpPr>
          <p:spPr>
            <a:xfrm>
              <a:off x="7531904" y="3292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5" name="pt4525"/>
            <p:cNvSpPr/>
            <p:nvPr/>
          </p:nvSpPr>
          <p:spPr>
            <a:xfrm>
              <a:off x="7358113" y="3261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6" name="pt4526"/>
            <p:cNvSpPr/>
            <p:nvPr/>
          </p:nvSpPr>
          <p:spPr>
            <a:xfrm>
              <a:off x="7523684" y="3235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7" name="pt4527"/>
            <p:cNvSpPr/>
            <p:nvPr/>
          </p:nvSpPr>
          <p:spPr>
            <a:xfrm>
              <a:off x="7416536" y="32723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8" name="pt4528"/>
            <p:cNvSpPr/>
            <p:nvPr/>
          </p:nvSpPr>
          <p:spPr>
            <a:xfrm>
              <a:off x="7381725" y="3259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29" name="pt4529"/>
            <p:cNvSpPr/>
            <p:nvPr/>
          </p:nvSpPr>
          <p:spPr>
            <a:xfrm>
              <a:off x="7430817" y="32583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0" name="pt4530"/>
            <p:cNvSpPr/>
            <p:nvPr/>
          </p:nvSpPr>
          <p:spPr>
            <a:xfrm>
              <a:off x="7471542" y="3214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1" name="pt4531"/>
            <p:cNvSpPr/>
            <p:nvPr/>
          </p:nvSpPr>
          <p:spPr>
            <a:xfrm>
              <a:off x="7470521" y="3237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2" name="pt4532"/>
            <p:cNvSpPr/>
            <p:nvPr/>
          </p:nvSpPr>
          <p:spPr>
            <a:xfrm>
              <a:off x="7407628" y="32298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3" name="pt4533"/>
            <p:cNvSpPr/>
            <p:nvPr/>
          </p:nvSpPr>
          <p:spPr>
            <a:xfrm>
              <a:off x="7488404" y="3220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4" name="pt4534"/>
            <p:cNvSpPr/>
            <p:nvPr/>
          </p:nvSpPr>
          <p:spPr>
            <a:xfrm>
              <a:off x="7584846" y="3289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5" name="pt4535"/>
            <p:cNvSpPr/>
            <p:nvPr/>
          </p:nvSpPr>
          <p:spPr>
            <a:xfrm>
              <a:off x="7446363" y="3276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6" name="pt4536"/>
            <p:cNvSpPr/>
            <p:nvPr/>
          </p:nvSpPr>
          <p:spPr>
            <a:xfrm>
              <a:off x="7397579" y="3304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7" name="pt4537"/>
            <p:cNvSpPr/>
            <p:nvPr/>
          </p:nvSpPr>
          <p:spPr>
            <a:xfrm>
              <a:off x="7336271" y="3265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8" name="pt4538"/>
            <p:cNvSpPr/>
            <p:nvPr/>
          </p:nvSpPr>
          <p:spPr>
            <a:xfrm>
              <a:off x="7381424" y="32737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39" name="pt4539"/>
            <p:cNvSpPr/>
            <p:nvPr/>
          </p:nvSpPr>
          <p:spPr>
            <a:xfrm>
              <a:off x="7428671" y="3239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0" name="pt4540"/>
            <p:cNvSpPr/>
            <p:nvPr/>
          </p:nvSpPr>
          <p:spPr>
            <a:xfrm>
              <a:off x="7444829" y="32002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1" name="pt4541"/>
            <p:cNvSpPr/>
            <p:nvPr/>
          </p:nvSpPr>
          <p:spPr>
            <a:xfrm>
              <a:off x="7481103" y="32657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2" name="pt4542"/>
            <p:cNvSpPr/>
            <p:nvPr/>
          </p:nvSpPr>
          <p:spPr>
            <a:xfrm>
              <a:off x="7579014" y="3285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3" name="pt4543"/>
            <p:cNvSpPr/>
            <p:nvPr/>
          </p:nvSpPr>
          <p:spPr>
            <a:xfrm>
              <a:off x="7276743" y="33054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4" name="pt4544"/>
            <p:cNvSpPr/>
            <p:nvPr/>
          </p:nvSpPr>
          <p:spPr>
            <a:xfrm>
              <a:off x="7387398" y="3239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5" name="pt4545"/>
            <p:cNvSpPr/>
            <p:nvPr/>
          </p:nvSpPr>
          <p:spPr>
            <a:xfrm>
              <a:off x="7378493" y="32576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6" name="pt4546"/>
            <p:cNvSpPr/>
            <p:nvPr/>
          </p:nvSpPr>
          <p:spPr>
            <a:xfrm>
              <a:off x="7466288" y="3302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7" name="pt4547"/>
            <p:cNvSpPr/>
            <p:nvPr/>
          </p:nvSpPr>
          <p:spPr>
            <a:xfrm>
              <a:off x="7469520" y="3252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8" name="pt4548"/>
            <p:cNvSpPr/>
            <p:nvPr/>
          </p:nvSpPr>
          <p:spPr>
            <a:xfrm>
              <a:off x="7549552" y="32897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49" name="pt4549"/>
            <p:cNvSpPr/>
            <p:nvPr/>
          </p:nvSpPr>
          <p:spPr>
            <a:xfrm>
              <a:off x="7407878" y="3476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0" name="pt4550"/>
            <p:cNvSpPr/>
            <p:nvPr/>
          </p:nvSpPr>
          <p:spPr>
            <a:xfrm>
              <a:off x="7373016" y="32312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1" name="pt4551"/>
            <p:cNvSpPr/>
            <p:nvPr/>
          </p:nvSpPr>
          <p:spPr>
            <a:xfrm>
              <a:off x="7348777" y="33199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2" name="pt4552"/>
            <p:cNvSpPr/>
            <p:nvPr/>
          </p:nvSpPr>
          <p:spPr>
            <a:xfrm>
              <a:off x="7555802" y="336961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3" name="pt4553"/>
            <p:cNvSpPr/>
            <p:nvPr/>
          </p:nvSpPr>
          <p:spPr>
            <a:xfrm>
              <a:off x="7428810" y="32379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4" name="pt4554"/>
            <p:cNvSpPr/>
            <p:nvPr/>
          </p:nvSpPr>
          <p:spPr>
            <a:xfrm>
              <a:off x="7376238" y="32707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5" name="pt4555"/>
            <p:cNvSpPr/>
            <p:nvPr/>
          </p:nvSpPr>
          <p:spPr>
            <a:xfrm>
              <a:off x="7346227" y="32684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6" name="pt4556"/>
            <p:cNvSpPr/>
            <p:nvPr/>
          </p:nvSpPr>
          <p:spPr>
            <a:xfrm>
              <a:off x="7420243" y="3278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7" name="pt4557"/>
            <p:cNvSpPr/>
            <p:nvPr/>
          </p:nvSpPr>
          <p:spPr>
            <a:xfrm>
              <a:off x="7286412" y="3276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8" name="pt4558"/>
            <p:cNvSpPr/>
            <p:nvPr/>
          </p:nvSpPr>
          <p:spPr>
            <a:xfrm>
              <a:off x="7428560" y="3279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59" name="pt4559"/>
            <p:cNvSpPr/>
            <p:nvPr/>
          </p:nvSpPr>
          <p:spPr>
            <a:xfrm>
              <a:off x="7401580" y="32613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0" name="pt4560"/>
            <p:cNvSpPr/>
            <p:nvPr/>
          </p:nvSpPr>
          <p:spPr>
            <a:xfrm>
              <a:off x="7462595" y="3256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1" name="pt4561"/>
            <p:cNvSpPr/>
            <p:nvPr/>
          </p:nvSpPr>
          <p:spPr>
            <a:xfrm>
              <a:off x="7340116" y="3241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2" name="pt4562"/>
            <p:cNvSpPr/>
            <p:nvPr/>
          </p:nvSpPr>
          <p:spPr>
            <a:xfrm>
              <a:off x="7512233" y="3219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3" name="pt4563"/>
            <p:cNvSpPr/>
            <p:nvPr/>
          </p:nvSpPr>
          <p:spPr>
            <a:xfrm>
              <a:off x="7636780" y="32446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4" name="pt4564"/>
            <p:cNvSpPr/>
            <p:nvPr/>
          </p:nvSpPr>
          <p:spPr>
            <a:xfrm>
              <a:off x="7624665" y="3282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5" name="pt4565"/>
            <p:cNvSpPr/>
            <p:nvPr/>
          </p:nvSpPr>
          <p:spPr>
            <a:xfrm>
              <a:off x="7330536" y="32887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6" name="pt4566"/>
            <p:cNvSpPr/>
            <p:nvPr/>
          </p:nvSpPr>
          <p:spPr>
            <a:xfrm>
              <a:off x="7449236" y="32851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7" name="pt4567"/>
            <p:cNvSpPr/>
            <p:nvPr/>
          </p:nvSpPr>
          <p:spPr>
            <a:xfrm>
              <a:off x="7350853" y="32846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8" name="pt4568"/>
            <p:cNvSpPr/>
            <p:nvPr/>
          </p:nvSpPr>
          <p:spPr>
            <a:xfrm>
              <a:off x="7391121" y="32792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69" name="pt4569"/>
            <p:cNvSpPr/>
            <p:nvPr/>
          </p:nvSpPr>
          <p:spPr>
            <a:xfrm>
              <a:off x="7458658" y="32720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0" name="pt4570"/>
            <p:cNvSpPr/>
            <p:nvPr/>
          </p:nvSpPr>
          <p:spPr>
            <a:xfrm>
              <a:off x="7440404" y="32652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1" name="pt4571"/>
            <p:cNvSpPr/>
            <p:nvPr/>
          </p:nvSpPr>
          <p:spPr>
            <a:xfrm>
              <a:off x="7521023" y="32549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2" name="pt4572"/>
            <p:cNvSpPr/>
            <p:nvPr/>
          </p:nvSpPr>
          <p:spPr>
            <a:xfrm>
              <a:off x="7545195" y="3299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3" name="pt4573"/>
            <p:cNvSpPr/>
            <p:nvPr/>
          </p:nvSpPr>
          <p:spPr>
            <a:xfrm>
              <a:off x="7434298" y="33087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4" name="pt4574"/>
            <p:cNvSpPr/>
            <p:nvPr/>
          </p:nvSpPr>
          <p:spPr>
            <a:xfrm>
              <a:off x="7316375" y="32492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5" name="pt4575"/>
            <p:cNvSpPr/>
            <p:nvPr/>
          </p:nvSpPr>
          <p:spPr>
            <a:xfrm>
              <a:off x="7401973" y="3266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6" name="pt4576"/>
            <p:cNvSpPr/>
            <p:nvPr/>
          </p:nvSpPr>
          <p:spPr>
            <a:xfrm>
              <a:off x="7444799" y="3250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7" name="pt4577"/>
            <p:cNvSpPr/>
            <p:nvPr/>
          </p:nvSpPr>
          <p:spPr>
            <a:xfrm>
              <a:off x="7419537" y="3270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8" name="pt4578"/>
            <p:cNvSpPr/>
            <p:nvPr/>
          </p:nvSpPr>
          <p:spPr>
            <a:xfrm>
              <a:off x="7356697" y="3250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79" name="pt4579"/>
            <p:cNvSpPr/>
            <p:nvPr/>
          </p:nvSpPr>
          <p:spPr>
            <a:xfrm>
              <a:off x="7337283" y="3261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0" name="pt4580"/>
            <p:cNvSpPr/>
            <p:nvPr/>
          </p:nvSpPr>
          <p:spPr>
            <a:xfrm>
              <a:off x="7417026" y="32288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1" name="pt4581"/>
            <p:cNvSpPr/>
            <p:nvPr/>
          </p:nvSpPr>
          <p:spPr>
            <a:xfrm>
              <a:off x="7431415" y="3266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2" name="pt4582"/>
            <p:cNvSpPr/>
            <p:nvPr/>
          </p:nvSpPr>
          <p:spPr>
            <a:xfrm>
              <a:off x="7573229" y="32903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3" name="pt4583"/>
            <p:cNvSpPr/>
            <p:nvPr/>
          </p:nvSpPr>
          <p:spPr>
            <a:xfrm>
              <a:off x="7547560" y="32699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4" name="pt4584"/>
            <p:cNvSpPr/>
            <p:nvPr/>
          </p:nvSpPr>
          <p:spPr>
            <a:xfrm>
              <a:off x="7367287" y="3292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5" name="pt4585"/>
            <p:cNvSpPr/>
            <p:nvPr/>
          </p:nvSpPr>
          <p:spPr>
            <a:xfrm>
              <a:off x="7434007" y="32667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6" name="pt4586"/>
            <p:cNvSpPr/>
            <p:nvPr/>
          </p:nvSpPr>
          <p:spPr>
            <a:xfrm>
              <a:off x="7424184" y="3334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7" name="pt4587"/>
            <p:cNvSpPr/>
            <p:nvPr/>
          </p:nvSpPr>
          <p:spPr>
            <a:xfrm>
              <a:off x="7356918" y="3267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8" name="pt4588"/>
            <p:cNvSpPr/>
            <p:nvPr/>
          </p:nvSpPr>
          <p:spPr>
            <a:xfrm>
              <a:off x="7354911" y="32810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89" name="pt4589"/>
            <p:cNvSpPr/>
            <p:nvPr/>
          </p:nvSpPr>
          <p:spPr>
            <a:xfrm>
              <a:off x="7542184" y="32750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0" name="pt4590"/>
            <p:cNvSpPr/>
            <p:nvPr/>
          </p:nvSpPr>
          <p:spPr>
            <a:xfrm>
              <a:off x="7435810" y="32456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1" name="pt4591"/>
            <p:cNvSpPr/>
            <p:nvPr/>
          </p:nvSpPr>
          <p:spPr>
            <a:xfrm>
              <a:off x="7320651" y="32716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2" name="pt4592"/>
            <p:cNvSpPr/>
            <p:nvPr/>
          </p:nvSpPr>
          <p:spPr>
            <a:xfrm>
              <a:off x="7331196" y="32372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3" name="pt4593"/>
            <p:cNvSpPr/>
            <p:nvPr/>
          </p:nvSpPr>
          <p:spPr>
            <a:xfrm>
              <a:off x="7369565" y="3262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4" name="pt4594"/>
            <p:cNvSpPr/>
            <p:nvPr/>
          </p:nvSpPr>
          <p:spPr>
            <a:xfrm>
              <a:off x="7520396" y="32446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5" name="pt4595"/>
            <p:cNvSpPr/>
            <p:nvPr/>
          </p:nvSpPr>
          <p:spPr>
            <a:xfrm>
              <a:off x="7447702" y="32624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6" name="pt4596"/>
            <p:cNvSpPr/>
            <p:nvPr/>
          </p:nvSpPr>
          <p:spPr>
            <a:xfrm>
              <a:off x="7488279" y="3252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7" name="pt4597"/>
            <p:cNvSpPr/>
            <p:nvPr/>
          </p:nvSpPr>
          <p:spPr>
            <a:xfrm>
              <a:off x="7457701" y="3292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8" name="pt4598"/>
            <p:cNvSpPr/>
            <p:nvPr/>
          </p:nvSpPr>
          <p:spPr>
            <a:xfrm>
              <a:off x="7430283" y="32532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599" name="pt4599"/>
            <p:cNvSpPr/>
            <p:nvPr/>
          </p:nvSpPr>
          <p:spPr>
            <a:xfrm>
              <a:off x="7380744" y="3268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0" name="pt4600"/>
            <p:cNvSpPr/>
            <p:nvPr/>
          </p:nvSpPr>
          <p:spPr>
            <a:xfrm>
              <a:off x="7453375" y="3277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1" name="pt4601"/>
            <p:cNvSpPr/>
            <p:nvPr/>
          </p:nvSpPr>
          <p:spPr>
            <a:xfrm>
              <a:off x="7432964" y="32399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2" name="pt4602"/>
            <p:cNvSpPr/>
            <p:nvPr/>
          </p:nvSpPr>
          <p:spPr>
            <a:xfrm>
              <a:off x="7540238" y="32958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3" name="pt4603"/>
            <p:cNvSpPr/>
            <p:nvPr/>
          </p:nvSpPr>
          <p:spPr>
            <a:xfrm>
              <a:off x="7418446" y="32590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4" name="pt4604"/>
            <p:cNvSpPr/>
            <p:nvPr/>
          </p:nvSpPr>
          <p:spPr>
            <a:xfrm>
              <a:off x="7429476" y="34033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5" name="pt4605"/>
            <p:cNvSpPr/>
            <p:nvPr/>
          </p:nvSpPr>
          <p:spPr>
            <a:xfrm>
              <a:off x="7426126" y="3324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6" name="pt4606"/>
            <p:cNvSpPr/>
            <p:nvPr/>
          </p:nvSpPr>
          <p:spPr>
            <a:xfrm>
              <a:off x="7441011" y="3300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7" name="pt4607"/>
            <p:cNvSpPr/>
            <p:nvPr/>
          </p:nvSpPr>
          <p:spPr>
            <a:xfrm>
              <a:off x="7355831" y="3273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8" name="pt4608"/>
            <p:cNvSpPr/>
            <p:nvPr/>
          </p:nvSpPr>
          <p:spPr>
            <a:xfrm>
              <a:off x="7431091" y="3279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09" name="pt4609"/>
            <p:cNvSpPr/>
            <p:nvPr/>
          </p:nvSpPr>
          <p:spPr>
            <a:xfrm>
              <a:off x="7349752" y="3282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0" name="pt4610"/>
            <p:cNvSpPr/>
            <p:nvPr/>
          </p:nvSpPr>
          <p:spPr>
            <a:xfrm>
              <a:off x="7434102" y="32471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1" name="pt4611"/>
            <p:cNvSpPr/>
            <p:nvPr/>
          </p:nvSpPr>
          <p:spPr>
            <a:xfrm>
              <a:off x="7456963" y="33046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2" name="pt4612"/>
            <p:cNvSpPr/>
            <p:nvPr/>
          </p:nvSpPr>
          <p:spPr>
            <a:xfrm>
              <a:off x="7325250" y="3356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3" name="pt4613"/>
            <p:cNvSpPr/>
            <p:nvPr/>
          </p:nvSpPr>
          <p:spPr>
            <a:xfrm>
              <a:off x="7376185" y="3257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4" name="pt4614"/>
            <p:cNvSpPr/>
            <p:nvPr/>
          </p:nvSpPr>
          <p:spPr>
            <a:xfrm>
              <a:off x="7342287" y="3303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5" name="pt4615"/>
            <p:cNvSpPr/>
            <p:nvPr/>
          </p:nvSpPr>
          <p:spPr>
            <a:xfrm>
              <a:off x="7499608" y="32410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6" name="pt4616"/>
            <p:cNvSpPr/>
            <p:nvPr/>
          </p:nvSpPr>
          <p:spPr>
            <a:xfrm>
              <a:off x="7492663" y="33162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7" name="pt4617"/>
            <p:cNvSpPr/>
            <p:nvPr/>
          </p:nvSpPr>
          <p:spPr>
            <a:xfrm>
              <a:off x="7284994" y="3279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8" name="pt4618"/>
            <p:cNvSpPr/>
            <p:nvPr/>
          </p:nvSpPr>
          <p:spPr>
            <a:xfrm>
              <a:off x="7415772" y="32496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19" name="pt4619"/>
            <p:cNvSpPr/>
            <p:nvPr/>
          </p:nvSpPr>
          <p:spPr>
            <a:xfrm>
              <a:off x="7495745" y="30983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0" name="pt4620"/>
            <p:cNvSpPr/>
            <p:nvPr/>
          </p:nvSpPr>
          <p:spPr>
            <a:xfrm>
              <a:off x="7370320" y="3285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1" name="pt4621"/>
            <p:cNvSpPr/>
            <p:nvPr/>
          </p:nvSpPr>
          <p:spPr>
            <a:xfrm>
              <a:off x="7312634" y="32385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2" name="pt4622"/>
            <p:cNvSpPr/>
            <p:nvPr/>
          </p:nvSpPr>
          <p:spPr>
            <a:xfrm>
              <a:off x="7358806" y="3283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3" name="pt4623"/>
            <p:cNvSpPr/>
            <p:nvPr/>
          </p:nvSpPr>
          <p:spPr>
            <a:xfrm>
              <a:off x="7398506" y="32713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4" name="pt4624"/>
            <p:cNvSpPr/>
            <p:nvPr/>
          </p:nvSpPr>
          <p:spPr>
            <a:xfrm>
              <a:off x="7356577" y="32621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5" name="pt4625"/>
            <p:cNvSpPr/>
            <p:nvPr/>
          </p:nvSpPr>
          <p:spPr>
            <a:xfrm>
              <a:off x="7642862" y="3382084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6" name="pt4626"/>
            <p:cNvSpPr/>
            <p:nvPr/>
          </p:nvSpPr>
          <p:spPr>
            <a:xfrm>
              <a:off x="7443358" y="32496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7" name="pt4627"/>
            <p:cNvSpPr/>
            <p:nvPr/>
          </p:nvSpPr>
          <p:spPr>
            <a:xfrm>
              <a:off x="7555949" y="32419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8" name="pt4628"/>
            <p:cNvSpPr/>
            <p:nvPr/>
          </p:nvSpPr>
          <p:spPr>
            <a:xfrm>
              <a:off x="7463868" y="3255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29" name="pt4629"/>
            <p:cNvSpPr/>
            <p:nvPr/>
          </p:nvSpPr>
          <p:spPr>
            <a:xfrm>
              <a:off x="7459438" y="3289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0" name="pt4630"/>
            <p:cNvSpPr/>
            <p:nvPr/>
          </p:nvSpPr>
          <p:spPr>
            <a:xfrm>
              <a:off x="7517280" y="33016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1" name="pt4631"/>
            <p:cNvSpPr/>
            <p:nvPr/>
          </p:nvSpPr>
          <p:spPr>
            <a:xfrm>
              <a:off x="7387433" y="3261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2" name="pt4632"/>
            <p:cNvSpPr/>
            <p:nvPr/>
          </p:nvSpPr>
          <p:spPr>
            <a:xfrm>
              <a:off x="7492232" y="32839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3" name="pt4633"/>
            <p:cNvSpPr/>
            <p:nvPr/>
          </p:nvSpPr>
          <p:spPr>
            <a:xfrm>
              <a:off x="7566956" y="3199949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4" name="pt4634"/>
            <p:cNvSpPr/>
            <p:nvPr/>
          </p:nvSpPr>
          <p:spPr>
            <a:xfrm>
              <a:off x="7491390" y="32758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5" name="pt4635"/>
            <p:cNvSpPr/>
            <p:nvPr/>
          </p:nvSpPr>
          <p:spPr>
            <a:xfrm>
              <a:off x="7347853" y="3270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6" name="pt4636"/>
            <p:cNvSpPr/>
            <p:nvPr/>
          </p:nvSpPr>
          <p:spPr>
            <a:xfrm>
              <a:off x="7388307" y="3328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7" name="pt4637"/>
            <p:cNvSpPr/>
            <p:nvPr/>
          </p:nvSpPr>
          <p:spPr>
            <a:xfrm>
              <a:off x="7443321" y="32659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8" name="pt4638"/>
            <p:cNvSpPr/>
            <p:nvPr/>
          </p:nvSpPr>
          <p:spPr>
            <a:xfrm>
              <a:off x="7535434" y="32912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39" name="pt4639"/>
            <p:cNvSpPr/>
            <p:nvPr/>
          </p:nvSpPr>
          <p:spPr>
            <a:xfrm>
              <a:off x="7369692" y="3240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0" name="pt4640"/>
            <p:cNvSpPr/>
            <p:nvPr/>
          </p:nvSpPr>
          <p:spPr>
            <a:xfrm>
              <a:off x="7404530" y="3259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1" name="pt4641"/>
            <p:cNvSpPr/>
            <p:nvPr/>
          </p:nvSpPr>
          <p:spPr>
            <a:xfrm>
              <a:off x="7362977" y="3259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2" name="pt4642"/>
            <p:cNvSpPr/>
            <p:nvPr/>
          </p:nvSpPr>
          <p:spPr>
            <a:xfrm>
              <a:off x="7612243" y="32813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3" name="pt4643"/>
            <p:cNvSpPr/>
            <p:nvPr/>
          </p:nvSpPr>
          <p:spPr>
            <a:xfrm>
              <a:off x="7546925" y="32641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4" name="pt4644"/>
            <p:cNvSpPr/>
            <p:nvPr/>
          </p:nvSpPr>
          <p:spPr>
            <a:xfrm>
              <a:off x="7437014" y="3289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5" name="pt4645"/>
            <p:cNvSpPr/>
            <p:nvPr/>
          </p:nvSpPr>
          <p:spPr>
            <a:xfrm>
              <a:off x="7381735" y="3282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6" name="pt4646"/>
            <p:cNvSpPr/>
            <p:nvPr/>
          </p:nvSpPr>
          <p:spPr>
            <a:xfrm>
              <a:off x="7463646" y="32681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7" name="pt4647"/>
            <p:cNvSpPr/>
            <p:nvPr/>
          </p:nvSpPr>
          <p:spPr>
            <a:xfrm>
              <a:off x="7504263" y="32501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8" name="pt4648"/>
            <p:cNvSpPr/>
            <p:nvPr/>
          </p:nvSpPr>
          <p:spPr>
            <a:xfrm>
              <a:off x="7265455" y="32873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49" name="pt4649"/>
            <p:cNvSpPr/>
            <p:nvPr/>
          </p:nvSpPr>
          <p:spPr>
            <a:xfrm>
              <a:off x="7398811" y="32545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0" name="pt4650"/>
            <p:cNvSpPr/>
            <p:nvPr/>
          </p:nvSpPr>
          <p:spPr>
            <a:xfrm>
              <a:off x="7397581" y="32670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1" name="pt4651"/>
            <p:cNvSpPr/>
            <p:nvPr/>
          </p:nvSpPr>
          <p:spPr>
            <a:xfrm>
              <a:off x="7483676" y="32512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2" name="pt4652"/>
            <p:cNvSpPr/>
            <p:nvPr/>
          </p:nvSpPr>
          <p:spPr>
            <a:xfrm>
              <a:off x="7336768" y="32605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3" name="pt4653"/>
            <p:cNvSpPr/>
            <p:nvPr/>
          </p:nvSpPr>
          <p:spPr>
            <a:xfrm>
              <a:off x="7468322" y="3294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4" name="pt4654"/>
            <p:cNvSpPr/>
            <p:nvPr/>
          </p:nvSpPr>
          <p:spPr>
            <a:xfrm>
              <a:off x="7371879" y="32854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5" name="pt4655"/>
            <p:cNvSpPr/>
            <p:nvPr/>
          </p:nvSpPr>
          <p:spPr>
            <a:xfrm>
              <a:off x="7552874" y="33004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6" name="pt4656"/>
            <p:cNvSpPr/>
            <p:nvPr/>
          </p:nvSpPr>
          <p:spPr>
            <a:xfrm>
              <a:off x="7397464" y="3257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7" name="pt4657"/>
            <p:cNvSpPr/>
            <p:nvPr/>
          </p:nvSpPr>
          <p:spPr>
            <a:xfrm>
              <a:off x="7477556" y="32442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8" name="pt4658"/>
            <p:cNvSpPr/>
            <p:nvPr/>
          </p:nvSpPr>
          <p:spPr>
            <a:xfrm>
              <a:off x="7530041" y="3307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59" name="pt4659"/>
            <p:cNvSpPr/>
            <p:nvPr/>
          </p:nvSpPr>
          <p:spPr>
            <a:xfrm>
              <a:off x="7361714" y="32740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0" name="pt4660"/>
            <p:cNvSpPr/>
            <p:nvPr/>
          </p:nvSpPr>
          <p:spPr>
            <a:xfrm>
              <a:off x="7496240" y="32693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1" name="pt4661"/>
            <p:cNvSpPr/>
            <p:nvPr/>
          </p:nvSpPr>
          <p:spPr>
            <a:xfrm>
              <a:off x="7362395" y="3264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2" name="pt4662"/>
            <p:cNvSpPr/>
            <p:nvPr/>
          </p:nvSpPr>
          <p:spPr>
            <a:xfrm>
              <a:off x="7517341" y="32214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3" name="pt4663"/>
            <p:cNvSpPr/>
            <p:nvPr/>
          </p:nvSpPr>
          <p:spPr>
            <a:xfrm>
              <a:off x="7393243" y="3294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4" name="pt4664"/>
            <p:cNvSpPr/>
            <p:nvPr/>
          </p:nvSpPr>
          <p:spPr>
            <a:xfrm>
              <a:off x="7471270" y="3250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5" name="pt4665"/>
            <p:cNvSpPr/>
            <p:nvPr/>
          </p:nvSpPr>
          <p:spPr>
            <a:xfrm>
              <a:off x="7404036" y="2959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6" name="pt4666"/>
            <p:cNvSpPr/>
            <p:nvPr/>
          </p:nvSpPr>
          <p:spPr>
            <a:xfrm>
              <a:off x="7359262" y="3250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7" name="pt4667"/>
            <p:cNvSpPr/>
            <p:nvPr/>
          </p:nvSpPr>
          <p:spPr>
            <a:xfrm>
              <a:off x="7544611" y="35202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8" name="pt4668"/>
            <p:cNvSpPr/>
            <p:nvPr/>
          </p:nvSpPr>
          <p:spPr>
            <a:xfrm>
              <a:off x="7494228" y="32444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69" name="pt4669"/>
            <p:cNvSpPr/>
            <p:nvPr/>
          </p:nvSpPr>
          <p:spPr>
            <a:xfrm>
              <a:off x="7466507" y="3262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0" name="pt4670"/>
            <p:cNvSpPr/>
            <p:nvPr/>
          </p:nvSpPr>
          <p:spPr>
            <a:xfrm>
              <a:off x="7419146" y="32492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1" name="pt4671"/>
            <p:cNvSpPr/>
            <p:nvPr/>
          </p:nvSpPr>
          <p:spPr>
            <a:xfrm>
              <a:off x="7478316" y="32653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2" name="pt4672"/>
            <p:cNvSpPr/>
            <p:nvPr/>
          </p:nvSpPr>
          <p:spPr>
            <a:xfrm>
              <a:off x="7490742" y="33063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3" name="pt4673"/>
            <p:cNvSpPr/>
            <p:nvPr/>
          </p:nvSpPr>
          <p:spPr>
            <a:xfrm>
              <a:off x="7409362" y="3257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4" name="pt4674"/>
            <p:cNvSpPr/>
            <p:nvPr/>
          </p:nvSpPr>
          <p:spPr>
            <a:xfrm>
              <a:off x="7434673" y="3252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5" name="pt4675"/>
            <p:cNvSpPr/>
            <p:nvPr/>
          </p:nvSpPr>
          <p:spPr>
            <a:xfrm>
              <a:off x="7496323" y="32429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6" name="pt4676"/>
            <p:cNvSpPr/>
            <p:nvPr/>
          </p:nvSpPr>
          <p:spPr>
            <a:xfrm>
              <a:off x="7557469" y="3264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7" name="pt4677"/>
            <p:cNvSpPr/>
            <p:nvPr/>
          </p:nvSpPr>
          <p:spPr>
            <a:xfrm>
              <a:off x="7450283" y="3270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8" name="pt4678"/>
            <p:cNvSpPr/>
            <p:nvPr/>
          </p:nvSpPr>
          <p:spPr>
            <a:xfrm>
              <a:off x="7486011" y="3250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79" name="pt4679"/>
            <p:cNvSpPr/>
            <p:nvPr/>
          </p:nvSpPr>
          <p:spPr>
            <a:xfrm>
              <a:off x="7352513" y="32595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0" name="pt4680"/>
            <p:cNvSpPr/>
            <p:nvPr/>
          </p:nvSpPr>
          <p:spPr>
            <a:xfrm>
              <a:off x="7593603" y="3284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1" name="pt4681"/>
            <p:cNvSpPr/>
            <p:nvPr/>
          </p:nvSpPr>
          <p:spPr>
            <a:xfrm>
              <a:off x="7349542" y="33650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2" name="pt4682"/>
            <p:cNvSpPr/>
            <p:nvPr/>
          </p:nvSpPr>
          <p:spPr>
            <a:xfrm>
              <a:off x="7335267" y="3280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3" name="pt4683"/>
            <p:cNvSpPr/>
            <p:nvPr/>
          </p:nvSpPr>
          <p:spPr>
            <a:xfrm>
              <a:off x="7225499" y="319446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4" name="pt4684"/>
            <p:cNvSpPr/>
            <p:nvPr/>
          </p:nvSpPr>
          <p:spPr>
            <a:xfrm>
              <a:off x="7288493" y="32550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5" name="pt4685"/>
            <p:cNvSpPr/>
            <p:nvPr/>
          </p:nvSpPr>
          <p:spPr>
            <a:xfrm>
              <a:off x="7357197" y="3255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6" name="pt4686"/>
            <p:cNvSpPr/>
            <p:nvPr/>
          </p:nvSpPr>
          <p:spPr>
            <a:xfrm>
              <a:off x="7422784" y="3281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7" name="pt4687"/>
            <p:cNvSpPr/>
            <p:nvPr/>
          </p:nvSpPr>
          <p:spPr>
            <a:xfrm>
              <a:off x="7456984" y="32997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8" name="pt4688"/>
            <p:cNvSpPr/>
            <p:nvPr/>
          </p:nvSpPr>
          <p:spPr>
            <a:xfrm>
              <a:off x="7484049" y="3271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89" name="pt4689"/>
            <p:cNvSpPr/>
            <p:nvPr/>
          </p:nvSpPr>
          <p:spPr>
            <a:xfrm>
              <a:off x="7297826" y="3264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0" name="pt4690"/>
            <p:cNvSpPr/>
            <p:nvPr/>
          </p:nvSpPr>
          <p:spPr>
            <a:xfrm>
              <a:off x="7441230" y="3268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1" name="pt4691"/>
            <p:cNvSpPr/>
            <p:nvPr/>
          </p:nvSpPr>
          <p:spPr>
            <a:xfrm>
              <a:off x="7289817" y="32726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2" name="pt4692"/>
            <p:cNvSpPr/>
            <p:nvPr/>
          </p:nvSpPr>
          <p:spPr>
            <a:xfrm>
              <a:off x="7400016" y="32467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3" name="pt4693"/>
            <p:cNvSpPr/>
            <p:nvPr/>
          </p:nvSpPr>
          <p:spPr>
            <a:xfrm>
              <a:off x="7401003" y="3254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4" name="pt4694"/>
            <p:cNvSpPr/>
            <p:nvPr/>
          </p:nvSpPr>
          <p:spPr>
            <a:xfrm>
              <a:off x="7442538" y="3297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5" name="pt4695"/>
            <p:cNvSpPr/>
            <p:nvPr/>
          </p:nvSpPr>
          <p:spPr>
            <a:xfrm>
              <a:off x="7429159" y="32603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6" name="pt4696"/>
            <p:cNvSpPr/>
            <p:nvPr/>
          </p:nvSpPr>
          <p:spPr>
            <a:xfrm>
              <a:off x="7556198" y="3241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7" name="pt4697"/>
            <p:cNvSpPr/>
            <p:nvPr/>
          </p:nvSpPr>
          <p:spPr>
            <a:xfrm>
              <a:off x="7546771" y="3218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8" name="pt4698"/>
            <p:cNvSpPr/>
            <p:nvPr/>
          </p:nvSpPr>
          <p:spPr>
            <a:xfrm>
              <a:off x="7337887" y="32789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699" name="pt4699"/>
            <p:cNvSpPr/>
            <p:nvPr/>
          </p:nvSpPr>
          <p:spPr>
            <a:xfrm>
              <a:off x="7377801" y="32654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0" name="pt4700"/>
            <p:cNvSpPr/>
            <p:nvPr/>
          </p:nvSpPr>
          <p:spPr>
            <a:xfrm>
              <a:off x="7380609" y="32598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1" name="pt4701"/>
            <p:cNvSpPr/>
            <p:nvPr/>
          </p:nvSpPr>
          <p:spPr>
            <a:xfrm>
              <a:off x="7577121" y="32862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2" name="pt4702"/>
            <p:cNvSpPr/>
            <p:nvPr/>
          </p:nvSpPr>
          <p:spPr>
            <a:xfrm>
              <a:off x="7346977" y="3295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3" name="pt4703"/>
            <p:cNvSpPr/>
            <p:nvPr/>
          </p:nvSpPr>
          <p:spPr>
            <a:xfrm>
              <a:off x="7379607" y="32882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4" name="pt4704"/>
            <p:cNvSpPr/>
            <p:nvPr/>
          </p:nvSpPr>
          <p:spPr>
            <a:xfrm>
              <a:off x="7497650" y="33613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5" name="pt4705"/>
            <p:cNvSpPr/>
            <p:nvPr/>
          </p:nvSpPr>
          <p:spPr>
            <a:xfrm>
              <a:off x="7508363" y="33447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6" name="pt4706"/>
            <p:cNvSpPr/>
            <p:nvPr/>
          </p:nvSpPr>
          <p:spPr>
            <a:xfrm>
              <a:off x="7432501" y="31571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7" name="pt4707"/>
            <p:cNvSpPr/>
            <p:nvPr/>
          </p:nvSpPr>
          <p:spPr>
            <a:xfrm>
              <a:off x="7480620" y="32664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8" name="pt4708"/>
            <p:cNvSpPr/>
            <p:nvPr/>
          </p:nvSpPr>
          <p:spPr>
            <a:xfrm>
              <a:off x="7516112" y="3254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09" name="pt4709"/>
            <p:cNvSpPr/>
            <p:nvPr/>
          </p:nvSpPr>
          <p:spPr>
            <a:xfrm>
              <a:off x="7471664" y="32604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0" name="pt4710"/>
            <p:cNvSpPr/>
            <p:nvPr/>
          </p:nvSpPr>
          <p:spPr>
            <a:xfrm>
              <a:off x="7549931" y="32604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1" name="pt4711"/>
            <p:cNvSpPr/>
            <p:nvPr/>
          </p:nvSpPr>
          <p:spPr>
            <a:xfrm>
              <a:off x="7534509" y="3270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2" name="pt4712"/>
            <p:cNvSpPr/>
            <p:nvPr/>
          </p:nvSpPr>
          <p:spPr>
            <a:xfrm>
              <a:off x="7551310" y="32507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3" name="pt4713"/>
            <p:cNvSpPr/>
            <p:nvPr/>
          </p:nvSpPr>
          <p:spPr>
            <a:xfrm>
              <a:off x="7546563" y="32943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4" name="pt4714"/>
            <p:cNvSpPr/>
            <p:nvPr/>
          </p:nvSpPr>
          <p:spPr>
            <a:xfrm>
              <a:off x="7378694" y="3262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5" name="pt4715"/>
            <p:cNvSpPr/>
            <p:nvPr/>
          </p:nvSpPr>
          <p:spPr>
            <a:xfrm>
              <a:off x="7341666" y="32573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6" name="pt4716"/>
            <p:cNvSpPr/>
            <p:nvPr/>
          </p:nvSpPr>
          <p:spPr>
            <a:xfrm>
              <a:off x="7398549" y="32751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7" name="pt4717"/>
            <p:cNvSpPr/>
            <p:nvPr/>
          </p:nvSpPr>
          <p:spPr>
            <a:xfrm>
              <a:off x="7484033" y="3246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8" name="pt4718"/>
            <p:cNvSpPr/>
            <p:nvPr/>
          </p:nvSpPr>
          <p:spPr>
            <a:xfrm>
              <a:off x="7445642" y="3268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19" name="pt4719"/>
            <p:cNvSpPr/>
            <p:nvPr/>
          </p:nvSpPr>
          <p:spPr>
            <a:xfrm>
              <a:off x="7384990" y="32525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0" name="pt4720"/>
            <p:cNvSpPr/>
            <p:nvPr/>
          </p:nvSpPr>
          <p:spPr>
            <a:xfrm>
              <a:off x="7364724" y="33322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1" name="pt4721"/>
            <p:cNvSpPr/>
            <p:nvPr/>
          </p:nvSpPr>
          <p:spPr>
            <a:xfrm>
              <a:off x="7537366" y="3253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2" name="pt4722"/>
            <p:cNvSpPr/>
            <p:nvPr/>
          </p:nvSpPr>
          <p:spPr>
            <a:xfrm>
              <a:off x="7386576" y="32905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3" name="pt4723"/>
            <p:cNvSpPr/>
            <p:nvPr/>
          </p:nvSpPr>
          <p:spPr>
            <a:xfrm>
              <a:off x="7496272" y="32920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4" name="pt4724"/>
            <p:cNvSpPr/>
            <p:nvPr/>
          </p:nvSpPr>
          <p:spPr>
            <a:xfrm>
              <a:off x="7402377" y="32074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5" name="pt4725"/>
            <p:cNvSpPr/>
            <p:nvPr/>
          </p:nvSpPr>
          <p:spPr>
            <a:xfrm>
              <a:off x="7459728" y="3268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6" name="pt4726"/>
            <p:cNvSpPr/>
            <p:nvPr/>
          </p:nvSpPr>
          <p:spPr>
            <a:xfrm>
              <a:off x="7498123" y="3238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7" name="pt4727"/>
            <p:cNvSpPr/>
            <p:nvPr/>
          </p:nvSpPr>
          <p:spPr>
            <a:xfrm>
              <a:off x="7511586" y="3312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8" name="pt4728"/>
            <p:cNvSpPr/>
            <p:nvPr/>
          </p:nvSpPr>
          <p:spPr>
            <a:xfrm>
              <a:off x="7414737" y="32913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29" name="pt4729"/>
            <p:cNvSpPr/>
            <p:nvPr/>
          </p:nvSpPr>
          <p:spPr>
            <a:xfrm>
              <a:off x="7406741" y="32578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0" name="pt4730"/>
            <p:cNvSpPr/>
            <p:nvPr/>
          </p:nvSpPr>
          <p:spPr>
            <a:xfrm>
              <a:off x="7323580" y="32906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1" name="pt4731"/>
            <p:cNvSpPr/>
            <p:nvPr/>
          </p:nvSpPr>
          <p:spPr>
            <a:xfrm>
              <a:off x="7484172" y="32898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2" name="pt4732"/>
            <p:cNvSpPr/>
            <p:nvPr/>
          </p:nvSpPr>
          <p:spPr>
            <a:xfrm>
              <a:off x="7376389" y="32817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3" name="pt4733"/>
            <p:cNvSpPr/>
            <p:nvPr/>
          </p:nvSpPr>
          <p:spPr>
            <a:xfrm>
              <a:off x="7403541" y="3282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4" name="pt4734"/>
            <p:cNvSpPr/>
            <p:nvPr/>
          </p:nvSpPr>
          <p:spPr>
            <a:xfrm>
              <a:off x="7507083" y="3279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5" name="pt4735"/>
            <p:cNvSpPr/>
            <p:nvPr/>
          </p:nvSpPr>
          <p:spPr>
            <a:xfrm>
              <a:off x="7306710" y="32744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6" name="pt4736"/>
            <p:cNvSpPr/>
            <p:nvPr/>
          </p:nvSpPr>
          <p:spPr>
            <a:xfrm>
              <a:off x="7588431" y="3247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7" name="pt4737"/>
            <p:cNvSpPr/>
            <p:nvPr/>
          </p:nvSpPr>
          <p:spPr>
            <a:xfrm>
              <a:off x="7402560" y="32486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8" name="pt4738"/>
            <p:cNvSpPr/>
            <p:nvPr/>
          </p:nvSpPr>
          <p:spPr>
            <a:xfrm>
              <a:off x="7466184" y="3221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39" name="pt4739"/>
            <p:cNvSpPr/>
            <p:nvPr/>
          </p:nvSpPr>
          <p:spPr>
            <a:xfrm>
              <a:off x="7432354" y="32626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0" name="pt4740"/>
            <p:cNvSpPr/>
            <p:nvPr/>
          </p:nvSpPr>
          <p:spPr>
            <a:xfrm>
              <a:off x="7544099" y="3256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1" name="pt4741"/>
            <p:cNvSpPr/>
            <p:nvPr/>
          </p:nvSpPr>
          <p:spPr>
            <a:xfrm>
              <a:off x="7334218" y="3258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2" name="pt4742"/>
            <p:cNvSpPr/>
            <p:nvPr/>
          </p:nvSpPr>
          <p:spPr>
            <a:xfrm>
              <a:off x="7509310" y="32801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3" name="pt4743"/>
            <p:cNvSpPr/>
            <p:nvPr/>
          </p:nvSpPr>
          <p:spPr>
            <a:xfrm>
              <a:off x="7348498" y="32659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4" name="pt4744"/>
            <p:cNvSpPr/>
            <p:nvPr/>
          </p:nvSpPr>
          <p:spPr>
            <a:xfrm>
              <a:off x="7524606" y="32717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5" name="pt4745"/>
            <p:cNvSpPr/>
            <p:nvPr/>
          </p:nvSpPr>
          <p:spPr>
            <a:xfrm>
              <a:off x="7531844" y="3225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6" name="pt4746"/>
            <p:cNvSpPr/>
            <p:nvPr/>
          </p:nvSpPr>
          <p:spPr>
            <a:xfrm>
              <a:off x="7498685" y="3244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7" name="pt4747"/>
            <p:cNvSpPr/>
            <p:nvPr/>
          </p:nvSpPr>
          <p:spPr>
            <a:xfrm>
              <a:off x="7418497" y="3195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8" name="pt4748"/>
            <p:cNvSpPr/>
            <p:nvPr/>
          </p:nvSpPr>
          <p:spPr>
            <a:xfrm>
              <a:off x="7564659" y="32701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49" name="pt4749"/>
            <p:cNvSpPr/>
            <p:nvPr/>
          </p:nvSpPr>
          <p:spPr>
            <a:xfrm>
              <a:off x="7361883" y="3288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0" name="pt4750"/>
            <p:cNvSpPr/>
            <p:nvPr/>
          </p:nvSpPr>
          <p:spPr>
            <a:xfrm>
              <a:off x="7409613" y="32830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1" name="pt4751"/>
            <p:cNvSpPr/>
            <p:nvPr/>
          </p:nvSpPr>
          <p:spPr>
            <a:xfrm>
              <a:off x="7399647" y="32850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2" name="pt4752"/>
            <p:cNvSpPr/>
            <p:nvPr/>
          </p:nvSpPr>
          <p:spPr>
            <a:xfrm>
              <a:off x="7471028" y="33207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3" name="pt4753"/>
            <p:cNvSpPr/>
            <p:nvPr/>
          </p:nvSpPr>
          <p:spPr>
            <a:xfrm>
              <a:off x="7503817" y="32547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4" name="pt4754"/>
            <p:cNvSpPr/>
            <p:nvPr/>
          </p:nvSpPr>
          <p:spPr>
            <a:xfrm>
              <a:off x="7461820" y="32486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5" name="pt4755"/>
            <p:cNvSpPr/>
            <p:nvPr/>
          </p:nvSpPr>
          <p:spPr>
            <a:xfrm>
              <a:off x="7380402" y="3273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6" name="pt4756"/>
            <p:cNvSpPr/>
            <p:nvPr/>
          </p:nvSpPr>
          <p:spPr>
            <a:xfrm>
              <a:off x="7488116" y="3305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7" name="pt4757"/>
            <p:cNvSpPr/>
            <p:nvPr/>
          </p:nvSpPr>
          <p:spPr>
            <a:xfrm>
              <a:off x="7433228" y="3303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8" name="pt4758"/>
            <p:cNvSpPr/>
            <p:nvPr/>
          </p:nvSpPr>
          <p:spPr>
            <a:xfrm>
              <a:off x="7445642" y="3282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59" name="pt4759"/>
            <p:cNvSpPr/>
            <p:nvPr/>
          </p:nvSpPr>
          <p:spPr>
            <a:xfrm>
              <a:off x="7485668" y="3228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0" name="pt4760"/>
            <p:cNvSpPr/>
            <p:nvPr/>
          </p:nvSpPr>
          <p:spPr>
            <a:xfrm>
              <a:off x="7066934" y="3275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1" name="pt4761"/>
            <p:cNvSpPr/>
            <p:nvPr/>
          </p:nvSpPr>
          <p:spPr>
            <a:xfrm>
              <a:off x="7477077" y="32763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2" name="pt4762"/>
            <p:cNvSpPr/>
            <p:nvPr/>
          </p:nvSpPr>
          <p:spPr>
            <a:xfrm>
              <a:off x="7423797" y="3264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3" name="pt4763"/>
            <p:cNvSpPr/>
            <p:nvPr/>
          </p:nvSpPr>
          <p:spPr>
            <a:xfrm>
              <a:off x="7419631" y="3248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4" name="pt4764"/>
            <p:cNvSpPr/>
            <p:nvPr/>
          </p:nvSpPr>
          <p:spPr>
            <a:xfrm>
              <a:off x="7509422" y="3316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5" name="pt4765"/>
            <p:cNvSpPr/>
            <p:nvPr/>
          </p:nvSpPr>
          <p:spPr>
            <a:xfrm>
              <a:off x="7468105" y="33208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6" name="pt4766"/>
            <p:cNvSpPr/>
            <p:nvPr/>
          </p:nvSpPr>
          <p:spPr>
            <a:xfrm>
              <a:off x="7419082" y="32539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7" name="pt4767"/>
            <p:cNvSpPr/>
            <p:nvPr/>
          </p:nvSpPr>
          <p:spPr>
            <a:xfrm>
              <a:off x="7457172" y="3270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8" name="pt4768"/>
            <p:cNvSpPr/>
            <p:nvPr/>
          </p:nvSpPr>
          <p:spPr>
            <a:xfrm>
              <a:off x="7469276" y="3305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69" name="pt4769"/>
            <p:cNvSpPr/>
            <p:nvPr/>
          </p:nvSpPr>
          <p:spPr>
            <a:xfrm>
              <a:off x="7408611" y="32891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0" name="pt4770"/>
            <p:cNvSpPr/>
            <p:nvPr/>
          </p:nvSpPr>
          <p:spPr>
            <a:xfrm>
              <a:off x="7506372" y="3266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1" name="pt4771"/>
            <p:cNvSpPr/>
            <p:nvPr/>
          </p:nvSpPr>
          <p:spPr>
            <a:xfrm>
              <a:off x="7401439" y="33055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2" name="pt4772"/>
            <p:cNvSpPr/>
            <p:nvPr/>
          </p:nvSpPr>
          <p:spPr>
            <a:xfrm>
              <a:off x="7458443" y="32865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3" name="pt4773"/>
            <p:cNvSpPr/>
            <p:nvPr/>
          </p:nvSpPr>
          <p:spPr>
            <a:xfrm>
              <a:off x="7346974" y="32588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4" name="pt4774"/>
            <p:cNvSpPr/>
            <p:nvPr/>
          </p:nvSpPr>
          <p:spPr>
            <a:xfrm>
              <a:off x="7388931" y="3281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5" name="pt4775"/>
            <p:cNvSpPr/>
            <p:nvPr/>
          </p:nvSpPr>
          <p:spPr>
            <a:xfrm>
              <a:off x="7672380" y="3304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6" name="pt4776"/>
            <p:cNvSpPr/>
            <p:nvPr/>
          </p:nvSpPr>
          <p:spPr>
            <a:xfrm>
              <a:off x="7571684" y="3277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7" name="pt4777"/>
            <p:cNvSpPr/>
            <p:nvPr/>
          </p:nvSpPr>
          <p:spPr>
            <a:xfrm>
              <a:off x="7485339" y="3250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8" name="pt4778"/>
            <p:cNvSpPr/>
            <p:nvPr/>
          </p:nvSpPr>
          <p:spPr>
            <a:xfrm>
              <a:off x="7425248" y="32804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79" name="pt4779"/>
            <p:cNvSpPr/>
            <p:nvPr/>
          </p:nvSpPr>
          <p:spPr>
            <a:xfrm>
              <a:off x="7539268" y="32712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0" name="pt4780"/>
            <p:cNvSpPr/>
            <p:nvPr/>
          </p:nvSpPr>
          <p:spPr>
            <a:xfrm>
              <a:off x="7364998" y="33382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1" name="pt4781"/>
            <p:cNvSpPr/>
            <p:nvPr/>
          </p:nvSpPr>
          <p:spPr>
            <a:xfrm>
              <a:off x="7478767" y="32557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2" name="pt4782"/>
            <p:cNvSpPr/>
            <p:nvPr/>
          </p:nvSpPr>
          <p:spPr>
            <a:xfrm>
              <a:off x="7418317" y="3288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3" name="pt4783"/>
            <p:cNvSpPr/>
            <p:nvPr/>
          </p:nvSpPr>
          <p:spPr>
            <a:xfrm>
              <a:off x="7367546" y="32767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4" name="pt4784"/>
            <p:cNvSpPr/>
            <p:nvPr/>
          </p:nvSpPr>
          <p:spPr>
            <a:xfrm>
              <a:off x="7388519" y="32110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5" name="pt4785"/>
            <p:cNvSpPr/>
            <p:nvPr/>
          </p:nvSpPr>
          <p:spPr>
            <a:xfrm>
              <a:off x="7451685" y="3253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6" name="pt4786"/>
            <p:cNvSpPr/>
            <p:nvPr/>
          </p:nvSpPr>
          <p:spPr>
            <a:xfrm>
              <a:off x="7355755" y="3268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7" name="pt4787"/>
            <p:cNvSpPr/>
            <p:nvPr/>
          </p:nvSpPr>
          <p:spPr>
            <a:xfrm>
              <a:off x="7373742" y="32650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8" name="pt4788"/>
            <p:cNvSpPr/>
            <p:nvPr/>
          </p:nvSpPr>
          <p:spPr>
            <a:xfrm>
              <a:off x="7420474" y="32693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89" name="pt4789"/>
            <p:cNvSpPr/>
            <p:nvPr/>
          </p:nvSpPr>
          <p:spPr>
            <a:xfrm>
              <a:off x="7371555" y="32486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0" name="pt4790"/>
            <p:cNvSpPr/>
            <p:nvPr/>
          </p:nvSpPr>
          <p:spPr>
            <a:xfrm>
              <a:off x="7462166" y="3252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1" name="pt4791"/>
            <p:cNvSpPr/>
            <p:nvPr/>
          </p:nvSpPr>
          <p:spPr>
            <a:xfrm>
              <a:off x="7449335" y="3293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2" name="pt4792"/>
            <p:cNvSpPr/>
            <p:nvPr/>
          </p:nvSpPr>
          <p:spPr>
            <a:xfrm>
              <a:off x="7405685" y="32636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3" name="pt4793"/>
            <p:cNvSpPr/>
            <p:nvPr/>
          </p:nvSpPr>
          <p:spPr>
            <a:xfrm>
              <a:off x="7392860" y="32753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4" name="pt4794"/>
            <p:cNvSpPr/>
            <p:nvPr/>
          </p:nvSpPr>
          <p:spPr>
            <a:xfrm>
              <a:off x="7349766" y="32744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5" name="pt4795"/>
            <p:cNvSpPr/>
            <p:nvPr/>
          </p:nvSpPr>
          <p:spPr>
            <a:xfrm>
              <a:off x="7448968" y="3273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6" name="pt4796"/>
            <p:cNvSpPr/>
            <p:nvPr/>
          </p:nvSpPr>
          <p:spPr>
            <a:xfrm>
              <a:off x="7518676" y="3276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7" name="pt4797"/>
            <p:cNvSpPr/>
            <p:nvPr/>
          </p:nvSpPr>
          <p:spPr>
            <a:xfrm>
              <a:off x="7385703" y="3285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8" name="pt4798"/>
            <p:cNvSpPr/>
            <p:nvPr/>
          </p:nvSpPr>
          <p:spPr>
            <a:xfrm>
              <a:off x="7416809" y="3273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799" name="pt4799"/>
            <p:cNvSpPr/>
            <p:nvPr/>
          </p:nvSpPr>
          <p:spPr>
            <a:xfrm>
              <a:off x="7402789" y="3289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0" name="pt4800"/>
            <p:cNvSpPr/>
            <p:nvPr/>
          </p:nvSpPr>
          <p:spPr>
            <a:xfrm>
              <a:off x="7376334" y="3304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1" name="pt4801"/>
            <p:cNvSpPr/>
            <p:nvPr/>
          </p:nvSpPr>
          <p:spPr>
            <a:xfrm>
              <a:off x="7348250" y="3257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2" name="pt4802"/>
            <p:cNvSpPr/>
            <p:nvPr/>
          </p:nvSpPr>
          <p:spPr>
            <a:xfrm>
              <a:off x="7389795" y="31970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3" name="pt4803"/>
            <p:cNvSpPr/>
            <p:nvPr/>
          </p:nvSpPr>
          <p:spPr>
            <a:xfrm>
              <a:off x="7376116" y="32907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4" name="pt4804"/>
            <p:cNvSpPr/>
            <p:nvPr/>
          </p:nvSpPr>
          <p:spPr>
            <a:xfrm>
              <a:off x="7406116" y="32608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5" name="pt4805"/>
            <p:cNvSpPr/>
            <p:nvPr/>
          </p:nvSpPr>
          <p:spPr>
            <a:xfrm>
              <a:off x="7372969" y="32581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6" name="pt4806"/>
            <p:cNvSpPr/>
            <p:nvPr/>
          </p:nvSpPr>
          <p:spPr>
            <a:xfrm>
              <a:off x="7420704" y="3227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7" name="pt4807"/>
            <p:cNvSpPr/>
            <p:nvPr/>
          </p:nvSpPr>
          <p:spPr>
            <a:xfrm>
              <a:off x="7486780" y="32972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8" name="pt4808"/>
            <p:cNvSpPr/>
            <p:nvPr/>
          </p:nvSpPr>
          <p:spPr>
            <a:xfrm>
              <a:off x="7420842" y="3211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09" name="pt4809"/>
            <p:cNvSpPr/>
            <p:nvPr/>
          </p:nvSpPr>
          <p:spPr>
            <a:xfrm>
              <a:off x="7255650" y="3266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0" name="pt4810"/>
            <p:cNvSpPr/>
            <p:nvPr/>
          </p:nvSpPr>
          <p:spPr>
            <a:xfrm>
              <a:off x="7383671" y="3273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1" name="pt4811"/>
            <p:cNvSpPr/>
            <p:nvPr/>
          </p:nvSpPr>
          <p:spPr>
            <a:xfrm>
              <a:off x="7444179" y="3318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2" name="pt4812"/>
            <p:cNvSpPr/>
            <p:nvPr/>
          </p:nvSpPr>
          <p:spPr>
            <a:xfrm>
              <a:off x="7504101" y="32440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3" name="pt4813"/>
            <p:cNvSpPr/>
            <p:nvPr/>
          </p:nvSpPr>
          <p:spPr>
            <a:xfrm>
              <a:off x="7388501" y="32725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4" name="pt4814"/>
            <p:cNvSpPr/>
            <p:nvPr/>
          </p:nvSpPr>
          <p:spPr>
            <a:xfrm>
              <a:off x="7399713" y="32787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5" name="pt4815"/>
            <p:cNvSpPr/>
            <p:nvPr/>
          </p:nvSpPr>
          <p:spPr>
            <a:xfrm>
              <a:off x="7327951" y="32770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6" name="pt4816"/>
            <p:cNvSpPr/>
            <p:nvPr/>
          </p:nvSpPr>
          <p:spPr>
            <a:xfrm>
              <a:off x="7378384" y="32486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7" name="pt4817"/>
            <p:cNvSpPr/>
            <p:nvPr/>
          </p:nvSpPr>
          <p:spPr>
            <a:xfrm>
              <a:off x="7419404" y="32771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8" name="pt4818"/>
            <p:cNvSpPr/>
            <p:nvPr/>
          </p:nvSpPr>
          <p:spPr>
            <a:xfrm>
              <a:off x="7519635" y="32854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19" name="pt4819"/>
            <p:cNvSpPr/>
            <p:nvPr/>
          </p:nvSpPr>
          <p:spPr>
            <a:xfrm>
              <a:off x="7483065" y="3293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0" name="pt4820"/>
            <p:cNvSpPr/>
            <p:nvPr/>
          </p:nvSpPr>
          <p:spPr>
            <a:xfrm>
              <a:off x="7389228" y="3273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1" name="pt4821"/>
            <p:cNvSpPr/>
            <p:nvPr/>
          </p:nvSpPr>
          <p:spPr>
            <a:xfrm>
              <a:off x="7381550" y="32596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2" name="pt4822"/>
            <p:cNvSpPr/>
            <p:nvPr/>
          </p:nvSpPr>
          <p:spPr>
            <a:xfrm>
              <a:off x="7294257" y="32625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3" name="pt4823"/>
            <p:cNvSpPr/>
            <p:nvPr/>
          </p:nvSpPr>
          <p:spPr>
            <a:xfrm>
              <a:off x="7447165" y="3314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4" name="pt4824"/>
            <p:cNvSpPr/>
            <p:nvPr/>
          </p:nvSpPr>
          <p:spPr>
            <a:xfrm>
              <a:off x="7606590" y="32362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5" name="pt4825"/>
            <p:cNvSpPr/>
            <p:nvPr/>
          </p:nvSpPr>
          <p:spPr>
            <a:xfrm>
              <a:off x="7380711" y="32860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6" name="pt4826"/>
            <p:cNvSpPr/>
            <p:nvPr/>
          </p:nvSpPr>
          <p:spPr>
            <a:xfrm>
              <a:off x="7502262" y="3285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7" name="pt4827"/>
            <p:cNvSpPr/>
            <p:nvPr/>
          </p:nvSpPr>
          <p:spPr>
            <a:xfrm>
              <a:off x="7402622" y="32468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8" name="pt4828"/>
            <p:cNvSpPr/>
            <p:nvPr/>
          </p:nvSpPr>
          <p:spPr>
            <a:xfrm>
              <a:off x="7382907" y="33339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29" name="pt4829"/>
            <p:cNvSpPr/>
            <p:nvPr/>
          </p:nvSpPr>
          <p:spPr>
            <a:xfrm>
              <a:off x="7439736" y="32551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0" name="pt4830"/>
            <p:cNvSpPr/>
            <p:nvPr/>
          </p:nvSpPr>
          <p:spPr>
            <a:xfrm>
              <a:off x="7445249" y="32734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1" name="pt4831"/>
            <p:cNvSpPr/>
            <p:nvPr/>
          </p:nvSpPr>
          <p:spPr>
            <a:xfrm>
              <a:off x="7538365" y="33277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2" name="pt4832"/>
            <p:cNvSpPr/>
            <p:nvPr/>
          </p:nvSpPr>
          <p:spPr>
            <a:xfrm>
              <a:off x="7458448" y="32534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3" name="pt4833"/>
            <p:cNvSpPr/>
            <p:nvPr/>
          </p:nvSpPr>
          <p:spPr>
            <a:xfrm>
              <a:off x="7325196" y="32397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4" name="pt4834"/>
            <p:cNvSpPr/>
            <p:nvPr/>
          </p:nvSpPr>
          <p:spPr>
            <a:xfrm>
              <a:off x="7307328" y="3267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5" name="pt4835"/>
            <p:cNvSpPr/>
            <p:nvPr/>
          </p:nvSpPr>
          <p:spPr>
            <a:xfrm>
              <a:off x="7404939" y="32480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6" name="pt4836"/>
            <p:cNvSpPr/>
            <p:nvPr/>
          </p:nvSpPr>
          <p:spPr>
            <a:xfrm>
              <a:off x="7424265" y="3257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7" name="pt4837"/>
            <p:cNvSpPr/>
            <p:nvPr/>
          </p:nvSpPr>
          <p:spPr>
            <a:xfrm>
              <a:off x="7503160" y="32590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8" name="pt4838"/>
            <p:cNvSpPr/>
            <p:nvPr/>
          </p:nvSpPr>
          <p:spPr>
            <a:xfrm>
              <a:off x="7378038" y="3254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39" name="pt4839"/>
            <p:cNvSpPr/>
            <p:nvPr/>
          </p:nvSpPr>
          <p:spPr>
            <a:xfrm>
              <a:off x="7418508" y="32994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0" name="pt4840"/>
            <p:cNvSpPr/>
            <p:nvPr/>
          </p:nvSpPr>
          <p:spPr>
            <a:xfrm>
              <a:off x="7520133" y="3264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1" name="pt4841"/>
            <p:cNvSpPr/>
            <p:nvPr/>
          </p:nvSpPr>
          <p:spPr>
            <a:xfrm>
              <a:off x="7436077" y="32808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2" name="pt4842"/>
            <p:cNvSpPr/>
            <p:nvPr/>
          </p:nvSpPr>
          <p:spPr>
            <a:xfrm>
              <a:off x="7455188" y="32675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3" name="pt4843"/>
            <p:cNvSpPr/>
            <p:nvPr/>
          </p:nvSpPr>
          <p:spPr>
            <a:xfrm>
              <a:off x="7340678" y="32063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4" name="pt4844"/>
            <p:cNvSpPr/>
            <p:nvPr/>
          </p:nvSpPr>
          <p:spPr>
            <a:xfrm>
              <a:off x="7359917" y="32628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5" name="pt4845"/>
            <p:cNvSpPr/>
            <p:nvPr/>
          </p:nvSpPr>
          <p:spPr>
            <a:xfrm>
              <a:off x="7558575" y="3255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6" name="pt4846"/>
            <p:cNvSpPr/>
            <p:nvPr/>
          </p:nvSpPr>
          <p:spPr>
            <a:xfrm>
              <a:off x="7400248" y="32388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7" name="pt4847"/>
            <p:cNvSpPr/>
            <p:nvPr/>
          </p:nvSpPr>
          <p:spPr>
            <a:xfrm>
              <a:off x="7350716" y="3336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8" name="pt4848"/>
            <p:cNvSpPr/>
            <p:nvPr/>
          </p:nvSpPr>
          <p:spPr>
            <a:xfrm>
              <a:off x="7323097" y="3278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49" name="pt4849"/>
            <p:cNvSpPr/>
            <p:nvPr/>
          </p:nvSpPr>
          <p:spPr>
            <a:xfrm>
              <a:off x="7625375" y="32588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0" name="pt4850"/>
            <p:cNvSpPr/>
            <p:nvPr/>
          </p:nvSpPr>
          <p:spPr>
            <a:xfrm>
              <a:off x="7398912" y="32881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1" name="pt4851"/>
            <p:cNvSpPr/>
            <p:nvPr/>
          </p:nvSpPr>
          <p:spPr>
            <a:xfrm>
              <a:off x="7449570" y="3272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2" name="pt4852"/>
            <p:cNvSpPr/>
            <p:nvPr/>
          </p:nvSpPr>
          <p:spPr>
            <a:xfrm>
              <a:off x="7453227" y="32536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3" name="pt4853"/>
            <p:cNvSpPr/>
            <p:nvPr/>
          </p:nvSpPr>
          <p:spPr>
            <a:xfrm>
              <a:off x="7471275" y="32279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4" name="pt4854"/>
            <p:cNvSpPr/>
            <p:nvPr/>
          </p:nvSpPr>
          <p:spPr>
            <a:xfrm>
              <a:off x="7349568" y="3133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5" name="pt4855"/>
            <p:cNvSpPr/>
            <p:nvPr/>
          </p:nvSpPr>
          <p:spPr>
            <a:xfrm>
              <a:off x="7396849" y="32641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6" name="pt4856"/>
            <p:cNvSpPr/>
            <p:nvPr/>
          </p:nvSpPr>
          <p:spPr>
            <a:xfrm>
              <a:off x="7391343" y="32607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7" name="pt4857"/>
            <p:cNvSpPr/>
            <p:nvPr/>
          </p:nvSpPr>
          <p:spPr>
            <a:xfrm>
              <a:off x="7372255" y="32565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8" name="pt4858"/>
            <p:cNvSpPr/>
            <p:nvPr/>
          </p:nvSpPr>
          <p:spPr>
            <a:xfrm>
              <a:off x="7439214" y="32511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59" name="pt4859"/>
            <p:cNvSpPr/>
            <p:nvPr/>
          </p:nvSpPr>
          <p:spPr>
            <a:xfrm>
              <a:off x="7384763" y="32746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0" name="pt4860"/>
            <p:cNvSpPr/>
            <p:nvPr/>
          </p:nvSpPr>
          <p:spPr>
            <a:xfrm>
              <a:off x="7378834" y="3239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1" name="pt4861"/>
            <p:cNvSpPr/>
            <p:nvPr/>
          </p:nvSpPr>
          <p:spPr>
            <a:xfrm>
              <a:off x="7464902" y="32550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2" name="pt4862"/>
            <p:cNvSpPr/>
            <p:nvPr/>
          </p:nvSpPr>
          <p:spPr>
            <a:xfrm>
              <a:off x="7428637" y="32538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3" name="pt4863"/>
            <p:cNvSpPr/>
            <p:nvPr/>
          </p:nvSpPr>
          <p:spPr>
            <a:xfrm>
              <a:off x="7420422" y="3266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4" name="pt4864"/>
            <p:cNvSpPr/>
            <p:nvPr/>
          </p:nvSpPr>
          <p:spPr>
            <a:xfrm>
              <a:off x="7426509" y="32927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5" name="pt4865"/>
            <p:cNvSpPr/>
            <p:nvPr/>
          </p:nvSpPr>
          <p:spPr>
            <a:xfrm>
              <a:off x="7495041" y="32449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6" name="pt4866"/>
            <p:cNvSpPr/>
            <p:nvPr/>
          </p:nvSpPr>
          <p:spPr>
            <a:xfrm>
              <a:off x="7500018" y="3333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7" name="pt4867"/>
            <p:cNvSpPr/>
            <p:nvPr/>
          </p:nvSpPr>
          <p:spPr>
            <a:xfrm>
              <a:off x="7427315" y="3247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8" name="pt4868"/>
            <p:cNvSpPr/>
            <p:nvPr/>
          </p:nvSpPr>
          <p:spPr>
            <a:xfrm>
              <a:off x="7344235" y="32634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69" name="pt4869"/>
            <p:cNvSpPr/>
            <p:nvPr/>
          </p:nvSpPr>
          <p:spPr>
            <a:xfrm>
              <a:off x="7491138" y="3265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0" name="pt4870"/>
            <p:cNvSpPr/>
            <p:nvPr/>
          </p:nvSpPr>
          <p:spPr>
            <a:xfrm>
              <a:off x="7415511" y="3286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1" name="pt4871"/>
            <p:cNvSpPr/>
            <p:nvPr/>
          </p:nvSpPr>
          <p:spPr>
            <a:xfrm>
              <a:off x="7507190" y="32064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2" name="pt4872"/>
            <p:cNvSpPr/>
            <p:nvPr/>
          </p:nvSpPr>
          <p:spPr>
            <a:xfrm>
              <a:off x="7326789" y="3283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3" name="pt4873"/>
            <p:cNvSpPr/>
            <p:nvPr/>
          </p:nvSpPr>
          <p:spPr>
            <a:xfrm>
              <a:off x="7414513" y="3278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4" name="pt4874"/>
            <p:cNvSpPr/>
            <p:nvPr/>
          </p:nvSpPr>
          <p:spPr>
            <a:xfrm>
              <a:off x="7224408" y="3494350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5" name="pt4875"/>
            <p:cNvSpPr/>
            <p:nvPr/>
          </p:nvSpPr>
          <p:spPr>
            <a:xfrm>
              <a:off x="7326575" y="33151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6" name="pt4876"/>
            <p:cNvSpPr/>
            <p:nvPr/>
          </p:nvSpPr>
          <p:spPr>
            <a:xfrm>
              <a:off x="7383232" y="3265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7" name="pt4877"/>
            <p:cNvSpPr/>
            <p:nvPr/>
          </p:nvSpPr>
          <p:spPr>
            <a:xfrm>
              <a:off x="7376042" y="32491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8" name="pt4878"/>
            <p:cNvSpPr/>
            <p:nvPr/>
          </p:nvSpPr>
          <p:spPr>
            <a:xfrm>
              <a:off x="7604770" y="32795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79" name="pt4879"/>
            <p:cNvSpPr/>
            <p:nvPr/>
          </p:nvSpPr>
          <p:spPr>
            <a:xfrm>
              <a:off x="7514055" y="32476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0" name="pt4880"/>
            <p:cNvSpPr/>
            <p:nvPr/>
          </p:nvSpPr>
          <p:spPr>
            <a:xfrm>
              <a:off x="7495722" y="3218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1" name="pt4881"/>
            <p:cNvSpPr/>
            <p:nvPr/>
          </p:nvSpPr>
          <p:spPr>
            <a:xfrm>
              <a:off x="7421288" y="32724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2" name="pt4882"/>
            <p:cNvSpPr/>
            <p:nvPr/>
          </p:nvSpPr>
          <p:spPr>
            <a:xfrm>
              <a:off x="7371461" y="32569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3" name="pt4883"/>
            <p:cNvSpPr/>
            <p:nvPr/>
          </p:nvSpPr>
          <p:spPr>
            <a:xfrm>
              <a:off x="7494578" y="3285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4" name="pt4884"/>
            <p:cNvSpPr/>
            <p:nvPr/>
          </p:nvSpPr>
          <p:spPr>
            <a:xfrm>
              <a:off x="7428708" y="32288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5" name="pt4885"/>
            <p:cNvSpPr/>
            <p:nvPr/>
          </p:nvSpPr>
          <p:spPr>
            <a:xfrm>
              <a:off x="7372468" y="3397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6" name="pt4886"/>
            <p:cNvSpPr/>
            <p:nvPr/>
          </p:nvSpPr>
          <p:spPr>
            <a:xfrm>
              <a:off x="7525003" y="3279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7" name="pt4887"/>
            <p:cNvSpPr/>
            <p:nvPr/>
          </p:nvSpPr>
          <p:spPr>
            <a:xfrm>
              <a:off x="7391631" y="32795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8" name="pt4888"/>
            <p:cNvSpPr/>
            <p:nvPr/>
          </p:nvSpPr>
          <p:spPr>
            <a:xfrm>
              <a:off x="7397336" y="32692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89" name="pt4889"/>
            <p:cNvSpPr/>
            <p:nvPr/>
          </p:nvSpPr>
          <p:spPr>
            <a:xfrm>
              <a:off x="7412448" y="3279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0" name="pt4890"/>
            <p:cNvSpPr/>
            <p:nvPr/>
          </p:nvSpPr>
          <p:spPr>
            <a:xfrm>
              <a:off x="7460258" y="32469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1" name="pt4891"/>
            <p:cNvSpPr/>
            <p:nvPr/>
          </p:nvSpPr>
          <p:spPr>
            <a:xfrm>
              <a:off x="7469280" y="32697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2" name="pt4892"/>
            <p:cNvSpPr/>
            <p:nvPr/>
          </p:nvSpPr>
          <p:spPr>
            <a:xfrm>
              <a:off x="7523749" y="3283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3" name="pt4893"/>
            <p:cNvSpPr/>
            <p:nvPr/>
          </p:nvSpPr>
          <p:spPr>
            <a:xfrm>
              <a:off x="7479387" y="3258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4" name="pt4894"/>
            <p:cNvSpPr/>
            <p:nvPr/>
          </p:nvSpPr>
          <p:spPr>
            <a:xfrm>
              <a:off x="7460130" y="32700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5" name="pt4895"/>
            <p:cNvSpPr/>
            <p:nvPr/>
          </p:nvSpPr>
          <p:spPr>
            <a:xfrm>
              <a:off x="7317765" y="32495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6" name="pt4896"/>
            <p:cNvSpPr/>
            <p:nvPr/>
          </p:nvSpPr>
          <p:spPr>
            <a:xfrm>
              <a:off x="7369838" y="32468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7" name="pt4897"/>
            <p:cNvSpPr/>
            <p:nvPr/>
          </p:nvSpPr>
          <p:spPr>
            <a:xfrm>
              <a:off x="7454997" y="32772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8" name="pt4898"/>
            <p:cNvSpPr/>
            <p:nvPr/>
          </p:nvSpPr>
          <p:spPr>
            <a:xfrm>
              <a:off x="7307315" y="32655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899" name="pt4899"/>
            <p:cNvSpPr/>
            <p:nvPr/>
          </p:nvSpPr>
          <p:spPr>
            <a:xfrm>
              <a:off x="7432991" y="32147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0" name="pt4900"/>
            <p:cNvSpPr/>
            <p:nvPr/>
          </p:nvSpPr>
          <p:spPr>
            <a:xfrm>
              <a:off x="7358463" y="32774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1" name="pt4901"/>
            <p:cNvSpPr/>
            <p:nvPr/>
          </p:nvSpPr>
          <p:spPr>
            <a:xfrm>
              <a:off x="7390384" y="3246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2" name="pt4902"/>
            <p:cNvSpPr/>
            <p:nvPr/>
          </p:nvSpPr>
          <p:spPr>
            <a:xfrm>
              <a:off x="7292148" y="32944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3" name="pt4903"/>
            <p:cNvSpPr/>
            <p:nvPr/>
          </p:nvSpPr>
          <p:spPr>
            <a:xfrm>
              <a:off x="7549492" y="32754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4" name="pt4904"/>
            <p:cNvSpPr/>
            <p:nvPr/>
          </p:nvSpPr>
          <p:spPr>
            <a:xfrm>
              <a:off x="7469055" y="3298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5" name="pt4905"/>
            <p:cNvSpPr/>
            <p:nvPr/>
          </p:nvSpPr>
          <p:spPr>
            <a:xfrm>
              <a:off x="7479670" y="32606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6" name="pt4906"/>
            <p:cNvSpPr/>
            <p:nvPr/>
          </p:nvSpPr>
          <p:spPr>
            <a:xfrm>
              <a:off x="7312193" y="32884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7" name="pt4907"/>
            <p:cNvSpPr/>
            <p:nvPr/>
          </p:nvSpPr>
          <p:spPr>
            <a:xfrm>
              <a:off x="7350258" y="32840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8" name="pt4908"/>
            <p:cNvSpPr/>
            <p:nvPr/>
          </p:nvSpPr>
          <p:spPr>
            <a:xfrm>
              <a:off x="7338503" y="32636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09" name="pt4909"/>
            <p:cNvSpPr/>
            <p:nvPr/>
          </p:nvSpPr>
          <p:spPr>
            <a:xfrm>
              <a:off x="7269361" y="334821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0" name="pt4910"/>
            <p:cNvSpPr/>
            <p:nvPr/>
          </p:nvSpPr>
          <p:spPr>
            <a:xfrm>
              <a:off x="7434910" y="3281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1" name="pt4911"/>
            <p:cNvSpPr/>
            <p:nvPr/>
          </p:nvSpPr>
          <p:spPr>
            <a:xfrm>
              <a:off x="7390318" y="32666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2" name="pt4912"/>
            <p:cNvSpPr/>
            <p:nvPr/>
          </p:nvSpPr>
          <p:spPr>
            <a:xfrm>
              <a:off x="7397213" y="32642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3" name="pt4913"/>
            <p:cNvSpPr/>
            <p:nvPr/>
          </p:nvSpPr>
          <p:spPr>
            <a:xfrm>
              <a:off x="7451598" y="33417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4" name="pt4914"/>
            <p:cNvSpPr/>
            <p:nvPr/>
          </p:nvSpPr>
          <p:spPr>
            <a:xfrm>
              <a:off x="7405776" y="32427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5" name="pt4915"/>
            <p:cNvSpPr/>
            <p:nvPr/>
          </p:nvSpPr>
          <p:spPr>
            <a:xfrm>
              <a:off x="7558511" y="32744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6" name="pt4916"/>
            <p:cNvSpPr/>
            <p:nvPr/>
          </p:nvSpPr>
          <p:spPr>
            <a:xfrm>
              <a:off x="7459393" y="3262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7" name="pt4917"/>
            <p:cNvSpPr/>
            <p:nvPr/>
          </p:nvSpPr>
          <p:spPr>
            <a:xfrm>
              <a:off x="7495820" y="3225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8" name="pt4918"/>
            <p:cNvSpPr/>
            <p:nvPr/>
          </p:nvSpPr>
          <p:spPr>
            <a:xfrm>
              <a:off x="7420398" y="32430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19" name="pt4919"/>
            <p:cNvSpPr/>
            <p:nvPr/>
          </p:nvSpPr>
          <p:spPr>
            <a:xfrm>
              <a:off x="7577528" y="3289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0" name="pt4920"/>
            <p:cNvSpPr/>
            <p:nvPr/>
          </p:nvSpPr>
          <p:spPr>
            <a:xfrm>
              <a:off x="7470545" y="33292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1" name="pt4921"/>
            <p:cNvSpPr/>
            <p:nvPr/>
          </p:nvSpPr>
          <p:spPr>
            <a:xfrm>
              <a:off x="7370894" y="3276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2" name="pt4922"/>
            <p:cNvSpPr/>
            <p:nvPr/>
          </p:nvSpPr>
          <p:spPr>
            <a:xfrm>
              <a:off x="7187333" y="3246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3" name="pt4923"/>
            <p:cNvSpPr/>
            <p:nvPr/>
          </p:nvSpPr>
          <p:spPr>
            <a:xfrm>
              <a:off x="7514280" y="3242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4" name="pt4924"/>
            <p:cNvSpPr/>
            <p:nvPr/>
          </p:nvSpPr>
          <p:spPr>
            <a:xfrm>
              <a:off x="7404932" y="32803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5" name="pt4925"/>
            <p:cNvSpPr/>
            <p:nvPr/>
          </p:nvSpPr>
          <p:spPr>
            <a:xfrm>
              <a:off x="7326378" y="3254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6" name="pt4926"/>
            <p:cNvSpPr/>
            <p:nvPr/>
          </p:nvSpPr>
          <p:spPr>
            <a:xfrm>
              <a:off x="7382621" y="3258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7" name="pt4927"/>
            <p:cNvSpPr/>
            <p:nvPr/>
          </p:nvSpPr>
          <p:spPr>
            <a:xfrm>
              <a:off x="7394704" y="3265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8" name="pt4928"/>
            <p:cNvSpPr/>
            <p:nvPr/>
          </p:nvSpPr>
          <p:spPr>
            <a:xfrm>
              <a:off x="7446966" y="3285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29" name="pt4929"/>
            <p:cNvSpPr/>
            <p:nvPr/>
          </p:nvSpPr>
          <p:spPr>
            <a:xfrm>
              <a:off x="7375727" y="32635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0" name="pt4930"/>
            <p:cNvSpPr/>
            <p:nvPr/>
          </p:nvSpPr>
          <p:spPr>
            <a:xfrm>
              <a:off x="7337190" y="3246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1" name="pt4931"/>
            <p:cNvSpPr/>
            <p:nvPr/>
          </p:nvSpPr>
          <p:spPr>
            <a:xfrm>
              <a:off x="7324516" y="32931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2" name="pt4932"/>
            <p:cNvSpPr/>
            <p:nvPr/>
          </p:nvSpPr>
          <p:spPr>
            <a:xfrm>
              <a:off x="7483409" y="30681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3" name="pt4933"/>
            <p:cNvSpPr/>
            <p:nvPr/>
          </p:nvSpPr>
          <p:spPr>
            <a:xfrm>
              <a:off x="7592576" y="3270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4" name="pt4934"/>
            <p:cNvSpPr/>
            <p:nvPr/>
          </p:nvSpPr>
          <p:spPr>
            <a:xfrm>
              <a:off x="7309652" y="32705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5" name="pt4935"/>
            <p:cNvSpPr/>
            <p:nvPr/>
          </p:nvSpPr>
          <p:spPr>
            <a:xfrm>
              <a:off x="7369211" y="32969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6" name="pt4936"/>
            <p:cNvSpPr/>
            <p:nvPr/>
          </p:nvSpPr>
          <p:spPr>
            <a:xfrm>
              <a:off x="7457968" y="3260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7" name="pt4937"/>
            <p:cNvSpPr/>
            <p:nvPr/>
          </p:nvSpPr>
          <p:spPr>
            <a:xfrm>
              <a:off x="7441102" y="33067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8" name="pt4938"/>
            <p:cNvSpPr/>
            <p:nvPr/>
          </p:nvSpPr>
          <p:spPr>
            <a:xfrm>
              <a:off x="7375195" y="32759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39" name="pt4939"/>
            <p:cNvSpPr/>
            <p:nvPr/>
          </p:nvSpPr>
          <p:spPr>
            <a:xfrm>
              <a:off x="7389442" y="32628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0" name="pt4940"/>
            <p:cNvSpPr/>
            <p:nvPr/>
          </p:nvSpPr>
          <p:spPr>
            <a:xfrm>
              <a:off x="7336498" y="3280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1" name="pt4941"/>
            <p:cNvSpPr/>
            <p:nvPr/>
          </p:nvSpPr>
          <p:spPr>
            <a:xfrm>
              <a:off x="7338978" y="33094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2" name="pt4942"/>
            <p:cNvSpPr/>
            <p:nvPr/>
          </p:nvSpPr>
          <p:spPr>
            <a:xfrm>
              <a:off x="7472157" y="32768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3" name="pt4943"/>
            <p:cNvSpPr/>
            <p:nvPr/>
          </p:nvSpPr>
          <p:spPr>
            <a:xfrm>
              <a:off x="7392958" y="3282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4" name="pt4944"/>
            <p:cNvSpPr/>
            <p:nvPr/>
          </p:nvSpPr>
          <p:spPr>
            <a:xfrm>
              <a:off x="7392216" y="3270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5" name="pt4945"/>
            <p:cNvSpPr/>
            <p:nvPr/>
          </p:nvSpPr>
          <p:spPr>
            <a:xfrm>
              <a:off x="7445750" y="33409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6" name="pt4946"/>
            <p:cNvSpPr/>
            <p:nvPr/>
          </p:nvSpPr>
          <p:spPr>
            <a:xfrm>
              <a:off x="7531552" y="3299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7" name="pt4947"/>
            <p:cNvSpPr/>
            <p:nvPr/>
          </p:nvSpPr>
          <p:spPr>
            <a:xfrm>
              <a:off x="7352706" y="3322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8" name="pt4948"/>
            <p:cNvSpPr/>
            <p:nvPr/>
          </p:nvSpPr>
          <p:spPr>
            <a:xfrm>
              <a:off x="7494012" y="3535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49" name="pt4949"/>
            <p:cNvSpPr/>
            <p:nvPr/>
          </p:nvSpPr>
          <p:spPr>
            <a:xfrm>
              <a:off x="7445798" y="3238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0" name="pt4950"/>
            <p:cNvSpPr/>
            <p:nvPr/>
          </p:nvSpPr>
          <p:spPr>
            <a:xfrm>
              <a:off x="7395405" y="3273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1" name="pt4951"/>
            <p:cNvSpPr/>
            <p:nvPr/>
          </p:nvSpPr>
          <p:spPr>
            <a:xfrm>
              <a:off x="7357474" y="32793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2" name="pt4952"/>
            <p:cNvSpPr/>
            <p:nvPr/>
          </p:nvSpPr>
          <p:spPr>
            <a:xfrm>
              <a:off x="7315764" y="3301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3" name="pt4953"/>
            <p:cNvSpPr/>
            <p:nvPr/>
          </p:nvSpPr>
          <p:spPr>
            <a:xfrm>
              <a:off x="7385745" y="3262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4" name="pt4954"/>
            <p:cNvSpPr/>
            <p:nvPr/>
          </p:nvSpPr>
          <p:spPr>
            <a:xfrm>
              <a:off x="7536550" y="3261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5" name="pt4955"/>
            <p:cNvSpPr/>
            <p:nvPr/>
          </p:nvSpPr>
          <p:spPr>
            <a:xfrm>
              <a:off x="7345414" y="3245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6" name="pt4956"/>
            <p:cNvSpPr/>
            <p:nvPr/>
          </p:nvSpPr>
          <p:spPr>
            <a:xfrm>
              <a:off x="7336001" y="33138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7" name="pt4957"/>
            <p:cNvSpPr/>
            <p:nvPr/>
          </p:nvSpPr>
          <p:spPr>
            <a:xfrm>
              <a:off x="7346526" y="33145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8" name="pt4958"/>
            <p:cNvSpPr/>
            <p:nvPr/>
          </p:nvSpPr>
          <p:spPr>
            <a:xfrm>
              <a:off x="7386703" y="3245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59" name="pt4959"/>
            <p:cNvSpPr/>
            <p:nvPr/>
          </p:nvSpPr>
          <p:spPr>
            <a:xfrm>
              <a:off x="7392695" y="3280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0" name="pt4960"/>
            <p:cNvSpPr/>
            <p:nvPr/>
          </p:nvSpPr>
          <p:spPr>
            <a:xfrm>
              <a:off x="7446937" y="3281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1" name="pt4961"/>
            <p:cNvSpPr/>
            <p:nvPr/>
          </p:nvSpPr>
          <p:spPr>
            <a:xfrm>
              <a:off x="7327362" y="32641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2" name="pt4962"/>
            <p:cNvSpPr/>
            <p:nvPr/>
          </p:nvSpPr>
          <p:spPr>
            <a:xfrm>
              <a:off x="7506868" y="3246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3" name="pt4963"/>
            <p:cNvSpPr/>
            <p:nvPr/>
          </p:nvSpPr>
          <p:spPr>
            <a:xfrm>
              <a:off x="7516131" y="32693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4" name="pt4964"/>
            <p:cNvSpPr/>
            <p:nvPr/>
          </p:nvSpPr>
          <p:spPr>
            <a:xfrm>
              <a:off x="7364740" y="3224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5" name="pt4965"/>
            <p:cNvSpPr/>
            <p:nvPr/>
          </p:nvSpPr>
          <p:spPr>
            <a:xfrm>
              <a:off x="7471447" y="32607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6" name="pt4966"/>
            <p:cNvSpPr/>
            <p:nvPr/>
          </p:nvSpPr>
          <p:spPr>
            <a:xfrm>
              <a:off x="7558760" y="3273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7"/>
            <p:cNvSpPr/>
            <p:nvPr/>
          </p:nvSpPr>
          <p:spPr>
            <a:xfrm>
              <a:off x="7563487" y="32187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8" name="pt4968"/>
            <p:cNvSpPr/>
            <p:nvPr/>
          </p:nvSpPr>
          <p:spPr>
            <a:xfrm>
              <a:off x="7449051" y="3345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9"/>
            <p:cNvSpPr/>
            <p:nvPr/>
          </p:nvSpPr>
          <p:spPr>
            <a:xfrm>
              <a:off x="7364444" y="3303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0" name="pt4970"/>
            <p:cNvSpPr/>
            <p:nvPr/>
          </p:nvSpPr>
          <p:spPr>
            <a:xfrm>
              <a:off x="7432916" y="32745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1"/>
            <p:cNvSpPr/>
            <p:nvPr/>
          </p:nvSpPr>
          <p:spPr>
            <a:xfrm>
              <a:off x="7570333" y="3254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2" name="pt4972"/>
            <p:cNvSpPr/>
            <p:nvPr/>
          </p:nvSpPr>
          <p:spPr>
            <a:xfrm>
              <a:off x="7335851" y="3301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3"/>
            <p:cNvSpPr/>
            <p:nvPr/>
          </p:nvSpPr>
          <p:spPr>
            <a:xfrm>
              <a:off x="7321406" y="3298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4" name="pt4974"/>
            <p:cNvSpPr/>
            <p:nvPr/>
          </p:nvSpPr>
          <p:spPr>
            <a:xfrm>
              <a:off x="7423219" y="3262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5"/>
            <p:cNvSpPr/>
            <p:nvPr/>
          </p:nvSpPr>
          <p:spPr>
            <a:xfrm>
              <a:off x="7378217" y="3268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6" name="pt4976"/>
            <p:cNvSpPr/>
            <p:nvPr/>
          </p:nvSpPr>
          <p:spPr>
            <a:xfrm>
              <a:off x="7339071" y="3273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7"/>
            <p:cNvSpPr/>
            <p:nvPr/>
          </p:nvSpPr>
          <p:spPr>
            <a:xfrm>
              <a:off x="7390610" y="32936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8" name="pt4978"/>
            <p:cNvSpPr/>
            <p:nvPr/>
          </p:nvSpPr>
          <p:spPr>
            <a:xfrm>
              <a:off x="7409448" y="3274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9"/>
            <p:cNvSpPr/>
            <p:nvPr/>
          </p:nvSpPr>
          <p:spPr>
            <a:xfrm>
              <a:off x="7219063" y="3264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0" name="pt4980"/>
            <p:cNvSpPr/>
            <p:nvPr/>
          </p:nvSpPr>
          <p:spPr>
            <a:xfrm>
              <a:off x="7444058" y="32607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1"/>
            <p:cNvSpPr/>
            <p:nvPr/>
          </p:nvSpPr>
          <p:spPr>
            <a:xfrm>
              <a:off x="7344440" y="3283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2" name="pt4982"/>
            <p:cNvSpPr/>
            <p:nvPr/>
          </p:nvSpPr>
          <p:spPr>
            <a:xfrm>
              <a:off x="7454516" y="32747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3"/>
            <p:cNvSpPr/>
            <p:nvPr/>
          </p:nvSpPr>
          <p:spPr>
            <a:xfrm>
              <a:off x="7353092" y="32927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4" name="pt4984"/>
            <p:cNvSpPr/>
            <p:nvPr/>
          </p:nvSpPr>
          <p:spPr>
            <a:xfrm>
              <a:off x="7347610" y="32608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5"/>
            <p:cNvSpPr/>
            <p:nvPr/>
          </p:nvSpPr>
          <p:spPr>
            <a:xfrm>
              <a:off x="7403194" y="32616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6" name="pt4986"/>
            <p:cNvSpPr/>
            <p:nvPr/>
          </p:nvSpPr>
          <p:spPr>
            <a:xfrm>
              <a:off x="7360068" y="3473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7" name="pt4987"/>
            <p:cNvSpPr/>
            <p:nvPr/>
          </p:nvSpPr>
          <p:spPr>
            <a:xfrm>
              <a:off x="7405550" y="32636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8" name="pt4988"/>
            <p:cNvSpPr/>
            <p:nvPr/>
          </p:nvSpPr>
          <p:spPr>
            <a:xfrm>
              <a:off x="7379833" y="33113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89" name="pt4989"/>
            <p:cNvSpPr/>
            <p:nvPr/>
          </p:nvSpPr>
          <p:spPr>
            <a:xfrm>
              <a:off x="7448047" y="32328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0" name="pt4990"/>
            <p:cNvSpPr/>
            <p:nvPr/>
          </p:nvSpPr>
          <p:spPr>
            <a:xfrm>
              <a:off x="7372467" y="32519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1" name="pt4991"/>
            <p:cNvSpPr/>
            <p:nvPr/>
          </p:nvSpPr>
          <p:spPr>
            <a:xfrm>
              <a:off x="7409446" y="3287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2" name="pt4992"/>
            <p:cNvSpPr/>
            <p:nvPr/>
          </p:nvSpPr>
          <p:spPr>
            <a:xfrm>
              <a:off x="7383405" y="3256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3" name="pt4993"/>
            <p:cNvSpPr/>
            <p:nvPr/>
          </p:nvSpPr>
          <p:spPr>
            <a:xfrm>
              <a:off x="7336811" y="3267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4" name="pt4994"/>
            <p:cNvSpPr/>
            <p:nvPr/>
          </p:nvSpPr>
          <p:spPr>
            <a:xfrm>
              <a:off x="7304880" y="3051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5" name="pt4995"/>
            <p:cNvSpPr/>
            <p:nvPr/>
          </p:nvSpPr>
          <p:spPr>
            <a:xfrm>
              <a:off x="7598462" y="32611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6" name="pt4996"/>
            <p:cNvSpPr/>
            <p:nvPr/>
          </p:nvSpPr>
          <p:spPr>
            <a:xfrm>
              <a:off x="7439133" y="3286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7" name="pt4997"/>
            <p:cNvSpPr/>
            <p:nvPr/>
          </p:nvSpPr>
          <p:spPr>
            <a:xfrm>
              <a:off x="7438344" y="32700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8" name="pt4998"/>
            <p:cNvSpPr/>
            <p:nvPr/>
          </p:nvSpPr>
          <p:spPr>
            <a:xfrm>
              <a:off x="7213899" y="3265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4999" name="pt4999"/>
            <p:cNvSpPr/>
            <p:nvPr/>
          </p:nvSpPr>
          <p:spPr>
            <a:xfrm>
              <a:off x="7457082" y="32276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0" name="pt5000"/>
            <p:cNvSpPr/>
            <p:nvPr/>
          </p:nvSpPr>
          <p:spPr>
            <a:xfrm>
              <a:off x="7538733" y="3300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1" name="pt5001"/>
            <p:cNvSpPr/>
            <p:nvPr/>
          </p:nvSpPr>
          <p:spPr>
            <a:xfrm>
              <a:off x="7402420" y="3266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2" name="pt5002"/>
            <p:cNvSpPr/>
            <p:nvPr/>
          </p:nvSpPr>
          <p:spPr>
            <a:xfrm>
              <a:off x="7358783" y="32713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3" name="pt5003"/>
            <p:cNvSpPr/>
            <p:nvPr/>
          </p:nvSpPr>
          <p:spPr>
            <a:xfrm>
              <a:off x="7451006" y="32772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4" name="pt5004"/>
            <p:cNvSpPr/>
            <p:nvPr/>
          </p:nvSpPr>
          <p:spPr>
            <a:xfrm>
              <a:off x="7480517" y="32772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5" name="pt5005"/>
            <p:cNvSpPr/>
            <p:nvPr/>
          </p:nvSpPr>
          <p:spPr>
            <a:xfrm>
              <a:off x="7332854" y="3269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6" name="pt5006"/>
            <p:cNvSpPr/>
            <p:nvPr/>
          </p:nvSpPr>
          <p:spPr>
            <a:xfrm>
              <a:off x="7366334" y="32446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7" name="pt5007"/>
            <p:cNvSpPr/>
            <p:nvPr/>
          </p:nvSpPr>
          <p:spPr>
            <a:xfrm>
              <a:off x="7389127" y="32659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8" name="pt5008"/>
            <p:cNvSpPr/>
            <p:nvPr/>
          </p:nvSpPr>
          <p:spPr>
            <a:xfrm>
              <a:off x="7331813" y="3308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09" name="pt5009"/>
            <p:cNvSpPr/>
            <p:nvPr/>
          </p:nvSpPr>
          <p:spPr>
            <a:xfrm>
              <a:off x="7544426" y="32604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0" name="pt5010"/>
            <p:cNvSpPr/>
            <p:nvPr/>
          </p:nvSpPr>
          <p:spPr>
            <a:xfrm>
              <a:off x="7458640" y="32618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1" name="pt5011"/>
            <p:cNvSpPr/>
            <p:nvPr/>
          </p:nvSpPr>
          <p:spPr>
            <a:xfrm>
              <a:off x="7412438" y="32910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2" name="pt5012"/>
            <p:cNvSpPr/>
            <p:nvPr/>
          </p:nvSpPr>
          <p:spPr>
            <a:xfrm>
              <a:off x="7313566" y="33094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3" name="pt5013"/>
            <p:cNvSpPr/>
            <p:nvPr/>
          </p:nvSpPr>
          <p:spPr>
            <a:xfrm>
              <a:off x="7381903" y="31989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4" name="pt5014"/>
            <p:cNvSpPr/>
            <p:nvPr/>
          </p:nvSpPr>
          <p:spPr>
            <a:xfrm>
              <a:off x="7442808" y="3275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5" name="pt5015"/>
            <p:cNvSpPr/>
            <p:nvPr/>
          </p:nvSpPr>
          <p:spPr>
            <a:xfrm>
              <a:off x="7547207" y="31782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6" name="pt5016"/>
            <p:cNvSpPr/>
            <p:nvPr/>
          </p:nvSpPr>
          <p:spPr>
            <a:xfrm>
              <a:off x="7387079" y="3246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7" name="pt5017"/>
            <p:cNvSpPr/>
            <p:nvPr/>
          </p:nvSpPr>
          <p:spPr>
            <a:xfrm>
              <a:off x="7448214" y="3278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8" name="pt5018"/>
            <p:cNvSpPr/>
            <p:nvPr/>
          </p:nvSpPr>
          <p:spPr>
            <a:xfrm>
              <a:off x="7449290" y="3264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19" name="pt5019"/>
            <p:cNvSpPr/>
            <p:nvPr/>
          </p:nvSpPr>
          <p:spPr>
            <a:xfrm>
              <a:off x="7470299" y="3260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0" name="pt5020"/>
            <p:cNvSpPr/>
            <p:nvPr/>
          </p:nvSpPr>
          <p:spPr>
            <a:xfrm>
              <a:off x="7513507" y="3245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1" name="pt5021"/>
            <p:cNvSpPr/>
            <p:nvPr/>
          </p:nvSpPr>
          <p:spPr>
            <a:xfrm>
              <a:off x="7443976" y="32449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2" name="pt5022"/>
            <p:cNvSpPr/>
            <p:nvPr/>
          </p:nvSpPr>
          <p:spPr>
            <a:xfrm>
              <a:off x="7441141" y="3296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3" name="pt5023"/>
            <p:cNvSpPr/>
            <p:nvPr/>
          </p:nvSpPr>
          <p:spPr>
            <a:xfrm>
              <a:off x="7431291" y="32464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4" name="pt5024"/>
            <p:cNvSpPr/>
            <p:nvPr/>
          </p:nvSpPr>
          <p:spPr>
            <a:xfrm>
              <a:off x="7423841" y="3370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5" name="pt5025"/>
            <p:cNvSpPr/>
            <p:nvPr/>
          </p:nvSpPr>
          <p:spPr>
            <a:xfrm>
              <a:off x="7421774" y="32582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6" name="pt5026"/>
            <p:cNvSpPr/>
            <p:nvPr/>
          </p:nvSpPr>
          <p:spPr>
            <a:xfrm>
              <a:off x="7549773" y="3269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7" name="pt5027"/>
            <p:cNvSpPr/>
            <p:nvPr/>
          </p:nvSpPr>
          <p:spPr>
            <a:xfrm>
              <a:off x="7642263" y="3202928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8" name="pt5028"/>
            <p:cNvSpPr/>
            <p:nvPr/>
          </p:nvSpPr>
          <p:spPr>
            <a:xfrm>
              <a:off x="7326007" y="32834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29" name="pt5029"/>
            <p:cNvSpPr/>
            <p:nvPr/>
          </p:nvSpPr>
          <p:spPr>
            <a:xfrm>
              <a:off x="7426435" y="32731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0" name="pt5030"/>
            <p:cNvSpPr/>
            <p:nvPr/>
          </p:nvSpPr>
          <p:spPr>
            <a:xfrm>
              <a:off x="7663318" y="3261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1" name="pt5031"/>
            <p:cNvSpPr/>
            <p:nvPr/>
          </p:nvSpPr>
          <p:spPr>
            <a:xfrm>
              <a:off x="7488691" y="32626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2" name="pt5032"/>
            <p:cNvSpPr/>
            <p:nvPr/>
          </p:nvSpPr>
          <p:spPr>
            <a:xfrm>
              <a:off x="7277514" y="32832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3" name="pt5033"/>
            <p:cNvSpPr/>
            <p:nvPr/>
          </p:nvSpPr>
          <p:spPr>
            <a:xfrm>
              <a:off x="7479032" y="3274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4" name="pt5034"/>
            <p:cNvSpPr/>
            <p:nvPr/>
          </p:nvSpPr>
          <p:spPr>
            <a:xfrm>
              <a:off x="7401302" y="3237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5" name="pt5035"/>
            <p:cNvSpPr/>
            <p:nvPr/>
          </p:nvSpPr>
          <p:spPr>
            <a:xfrm>
              <a:off x="7677017" y="3332496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6" name="pt5036"/>
            <p:cNvSpPr/>
            <p:nvPr/>
          </p:nvSpPr>
          <p:spPr>
            <a:xfrm>
              <a:off x="7434918" y="32965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7" name="pt5037"/>
            <p:cNvSpPr/>
            <p:nvPr/>
          </p:nvSpPr>
          <p:spPr>
            <a:xfrm>
              <a:off x="7262244" y="32835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8" name="pt5038"/>
            <p:cNvSpPr/>
            <p:nvPr/>
          </p:nvSpPr>
          <p:spPr>
            <a:xfrm>
              <a:off x="7481307" y="32603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39" name="pt5039"/>
            <p:cNvSpPr/>
            <p:nvPr/>
          </p:nvSpPr>
          <p:spPr>
            <a:xfrm>
              <a:off x="7350859" y="33872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0" name="pt5040"/>
            <p:cNvSpPr/>
            <p:nvPr/>
          </p:nvSpPr>
          <p:spPr>
            <a:xfrm>
              <a:off x="7412661" y="32642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1" name="pt5041"/>
            <p:cNvSpPr/>
            <p:nvPr/>
          </p:nvSpPr>
          <p:spPr>
            <a:xfrm>
              <a:off x="7371367" y="3258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2" name="pt5042"/>
            <p:cNvSpPr/>
            <p:nvPr/>
          </p:nvSpPr>
          <p:spPr>
            <a:xfrm>
              <a:off x="7394224" y="3237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3" name="pt5043"/>
            <p:cNvSpPr/>
            <p:nvPr/>
          </p:nvSpPr>
          <p:spPr>
            <a:xfrm>
              <a:off x="7337870" y="3278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4" name="pt5044"/>
            <p:cNvSpPr/>
            <p:nvPr/>
          </p:nvSpPr>
          <p:spPr>
            <a:xfrm>
              <a:off x="7274586" y="33288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5" name="pt5045"/>
            <p:cNvSpPr/>
            <p:nvPr/>
          </p:nvSpPr>
          <p:spPr>
            <a:xfrm>
              <a:off x="7388201" y="32335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6" name="pt5046"/>
            <p:cNvSpPr/>
            <p:nvPr/>
          </p:nvSpPr>
          <p:spPr>
            <a:xfrm>
              <a:off x="7299673" y="32380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7" name="pt5047"/>
            <p:cNvSpPr/>
            <p:nvPr/>
          </p:nvSpPr>
          <p:spPr>
            <a:xfrm>
              <a:off x="7448875" y="32952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8" name="pt5048"/>
            <p:cNvSpPr/>
            <p:nvPr/>
          </p:nvSpPr>
          <p:spPr>
            <a:xfrm>
              <a:off x="7376324" y="3253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49" name="pt5049"/>
            <p:cNvSpPr/>
            <p:nvPr/>
          </p:nvSpPr>
          <p:spPr>
            <a:xfrm>
              <a:off x="7398165" y="32516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0" name="pt5050"/>
            <p:cNvSpPr/>
            <p:nvPr/>
          </p:nvSpPr>
          <p:spPr>
            <a:xfrm>
              <a:off x="7430708" y="33056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1" name="pt5051"/>
            <p:cNvSpPr/>
            <p:nvPr/>
          </p:nvSpPr>
          <p:spPr>
            <a:xfrm>
              <a:off x="7318259" y="3277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2" name="pt5052"/>
            <p:cNvSpPr/>
            <p:nvPr/>
          </p:nvSpPr>
          <p:spPr>
            <a:xfrm>
              <a:off x="7412074" y="32812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3" name="pt5053"/>
            <p:cNvSpPr/>
            <p:nvPr/>
          </p:nvSpPr>
          <p:spPr>
            <a:xfrm>
              <a:off x="7409563" y="32779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4" name="pt5054"/>
            <p:cNvSpPr/>
            <p:nvPr/>
          </p:nvSpPr>
          <p:spPr>
            <a:xfrm>
              <a:off x="7496480" y="32656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5" name="pt5055"/>
            <p:cNvSpPr/>
            <p:nvPr/>
          </p:nvSpPr>
          <p:spPr>
            <a:xfrm>
              <a:off x="7545401" y="3300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6" name="pt5056"/>
            <p:cNvSpPr/>
            <p:nvPr/>
          </p:nvSpPr>
          <p:spPr>
            <a:xfrm>
              <a:off x="7383101" y="3280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7" name="pt5057"/>
            <p:cNvSpPr/>
            <p:nvPr/>
          </p:nvSpPr>
          <p:spPr>
            <a:xfrm>
              <a:off x="7398943" y="3302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8" name="pt5058"/>
            <p:cNvSpPr/>
            <p:nvPr/>
          </p:nvSpPr>
          <p:spPr>
            <a:xfrm>
              <a:off x="7400446" y="32905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59" name="pt5059"/>
            <p:cNvSpPr/>
            <p:nvPr/>
          </p:nvSpPr>
          <p:spPr>
            <a:xfrm>
              <a:off x="7370856" y="3223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0" name="pt5060"/>
            <p:cNvSpPr/>
            <p:nvPr/>
          </p:nvSpPr>
          <p:spPr>
            <a:xfrm>
              <a:off x="7383951" y="3308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1" name="pt5061"/>
            <p:cNvSpPr/>
            <p:nvPr/>
          </p:nvSpPr>
          <p:spPr>
            <a:xfrm>
              <a:off x="7365895" y="3252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2" name="pt5062"/>
            <p:cNvSpPr/>
            <p:nvPr/>
          </p:nvSpPr>
          <p:spPr>
            <a:xfrm>
              <a:off x="7389139" y="33036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3" name="pt5063"/>
            <p:cNvSpPr/>
            <p:nvPr/>
          </p:nvSpPr>
          <p:spPr>
            <a:xfrm>
              <a:off x="7533029" y="32647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4" name="pt5064"/>
            <p:cNvSpPr/>
            <p:nvPr/>
          </p:nvSpPr>
          <p:spPr>
            <a:xfrm>
              <a:off x="7580987" y="3281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5" name="pt5065"/>
            <p:cNvSpPr/>
            <p:nvPr/>
          </p:nvSpPr>
          <p:spPr>
            <a:xfrm>
              <a:off x="7482621" y="32543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6" name="pt5066"/>
            <p:cNvSpPr/>
            <p:nvPr/>
          </p:nvSpPr>
          <p:spPr>
            <a:xfrm>
              <a:off x="7494735" y="32629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7" name="pt5067"/>
            <p:cNvSpPr/>
            <p:nvPr/>
          </p:nvSpPr>
          <p:spPr>
            <a:xfrm>
              <a:off x="7416964" y="3270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8" name="pt5068"/>
            <p:cNvSpPr/>
            <p:nvPr/>
          </p:nvSpPr>
          <p:spPr>
            <a:xfrm>
              <a:off x="7539060" y="32625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69" name="pt5069"/>
            <p:cNvSpPr/>
            <p:nvPr/>
          </p:nvSpPr>
          <p:spPr>
            <a:xfrm>
              <a:off x="7399215" y="32741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0" name="pt5070"/>
            <p:cNvSpPr/>
            <p:nvPr/>
          </p:nvSpPr>
          <p:spPr>
            <a:xfrm>
              <a:off x="7401467" y="32570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1" name="pt5071"/>
            <p:cNvSpPr/>
            <p:nvPr/>
          </p:nvSpPr>
          <p:spPr>
            <a:xfrm>
              <a:off x="7659224" y="3188391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2" name="pt5072"/>
            <p:cNvSpPr/>
            <p:nvPr/>
          </p:nvSpPr>
          <p:spPr>
            <a:xfrm>
              <a:off x="7466551" y="3278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3" name="pt5073"/>
            <p:cNvSpPr/>
            <p:nvPr/>
          </p:nvSpPr>
          <p:spPr>
            <a:xfrm>
              <a:off x="7415954" y="3257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4" name="pt5074"/>
            <p:cNvSpPr/>
            <p:nvPr/>
          </p:nvSpPr>
          <p:spPr>
            <a:xfrm>
              <a:off x="7363194" y="3268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5" name="pt5075"/>
            <p:cNvSpPr/>
            <p:nvPr/>
          </p:nvSpPr>
          <p:spPr>
            <a:xfrm>
              <a:off x="7319368" y="3276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6" name="pt5076"/>
            <p:cNvSpPr/>
            <p:nvPr/>
          </p:nvSpPr>
          <p:spPr>
            <a:xfrm>
              <a:off x="7427242" y="32858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7" name="pt5077"/>
            <p:cNvSpPr/>
            <p:nvPr/>
          </p:nvSpPr>
          <p:spPr>
            <a:xfrm>
              <a:off x="7430188" y="33843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8" name="pt5078"/>
            <p:cNvSpPr/>
            <p:nvPr/>
          </p:nvSpPr>
          <p:spPr>
            <a:xfrm>
              <a:off x="7422810" y="32895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79" name="pt5079"/>
            <p:cNvSpPr/>
            <p:nvPr/>
          </p:nvSpPr>
          <p:spPr>
            <a:xfrm>
              <a:off x="7468066" y="32823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0" name="pt5080"/>
            <p:cNvSpPr/>
            <p:nvPr/>
          </p:nvSpPr>
          <p:spPr>
            <a:xfrm>
              <a:off x="7430272" y="3265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1" name="pt5081"/>
            <p:cNvSpPr/>
            <p:nvPr/>
          </p:nvSpPr>
          <p:spPr>
            <a:xfrm>
              <a:off x="7397411" y="32653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2" name="pt5082"/>
            <p:cNvSpPr/>
            <p:nvPr/>
          </p:nvSpPr>
          <p:spPr>
            <a:xfrm>
              <a:off x="7360150" y="32420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3" name="pt5083"/>
            <p:cNvSpPr/>
            <p:nvPr/>
          </p:nvSpPr>
          <p:spPr>
            <a:xfrm>
              <a:off x="7375298" y="3320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4" name="pt5084"/>
            <p:cNvSpPr/>
            <p:nvPr/>
          </p:nvSpPr>
          <p:spPr>
            <a:xfrm>
              <a:off x="7541833" y="32974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5" name="pt5085"/>
            <p:cNvSpPr/>
            <p:nvPr/>
          </p:nvSpPr>
          <p:spPr>
            <a:xfrm>
              <a:off x="7509258" y="32685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6" name="pt5086"/>
            <p:cNvSpPr/>
            <p:nvPr/>
          </p:nvSpPr>
          <p:spPr>
            <a:xfrm>
              <a:off x="7369421" y="3273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7" name="pt5087"/>
            <p:cNvSpPr/>
            <p:nvPr/>
          </p:nvSpPr>
          <p:spPr>
            <a:xfrm>
              <a:off x="7444301" y="3278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8" name="pt5088"/>
            <p:cNvSpPr/>
            <p:nvPr/>
          </p:nvSpPr>
          <p:spPr>
            <a:xfrm>
              <a:off x="7492430" y="3294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89" name="pt5089"/>
            <p:cNvSpPr/>
            <p:nvPr/>
          </p:nvSpPr>
          <p:spPr>
            <a:xfrm>
              <a:off x="7428703" y="32446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0" name="pt5090"/>
            <p:cNvSpPr/>
            <p:nvPr/>
          </p:nvSpPr>
          <p:spPr>
            <a:xfrm>
              <a:off x="7366751" y="32719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1" name="pt5091"/>
            <p:cNvSpPr/>
            <p:nvPr/>
          </p:nvSpPr>
          <p:spPr>
            <a:xfrm>
              <a:off x="7571129" y="32800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2" name="pt5092"/>
            <p:cNvSpPr/>
            <p:nvPr/>
          </p:nvSpPr>
          <p:spPr>
            <a:xfrm>
              <a:off x="7481502" y="32823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3" name="pt5093"/>
            <p:cNvSpPr/>
            <p:nvPr/>
          </p:nvSpPr>
          <p:spPr>
            <a:xfrm>
              <a:off x="7303945" y="32591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4" name="pt5094"/>
            <p:cNvSpPr/>
            <p:nvPr/>
          </p:nvSpPr>
          <p:spPr>
            <a:xfrm>
              <a:off x="7303845" y="3283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5" name="pt5095"/>
            <p:cNvSpPr/>
            <p:nvPr/>
          </p:nvSpPr>
          <p:spPr>
            <a:xfrm>
              <a:off x="7507341" y="3287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6" name="pt5096"/>
            <p:cNvSpPr/>
            <p:nvPr/>
          </p:nvSpPr>
          <p:spPr>
            <a:xfrm>
              <a:off x="7461393" y="32822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7" name="pt5097"/>
            <p:cNvSpPr/>
            <p:nvPr/>
          </p:nvSpPr>
          <p:spPr>
            <a:xfrm>
              <a:off x="7318893" y="3273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8" name="pt5098"/>
            <p:cNvSpPr/>
            <p:nvPr/>
          </p:nvSpPr>
          <p:spPr>
            <a:xfrm>
              <a:off x="7403510" y="32689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099" name="pt5099"/>
            <p:cNvSpPr/>
            <p:nvPr/>
          </p:nvSpPr>
          <p:spPr>
            <a:xfrm>
              <a:off x="7466376" y="32171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0" name="pt5100"/>
            <p:cNvSpPr/>
            <p:nvPr/>
          </p:nvSpPr>
          <p:spPr>
            <a:xfrm>
              <a:off x="7410734" y="32444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1" name="pt5101"/>
            <p:cNvSpPr/>
            <p:nvPr/>
          </p:nvSpPr>
          <p:spPr>
            <a:xfrm>
              <a:off x="7567648" y="32723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2" name="pt5102"/>
            <p:cNvSpPr/>
            <p:nvPr/>
          </p:nvSpPr>
          <p:spPr>
            <a:xfrm>
              <a:off x="7383206" y="32671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3" name="pt5103"/>
            <p:cNvSpPr/>
            <p:nvPr/>
          </p:nvSpPr>
          <p:spPr>
            <a:xfrm>
              <a:off x="7379477" y="32472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4" name="pt5104"/>
            <p:cNvSpPr/>
            <p:nvPr/>
          </p:nvSpPr>
          <p:spPr>
            <a:xfrm>
              <a:off x="7537635" y="32840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5" name="pt5105"/>
            <p:cNvSpPr/>
            <p:nvPr/>
          </p:nvSpPr>
          <p:spPr>
            <a:xfrm>
              <a:off x="7478027" y="32700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6" name="pt5106"/>
            <p:cNvSpPr/>
            <p:nvPr/>
          </p:nvSpPr>
          <p:spPr>
            <a:xfrm>
              <a:off x="7368166" y="32799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7" name="pt5107"/>
            <p:cNvSpPr/>
            <p:nvPr/>
          </p:nvSpPr>
          <p:spPr>
            <a:xfrm>
              <a:off x="7439777" y="32587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8" name="pt5108"/>
            <p:cNvSpPr/>
            <p:nvPr/>
          </p:nvSpPr>
          <p:spPr>
            <a:xfrm>
              <a:off x="7462220" y="33117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09" name="pt5109"/>
            <p:cNvSpPr/>
            <p:nvPr/>
          </p:nvSpPr>
          <p:spPr>
            <a:xfrm>
              <a:off x="7296916" y="32706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0" name="pt5110"/>
            <p:cNvSpPr/>
            <p:nvPr/>
          </p:nvSpPr>
          <p:spPr>
            <a:xfrm>
              <a:off x="7384856" y="3266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1" name="pt5111"/>
            <p:cNvSpPr/>
            <p:nvPr/>
          </p:nvSpPr>
          <p:spPr>
            <a:xfrm>
              <a:off x="7394550" y="32572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2" name="pt5112"/>
            <p:cNvSpPr/>
            <p:nvPr/>
          </p:nvSpPr>
          <p:spPr>
            <a:xfrm>
              <a:off x="7651676" y="3252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3" name="pt5113"/>
            <p:cNvSpPr/>
            <p:nvPr/>
          </p:nvSpPr>
          <p:spPr>
            <a:xfrm>
              <a:off x="7443645" y="32393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4" name="pt5114"/>
            <p:cNvSpPr/>
            <p:nvPr/>
          </p:nvSpPr>
          <p:spPr>
            <a:xfrm>
              <a:off x="7341822" y="32708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5" name="pt5115"/>
            <p:cNvSpPr/>
            <p:nvPr/>
          </p:nvSpPr>
          <p:spPr>
            <a:xfrm>
              <a:off x="7394673" y="32663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6" name="pt5116"/>
            <p:cNvSpPr/>
            <p:nvPr/>
          </p:nvSpPr>
          <p:spPr>
            <a:xfrm>
              <a:off x="7468851" y="32718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7" name="pt5117"/>
            <p:cNvSpPr/>
            <p:nvPr/>
          </p:nvSpPr>
          <p:spPr>
            <a:xfrm>
              <a:off x="7368440" y="32858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8" name="pt5118"/>
            <p:cNvSpPr/>
            <p:nvPr/>
          </p:nvSpPr>
          <p:spPr>
            <a:xfrm>
              <a:off x="7343922" y="32553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19" name="pt5119"/>
            <p:cNvSpPr/>
            <p:nvPr/>
          </p:nvSpPr>
          <p:spPr>
            <a:xfrm>
              <a:off x="7300424" y="32641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0" name="pt5120"/>
            <p:cNvSpPr/>
            <p:nvPr/>
          </p:nvSpPr>
          <p:spPr>
            <a:xfrm>
              <a:off x="7382464" y="32753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1" name="pt5121"/>
            <p:cNvSpPr/>
            <p:nvPr/>
          </p:nvSpPr>
          <p:spPr>
            <a:xfrm>
              <a:off x="7642382" y="32838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2" name="pt5122"/>
            <p:cNvSpPr/>
            <p:nvPr/>
          </p:nvSpPr>
          <p:spPr>
            <a:xfrm>
              <a:off x="7577315" y="32718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3" name="pt5123"/>
            <p:cNvSpPr/>
            <p:nvPr/>
          </p:nvSpPr>
          <p:spPr>
            <a:xfrm>
              <a:off x="7431806" y="3272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4" name="pt5124"/>
            <p:cNvSpPr/>
            <p:nvPr/>
          </p:nvSpPr>
          <p:spPr>
            <a:xfrm>
              <a:off x="7676074" y="33116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5" name="pt5125"/>
            <p:cNvSpPr/>
            <p:nvPr/>
          </p:nvSpPr>
          <p:spPr>
            <a:xfrm>
              <a:off x="7621694" y="32905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6" name="pt5126"/>
            <p:cNvSpPr/>
            <p:nvPr/>
          </p:nvSpPr>
          <p:spPr>
            <a:xfrm>
              <a:off x="7432043" y="3265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7" name="pt5127"/>
            <p:cNvSpPr/>
            <p:nvPr/>
          </p:nvSpPr>
          <p:spPr>
            <a:xfrm>
              <a:off x="7463402" y="32831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8" name="pt5128"/>
            <p:cNvSpPr/>
            <p:nvPr/>
          </p:nvSpPr>
          <p:spPr>
            <a:xfrm>
              <a:off x="7403487" y="32566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29" name="pt5129"/>
            <p:cNvSpPr/>
            <p:nvPr/>
          </p:nvSpPr>
          <p:spPr>
            <a:xfrm>
              <a:off x="7426359" y="3270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0" name="pt5130"/>
            <p:cNvSpPr/>
            <p:nvPr/>
          </p:nvSpPr>
          <p:spPr>
            <a:xfrm>
              <a:off x="7500386" y="32475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1" name="pt5131"/>
            <p:cNvSpPr/>
            <p:nvPr/>
          </p:nvSpPr>
          <p:spPr>
            <a:xfrm>
              <a:off x="7398687" y="3284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2" name="pt5132"/>
            <p:cNvSpPr/>
            <p:nvPr/>
          </p:nvSpPr>
          <p:spPr>
            <a:xfrm>
              <a:off x="7411236" y="32071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3" name="pt5133"/>
            <p:cNvSpPr/>
            <p:nvPr/>
          </p:nvSpPr>
          <p:spPr>
            <a:xfrm>
              <a:off x="7459236" y="31665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4" name="pt5134"/>
            <p:cNvSpPr/>
            <p:nvPr/>
          </p:nvSpPr>
          <p:spPr>
            <a:xfrm>
              <a:off x="7354501" y="32750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5" name="pt5135"/>
            <p:cNvSpPr/>
            <p:nvPr/>
          </p:nvSpPr>
          <p:spPr>
            <a:xfrm>
              <a:off x="7374682" y="3277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6" name="pt5136"/>
            <p:cNvSpPr/>
            <p:nvPr/>
          </p:nvSpPr>
          <p:spPr>
            <a:xfrm>
              <a:off x="7393196" y="32613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7" name="pt5137"/>
            <p:cNvSpPr/>
            <p:nvPr/>
          </p:nvSpPr>
          <p:spPr>
            <a:xfrm>
              <a:off x="7405361" y="3272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8" name="pt5138"/>
            <p:cNvSpPr/>
            <p:nvPr/>
          </p:nvSpPr>
          <p:spPr>
            <a:xfrm>
              <a:off x="7601419" y="3299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39" name="pt5139"/>
            <p:cNvSpPr/>
            <p:nvPr/>
          </p:nvSpPr>
          <p:spPr>
            <a:xfrm>
              <a:off x="7397113" y="31252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0" name="pt5140"/>
            <p:cNvSpPr/>
            <p:nvPr/>
          </p:nvSpPr>
          <p:spPr>
            <a:xfrm>
              <a:off x="7562087" y="3254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1" name="pt5141"/>
            <p:cNvSpPr/>
            <p:nvPr/>
          </p:nvSpPr>
          <p:spPr>
            <a:xfrm>
              <a:off x="7323094" y="32731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2" name="pt5142"/>
            <p:cNvSpPr/>
            <p:nvPr/>
          </p:nvSpPr>
          <p:spPr>
            <a:xfrm>
              <a:off x="7330192" y="32922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3" name="pt5143"/>
            <p:cNvSpPr/>
            <p:nvPr/>
          </p:nvSpPr>
          <p:spPr>
            <a:xfrm>
              <a:off x="7362363" y="3262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4" name="pt5144"/>
            <p:cNvSpPr/>
            <p:nvPr/>
          </p:nvSpPr>
          <p:spPr>
            <a:xfrm>
              <a:off x="7287402" y="32596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5" name="pt5145"/>
            <p:cNvSpPr/>
            <p:nvPr/>
          </p:nvSpPr>
          <p:spPr>
            <a:xfrm>
              <a:off x="7590881" y="32681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6" name="pt5146"/>
            <p:cNvSpPr/>
            <p:nvPr/>
          </p:nvSpPr>
          <p:spPr>
            <a:xfrm>
              <a:off x="7470455" y="32809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7" name="pt5147"/>
            <p:cNvSpPr/>
            <p:nvPr/>
          </p:nvSpPr>
          <p:spPr>
            <a:xfrm>
              <a:off x="7380154" y="3326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8" name="pt5148"/>
            <p:cNvSpPr/>
            <p:nvPr/>
          </p:nvSpPr>
          <p:spPr>
            <a:xfrm>
              <a:off x="7557329" y="32619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49" name="pt5149"/>
            <p:cNvSpPr/>
            <p:nvPr/>
          </p:nvSpPr>
          <p:spPr>
            <a:xfrm>
              <a:off x="7365627" y="3274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0" name="pt5150"/>
            <p:cNvSpPr/>
            <p:nvPr/>
          </p:nvSpPr>
          <p:spPr>
            <a:xfrm>
              <a:off x="7323588" y="32587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1" name="pt5151"/>
            <p:cNvSpPr/>
            <p:nvPr/>
          </p:nvSpPr>
          <p:spPr>
            <a:xfrm>
              <a:off x="7458779" y="32532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2" name="pt5152"/>
            <p:cNvSpPr/>
            <p:nvPr/>
          </p:nvSpPr>
          <p:spPr>
            <a:xfrm>
              <a:off x="7352458" y="32858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3" name="pt5153"/>
            <p:cNvSpPr/>
            <p:nvPr/>
          </p:nvSpPr>
          <p:spPr>
            <a:xfrm>
              <a:off x="7351200" y="32557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4" name="pt5154"/>
            <p:cNvSpPr/>
            <p:nvPr/>
          </p:nvSpPr>
          <p:spPr>
            <a:xfrm>
              <a:off x="7409794" y="32674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5" name="pt5155"/>
            <p:cNvSpPr/>
            <p:nvPr/>
          </p:nvSpPr>
          <p:spPr>
            <a:xfrm>
              <a:off x="7381556" y="32788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6" name="pt5156"/>
            <p:cNvSpPr/>
            <p:nvPr/>
          </p:nvSpPr>
          <p:spPr>
            <a:xfrm>
              <a:off x="7372263" y="3294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7" name="pt5157"/>
            <p:cNvSpPr/>
            <p:nvPr/>
          </p:nvSpPr>
          <p:spPr>
            <a:xfrm>
              <a:off x="7454933" y="32934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8" name="pt5158"/>
            <p:cNvSpPr/>
            <p:nvPr/>
          </p:nvSpPr>
          <p:spPr>
            <a:xfrm>
              <a:off x="7417811" y="32714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59" name="pt5159"/>
            <p:cNvSpPr/>
            <p:nvPr/>
          </p:nvSpPr>
          <p:spPr>
            <a:xfrm>
              <a:off x="7557342" y="32921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0" name="pt5160"/>
            <p:cNvSpPr/>
            <p:nvPr/>
          </p:nvSpPr>
          <p:spPr>
            <a:xfrm>
              <a:off x="7315800" y="32596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1" name="pt5161"/>
            <p:cNvSpPr/>
            <p:nvPr/>
          </p:nvSpPr>
          <p:spPr>
            <a:xfrm>
              <a:off x="7435538" y="33250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2" name="pt5162"/>
            <p:cNvSpPr/>
            <p:nvPr/>
          </p:nvSpPr>
          <p:spPr>
            <a:xfrm>
              <a:off x="7463607" y="32823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3" name="pt5163"/>
            <p:cNvSpPr/>
            <p:nvPr/>
          </p:nvSpPr>
          <p:spPr>
            <a:xfrm>
              <a:off x="7463449" y="3282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4" name="pt5164"/>
            <p:cNvSpPr/>
            <p:nvPr/>
          </p:nvSpPr>
          <p:spPr>
            <a:xfrm>
              <a:off x="7470444" y="3231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5" name="pt5165"/>
            <p:cNvSpPr/>
            <p:nvPr/>
          </p:nvSpPr>
          <p:spPr>
            <a:xfrm>
              <a:off x="7380966" y="3303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6" name="pt5166"/>
            <p:cNvSpPr/>
            <p:nvPr/>
          </p:nvSpPr>
          <p:spPr>
            <a:xfrm>
              <a:off x="7395345" y="32904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7" name="pt5167"/>
            <p:cNvSpPr/>
            <p:nvPr/>
          </p:nvSpPr>
          <p:spPr>
            <a:xfrm>
              <a:off x="7475977" y="32728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8" name="pt5168"/>
            <p:cNvSpPr/>
            <p:nvPr/>
          </p:nvSpPr>
          <p:spPr>
            <a:xfrm>
              <a:off x="7364844" y="3260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69" name="pt5169"/>
            <p:cNvSpPr/>
            <p:nvPr/>
          </p:nvSpPr>
          <p:spPr>
            <a:xfrm>
              <a:off x="7268630" y="327907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0" name="pt5170"/>
            <p:cNvSpPr/>
            <p:nvPr/>
          </p:nvSpPr>
          <p:spPr>
            <a:xfrm>
              <a:off x="7369743" y="32712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1" name="pt5171"/>
            <p:cNvSpPr/>
            <p:nvPr/>
          </p:nvSpPr>
          <p:spPr>
            <a:xfrm>
              <a:off x="7378808" y="3265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2" name="pt5172"/>
            <p:cNvSpPr/>
            <p:nvPr/>
          </p:nvSpPr>
          <p:spPr>
            <a:xfrm>
              <a:off x="7313551" y="32957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3" name="pt5173"/>
            <p:cNvSpPr/>
            <p:nvPr/>
          </p:nvSpPr>
          <p:spPr>
            <a:xfrm>
              <a:off x="7346851" y="32686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4" name="pt5174"/>
            <p:cNvSpPr/>
            <p:nvPr/>
          </p:nvSpPr>
          <p:spPr>
            <a:xfrm>
              <a:off x="7325761" y="32751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5" name="pt5175"/>
            <p:cNvSpPr/>
            <p:nvPr/>
          </p:nvSpPr>
          <p:spPr>
            <a:xfrm>
              <a:off x="7372067" y="32791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6" name="pt5176"/>
            <p:cNvSpPr/>
            <p:nvPr/>
          </p:nvSpPr>
          <p:spPr>
            <a:xfrm>
              <a:off x="7553987" y="324134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7" name="pt5177"/>
            <p:cNvSpPr/>
            <p:nvPr/>
          </p:nvSpPr>
          <p:spPr>
            <a:xfrm>
              <a:off x="7372672" y="32664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8" name="pt5178"/>
            <p:cNvSpPr/>
            <p:nvPr/>
          </p:nvSpPr>
          <p:spPr>
            <a:xfrm>
              <a:off x="7384271" y="32629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79" name="pt5179"/>
            <p:cNvSpPr/>
            <p:nvPr/>
          </p:nvSpPr>
          <p:spPr>
            <a:xfrm>
              <a:off x="7444513" y="32504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0" name="pt5180"/>
            <p:cNvSpPr/>
            <p:nvPr/>
          </p:nvSpPr>
          <p:spPr>
            <a:xfrm>
              <a:off x="7603578" y="32963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1" name="pt5181"/>
            <p:cNvSpPr/>
            <p:nvPr/>
          </p:nvSpPr>
          <p:spPr>
            <a:xfrm>
              <a:off x="7397342" y="3291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2" name="pt5182"/>
            <p:cNvSpPr/>
            <p:nvPr/>
          </p:nvSpPr>
          <p:spPr>
            <a:xfrm>
              <a:off x="7452526" y="33132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3" name="pt5183"/>
            <p:cNvSpPr/>
            <p:nvPr/>
          </p:nvSpPr>
          <p:spPr>
            <a:xfrm>
              <a:off x="7427941" y="3274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4" name="pt5184"/>
            <p:cNvSpPr/>
            <p:nvPr/>
          </p:nvSpPr>
          <p:spPr>
            <a:xfrm>
              <a:off x="7449677" y="33003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5" name="pt5185"/>
            <p:cNvSpPr/>
            <p:nvPr/>
          </p:nvSpPr>
          <p:spPr>
            <a:xfrm>
              <a:off x="7364323" y="3254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6" name="pt5186"/>
            <p:cNvSpPr/>
            <p:nvPr/>
          </p:nvSpPr>
          <p:spPr>
            <a:xfrm>
              <a:off x="7455027" y="32849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7" name="pt5187"/>
            <p:cNvSpPr/>
            <p:nvPr/>
          </p:nvSpPr>
          <p:spPr>
            <a:xfrm>
              <a:off x="7408013" y="3262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8" name="pt5188"/>
            <p:cNvSpPr/>
            <p:nvPr/>
          </p:nvSpPr>
          <p:spPr>
            <a:xfrm>
              <a:off x="7386491" y="3270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89" name="pt5189"/>
            <p:cNvSpPr/>
            <p:nvPr/>
          </p:nvSpPr>
          <p:spPr>
            <a:xfrm>
              <a:off x="7461042" y="3257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0" name="pt5190"/>
            <p:cNvSpPr/>
            <p:nvPr/>
          </p:nvSpPr>
          <p:spPr>
            <a:xfrm>
              <a:off x="7328801" y="32543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1" name="pt5191"/>
            <p:cNvSpPr/>
            <p:nvPr/>
          </p:nvSpPr>
          <p:spPr>
            <a:xfrm>
              <a:off x="7441810" y="3264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2" name="pt5192"/>
            <p:cNvSpPr/>
            <p:nvPr/>
          </p:nvSpPr>
          <p:spPr>
            <a:xfrm>
              <a:off x="7493373" y="32269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3" name="pt5193"/>
            <p:cNvSpPr/>
            <p:nvPr/>
          </p:nvSpPr>
          <p:spPr>
            <a:xfrm>
              <a:off x="7479411" y="32920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4" name="pt5194"/>
            <p:cNvSpPr/>
            <p:nvPr/>
          </p:nvSpPr>
          <p:spPr>
            <a:xfrm>
              <a:off x="7484213" y="32925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5" name="pt5195"/>
            <p:cNvSpPr/>
            <p:nvPr/>
          </p:nvSpPr>
          <p:spPr>
            <a:xfrm>
              <a:off x="7395052" y="32485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6" name="pt5196"/>
            <p:cNvSpPr/>
            <p:nvPr/>
          </p:nvSpPr>
          <p:spPr>
            <a:xfrm>
              <a:off x="7447183" y="32748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7" name="pt5197"/>
            <p:cNvSpPr/>
            <p:nvPr/>
          </p:nvSpPr>
          <p:spPr>
            <a:xfrm>
              <a:off x="7479966" y="32908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8" name="pt5198"/>
            <p:cNvSpPr/>
            <p:nvPr/>
          </p:nvSpPr>
          <p:spPr>
            <a:xfrm>
              <a:off x="7386536" y="32805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199" name="pt5199"/>
            <p:cNvSpPr/>
            <p:nvPr/>
          </p:nvSpPr>
          <p:spPr>
            <a:xfrm>
              <a:off x="7390919" y="3257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0" name="pt5200"/>
            <p:cNvSpPr/>
            <p:nvPr/>
          </p:nvSpPr>
          <p:spPr>
            <a:xfrm>
              <a:off x="7451254" y="3301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1" name="pt5201"/>
            <p:cNvSpPr/>
            <p:nvPr/>
          </p:nvSpPr>
          <p:spPr>
            <a:xfrm>
              <a:off x="7427001" y="32936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2" name="pt5202"/>
            <p:cNvSpPr/>
            <p:nvPr/>
          </p:nvSpPr>
          <p:spPr>
            <a:xfrm>
              <a:off x="7386899" y="32690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3" name="pt5203"/>
            <p:cNvSpPr/>
            <p:nvPr/>
          </p:nvSpPr>
          <p:spPr>
            <a:xfrm>
              <a:off x="7547412" y="32716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4" name="pt5204"/>
            <p:cNvSpPr/>
            <p:nvPr/>
          </p:nvSpPr>
          <p:spPr>
            <a:xfrm>
              <a:off x="7411989" y="32524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5" name="pt5205"/>
            <p:cNvSpPr/>
            <p:nvPr/>
          </p:nvSpPr>
          <p:spPr>
            <a:xfrm>
              <a:off x="7343669" y="32496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6" name="pt5206"/>
            <p:cNvSpPr/>
            <p:nvPr/>
          </p:nvSpPr>
          <p:spPr>
            <a:xfrm>
              <a:off x="7331149" y="32621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7" name="pt5207"/>
            <p:cNvSpPr/>
            <p:nvPr/>
          </p:nvSpPr>
          <p:spPr>
            <a:xfrm>
              <a:off x="7427219" y="3256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8" name="pt5208"/>
            <p:cNvSpPr/>
            <p:nvPr/>
          </p:nvSpPr>
          <p:spPr>
            <a:xfrm>
              <a:off x="7282762" y="3269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09" name="pt5209"/>
            <p:cNvSpPr/>
            <p:nvPr/>
          </p:nvSpPr>
          <p:spPr>
            <a:xfrm>
              <a:off x="7351203" y="33050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0" name="pt5210"/>
            <p:cNvSpPr/>
            <p:nvPr/>
          </p:nvSpPr>
          <p:spPr>
            <a:xfrm>
              <a:off x="7388028" y="3219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1" name="pt5211"/>
            <p:cNvSpPr/>
            <p:nvPr/>
          </p:nvSpPr>
          <p:spPr>
            <a:xfrm>
              <a:off x="7322169" y="32995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2" name="pt5212"/>
            <p:cNvSpPr/>
            <p:nvPr/>
          </p:nvSpPr>
          <p:spPr>
            <a:xfrm>
              <a:off x="7390045" y="3294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3" name="pt5213"/>
            <p:cNvSpPr/>
            <p:nvPr/>
          </p:nvSpPr>
          <p:spPr>
            <a:xfrm>
              <a:off x="7412159" y="32228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4" name="pt5214"/>
            <p:cNvSpPr/>
            <p:nvPr/>
          </p:nvSpPr>
          <p:spPr>
            <a:xfrm>
              <a:off x="7362847" y="3233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5" name="pt5215"/>
            <p:cNvSpPr/>
            <p:nvPr/>
          </p:nvSpPr>
          <p:spPr>
            <a:xfrm>
              <a:off x="7361118" y="32819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6" name="pt5216"/>
            <p:cNvSpPr/>
            <p:nvPr/>
          </p:nvSpPr>
          <p:spPr>
            <a:xfrm>
              <a:off x="7308887" y="3249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7" name="pt5217"/>
            <p:cNvSpPr/>
            <p:nvPr/>
          </p:nvSpPr>
          <p:spPr>
            <a:xfrm>
              <a:off x="7353068" y="3255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8" name="pt5218"/>
            <p:cNvSpPr/>
            <p:nvPr/>
          </p:nvSpPr>
          <p:spPr>
            <a:xfrm>
              <a:off x="7345025" y="32409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19" name="pt5219"/>
            <p:cNvSpPr/>
            <p:nvPr/>
          </p:nvSpPr>
          <p:spPr>
            <a:xfrm>
              <a:off x="7541975" y="32617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0" name="pt5220"/>
            <p:cNvSpPr/>
            <p:nvPr/>
          </p:nvSpPr>
          <p:spPr>
            <a:xfrm>
              <a:off x="7437484" y="32555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1" name="pt5221"/>
            <p:cNvSpPr/>
            <p:nvPr/>
          </p:nvSpPr>
          <p:spPr>
            <a:xfrm>
              <a:off x="7341930" y="32724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2" name="pt5222"/>
            <p:cNvSpPr/>
            <p:nvPr/>
          </p:nvSpPr>
          <p:spPr>
            <a:xfrm>
              <a:off x="7355012" y="3268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3" name="pt5223"/>
            <p:cNvSpPr/>
            <p:nvPr/>
          </p:nvSpPr>
          <p:spPr>
            <a:xfrm>
              <a:off x="7378502" y="32594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4" name="pt5224"/>
            <p:cNvSpPr/>
            <p:nvPr/>
          </p:nvSpPr>
          <p:spPr>
            <a:xfrm>
              <a:off x="7485668" y="32514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5" name="pt5225"/>
            <p:cNvSpPr/>
            <p:nvPr/>
          </p:nvSpPr>
          <p:spPr>
            <a:xfrm>
              <a:off x="7447933" y="32585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6" name="pt5226"/>
            <p:cNvSpPr/>
            <p:nvPr/>
          </p:nvSpPr>
          <p:spPr>
            <a:xfrm>
              <a:off x="7203057" y="32677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7" name="pt5227"/>
            <p:cNvSpPr/>
            <p:nvPr/>
          </p:nvSpPr>
          <p:spPr>
            <a:xfrm>
              <a:off x="7356363" y="3272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8" name="pt5228"/>
            <p:cNvSpPr/>
            <p:nvPr/>
          </p:nvSpPr>
          <p:spPr>
            <a:xfrm>
              <a:off x="7168765" y="3262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29" name="pt5229"/>
            <p:cNvSpPr/>
            <p:nvPr/>
          </p:nvSpPr>
          <p:spPr>
            <a:xfrm>
              <a:off x="7359033" y="3259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0" name="pt5230"/>
            <p:cNvSpPr/>
            <p:nvPr/>
          </p:nvSpPr>
          <p:spPr>
            <a:xfrm>
              <a:off x="7237899" y="32835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1" name="pt5231"/>
            <p:cNvSpPr/>
            <p:nvPr/>
          </p:nvSpPr>
          <p:spPr>
            <a:xfrm>
              <a:off x="7409231" y="3270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2" name="pt5232"/>
            <p:cNvSpPr/>
            <p:nvPr/>
          </p:nvSpPr>
          <p:spPr>
            <a:xfrm>
              <a:off x="7318567" y="3250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3" name="pt5233"/>
            <p:cNvSpPr/>
            <p:nvPr/>
          </p:nvSpPr>
          <p:spPr>
            <a:xfrm>
              <a:off x="7395438" y="33436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4" name="pt5234"/>
            <p:cNvSpPr/>
            <p:nvPr/>
          </p:nvSpPr>
          <p:spPr>
            <a:xfrm>
              <a:off x="7313784" y="32634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5" name="pt5235"/>
            <p:cNvSpPr/>
            <p:nvPr/>
          </p:nvSpPr>
          <p:spPr>
            <a:xfrm>
              <a:off x="7580093" y="33844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6" name="pt5236"/>
            <p:cNvSpPr/>
            <p:nvPr/>
          </p:nvSpPr>
          <p:spPr>
            <a:xfrm>
              <a:off x="7370814" y="32671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7" name="pt5237"/>
            <p:cNvSpPr/>
            <p:nvPr/>
          </p:nvSpPr>
          <p:spPr>
            <a:xfrm>
              <a:off x="7637741" y="3264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8" name="pt5238"/>
            <p:cNvSpPr/>
            <p:nvPr/>
          </p:nvSpPr>
          <p:spPr>
            <a:xfrm>
              <a:off x="7338033" y="33875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39" name="pt5239"/>
            <p:cNvSpPr/>
            <p:nvPr/>
          </p:nvSpPr>
          <p:spPr>
            <a:xfrm>
              <a:off x="7412553" y="33643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0" name="pt5240"/>
            <p:cNvSpPr/>
            <p:nvPr/>
          </p:nvSpPr>
          <p:spPr>
            <a:xfrm>
              <a:off x="7417167" y="33076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1" name="pt5241"/>
            <p:cNvSpPr/>
            <p:nvPr/>
          </p:nvSpPr>
          <p:spPr>
            <a:xfrm>
              <a:off x="7457477" y="33020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2" name="pt5242"/>
            <p:cNvSpPr/>
            <p:nvPr/>
          </p:nvSpPr>
          <p:spPr>
            <a:xfrm>
              <a:off x="7417479" y="32997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3" name="pt5243"/>
            <p:cNvSpPr/>
            <p:nvPr/>
          </p:nvSpPr>
          <p:spPr>
            <a:xfrm>
              <a:off x="7510611" y="3271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4" name="pt5244"/>
            <p:cNvSpPr/>
            <p:nvPr/>
          </p:nvSpPr>
          <p:spPr>
            <a:xfrm>
              <a:off x="7401216" y="3251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5" name="pt5245"/>
            <p:cNvSpPr/>
            <p:nvPr/>
          </p:nvSpPr>
          <p:spPr>
            <a:xfrm>
              <a:off x="7453527" y="32850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6" name="pt5246"/>
            <p:cNvSpPr/>
            <p:nvPr/>
          </p:nvSpPr>
          <p:spPr>
            <a:xfrm>
              <a:off x="7389624" y="32624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7" name="pt5247"/>
            <p:cNvSpPr/>
            <p:nvPr/>
          </p:nvSpPr>
          <p:spPr>
            <a:xfrm>
              <a:off x="7560851" y="3261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8" name="pt5248"/>
            <p:cNvSpPr/>
            <p:nvPr/>
          </p:nvSpPr>
          <p:spPr>
            <a:xfrm>
              <a:off x="7292032" y="3278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49" name="pt5249"/>
            <p:cNvSpPr/>
            <p:nvPr/>
          </p:nvSpPr>
          <p:spPr>
            <a:xfrm>
              <a:off x="7305693" y="33010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0" name="pt5250"/>
            <p:cNvSpPr/>
            <p:nvPr/>
          </p:nvSpPr>
          <p:spPr>
            <a:xfrm>
              <a:off x="7396336" y="3284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1" name="pt5251"/>
            <p:cNvSpPr/>
            <p:nvPr/>
          </p:nvSpPr>
          <p:spPr>
            <a:xfrm>
              <a:off x="7414464" y="32596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2" name="pt5252"/>
            <p:cNvSpPr/>
            <p:nvPr/>
          </p:nvSpPr>
          <p:spPr>
            <a:xfrm>
              <a:off x="7476687" y="3242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3" name="pt5253"/>
            <p:cNvSpPr/>
            <p:nvPr/>
          </p:nvSpPr>
          <p:spPr>
            <a:xfrm>
              <a:off x="7554018" y="32722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4" name="pt5254"/>
            <p:cNvSpPr/>
            <p:nvPr/>
          </p:nvSpPr>
          <p:spPr>
            <a:xfrm>
              <a:off x="7345257" y="32831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5" name="pt5255"/>
            <p:cNvSpPr/>
            <p:nvPr/>
          </p:nvSpPr>
          <p:spPr>
            <a:xfrm>
              <a:off x="7400101" y="32930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6" name="pt5256"/>
            <p:cNvSpPr/>
            <p:nvPr/>
          </p:nvSpPr>
          <p:spPr>
            <a:xfrm>
              <a:off x="7366714" y="3288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7" name="pt5257"/>
            <p:cNvSpPr/>
            <p:nvPr/>
          </p:nvSpPr>
          <p:spPr>
            <a:xfrm>
              <a:off x="7455953" y="32765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8" name="pt5258"/>
            <p:cNvSpPr/>
            <p:nvPr/>
          </p:nvSpPr>
          <p:spPr>
            <a:xfrm>
              <a:off x="7356174" y="32689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59" name="pt5259"/>
            <p:cNvSpPr/>
            <p:nvPr/>
          </p:nvSpPr>
          <p:spPr>
            <a:xfrm>
              <a:off x="7374388" y="32797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0" name="pt5260"/>
            <p:cNvSpPr/>
            <p:nvPr/>
          </p:nvSpPr>
          <p:spPr>
            <a:xfrm>
              <a:off x="7402202" y="3290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1" name="pt5261"/>
            <p:cNvSpPr/>
            <p:nvPr/>
          </p:nvSpPr>
          <p:spPr>
            <a:xfrm>
              <a:off x="7354139" y="32897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2" name="pt5262"/>
            <p:cNvSpPr/>
            <p:nvPr/>
          </p:nvSpPr>
          <p:spPr>
            <a:xfrm>
              <a:off x="7537137" y="32209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3" name="pt5263"/>
            <p:cNvSpPr/>
            <p:nvPr/>
          </p:nvSpPr>
          <p:spPr>
            <a:xfrm>
              <a:off x="7379223" y="33047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4" name="pt5264"/>
            <p:cNvSpPr/>
            <p:nvPr/>
          </p:nvSpPr>
          <p:spPr>
            <a:xfrm>
              <a:off x="7318141" y="32474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5" name="pt5265"/>
            <p:cNvSpPr/>
            <p:nvPr/>
          </p:nvSpPr>
          <p:spPr>
            <a:xfrm>
              <a:off x="7409580" y="32447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6" name="pt5266"/>
            <p:cNvSpPr/>
            <p:nvPr/>
          </p:nvSpPr>
          <p:spPr>
            <a:xfrm>
              <a:off x="7340311" y="329126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7" name="pt5267"/>
            <p:cNvSpPr/>
            <p:nvPr/>
          </p:nvSpPr>
          <p:spPr>
            <a:xfrm>
              <a:off x="7344165" y="3308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8" name="pt5268"/>
            <p:cNvSpPr/>
            <p:nvPr/>
          </p:nvSpPr>
          <p:spPr>
            <a:xfrm>
              <a:off x="7326515" y="32584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69" name="pt5269"/>
            <p:cNvSpPr/>
            <p:nvPr/>
          </p:nvSpPr>
          <p:spPr>
            <a:xfrm>
              <a:off x="7498198" y="32748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0" name="pt5270"/>
            <p:cNvSpPr/>
            <p:nvPr/>
          </p:nvSpPr>
          <p:spPr>
            <a:xfrm>
              <a:off x="7440119" y="32812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1" name="pt5271"/>
            <p:cNvSpPr/>
            <p:nvPr/>
          </p:nvSpPr>
          <p:spPr>
            <a:xfrm>
              <a:off x="7386701" y="32536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2" name="pt5272"/>
            <p:cNvSpPr/>
            <p:nvPr/>
          </p:nvSpPr>
          <p:spPr>
            <a:xfrm>
              <a:off x="7350984" y="33047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3" name="pt5273"/>
            <p:cNvSpPr/>
            <p:nvPr/>
          </p:nvSpPr>
          <p:spPr>
            <a:xfrm>
              <a:off x="7345861" y="32455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4" name="pt5274"/>
            <p:cNvSpPr/>
            <p:nvPr/>
          </p:nvSpPr>
          <p:spPr>
            <a:xfrm>
              <a:off x="7291939" y="3264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5" name="pt5275"/>
            <p:cNvSpPr/>
            <p:nvPr/>
          </p:nvSpPr>
          <p:spPr>
            <a:xfrm>
              <a:off x="7263474" y="32903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6" name="pt5276"/>
            <p:cNvSpPr/>
            <p:nvPr/>
          </p:nvSpPr>
          <p:spPr>
            <a:xfrm>
              <a:off x="7388968" y="32283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7" name="pt5277"/>
            <p:cNvSpPr/>
            <p:nvPr/>
          </p:nvSpPr>
          <p:spPr>
            <a:xfrm>
              <a:off x="7377827" y="3282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8" name="pt5278"/>
            <p:cNvSpPr/>
            <p:nvPr/>
          </p:nvSpPr>
          <p:spPr>
            <a:xfrm>
              <a:off x="7457590" y="32967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79" name="pt5279"/>
            <p:cNvSpPr/>
            <p:nvPr/>
          </p:nvSpPr>
          <p:spPr>
            <a:xfrm>
              <a:off x="7342964" y="32648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0" name="pt5280"/>
            <p:cNvSpPr/>
            <p:nvPr/>
          </p:nvSpPr>
          <p:spPr>
            <a:xfrm>
              <a:off x="7407213" y="3268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1" name="pt5281"/>
            <p:cNvSpPr/>
            <p:nvPr/>
          </p:nvSpPr>
          <p:spPr>
            <a:xfrm>
              <a:off x="7340947" y="3263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2" name="pt5282"/>
            <p:cNvSpPr/>
            <p:nvPr/>
          </p:nvSpPr>
          <p:spPr>
            <a:xfrm>
              <a:off x="7367627" y="32408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3" name="pt5283"/>
            <p:cNvSpPr/>
            <p:nvPr/>
          </p:nvSpPr>
          <p:spPr>
            <a:xfrm>
              <a:off x="7348786" y="3277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4" name="pt5284"/>
            <p:cNvSpPr/>
            <p:nvPr/>
          </p:nvSpPr>
          <p:spPr>
            <a:xfrm>
              <a:off x="7363660" y="32393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5" name="pt5285"/>
            <p:cNvSpPr/>
            <p:nvPr/>
          </p:nvSpPr>
          <p:spPr>
            <a:xfrm>
              <a:off x="7425365" y="32739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6" name="pt5286"/>
            <p:cNvSpPr/>
            <p:nvPr/>
          </p:nvSpPr>
          <p:spPr>
            <a:xfrm>
              <a:off x="7437625" y="32775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7" name="pt5287"/>
            <p:cNvSpPr/>
            <p:nvPr/>
          </p:nvSpPr>
          <p:spPr>
            <a:xfrm>
              <a:off x="7382821" y="3257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8" name="pt5288"/>
            <p:cNvSpPr/>
            <p:nvPr/>
          </p:nvSpPr>
          <p:spPr>
            <a:xfrm>
              <a:off x="7412073" y="3283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89" name="pt5289"/>
            <p:cNvSpPr/>
            <p:nvPr/>
          </p:nvSpPr>
          <p:spPr>
            <a:xfrm>
              <a:off x="7336359" y="32844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0" name="pt5290"/>
            <p:cNvSpPr/>
            <p:nvPr/>
          </p:nvSpPr>
          <p:spPr>
            <a:xfrm>
              <a:off x="7518443" y="32513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1" name="pt5291"/>
            <p:cNvSpPr/>
            <p:nvPr/>
          </p:nvSpPr>
          <p:spPr>
            <a:xfrm>
              <a:off x="7642063" y="3302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2" name="pt5292"/>
            <p:cNvSpPr/>
            <p:nvPr/>
          </p:nvSpPr>
          <p:spPr>
            <a:xfrm>
              <a:off x="7469800" y="32547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3" name="pt5293"/>
            <p:cNvSpPr/>
            <p:nvPr/>
          </p:nvSpPr>
          <p:spPr>
            <a:xfrm>
              <a:off x="7402709" y="32498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4" name="pt5294"/>
            <p:cNvSpPr/>
            <p:nvPr/>
          </p:nvSpPr>
          <p:spPr>
            <a:xfrm>
              <a:off x="7341224" y="32601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5" name="pt5295"/>
            <p:cNvSpPr/>
            <p:nvPr/>
          </p:nvSpPr>
          <p:spPr>
            <a:xfrm>
              <a:off x="7398177" y="32314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6" name="pt5296"/>
            <p:cNvSpPr/>
            <p:nvPr/>
          </p:nvSpPr>
          <p:spPr>
            <a:xfrm>
              <a:off x="7454351" y="3291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7" name="pt5297"/>
            <p:cNvSpPr/>
            <p:nvPr/>
          </p:nvSpPr>
          <p:spPr>
            <a:xfrm>
              <a:off x="7357852" y="32692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8" name="pt5298"/>
            <p:cNvSpPr/>
            <p:nvPr/>
          </p:nvSpPr>
          <p:spPr>
            <a:xfrm>
              <a:off x="7341832" y="33047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299" name="pt5299"/>
            <p:cNvSpPr/>
            <p:nvPr/>
          </p:nvSpPr>
          <p:spPr>
            <a:xfrm>
              <a:off x="7406668" y="3372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0" name="pt5300"/>
            <p:cNvSpPr/>
            <p:nvPr/>
          </p:nvSpPr>
          <p:spPr>
            <a:xfrm>
              <a:off x="7394575" y="32475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1" name="pt5301"/>
            <p:cNvSpPr/>
            <p:nvPr/>
          </p:nvSpPr>
          <p:spPr>
            <a:xfrm>
              <a:off x="7249568" y="3279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2" name="pt5302"/>
            <p:cNvSpPr/>
            <p:nvPr/>
          </p:nvSpPr>
          <p:spPr>
            <a:xfrm>
              <a:off x="7475375" y="32601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3" name="pt5303"/>
            <p:cNvSpPr/>
            <p:nvPr/>
          </p:nvSpPr>
          <p:spPr>
            <a:xfrm>
              <a:off x="7481706" y="32416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4" name="pt5304"/>
            <p:cNvSpPr/>
            <p:nvPr/>
          </p:nvSpPr>
          <p:spPr>
            <a:xfrm>
              <a:off x="7473558" y="32499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5" name="pt5305"/>
            <p:cNvSpPr/>
            <p:nvPr/>
          </p:nvSpPr>
          <p:spPr>
            <a:xfrm>
              <a:off x="7411371" y="327549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6" name="pt5306"/>
            <p:cNvSpPr/>
            <p:nvPr/>
          </p:nvSpPr>
          <p:spPr>
            <a:xfrm>
              <a:off x="7334481" y="328020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7" name="pt5307"/>
            <p:cNvSpPr/>
            <p:nvPr/>
          </p:nvSpPr>
          <p:spPr>
            <a:xfrm>
              <a:off x="7514514" y="33686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8" name="pt5308"/>
            <p:cNvSpPr/>
            <p:nvPr/>
          </p:nvSpPr>
          <p:spPr>
            <a:xfrm>
              <a:off x="7232745" y="32962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09" name="pt5309"/>
            <p:cNvSpPr/>
            <p:nvPr/>
          </p:nvSpPr>
          <p:spPr>
            <a:xfrm>
              <a:off x="7429575" y="33210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0" name="pt5310"/>
            <p:cNvSpPr/>
            <p:nvPr/>
          </p:nvSpPr>
          <p:spPr>
            <a:xfrm>
              <a:off x="7364781" y="32952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1" name="pt5311"/>
            <p:cNvSpPr/>
            <p:nvPr/>
          </p:nvSpPr>
          <p:spPr>
            <a:xfrm>
              <a:off x="7268782" y="327516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2" name="pt5312"/>
            <p:cNvSpPr/>
            <p:nvPr/>
          </p:nvSpPr>
          <p:spPr>
            <a:xfrm>
              <a:off x="7427150" y="32694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3" name="pt5313"/>
            <p:cNvSpPr/>
            <p:nvPr/>
          </p:nvSpPr>
          <p:spPr>
            <a:xfrm>
              <a:off x="7471521" y="3275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4" name="pt5314"/>
            <p:cNvSpPr/>
            <p:nvPr/>
          </p:nvSpPr>
          <p:spPr>
            <a:xfrm>
              <a:off x="7370993" y="3290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5" name="pt5315"/>
            <p:cNvSpPr/>
            <p:nvPr/>
          </p:nvSpPr>
          <p:spPr>
            <a:xfrm>
              <a:off x="7310997" y="32599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6" name="pt5316"/>
            <p:cNvSpPr/>
            <p:nvPr/>
          </p:nvSpPr>
          <p:spPr>
            <a:xfrm>
              <a:off x="7386929" y="32041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7" name="pt5317"/>
            <p:cNvSpPr/>
            <p:nvPr/>
          </p:nvSpPr>
          <p:spPr>
            <a:xfrm>
              <a:off x="7439040" y="3253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8" name="pt5318"/>
            <p:cNvSpPr/>
            <p:nvPr/>
          </p:nvSpPr>
          <p:spPr>
            <a:xfrm>
              <a:off x="7353712" y="33103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19" name="pt5319"/>
            <p:cNvSpPr/>
            <p:nvPr/>
          </p:nvSpPr>
          <p:spPr>
            <a:xfrm>
              <a:off x="7359414" y="33356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0" name="pt5320"/>
            <p:cNvSpPr/>
            <p:nvPr/>
          </p:nvSpPr>
          <p:spPr>
            <a:xfrm>
              <a:off x="7436774" y="3268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1" name="pt5321"/>
            <p:cNvSpPr/>
            <p:nvPr/>
          </p:nvSpPr>
          <p:spPr>
            <a:xfrm>
              <a:off x="7473150" y="32861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2" name="pt5322"/>
            <p:cNvSpPr/>
            <p:nvPr/>
          </p:nvSpPr>
          <p:spPr>
            <a:xfrm>
              <a:off x="7567599" y="3269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3" name="pt5323"/>
            <p:cNvSpPr/>
            <p:nvPr/>
          </p:nvSpPr>
          <p:spPr>
            <a:xfrm>
              <a:off x="7463374" y="33113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4" name="pt5324"/>
            <p:cNvSpPr/>
            <p:nvPr/>
          </p:nvSpPr>
          <p:spPr>
            <a:xfrm>
              <a:off x="7459072" y="3263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5" name="pt5325"/>
            <p:cNvSpPr/>
            <p:nvPr/>
          </p:nvSpPr>
          <p:spPr>
            <a:xfrm>
              <a:off x="7479458" y="32657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6" name="pt5326"/>
            <p:cNvSpPr/>
            <p:nvPr/>
          </p:nvSpPr>
          <p:spPr>
            <a:xfrm>
              <a:off x="7387784" y="32603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7" name="pt5327"/>
            <p:cNvSpPr/>
            <p:nvPr/>
          </p:nvSpPr>
          <p:spPr>
            <a:xfrm>
              <a:off x="7504308" y="327323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8" name="pt5328"/>
            <p:cNvSpPr/>
            <p:nvPr/>
          </p:nvSpPr>
          <p:spPr>
            <a:xfrm>
              <a:off x="7519974" y="3343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29" name="pt5329"/>
            <p:cNvSpPr/>
            <p:nvPr/>
          </p:nvSpPr>
          <p:spPr>
            <a:xfrm>
              <a:off x="7440308" y="32743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0" name="pt5330"/>
            <p:cNvSpPr/>
            <p:nvPr/>
          </p:nvSpPr>
          <p:spPr>
            <a:xfrm>
              <a:off x="7421550" y="32322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1" name="pt5331"/>
            <p:cNvSpPr/>
            <p:nvPr/>
          </p:nvSpPr>
          <p:spPr>
            <a:xfrm>
              <a:off x="7375858" y="32788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2" name="pt5332"/>
            <p:cNvSpPr/>
            <p:nvPr/>
          </p:nvSpPr>
          <p:spPr>
            <a:xfrm>
              <a:off x="7323914" y="32812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3" name="pt5333"/>
            <p:cNvSpPr/>
            <p:nvPr/>
          </p:nvSpPr>
          <p:spPr>
            <a:xfrm>
              <a:off x="7384493" y="32757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4" name="pt5334"/>
            <p:cNvSpPr/>
            <p:nvPr/>
          </p:nvSpPr>
          <p:spPr>
            <a:xfrm>
              <a:off x="7596400" y="32586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5" name="pt5335"/>
            <p:cNvSpPr/>
            <p:nvPr/>
          </p:nvSpPr>
          <p:spPr>
            <a:xfrm>
              <a:off x="7401164" y="32716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6" name="pt5336"/>
            <p:cNvSpPr/>
            <p:nvPr/>
          </p:nvSpPr>
          <p:spPr>
            <a:xfrm>
              <a:off x="7367080" y="32675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7" name="pt5337"/>
            <p:cNvSpPr/>
            <p:nvPr/>
          </p:nvSpPr>
          <p:spPr>
            <a:xfrm>
              <a:off x="7353632" y="32596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8" name="pt5338"/>
            <p:cNvSpPr/>
            <p:nvPr/>
          </p:nvSpPr>
          <p:spPr>
            <a:xfrm>
              <a:off x="7515021" y="32430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39" name="pt5339"/>
            <p:cNvSpPr/>
            <p:nvPr/>
          </p:nvSpPr>
          <p:spPr>
            <a:xfrm>
              <a:off x="7350097" y="32672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0" name="pt5340"/>
            <p:cNvSpPr/>
            <p:nvPr/>
          </p:nvSpPr>
          <p:spPr>
            <a:xfrm>
              <a:off x="7433390" y="32606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1" name="pt5341"/>
            <p:cNvSpPr/>
            <p:nvPr/>
          </p:nvSpPr>
          <p:spPr>
            <a:xfrm>
              <a:off x="7367773" y="32716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2" name="pt5342"/>
            <p:cNvSpPr/>
            <p:nvPr/>
          </p:nvSpPr>
          <p:spPr>
            <a:xfrm>
              <a:off x="7478697" y="3327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3" name="pt5343"/>
            <p:cNvSpPr/>
            <p:nvPr/>
          </p:nvSpPr>
          <p:spPr>
            <a:xfrm>
              <a:off x="7391198" y="32731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4" name="pt5344"/>
            <p:cNvSpPr/>
            <p:nvPr/>
          </p:nvSpPr>
          <p:spPr>
            <a:xfrm>
              <a:off x="7382640" y="32645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5" name="pt5345"/>
            <p:cNvSpPr/>
            <p:nvPr/>
          </p:nvSpPr>
          <p:spPr>
            <a:xfrm>
              <a:off x="7370706" y="32350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6" name="pt5346"/>
            <p:cNvSpPr/>
            <p:nvPr/>
          </p:nvSpPr>
          <p:spPr>
            <a:xfrm>
              <a:off x="7476133" y="3261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7" name="pt5347"/>
            <p:cNvSpPr/>
            <p:nvPr/>
          </p:nvSpPr>
          <p:spPr>
            <a:xfrm>
              <a:off x="7485431" y="3262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8" name="pt5348"/>
            <p:cNvSpPr/>
            <p:nvPr/>
          </p:nvSpPr>
          <p:spPr>
            <a:xfrm>
              <a:off x="7561270" y="33407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49" name="pt5349"/>
            <p:cNvSpPr/>
            <p:nvPr/>
          </p:nvSpPr>
          <p:spPr>
            <a:xfrm>
              <a:off x="7391833" y="3268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0" name="pt5350"/>
            <p:cNvSpPr/>
            <p:nvPr/>
          </p:nvSpPr>
          <p:spPr>
            <a:xfrm>
              <a:off x="7360992" y="327915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1" name="pt5351"/>
            <p:cNvSpPr/>
            <p:nvPr/>
          </p:nvSpPr>
          <p:spPr>
            <a:xfrm>
              <a:off x="7422644" y="33048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2" name="pt5352"/>
            <p:cNvSpPr/>
            <p:nvPr/>
          </p:nvSpPr>
          <p:spPr>
            <a:xfrm>
              <a:off x="7431732" y="3277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3" name="pt5353"/>
            <p:cNvSpPr/>
            <p:nvPr/>
          </p:nvSpPr>
          <p:spPr>
            <a:xfrm>
              <a:off x="7402935" y="32952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4" name="pt5354"/>
            <p:cNvSpPr/>
            <p:nvPr/>
          </p:nvSpPr>
          <p:spPr>
            <a:xfrm>
              <a:off x="7465125" y="32864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5" name="pt5355"/>
            <p:cNvSpPr/>
            <p:nvPr/>
          </p:nvSpPr>
          <p:spPr>
            <a:xfrm>
              <a:off x="7414431" y="32280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6" name="pt5356"/>
            <p:cNvSpPr/>
            <p:nvPr/>
          </p:nvSpPr>
          <p:spPr>
            <a:xfrm>
              <a:off x="7415746" y="325835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7" name="pt5357"/>
            <p:cNvSpPr/>
            <p:nvPr/>
          </p:nvSpPr>
          <p:spPr>
            <a:xfrm>
              <a:off x="7398674" y="3264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8" name="pt5358"/>
            <p:cNvSpPr/>
            <p:nvPr/>
          </p:nvSpPr>
          <p:spPr>
            <a:xfrm>
              <a:off x="7534153" y="32452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59" name="pt5359"/>
            <p:cNvSpPr/>
            <p:nvPr/>
          </p:nvSpPr>
          <p:spPr>
            <a:xfrm>
              <a:off x="7345421" y="3244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0" name="pt5360"/>
            <p:cNvSpPr/>
            <p:nvPr/>
          </p:nvSpPr>
          <p:spPr>
            <a:xfrm>
              <a:off x="7368960" y="33862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1" name="pt5361"/>
            <p:cNvSpPr/>
            <p:nvPr/>
          </p:nvSpPr>
          <p:spPr>
            <a:xfrm>
              <a:off x="7503367" y="32770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2" name="pt5362"/>
            <p:cNvSpPr/>
            <p:nvPr/>
          </p:nvSpPr>
          <p:spPr>
            <a:xfrm>
              <a:off x="7418763" y="32834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3" name="pt5363"/>
            <p:cNvSpPr/>
            <p:nvPr/>
          </p:nvSpPr>
          <p:spPr>
            <a:xfrm>
              <a:off x="7480095" y="32894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4" name="pt5364"/>
            <p:cNvSpPr/>
            <p:nvPr/>
          </p:nvSpPr>
          <p:spPr>
            <a:xfrm>
              <a:off x="7357970" y="32698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5" name="pt5365"/>
            <p:cNvSpPr/>
            <p:nvPr/>
          </p:nvSpPr>
          <p:spPr>
            <a:xfrm>
              <a:off x="7358207" y="33043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6" name="pt5366"/>
            <p:cNvSpPr/>
            <p:nvPr/>
          </p:nvSpPr>
          <p:spPr>
            <a:xfrm>
              <a:off x="7362143" y="3254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7" name="pt5367"/>
            <p:cNvSpPr/>
            <p:nvPr/>
          </p:nvSpPr>
          <p:spPr>
            <a:xfrm>
              <a:off x="7371473" y="32559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8" name="pt5368"/>
            <p:cNvSpPr/>
            <p:nvPr/>
          </p:nvSpPr>
          <p:spPr>
            <a:xfrm>
              <a:off x="7359661" y="32964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69" name="pt5369"/>
            <p:cNvSpPr/>
            <p:nvPr/>
          </p:nvSpPr>
          <p:spPr>
            <a:xfrm>
              <a:off x="7418285" y="33022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0" name="pt5370"/>
            <p:cNvSpPr/>
            <p:nvPr/>
          </p:nvSpPr>
          <p:spPr>
            <a:xfrm>
              <a:off x="7421003" y="32580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1" name="pt5371"/>
            <p:cNvSpPr/>
            <p:nvPr/>
          </p:nvSpPr>
          <p:spPr>
            <a:xfrm>
              <a:off x="7438422" y="3294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2" name="pt5372"/>
            <p:cNvSpPr/>
            <p:nvPr/>
          </p:nvSpPr>
          <p:spPr>
            <a:xfrm>
              <a:off x="7411477" y="32595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3" name="pt5373"/>
            <p:cNvSpPr/>
            <p:nvPr/>
          </p:nvSpPr>
          <p:spPr>
            <a:xfrm>
              <a:off x="7403331" y="32719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4" name="pt5374"/>
            <p:cNvSpPr/>
            <p:nvPr/>
          </p:nvSpPr>
          <p:spPr>
            <a:xfrm>
              <a:off x="7400605" y="32935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5" name="pt5375"/>
            <p:cNvSpPr/>
            <p:nvPr/>
          </p:nvSpPr>
          <p:spPr>
            <a:xfrm>
              <a:off x="7448794" y="32634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6" name="pt5376"/>
            <p:cNvSpPr/>
            <p:nvPr/>
          </p:nvSpPr>
          <p:spPr>
            <a:xfrm>
              <a:off x="7429123" y="32503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7" name="pt5377"/>
            <p:cNvSpPr/>
            <p:nvPr/>
          </p:nvSpPr>
          <p:spPr>
            <a:xfrm>
              <a:off x="7429201" y="328768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8" name="pt5378"/>
            <p:cNvSpPr/>
            <p:nvPr/>
          </p:nvSpPr>
          <p:spPr>
            <a:xfrm>
              <a:off x="7394576" y="3309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79" name="pt5379"/>
            <p:cNvSpPr/>
            <p:nvPr/>
          </p:nvSpPr>
          <p:spPr>
            <a:xfrm>
              <a:off x="7431738" y="32838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0" name="pt5380"/>
            <p:cNvSpPr/>
            <p:nvPr/>
          </p:nvSpPr>
          <p:spPr>
            <a:xfrm>
              <a:off x="7551035" y="3261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1" name="pt5381"/>
            <p:cNvSpPr/>
            <p:nvPr/>
          </p:nvSpPr>
          <p:spPr>
            <a:xfrm>
              <a:off x="7422995" y="3271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2" name="pt5382"/>
            <p:cNvSpPr/>
            <p:nvPr/>
          </p:nvSpPr>
          <p:spPr>
            <a:xfrm>
              <a:off x="7451102" y="32791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3" name="pt5383"/>
            <p:cNvSpPr/>
            <p:nvPr/>
          </p:nvSpPr>
          <p:spPr>
            <a:xfrm>
              <a:off x="7361126" y="327980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4" name="pt5384"/>
            <p:cNvSpPr/>
            <p:nvPr/>
          </p:nvSpPr>
          <p:spPr>
            <a:xfrm>
              <a:off x="7483474" y="324742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5" name="pt5385"/>
            <p:cNvSpPr/>
            <p:nvPr/>
          </p:nvSpPr>
          <p:spPr>
            <a:xfrm>
              <a:off x="7257192" y="32611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6" name="pt5386"/>
            <p:cNvSpPr/>
            <p:nvPr/>
          </p:nvSpPr>
          <p:spPr>
            <a:xfrm>
              <a:off x="7360522" y="326659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7" name="pt5387"/>
            <p:cNvSpPr/>
            <p:nvPr/>
          </p:nvSpPr>
          <p:spPr>
            <a:xfrm>
              <a:off x="7465646" y="32573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8" name="pt5388"/>
            <p:cNvSpPr/>
            <p:nvPr/>
          </p:nvSpPr>
          <p:spPr>
            <a:xfrm>
              <a:off x="7329579" y="32599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89" name="pt5389"/>
            <p:cNvSpPr/>
            <p:nvPr/>
          </p:nvSpPr>
          <p:spPr>
            <a:xfrm>
              <a:off x="7377383" y="32796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0" name="pt5390"/>
            <p:cNvSpPr/>
            <p:nvPr/>
          </p:nvSpPr>
          <p:spPr>
            <a:xfrm>
              <a:off x="7429784" y="3218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1" name="pt5391"/>
            <p:cNvSpPr/>
            <p:nvPr/>
          </p:nvSpPr>
          <p:spPr>
            <a:xfrm>
              <a:off x="7389097" y="33045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2" name="pt5392"/>
            <p:cNvSpPr/>
            <p:nvPr/>
          </p:nvSpPr>
          <p:spPr>
            <a:xfrm>
              <a:off x="7333235" y="330792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3" name="pt5393"/>
            <p:cNvSpPr/>
            <p:nvPr/>
          </p:nvSpPr>
          <p:spPr>
            <a:xfrm>
              <a:off x="7439796" y="32440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4" name="pt5394"/>
            <p:cNvSpPr/>
            <p:nvPr/>
          </p:nvSpPr>
          <p:spPr>
            <a:xfrm>
              <a:off x="7356636" y="3267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5" name="pt5395"/>
            <p:cNvSpPr/>
            <p:nvPr/>
          </p:nvSpPr>
          <p:spPr>
            <a:xfrm>
              <a:off x="7486329" y="32678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6" name="pt5396"/>
            <p:cNvSpPr/>
            <p:nvPr/>
          </p:nvSpPr>
          <p:spPr>
            <a:xfrm>
              <a:off x="7344596" y="32374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7" name="pt5397"/>
            <p:cNvSpPr/>
            <p:nvPr/>
          </p:nvSpPr>
          <p:spPr>
            <a:xfrm>
              <a:off x="7321547" y="32741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8" name="pt5398"/>
            <p:cNvSpPr/>
            <p:nvPr/>
          </p:nvSpPr>
          <p:spPr>
            <a:xfrm>
              <a:off x="7458029" y="31024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399" name="pt5399"/>
            <p:cNvSpPr/>
            <p:nvPr/>
          </p:nvSpPr>
          <p:spPr>
            <a:xfrm>
              <a:off x="7376763" y="32581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0" name="pt5400"/>
            <p:cNvSpPr/>
            <p:nvPr/>
          </p:nvSpPr>
          <p:spPr>
            <a:xfrm>
              <a:off x="7414253" y="33003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1" name="pt5401"/>
            <p:cNvSpPr/>
            <p:nvPr/>
          </p:nvSpPr>
          <p:spPr>
            <a:xfrm>
              <a:off x="7450593" y="32635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2" name="pt5402"/>
            <p:cNvSpPr/>
            <p:nvPr/>
          </p:nvSpPr>
          <p:spPr>
            <a:xfrm>
              <a:off x="7450386" y="32483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3" name="pt5403"/>
            <p:cNvSpPr/>
            <p:nvPr/>
          </p:nvSpPr>
          <p:spPr>
            <a:xfrm>
              <a:off x="7475667" y="32637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4" name="pt5404"/>
            <p:cNvSpPr/>
            <p:nvPr/>
          </p:nvSpPr>
          <p:spPr>
            <a:xfrm>
              <a:off x="7533307" y="32603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5" name="pt5405"/>
            <p:cNvSpPr/>
            <p:nvPr/>
          </p:nvSpPr>
          <p:spPr>
            <a:xfrm>
              <a:off x="7481485" y="32583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6" name="pt5406"/>
            <p:cNvSpPr/>
            <p:nvPr/>
          </p:nvSpPr>
          <p:spPr>
            <a:xfrm>
              <a:off x="7386299" y="3266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7" name="pt5407"/>
            <p:cNvSpPr/>
            <p:nvPr/>
          </p:nvSpPr>
          <p:spPr>
            <a:xfrm>
              <a:off x="7376226" y="3277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8" name="pt5408"/>
            <p:cNvSpPr/>
            <p:nvPr/>
          </p:nvSpPr>
          <p:spPr>
            <a:xfrm>
              <a:off x="7426143" y="32675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09" name="pt5409"/>
            <p:cNvSpPr/>
            <p:nvPr/>
          </p:nvSpPr>
          <p:spPr>
            <a:xfrm>
              <a:off x="7417389" y="32597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0" name="pt5410"/>
            <p:cNvSpPr/>
            <p:nvPr/>
          </p:nvSpPr>
          <p:spPr>
            <a:xfrm>
              <a:off x="7398989" y="331164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1" name="pt5411"/>
            <p:cNvSpPr/>
            <p:nvPr/>
          </p:nvSpPr>
          <p:spPr>
            <a:xfrm>
              <a:off x="7616322" y="32892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2" name="pt5412"/>
            <p:cNvSpPr/>
            <p:nvPr/>
          </p:nvSpPr>
          <p:spPr>
            <a:xfrm>
              <a:off x="7569951" y="33306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3" name="pt5413"/>
            <p:cNvSpPr/>
            <p:nvPr/>
          </p:nvSpPr>
          <p:spPr>
            <a:xfrm>
              <a:off x="7338414" y="32973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4" name="pt5414"/>
            <p:cNvSpPr/>
            <p:nvPr/>
          </p:nvSpPr>
          <p:spPr>
            <a:xfrm>
              <a:off x="7446708" y="32796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5" name="pt5415"/>
            <p:cNvSpPr/>
            <p:nvPr/>
          </p:nvSpPr>
          <p:spPr>
            <a:xfrm>
              <a:off x="7540165" y="32716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6" name="pt5416"/>
            <p:cNvSpPr/>
            <p:nvPr/>
          </p:nvSpPr>
          <p:spPr>
            <a:xfrm>
              <a:off x="7253759" y="32716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7" name="pt5417"/>
            <p:cNvSpPr/>
            <p:nvPr/>
          </p:nvSpPr>
          <p:spPr>
            <a:xfrm>
              <a:off x="7223952" y="32759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8" name="pt5418"/>
            <p:cNvSpPr/>
            <p:nvPr/>
          </p:nvSpPr>
          <p:spPr>
            <a:xfrm>
              <a:off x="7435904" y="32404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19" name="pt5419"/>
            <p:cNvSpPr/>
            <p:nvPr/>
          </p:nvSpPr>
          <p:spPr>
            <a:xfrm>
              <a:off x="7453088" y="35456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0" name="pt5420"/>
            <p:cNvSpPr/>
            <p:nvPr/>
          </p:nvSpPr>
          <p:spPr>
            <a:xfrm>
              <a:off x="7248424" y="32889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1" name="pt5421"/>
            <p:cNvSpPr/>
            <p:nvPr/>
          </p:nvSpPr>
          <p:spPr>
            <a:xfrm>
              <a:off x="7363723" y="32889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2" name="pt5422"/>
            <p:cNvSpPr/>
            <p:nvPr/>
          </p:nvSpPr>
          <p:spPr>
            <a:xfrm>
              <a:off x="7451457" y="3264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3" name="pt5423"/>
            <p:cNvSpPr/>
            <p:nvPr/>
          </p:nvSpPr>
          <p:spPr>
            <a:xfrm>
              <a:off x="7423116" y="326698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4" name="pt5424"/>
            <p:cNvSpPr/>
            <p:nvPr/>
          </p:nvSpPr>
          <p:spPr>
            <a:xfrm>
              <a:off x="7440354" y="32782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5" name="pt5425"/>
            <p:cNvSpPr/>
            <p:nvPr/>
          </p:nvSpPr>
          <p:spPr>
            <a:xfrm>
              <a:off x="7385573" y="32781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6" name="pt5426"/>
            <p:cNvSpPr/>
            <p:nvPr/>
          </p:nvSpPr>
          <p:spPr>
            <a:xfrm>
              <a:off x="7441678" y="32799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7" name="pt5427"/>
            <p:cNvSpPr/>
            <p:nvPr/>
          </p:nvSpPr>
          <p:spPr>
            <a:xfrm>
              <a:off x="7406413" y="3273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8" name="pt5428"/>
            <p:cNvSpPr/>
            <p:nvPr/>
          </p:nvSpPr>
          <p:spPr>
            <a:xfrm>
              <a:off x="7453054" y="348528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29" name="pt5429"/>
            <p:cNvSpPr/>
            <p:nvPr/>
          </p:nvSpPr>
          <p:spPr>
            <a:xfrm>
              <a:off x="7520386" y="32008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0" name="pt5430"/>
            <p:cNvSpPr/>
            <p:nvPr/>
          </p:nvSpPr>
          <p:spPr>
            <a:xfrm>
              <a:off x="7361511" y="32744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1" name="pt5431"/>
            <p:cNvSpPr/>
            <p:nvPr/>
          </p:nvSpPr>
          <p:spPr>
            <a:xfrm>
              <a:off x="7342281" y="32990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2" name="pt5432"/>
            <p:cNvSpPr/>
            <p:nvPr/>
          </p:nvSpPr>
          <p:spPr>
            <a:xfrm>
              <a:off x="7449352" y="32912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3" name="pt5433"/>
            <p:cNvSpPr/>
            <p:nvPr/>
          </p:nvSpPr>
          <p:spPr>
            <a:xfrm>
              <a:off x="7539258" y="32295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4" name="pt5434"/>
            <p:cNvSpPr/>
            <p:nvPr/>
          </p:nvSpPr>
          <p:spPr>
            <a:xfrm>
              <a:off x="7454800" y="32666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5" name="pt5435"/>
            <p:cNvSpPr/>
            <p:nvPr/>
          </p:nvSpPr>
          <p:spPr>
            <a:xfrm>
              <a:off x="7463631" y="3276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6" name="pt5436"/>
            <p:cNvSpPr/>
            <p:nvPr/>
          </p:nvSpPr>
          <p:spPr>
            <a:xfrm>
              <a:off x="7352062" y="32737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7" name="pt5437"/>
            <p:cNvSpPr/>
            <p:nvPr/>
          </p:nvSpPr>
          <p:spPr>
            <a:xfrm>
              <a:off x="7466401" y="32155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8" name="pt5438"/>
            <p:cNvSpPr/>
            <p:nvPr/>
          </p:nvSpPr>
          <p:spPr>
            <a:xfrm>
              <a:off x="7384905" y="328476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39" name="pt5439"/>
            <p:cNvSpPr/>
            <p:nvPr/>
          </p:nvSpPr>
          <p:spPr>
            <a:xfrm>
              <a:off x="7489214" y="32673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0" name="pt5440"/>
            <p:cNvSpPr/>
            <p:nvPr/>
          </p:nvSpPr>
          <p:spPr>
            <a:xfrm>
              <a:off x="7478288" y="32783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1" name="pt5441"/>
            <p:cNvSpPr/>
            <p:nvPr/>
          </p:nvSpPr>
          <p:spPr>
            <a:xfrm>
              <a:off x="7434256" y="32755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2" name="pt5442"/>
            <p:cNvSpPr/>
            <p:nvPr/>
          </p:nvSpPr>
          <p:spPr>
            <a:xfrm>
              <a:off x="7461176" y="32819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3" name="pt5443"/>
            <p:cNvSpPr/>
            <p:nvPr/>
          </p:nvSpPr>
          <p:spPr>
            <a:xfrm>
              <a:off x="7350253" y="32986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4" name="pt5444"/>
            <p:cNvSpPr/>
            <p:nvPr/>
          </p:nvSpPr>
          <p:spPr>
            <a:xfrm>
              <a:off x="7410184" y="33988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5" name="pt5445"/>
            <p:cNvSpPr/>
            <p:nvPr/>
          </p:nvSpPr>
          <p:spPr>
            <a:xfrm>
              <a:off x="7356095" y="319215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6" name="pt5446"/>
            <p:cNvSpPr/>
            <p:nvPr/>
          </p:nvSpPr>
          <p:spPr>
            <a:xfrm>
              <a:off x="7414845" y="32981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7" name="pt5447"/>
            <p:cNvSpPr/>
            <p:nvPr/>
          </p:nvSpPr>
          <p:spPr>
            <a:xfrm>
              <a:off x="7444202" y="3261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8" name="pt5448"/>
            <p:cNvSpPr/>
            <p:nvPr/>
          </p:nvSpPr>
          <p:spPr>
            <a:xfrm>
              <a:off x="7408689" y="3291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49" name="pt5449"/>
            <p:cNvSpPr/>
            <p:nvPr/>
          </p:nvSpPr>
          <p:spPr>
            <a:xfrm>
              <a:off x="7381886" y="32646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0" name="pt5450"/>
            <p:cNvSpPr/>
            <p:nvPr/>
          </p:nvSpPr>
          <p:spPr>
            <a:xfrm>
              <a:off x="7337384" y="353036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1" name="pt5451"/>
            <p:cNvSpPr/>
            <p:nvPr/>
          </p:nvSpPr>
          <p:spPr>
            <a:xfrm>
              <a:off x="7458943" y="3195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2" name="pt5452"/>
            <p:cNvSpPr/>
            <p:nvPr/>
          </p:nvSpPr>
          <p:spPr>
            <a:xfrm>
              <a:off x="7733841" y="3286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3" name="pt5453"/>
            <p:cNvSpPr/>
            <p:nvPr/>
          </p:nvSpPr>
          <p:spPr>
            <a:xfrm>
              <a:off x="7315530" y="33097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4" name="pt5454"/>
            <p:cNvSpPr/>
            <p:nvPr/>
          </p:nvSpPr>
          <p:spPr>
            <a:xfrm>
              <a:off x="7371317" y="33109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5" name="pt5455"/>
            <p:cNvSpPr/>
            <p:nvPr/>
          </p:nvSpPr>
          <p:spPr>
            <a:xfrm>
              <a:off x="7387635" y="32707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6" name="pt5456"/>
            <p:cNvSpPr/>
            <p:nvPr/>
          </p:nvSpPr>
          <p:spPr>
            <a:xfrm>
              <a:off x="7322920" y="328266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7" name="pt5457"/>
            <p:cNvSpPr/>
            <p:nvPr/>
          </p:nvSpPr>
          <p:spPr>
            <a:xfrm>
              <a:off x="7421896" y="32620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8" name="pt5458"/>
            <p:cNvSpPr/>
            <p:nvPr/>
          </p:nvSpPr>
          <p:spPr>
            <a:xfrm>
              <a:off x="7503184" y="32709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59" name="pt5459"/>
            <p:cNvSpPr/>
            <p:nvPr/>
          </p:nvSpPr>
          <p:spPr>
            <a:xfrm>
              <a:off x="7346910" y="32821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0" name="pt5460"/>
            <p:cNvSpPr/>
            <p:nvPr/>
          </p:nvSpPr>
          <p:spPr>
            <a:xfrm>
              <a:off x="7476201" y="32698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1" name="pt5461"/>
            <p:cNvSpPr/>
            <p:nvPr/>
          </p:nvSpPr>
          <p:spPr>
            <a:xfrm>
              <a:off x="7390641" y="32605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2" name="pt5462"/>
            <p:cNvSpPr/>
            <p:nvPr/>
          </p:nvSpPr>
          <p:spPr>
            <a:xfrm>
              <a:off x="7512428" y="32746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3" name="pt5463"/>
            <p:cNvSpPr/>
            <p:nvPr/>
          </p:nvSpPr>
          <p:spPr>
            <a:xfrm>
              <a:off x="7339088" y="338984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4" name="pt5464"/>
            <p:cNvSpPr/>
            <p:nvPr/>
          </p:nvSpPr>
          <p:spPr>
            <a:xfrm>
              <a:off x="7406976" y="32667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5" name="pt5465"/>
            <p:cNvSpPr/>
            <p:nvPr/>
          </p:nvSpPr>
          <p:spPr>
            <a:xfrm>
              <a:off x="7375949" y="327574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6" name="pt5466"/>
            <p:cNvSpPr/>
            <p:nvPr/>
          </p:nvSpPr>
          <p:spPr>
            <a:xfrm>
              <a:off x="7505991" y="32837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7" name="pt5467"/>
            <p:cNvSpPr/>
            <p:nvPr/>
          </p:nvSpPr>
          <p:spPr>
            <a:xfrm>
              <a:off x="7366936" y="3189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8" name="pt5468"/>
            <p:cNvSpPr/>
            <p:nvPr/>
          </p:nvSpPr>
          <p:spPr>
            <a:xfrm>
              <a:off x="7410946" y="32808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69" name="pt5469"/>
            <p:cNvSpPr/>
            <p:nvPr/>
          </p:nvSpPr>
          <p:spPr>
            <a:xfrm>
              <a:off x="7446950" y="327841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0" name="pt5470"/>
            <p:cNvSpPr/>
            <p:nvPr/>
          </p:nvSpPr>
          <p:spPr>
            <a:xfrm>
              <a:off x="7441891" y="32654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1" name="pt5471"/>
            <p:cNvSpPr/>
            <p:nvPr/>
          </p:nvSpPr>
          <p:spPr>
            <a:xfrm>
              <a:off x="7643938" y="3240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2" name="pt5472"/>
            <p:cNvSpPr/>
            <p:nvPr/>
          </p:nvSpPr>
          <p:spPr>
            <a:xfrm>
              <a:off x="7367196" y="328121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3" name="pt5473"/>
            <p:cNvSpPr/>
            <p:nvPr/>
          </p:nvSpPr>
          <p:spPr>
            <a:xfrm>
              <a:off x="7250179" y="327198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4" name="pt5474"/>
            <p:cNvSpPr/>
            <p:nvPr/>
          </p:nvSpPr>
          <p:spPr>
            <a:xfrm>
              <a:off x="7324270" y="32181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5" name="pt5475"/>
            <p:cNvSpPr/>
            <p:nvPr/>
          </p:nvSpPr>
          <p:spPr>
            <a:xfrm>
              <a:off x="7421762" y="3305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6" name="pt5476"/>
            <p:cNvSpPr/>
            <p:nvPr/>
          </p:nvSpPr>
          <p:spPr>
            <a:xfrm>
              <a:off x="7349434" y="326052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7" name="pt5477"/>
            <p:cNvSpPr/>
            <p:nvPr/>
          </p:nvSpPr>
          <p:spPr>
            <a:xfrm>
              <a:off x="7415774" y="32884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8" name="pt5478"/>
            <p:cNvSpPr/>
            <p:nvPr/>
          </p:nvSpPr>
          <p:spPr>
            <a:xfrm>
              <a:off x="7423780" y="32538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79" name="pt5479"/>
            <p:cNvSpPr/>
            <p:nvPr/>
          </p:nvSpPr>
          <p:spPr>
            <a:xfrm>
              <a:off x="7375136" y="32630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0" name="pt5480"/>
            <p:cNvSpPr/>
            <p:nvPr/>
          </p:nvSpPr>
          <p:spPr>
            <a:xfrm>
              <a:off x="7465346" y="3296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1" name="pt5481"/>
            <p:cNvSpPr/>
            <p:nvPr/>
          </p:nvSpPr>
          <p:spPr>
            <a:xfrm>
              <a:off x="7358954" y="32477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2" name="pt5482"/>
            <p:cNvSpPr/>
            <p:nvPr/>
          </p:nvSpPr>
          <p:spPr>
            <a:xfrm>
              <a:off x="7449459" y="33460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3" name="pt5483"/>
            <p:cNvSpPr/>
            <p:nvPr/>
          </p:nvSpPr>
          <p:spPr>
            <a:xfrm>
              <a:off x="7361224" y="327582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4" name="pt5484"/>
            <p:cNvSpPr/>
            <p:nvPr/>
          </p:nvSpPr>
          <p:spPr>
            <a:xfrm>
              <a:off x="7484610" y="33060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5" name="pt5485"/>
            <p:cNvSpPr/>
            <p:nvPr/>
          </p:nvSpPr>
          <p:spPr>
            <a:xfrm>
              <a:off x="7401690" y="33121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6" name="pt5486"/>
            <p:cNvSpPr/>
            <p:nvPr/>
          </p:nvSpPr>
          <p:spPr>
            <a:xfrm>
              <a:off x="7352350" y="32619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7" name="pt5487"/>
            <p:cNvSpPr/>
            <p:nvPr/>
          </p:nvSpPr>
          <p:spPr>
            <a:xfrm>
              <a:off x="7371561" y="32744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8" name="pt5488"/>
            <p:cNvSpPr/>
            <p:nvPr/>
          </p:nvSpPr>
          <p:spPr>
            <a:xfrm>
              <a:off x="7473825" y="328180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89" name="pt5489"/>
            <p:cNvSpPr/>
            <p:nvPr/>
          </p:nvSpPr>
          <p:spPr>
            <a:xfrm>
              <a:off x="7390365" y="32891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0" name="pt5490"/>
            <p:cNvSpPr/>
            <p:nvPr/>
          </p:nvSpPr>
          <p:spPr>
            <a:xfrm>
              <a:off x="7480874" y="32988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1" name="pt5491"/>
            <p:cNvSpPr/>
            <p:nvPr/>
          </p:nvSpPr>
          <p:spPr>
            <a:xfrm>
              <a:off x="7495086" y="32796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2" name="pt5492"/>
            <p:cNvSpPr/>
            <p:nvPr/>
          </p:nvSpPr>
          <p:spPr>
            <a:xfrm>
              <a:off x="7397373" y="32728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3" name="pt5493"/>
            <p:cNvSpPr/>
            <p:nvPr/>
          </p:nvSpPr>
          <p:spPr>
            <a:xfrm>
              <a:off x="7339973" y="32525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4" name="pt5494"/>
            <p:cNvSpPr/>
            <p:nvPr/>
          </p:nvSpPr>
          <p:spPr>
            <a:xfrm>
              <a:off x="7344991" y="32736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5" name="pt5495"/>
            <p:cNvSpPr/>
            <p:nvPr/>
          </p:nvSpPr>
          <p:spPr>
            <a:xfrm>
              <a:off x="7295895" y="323777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6" name="pt5496"/>
            <p:cNvSpPr/>
            <p:nvPr/>
          </p:nvSpPr>
          <p:spPr>
            <a:xfrm>
              <a:off x="7256089" y="32641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7" name="pt5497"/>
            <p:cNvSpPr/>
            <p:nvPr/>
          </p:nvSpPr>
          <p:spPr>
            <a:xfrm>
              <a:off x="7431161" y="32814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8" name="pt5498"/>
            <p:cNvSpPr/>
            <p:nvPr/>
          </p:nvSpPr>
          <p:spPr>
            <a:xfrm>
              <a:off x="7378476" y="3327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499" name="pt5499"/>
            <p:cNvSpPr/>
            <p:nvPr/>
          </p:nvSpPr>
          <p:spPr>
            <a:xfrm>
              <a:off x="7481138" y="331055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0" name="pt5500"/>
            <p:cNvSpPr/>
            <p:nvPr/>
          </p:nvSpPr>
          <p:spPr>
            <a:xfrm>
              <a:off x="7457997" y="32755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1" name="pt5501"/>
            <p:cNvSpPr/>
            <p:nvPr/>
          </p:nvSpPr>
          <p:spPr>
            <a:xfrm>
              <a:off x="7415574" y="33229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2" name="pt5502"/>
            <p:cNvSpPr/>
            <p:nvPr/>
          </p:nvSpPr>
          <p:spPr>
            <a:xfrm>
              <a:off x="7379653" y="32654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3" name="pt5503"/>
            <p:cNvSpPr/>
            <p:nvPr/>
          </p:nvSpPr>
          <p:spPr>
            <a:xfrm>
              <a:off x="7343981" y="327597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4" name="pt5504"/>
            <p:cNvSpPr/>
            <p:nvPr/>
          </p:nvSpPr>
          <p:spPr>
            <a:xfrm>
              <a:off x="7470808" y="3252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5" name="pt5505"/>
            <p:cNvSpPr/>
            <p:nvPr/>
          </p:nvSpPr>
          <p:spPr>
            <a:xfrm>
              <a:off x="7382617" y="327779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6" name="pt5506"/>
            <p:cNvSpPr/>
            <p:nvPr/>
          </p:nvSpPr>
          <p:spPr>
            <a:xfrm>
              <a:off x="7576154" y="33310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7" name="pt5507"/>
            <p:cNvSpPr/>
            <p:nvPr/>
          </p:nvSpPr>
          <p:spPr>
            <a:xfrm>
              <a:off x="7453578" y="327038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8" name="pt5508"/>
            <p:cNvSpPr/>
            <p:nvPr/>
          </p:nvSpPr>
          <p:spPr>
            <a:xfrm>
              <a:off x="7424003" y="329390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09" name="pt5509"/>
            <p:cNvSpPr/>
            <p:nvPr/>
          </p:nvSpPr>
          <p:spPr>
            <a:xfrm>
              <a:off x="7275565" y="32883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0" name="pt5510"/>
            <p:cNvSpPr/>
            <p:nvPr/>
          </p:nvSpPr>
          <p:spPr>
            <a:xfrm>
              <a:off x="7441052" y="32629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1" name="pt5511"/>
            <p:cNvSpPr/>
            <p:nvPr/>
          </p:nvSpPr>
          <p:spPr>
            <a:xfrm>
              <a:off x="7492762" y="32793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2" name="pt5512"/>
            <p:cNvSpPr/>
            <p:nvPr/>
          </p:nvSpPr>
          <p:spPr>
            <a:xfrm>
              <a:off x="7439670" y="33634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3" name="pt5513"/>
            <p:cNvSpPr/>
            <p:nvPr/>
          </p:nvSpPr>
          <p:spPr>
            <a:xfrm>
              <a:off x="7447610" y="3259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4" name="pt5514"/>
            <p:cNvSpPr/>
            <p:nvPr/>
          </p:nvSpPr>
          <p:spPr>
            <a:xfrm>
              <a:off x="7335860" y="33044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5" name="pt5515"/>
            <p:cNvSpPr/>
            <p:nvPr/>
          </p:nvSpPr>
          <p:spPr>
            <a:xfrm>
              <a:off x="7405770" y="326295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6" name="pt5516"/>
            <p:cNvSpPr/>
            <p:nvPr/>
          </p:nvSpPr>
          <p:spPr>
            <a:xfrm>
              <a:off x="7325285" y="328327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7" name="pt5517"/>
            <p:cNvSpPr/>
            <p:nvPr/>
          </p:nvSpPr>
          <p:spPr>
            <a:xfrm>
              <a:off x="7357447" y="3268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8" name="pt5518"/>
            <p:cNvSpPr/>
            <p:nvPr/>
          </p:nvSpPr>
          <p:spPr>
            <a:xfrm>
              <a:off x="7326548" y="323899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19" name="pt5519"/>
            <p:cNvSpPr/>
            <p:nvPr/>
          </p:nvSpPr>
          <p:spPr>
            <a:xfrm>
              <a:off x="7387751" y="32995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0" name="pt5520"/>
            <p:cNvSpPr/>
            <p:nvPr/>
          </p:nvSpPr>
          <p:spPr>
            <a:xfrm>
              <a:off x="7264415" y="3361362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1" name="pt5521"/>
            <p:cNvSpPr/>
            <p:nvPr/>
          </p:nvSpPr>
          <p:spPr>
            <a:xfrm>
              <a:off x="7266677" y="32648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2" name="pt5522"/>
            <p:cNvSpPr/>
            <p:nvPr/>
          </p:nvSpPr>
          <p:spPr>
            <a:xfrm>
              <a:off x="7433006" y="32768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3" name="pt5523"/>
            <p:cNvSpPr/>
            <p:nvPr/>
          </p:nvSpPr>
          <p:spPr>
            <a:xfrm>
              <a:off x="7414286" y="32670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4" name="pt5524"/>
            <p:cNvSpPr/>
            <p:nvPr/>
          </p:nvSpPr>
          <p:spPr>
            <a:xfrm>
              <a:off x="7301227" y="32446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5" name="pt5525"/>
            <p:cNvSpPr/>
            <p:nvPr/>
          </p:nvSpPr>
          <p:spPr>
            <a:xfrm>
              <a:off x="7389165" y="32635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6" name="pt5526"/>
            <p:cNvSpPr/>
            <p:nvPr/>
          </p:nvSpPr>
          <p:spPr>
            <a:xfrm>
              <a:off x="7441422" y="33096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7" name="pt5527"/>
            <p:cNvSpPr/>
            <p:nvPr/>
          </p:nvSpPr>
          <p:spPr>
            <a:xfrm>
              <a:off x="7348215" y="3278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8" name="pt5528"/>
            <p:cNvSpPr/>
            <p:nvPr/>
          </p:nvSpPr>
          <p:spPr>
            <a:xfrm>
              <a:off x="7393645" y="3255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29" name="pt5529"/>
            <p:cNvSpPr/>
            <p:nvPr/>
          </p:nvSpPr>
          <p:spPr>
            <a:xfrm>
              <a:off x="7409035" y="32507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0" name="pt5530"/>
            <p:cNvSpPr/>
            <p:nvPr/>
          </p:nvSpPr>
          <p:spPr>
            <a:xfrm>
              <a:off x="7378899" y="32728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1" name="pt5531"/>
            <p:cNvSpPr/>
            <p:nvPr/>
          </p:nvSpPr>
          <p:spPr>
            <a:xfrm>
              <a:off x="7363096" y="32664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2" name="pt5532"/>
            <p:cNvSpPr/>
            <p:nvPr/>
          </p:nvSpPr>
          <p:spPr>
            <a:xfrm>
              <a:off x="7416634" y="32726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3" name="pt5533"/>
            <p:cNvSpPr/>
            <p:nvPr/>
          </p:nvSpPr>
          <p:spPr>
            <a:xfrm>
              <a:off x="7400550" y="32763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4" name="pt5534"/>
            <p:cNvSpPr/>
            <p:nvPr/>
          </p:nvSpPr>
          <p:spPr>
            <a:xfrm>
              <a:off x="7396105" y="33019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5" name="pt5535"/>
            <p:cNvSpPr/>
            <p:nvPr/>
          </p:nvSpPr>
          <p:spPr>
            <a:xfrm>
              <a:off x="7448956" y="32763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6" name="pt5536"/>
            <p:cNvSpPr/>
            <p:nvPr/>
          </p:nvSpPr>
          <p:spPr>
            <a:xfrm>
              <a:off x="7444864" y="32711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7" name="pt5537"/>
            <p:cNvSpPr/>
            <p:nvPr/>
          </p:nvSpPr>
          <p:spPr>
            <a:xfrm>
              <a:off x="7407278" y="326103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8" name="pt5538"/>
            <p:cNvSpPr/>
            <p:nvPr/>
          </p:nvSpPr>
          <p:spPr>
            <a:xfrm>
              <a:off x="7382315" y="32647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39" name="pt5539"/>
            <p:cNvSpPr/>
            <p:nvPr/>
          </p:nvSpPr>
          <p:spPr>
            <a:xfrm>
              <a:off x="7310016" y="3280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0" name="pt5540"/>
            <p:cNvSpPr/>
            <p:nvPr/>
          </p:nvSpPr>
          <p:spPr>
            <a:xfrm>
              <a:off x="7424782" y="33107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1" name="pt5541"/>
            <p:cNvSpPr/>
            <p:nvPr/>
          </p:nvSpPr>
          <p:spPr>
            <a:xfrm>
              <a:off x="7408230" y="32653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2" name="pt5542"/>
            <p:cNvSpPr/>
            <p:nvPr/>
          </p:nvSpPr>
          <p:spPr>
            <a:xfrm>
              <a:off x="7347076" y="32837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3" name="pt5543"/>
            <p:cNvSpPr/>
            <p:nvPr/>
          </p:nvSpPr>
          <p:spPr>
            <a:xfrm>
              <a:off x="7388172" y="32653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4" name="pt5544"/>
            <p:cNvSpPr/>
            <p:nvPr/>
          </p:nvSpPr>
          <p:spPr>
            <a:xfrm>
              <a:off x="7491807" y="32752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5" name="pt5545"/>
            <p:cNvSpPr/>
            <p:nvPr/>
          </p:nvSpPr>
          <p:spPr>
            <a:xfrm>
              <a:off x="7364135" y="32945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6" name="pt5546"/>
            <p:cNvSpPr/>
            <p:nvPr/>
          </p:nvSpPr>
          <p:spPr>
            <a:xfrm>
              <a:off x="7381038" y="327074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7" name="pt5547"/>
            <p:cNvSpPr/>
            <p:nvPr/>
          </p:nvSpPr>
          <p:spPr>
            <a:xfrm>
              <a:off x="7452321" y="324836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8" name="pt5548"/>
            <p:cNvSpPr/>
            <p:nvPr/>
          </p:nvSpPr>
          <p:spPr>
            <a:xfrm>
              <a:off x="7390756" y="32738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49" name="pt5549"/>
            <p:cNvSpPr/>
            <p:nvPr/>
          </p:nvSpPr>
          <p:spPr>
            <a:xfrm>
              <a:off x="7461592" y="326727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0" name="pt5550"/>
            <p:cNvSpPr/>
            <p:nvPr/>
          </p:nvSpPr>
          <p:spPr>
            <a:xfrm>
              <a:off x="7385996" y="328372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1" name="pt5551"/>
            <p:cNvSpPr/>
            <p:nvPr/>
          </p:nvSpPr>
          <p:spPr>
            <a:xfrm>
              <a:off x="7439804" y="32961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2" name="pt5552"/>
            <p:cNvSpPr/>
            <p:nvPr/>
          </p:nvSpPr>
          <p:spPr>
            <a:xfrm>
              <a:off x="7400883" y="329373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3" name="pt5553"/>
            <p:cNvSpPr/>
            <p:nvPr/>
          </p:nvSpPr>
          <p:spPr>
            <a:xfrm>
              <a:off x="7278092" y="32680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4" name="pt5554"/>
            <p:cNvSpPr/>
            <p:nvPr/>
          </p:nvSpPr>
          <p:spPr>
            <a:xfrm>
              <a:off x="7388783" y="322352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5" name="pt5555"/>
            <p:cNvSpPr/>
            <p:nvPr/>
          </p:nvSpPr>
          <p:spPr>
            <a:xfrm>
              <a:off x="7537191" y="32718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6" name="pt5556"/>
            <p:cNvSpPr/>
            <p:nvPr/>
          </p:nvSpPr>
          <p:spPr>
            <a:xfrm>
              <a:off x="7333619" y="32728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7" name="pt5557"/>
            <p:cNvSpPr/>
            <p:nvPr/>
          </p:nvSpPr>
          <p:spPr>
            <a:xfrm>
              <a:off x="7342492" y="332166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8" name="pt5558"/>
            <p:cNvSpPr/>
            <p:nvPr/>
          </p:nvSpPr>
          <p:spPr>
            <a:xfrm>
              <a:off x="7417737" y="327307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59" name="pt5559"/>
            <p:cNvSpPr/>
            <p:nvPr/>
          </p:nvSpPr>
          <p:spPr>
            <a:xfrm>
              <a:off x="7342856" y="328413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0" name="pt5560"/>
            <p:cNvSpPr/>
            <p:nvPr/>
          </p:nvSpPr>
          <p:spPr>
            <a:xfrm>
              <a:off x="7362503" y="3327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1" name="pt5561"/>
            <p:cNvSpPr/>
            <p:nvPr/>
          </p:nvSpPr>
          <p:spPr>
            <a:xfrm>
              <a:off x="7523475" y="326603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2" name="pt5562"/>
            <p:cNvSpPr/>
            <p:nvPr/>
          </p:nvSpPr>
          <p:spPr>
            <a:xfrm>
              <a:off x="7427397" y="328190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3" name="pt5563"/>
            <p:cNvSpPr/>
            <p:nvPr/>
          </p:nvSpPr>
          <p:spPr>
            <a:xfrm>
              <a:off x="7451685" y="33914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4" name="pt5564"/>
            <p:cNvSpPr/>
            <p:nvPr/>
          </p:nvSpPr>
          <p:spPr>
            <a:xfrm>
              <a:off x="7425913" y="32653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5" name="pt5565"/>
            <p:cNvSpPr/>
            <p:nvPr/>
          </p:nvSpPr>
          <p:spPr>
            <a:xfrm>
              <a:off x="7416756" y="326773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6" name="pt5566"/>
            <p:cNvSpPr/>
            <p:nvPr/>
          </p:nvSpPr>
          <p:spPr>
            <a:xfrm>
              <a:off x="7395549" y="327198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7" name="pt5567"/>
            <p:cNvSpPr/>
            <p:nvPr/>
          </p:nvSpPr>
          <p:spPr>
            <a:xfrm>
              <a:off x="7471235" y="32703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8" name="pt5568"/>
            <p:cNvSpPr/>
            <p:nvPr/>
          </p:nvSpPr>
          <p:spPr>
            <a:xfrm>
              <a:off x="7485184" y="325915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69" name="pt5569"/>
            <p:cNvSpPr/>
            <p:nvPr/>
          </p:nvSpPr>
          <p:spPr>
            <a:xfrm>
              <a:off x="7421002" y="326235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0" name="pt5570"/>
            <p:cNvSpPr/>
            <p:nvPr/>
          </p:nvSpPr>
          <p:spPr>
            <a:xfrm>
              <a:off x="7338364" y="329507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1" name="pt5571"/>
            <p:cNvSpPr/>
            <p:nvPr/>
          </p:nvSpPr>
          <p:spPr>
            <a:xfrm>
              <a:off x="7456472" y="326896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2" name="pt5572"/>
            <p:cNvSpPr/>
            <p:nvPr/>
          </p:nvSpPr>
          <p:spPr>
            <a:xfrm>
              <a:off x="7403537" y="328703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3" name="pt5573"/>
            <p:cNvSpPr/>
            <p:nvPr/>
          </p:nvSpPr>
          <p:spPr>
            <a:xfrm>
              <a:off x="7478672" y="327414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4" name="pt5574"/>
            <p:cNvSpPr/>
            <p:nvPr/>
          </p:nvSpPr>
          <p:spPr>
            <a:xfrm>
              <a:off x="7466782" y="304822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5" name="pt5575"/>
            <p:cNvSpPr/>
            <p:nvPr/>
          </p:nvSpPr>
          <p:spPr>
            <a:xfrm>
              <a:off x="7375485" y="329310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6" name="pt5576"/>
            <p:cNvSpPr/>
            <p:nvPr/>
          </p:nvSpPr>
          <p:spPr>
            <a:xfrm>
              <a:off x="7392172" y="326853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7" name="pt5577"/>
            <p:cNvSpPr/>
            <p:nvPr/>
          </p:nvSpPr>
          <p:spPr>
            <a:xfrm>
              <a:off x="7511180" y="32374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8" name="pt5578"/>
            <p:cNvSpPr/>
            <p:nvPr/>
          </p:nvSpPr>
          <p:spPr>
            <a:xfrm>
              <a:off x="7513664" y="325081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79" name="pt5579"/>
            <p:cNvSpPr/>
            <p:nvPr/>
          </p:nvSpPr>
          <p:spPr>
            <a:xfrm>
              <a:off x="7404651" y="326246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0" name="pt5580"/>
            <p:cNvSpPr/>
            <p:nvPr/>
          </p:nvSpPr>
          <p:spPr>
            <a:xfrm>
              <a:off x="7433343" y="327702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1" name="pt5581"/>
            <p:cNvSpPr/>
            <p:nvPr/>
          </p:nvSpPr>
          <p:spPr>
            <a:xfrm>
              <a:off x="7596109" y="326299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2" name="pt5582"/>
            <p:cNvSpPr/>
            <p:nvPr/>
          </p:nvSpPr>
          <p:spPr>
            <a:xfrm>
              <a:off x="7187262" y="324151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3" name="pt5583"/>
            <p:cNvSpPr/>
            <p:nvPr/>
          </p:nvSpPr>
          <p:spPr>
            <a:xfrm>
              <a:off x="7550674" y="32638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4" name="pt5584"/>
            <p:cNvSpPr/>
            <p:nvPr/>
          </p:nvSpPr>
          <p:spPr>
            <a:xfrm>
              <a:off x="7393123" y="32881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5" name="pt5585"/>
            <p:cNvSpPr/>
            <p:nvPr/>
          </p:nvSpPr>
          <p:spPr>
            <a:xfrm>
              <a:off x="7606097" y="32589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6" name="pt5586"/>
            <p:cNvSpPr/>
            <p:nvPr/>
          </p:nvSpPr>
          <p:spPr>
            <a:xfrm>
              <a:off x="7322386" y="326719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7" name="pt5587"/>
            <p:cNvSpPr/>
            <p:nvPr/>
          </p:nvSpPr>
          <p:spPr>
            <a:xfrm>
              <a:off x="7341742" y="327874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8" name="pt5588"/>
            <p:cNvSpPr/>
            <p:nvPr/>
          </p:nvSpPr>
          <p:spPr>
            <a:xfrm>
              <a:off x="7517348" y="327140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89" name="pt5589"/>
            <p:cNvSpPr/>
            <p:nvPr/>
          </p:nvSpPr>
          <p:spPr>
            <a:xfrm>
              <a:off x="7406558" y="32776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0" name="pt5590"/>
            <p:cNvSpPr/>
            <p:nvPr/>
          </p:nvSpPr>
          <p:spPr>
            <a:xfrm>
              <a:off x="7154610" y="331091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1" name="pt5591"/>
            <p:cNvSpPr/>
            <p:nvPr/>
          </p:nvSpPr>
          <p:spPr>
            <a:xfrm>
              <a:off x="7360671" y="327285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2" name="pt5592"/>
            <p:cNvSpPr/>
            <p:nvPr/>
          </p:nvSpPr>
          <p:spPr>
            <a:xfrm>
              <a:off x="7496108" y="32831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3" name="pt5593"/>
            <p:cNvSpPr/>
            <p:nvPr/>
          </p:nvSpPr>
          <p:spPr>
            <a:xfrm>
              <a:off x="7355315" y="34485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4" name="pt5594"/>
            <p:cNvSpPr/>
            <p:nvPr/>
          </p:nvSpPr>
          <p:spPr>
            <a:xfrm>
              <a:off x="7511226" y="325698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5" name="pt5595"/>
            <p:cNvSpPr/>
            <p:nvPr/>
          </p:nvSpPr>
          <p:spPr>
            <a:xfrm>
              <a:off x="7546956" y="324155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6" name="pt5596"/>
            <p:cNvSpPr/>
            <p:nvPr/>
          </p:nvSpPr>
          <p:spPr>
            <a:xfrm>
              <a:off x="7334660" y="329314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7" name="pt5597"/>
            <p:cNvSpPr/>
            <p:nvPr/>
          </p:nvSpPr>
          <p:spPr>
            <a:xfrm>
              <a:off x="7360476" y="326311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8" name="pt5598"/>
            <p:cNvSpPr/>
            <p:nvPr/>
          </p:nvSpPr>
          <p:spPr>
            <a:xfrm>
              <a:off x="7393179" y="33027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599" name="pt5599"/>
            <p:cNvSpPr/>
            <p:nvPr/>
          </p:nvSpPr>
          <p:spPr>
            <a:xfrm>
              <a:off x="7337305" y="327670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0" name="pt5600"/>
            <p:cNvSpPr/>
            <p:nvPr/>
          </p:nvSpPr>
          <p:spPr>
            <a:xfrm>
              <a:off x="7411818" y="328558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1" name="pt5601"/>
            <p:cNvSpPr/>
            <p:nvPr/>
          </p:nvSpPr>
          <p:spPr>
            <a:xfrm>
              <a:off x="7509848" y="327206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2" name="pt5602"/>
            <p:cNvSpPr/>
            <p:nvPr/>
          </p:nvSpPr>
          <p:spPr>
            <a:xfrm>
              <a:off x="7338376" y="326444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3" name="pt5603"/>
            <p:cNvSpPr/>
            <p:nvPr/>
          </p:nvSpPr>
          <p:spPr>
            <a:xfrm>
              <a:off x="7409582" y="32815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4" name="pt5604"/>
            <p:cNvSpPr/>
            <p:nvPr/>
          </p:nvSpPr>
          <p:spPr>
            <a:xfrm>
              <a:off x="7433373" y="325381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5" name="pt5605"/>
            <p:cNvSpPr/>
            <p:nvPr/>
          </p:nvSpPr>
          <p:spPr>
            <a:xfrm>
              <a:off x="7434561" y="325217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6" name="pt5606"/>
            <p:cNvSpPr/>
            <p:nvPr/>
          </p:nvSpPr>
          <p:spPr>
            <a:xfrm>
              <a:off x="7302681" y="330949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7" name="pt5607"/>
            <p:cNvSpPr/>
            <p:nvPr/>
          </p:nvSpPr>
          <p:spPr>
            <a:xfrm>
              <a:off x="7507272" y="329079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8" name="pt5608"/>
            <p:cNvSpPr/>
            <p:nvPr/>
          </p:nvSpPr>
          <p:spPr>
            <a:xfrm>
              <a:off x="7599755" y="327228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09" name="pt5609"/>
            <p:cNvSpPr/>
            <p:nvPr/>
          </p:nvSpPr>
          <p:spPr>
            <a:xfrm>
              <a:off x="7319629" y="324753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0" name="pt5610"/>
            <p:cNvSpPr/>
            <p:nvPr/>
          </p:nvSpPr>
          <p:spPr>
            <a:xfrm>
              <a:off x="7322390" y="3277024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1" name="pt5611"/>
            <p:cNvSpPr/>
            <p:nvPr/>
          </p:nvSpPr>
          <p:spPr>
            <a:xfrm>
              <a:off x="7353192" y="328199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2" name="pt5612"/>
            <p:cNvSpPr/>
            <p:nvPr/>
          </p:nvSpPr>
          <p:spPr>
            <a:xfrm>
              <a:off x="7358224" y="3275127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3" name="pt5613"/>
            <p:cNvSpPr/>
            <p:nvPr/>
          </p:nvSpPr>
          <p:spPr>
            <a:xfrm>
              <a:off x="7392305" y="3255309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4" name="pt5614"/>
            <p:cNvSpPr/>
            <p:nvPr/>
          </p:nvSpPr>
          <p:spPr>
            <a:xfrm>
              <a:off x="7325190" y="327521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5" name="pt5615"/>
            <p:cNvSpPr/>
            <p:nvPr/>
          </p:nvSpPr>
          <p:spPr>
            <a:xfrm>
              <a:off x="7414300" y="327758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6" name="pt5616"/>
            <p:cNvSpPr/>
            <p:nvPr/>
          </p:nvSpPr>
          <p:spPr>
            <a:xfrm>
              <a:off x="7426887" y="3287148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7" name="pt5617"/>
            <p:cNvSpPr/>
            <p:nvPr/>
          </p:nvSpPr>
          <p:spPr>
            <a:xfrm>
              <a:off x="7336929" y="325537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8" name="pt5618"/>
            <p:cNvSpPr/>
            <p:nvPr/>
          </p:nvSpPr>
          <p:spPr>
            <a:xfrm>
              <a:off x="7361699" y="3263406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19" name="pt5619"/>
            <p:cNvSpPr/>
            <p:nvPr/>
          </p:nvSpPr>
          <p:spPr>
            <a:xfrm>
              <a:off x="7481381" y="3246970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0" name="pt5620"/>
            <p:cNvSpPr/>
            <p:nvPr/>
          </p:nvSpPr>
          <p:spPr>
            <a:xfrm>
              <a:off x="7313379" y="326021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1" name="pt5621"/>
            <p:cNvSpPr/>
            <p:nvPr/>
          </p:nvSpPr>
          <p:spPr>
            <a:xfrm>
              <a:off x="7217025" y="3298832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2" name="pt5622"/>
            <p:cNvSpPr/>
            <p:nvPr/>
          </p:nvSpPr>
          <p:spPr>
            <a:xfrm>
              <a:off x="7446510" y="3265513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3" name="pt5623"/>
            <p:cNvSpPr/>
            <p:nvPr/>
          </p:nvSpPr>
          <p:spPr>
            <a:xfrm>
              <a:off x="7386382" y="3312095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4" name="pt5624"/>
            <p:cNvSpPr/>
            <p:nvPr/>
          </p:nvSpPr>
          <p:spPr>
            <a:xfrm>
              <a:off x="7435438" y="3284951"/>
              <a:ext cx="54165" cy="54165"/>
            </a:xfrm>
            <a:prstGeom prst="ellipse">
              <a:avLst/>
            </a:prstGeom>
            <a:solidFill>
              <a:srgbClr val="3288BD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5" name="pt5625"/>
            <p:cNvSpPr/>
            <p:nvPr/>
          </p:nvSpPr>
          <p:spPr>
            <a:xfrm>
              <a:off x="7397552" y="3242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6" name="pt5626"/>
            <p:cNvSpPr/>
            <p:nvPr/>
          </p:nvSpPr>
          <p:spPr>
            <a:xfrm>
              <a:off x="7488075" y="3250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7" name="pt5627"/>
            <p:cNvSpPr/>
            <p:nvPr/>
          </p:nvSpPr>
          <p:spPr>
            <a:xfrm>
              <a:off x="7447443" y="2831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8" name="pt5628"/>
            <p:cNvSpPr/>
            <p:nvPr/>
          </p:nvSpPr>
          <p:spPr>
            <a:xfrm>
              <a:off x="7403153" y="32735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29" name="pt5629"/>
            <p:cNvSpPr/>
            <p:nvPr/>
          </p:nvSpPr>
          <p:spPr>
            <a:xfrm>
              <a:off x="7421729" y="3032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0" name="pt5630"/>
            <p:cNvSpPr/>
            <p:nvPr/>
          </p:nvSpPr>
          <p:spPr>
            <a:xfrm>
              <a:off x="7511051" y="32582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1" name="pt5631"/>
            <p:cNvSpPr/>
            <p:nvPr/>
          </p:nvSpPr>
          <p:spPr>
            <a:xfrm>
              <a:off x="7438370" y="28692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2" name="pt5632"/>
            <p:cNvSpPr/>
            <p:nvPr/>
          </p:nvSpPr>
          <p:spPr>
            <a:xfrm>
              <a:off x="7415524" y="3264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3" name="pt5633"/>
            <p:cNvSpPr/>
            <p:nvPr/>
          </p:nvSpPr>
          <p:spPr>
            <a:xfrm>
              <a:off x="7416018" y="2975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4" name="pt5634"/>
            <p:cNvSpPr/>
            <p:nvPr/>
          </p:nvSpPr>
          <p:spPr>
            <a:xfrm>
              <a:off x="7415067" y="3249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5" name="pt5635"/>
            <p:cNvSpPr/>
            <p:nvPr/>
          </p:nvSpPr>
          <p:spPr>
            <a:xfrm>
              <a:off x="7473684" y="3248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6" name="pt5636"/>
            <p:cNvSpPr/>
            <p:nvPr/>
          </p:nvSpPr>
          <p:spPr>
            <a:xfrm>
              <a:off x="7430971" y="29009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7" name="pt5637"/>
            <p:cNvSpPr/>
            <p:nvPr/>
          </p:nvSpPr>
          <p:spPr>
            <a:xfrm>
              <a:off x="7454669" y="3269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8" name="pt5638"/>
            <p:cNvSpPr/>
            <p:nvPr/>
          </p:nvSpPr>
          <p:spPr>
            <a:xfrm>
              <a:off x="7457761" y="3266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39" name="pt5639"/>
            <p:cNvSpPr/>
            <p:nvPr/>
          </p:nvSpPr>
          <p:spPr>
            <a:xfrm>
              <a:off x="7351011" y="31315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0" name="pt5640"/>
            <p:cNvSpPr/>
            <p:nvPr/>
          </p:nvSpPr>
          <p:spPr>
            <a:xfrm>
              <a:off x="7410944" y="3301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1" name="pt5641"/>
            <p:cNvSpPr/>
            <p:nvPr/>
          </p:nvSpPr>
          <p:spPr>
            <a:xfrm>
              <a:off x="7434433" y="3635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2" name="pt5642"/>
            <p:cNvSpPr/>
            <p:nvPr/>
          </p:nvSpPr>
          <p:spPr>
            <a:xfrm>
              <a:off x="7517727" y="3510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3" name="pt5643"/>
            <p:cNvSpPr/>
            <p:nvPr/>
          </p:nvSpPr>
          <p:spPr>
            <a:xfrm>
              <a:off x="7434553" y="32709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4" name="pt5644"/>
            <p:cNvSpPr/>
            <p:nvPr/>
          </p:nvSpPr>
          <p:spPr>
            <a:xfrm>
              <a:off x="7474196" y="3300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5" name="pt5645"/>
            <p:cNvSpPr/>
            <p:nvPr/>
          </p:nvSpPr>
          <p:spPr>
            <a:xfrm>
              <a:off x="7430302" y="3265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6" name="pt5646"/>
            <p:cNvSpPr/>
            <p:nvPr/>
          </p:nvSpPr>
          <p:spPr>
            <a:xfrm>
              <a:off x="7436559" y="3286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7" name="pt5647"/>
            <p:cNvSpPr/>
            <p:nvPr/>
          </p:nvSpPr>
          <p:spPr>
            <a:xfrm>
              <a:off x="7485763" y="3065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8" name="pt5648"/>
            <p:cNvSpPr/>
            <p:nvPr/>
          </p:nvSpPr>
          <p:spPr>
            <a:xfrm>
              <a:off x="7455463" y="3277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49" name="pt5649"/>
            <p:cNvSpPr/>
            <p:nvPr/>
          </p:nvSpPr>
          <p:spPr>
            <a:xfrm>
              <a:off x="7449004" y="32565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0" name="pt5650"/>
            <p:cNvSpPr/>
            <p:nvPr/>
          </p:nvSpPr>
          <p:spPr>
            <a:xfrm>
              <a:off x="7464581" y="3312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1" name="pt5651"/>
            <p:cNvSpPr/>
            <p:nvPr/>
          </p:nvSpPr>
          <p:spPr>
            <a:xfrm>
              <a:off x="7408772" y="3222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2" name="pt5652"/>
            <p:cNvSpPr/>
            <p:nvPr/>
          </p:nvSpPr>
          <p:spPr>
            <a:xfrm>
              <a:off x="7627191" y="3328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3" name="pt5653"/>
            <p:cNvSpPr/>
            <p:nvPr/>
          </p:nvSpPr>
          <p:spPr>
            <a:xfrm>
              <a:off x="7443768" y="36986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4" name="pt5654"/>
            <p:cNvSpPr/>
            <p:nvPr/>
          </p:nvSpPr>
          <p:spPr>
            <a:xfrm>
              <a:off x="7481026" y="3083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5" name="pt5655"/>
            <p:cNvSpPr/>
            <p:nvPr/>
          </p:nvSpPr>
          <p:spPr>
            <a:xfrm>
              <a:off x="7439249" y="3190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6" name="pt5656"/>
            <p:cNvSpPr/>
            <p:nvPr/>
          </p:nvSpPr>
          <p:spPr>
            <a:xfrm>
              <a:off x="7348894" y="3271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7" name="pt5657"/>
            <p:cNvSpPr/>
            <p:nvPr/>
          </p:nvSpPr>
          <p:spPr>
            <a:xfrm>
              <a:off x="7488459" y="3329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8" name="pt5658"/>
            <p:cNvSpPr/>
            <p:nvPr/>
          </p:nvSpPr>
          <p:spPr>
            <a:xfrm>
              <a:off x="7440802" y="3238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59" name="pt5659"/>
            <p:cNvSpPr/>
            <p:nvPr/>
          </p:nvSpPr>
          <p:spPr>
            <a:xfrm>
              <a:off x="7437533" y="3261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0" name="pt5660"/>
            <p:cNvSpPr/>
            <p:nvPr/>
          </p:nvSpPr>
          <p:spPr>
            <a:xfrm>
              <a:off x="7510858" y="3271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1" name="pt5661"/>
            <p:cNvSpPr/>
            <p:nvPr/>
          </p:nvSpPr>
          <p:spPr>
            <a:xfrm>
              <a:off x="7465228" y="3284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2" name="pt5662"/>
            <p:cNvSpPr/>
            <p:nvPr/>
          </p:nvSpPr>
          <p:spPr>
            <a:xfrm>
              <a:off x="7630708" y="312206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63" name="pt5663"/>
            <p:cNvSpPr/>
            <p:nvPr/>
          </p:nvSpPr>
          <p:spPr>
            <a:xfrm>
              <a:off x="7451707" y="3033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4" name="pt5664"/>
            <p:cNvSpPr/>
            <p:nvPr/>
          </p:nvSpPr>
          <p:spPr>
            <a:xfrm>
              <a:off x="7394419" y="3315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5" name="pt5665"/>
            <p:cNvSpPr/>
            <p:nvPr/>
          </p:nvSpPr>
          <p:spPr>
            <a:xfrm>
              <a:off x="7451243" y="32815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6" name="pt5666"/>
            <p:cNvSpPr/>
            <p:nvPr/>
          </p:nvSpPr>
          <p:spPr>
            <a:xfrm>
              <a:off x="7483545" y="3256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7" name="pt5667"/>
            <p:cNvSpPr/>
            <p:nvPr/>
          </p:nvSpPr>
          <p:spPr>
            <a:xfrm>
              <a:off x="7405222" y="33143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8" name="pt5668"/>
            <p:cNvSpPr/>
            <p:nvPr/>
          </p:nvSpPr>
          <p:spPr>
            <a:xfrm>
              <a:off x="7627362" y="3271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69" name="pt5669"/>
            <p:cNvSpPr/>
            <p:nvPr/>
          </p:nvSpPr>
          <p:spPr>
            <a:xfrm>
              <a:off x="7338545" y="3259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0" name="pt5670"/>
            <p:cNvSpPr/>
            <p:nvPr/>
          </p:nvSpPr>
          <p:spPr>
            <a:xfrm>
              <a:off x="7481669" y="37956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1" name="pt5671"/>
            <p:cNvSpPr/>
            <p:nvPr/>
          </p:nvSpPr>
          <p:spPr>
            <a:xfrm>
              <a:off x="7452804" y="33099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2" name="pt5672"/>
            <p:cNvSpPr/>
            <p:nvPr/>
          </p:nvSpPr>
          <p:spPr>
            <a:xfrm>
              <a:off x="7486321" y="3247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3" name="pt5673"/>
            <p:cNvSpPr/>
            <p:nvPr/>
          </p:nvSpPr>
          <p:spPr>
            <a:xfrm>
              <a:off x="7480846" y="3437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4" name="pt5674"/>
            <p:cNvSpPr/>
            <p:nvPr/>
          </p:nvSpPr>
          <p:spPr>
            <a:xfrm>
              <a:off x="7430237" y="3272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5" name="pt5675"/>
            <p:cNvSpPr/>
            <p:nvPr/>
          </p:nvSpPr>
          <p:spPr>
            <a:xfrm>
              <a:off x="7424834" y="3373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6" name="pt5676"/>
            <p:cNvSpPr/>
            <p:nvPr/>
          </p:nvSpPr>
          <p:spPr>
            <a:xfrm>
              <a:off x="7422371" y="32653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7" name="pt5677"/>
            <p:cNvSpPr/>
            <p:nvPr/>
          </p:nvSpPr>
          <p:spPr>
            <a:xfrm>
              <a:off x="7451315" y="3209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8" name="pt5678"/>
            <p:cNvSpPr/>
            <p:nvPr/>
          </p:nvSpPr>
          <p:spPr>
            <a:xfrm>
              <a:off x="7289702" y="3292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79" name="pt5679"/>
            <p:cNvSpPr/>
            <p:nvPr/>
          </p:nvSpPr>
          <p:spPr>
            <a:xfrm>
              <a:off x="7411855" y="3224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0" name="pt5680"/>
            <p:cNvSpPr/>
            <p:nvPr/>
          </p:nvSpPr>
          <p:spPr>
            <a:xfrm>
              <a:off x="7471442" y="30834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1" name="pt5681"/>
            <p:cNvSpPr/>
            <p:nvPr/>
          </p:nvSpPr>
          <p:spPr>
            <a:xfrm>
              <a:off x="7401107" y="3284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2" name="pt5682"/>
            <p:cNvSpPr/>
            <p:nvPr/>
          </p:nvSpPr>
          <p:spPr>
            <a:xfrm>
              <a:off x="7438602" y="3196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3" name="pt5683"/>
            <p:cNvSpPr/>
            <p:nvPr/>
          </p:nvSpPr>
          <p:spPr>
            <a:xfrm>
              <a:off x="7502001" y="31487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4" name="pt5684"/>
            <p:cNvSpPr/>
            <p:nvPr/>
          </p:nvSpPr>
          <p:spPr>
            <a:xfrm>
              <a:off x="7452896" y="3114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5" name="pt5685"/>
            <p:cNvSpPr/>
            <p:nvPr/>
          </p:nvSpPr>
          <p:spPr>
            <a:xfrm>
              <a:off x="7456698" y="3553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6" name="pt5686"/>
            <p:cNvSpPr/>
            <p:nvPr/>
          </p:nvSpPr>
          <p:spPr>
            <a:xfrm>
              <a:off x="7501120" y="3397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7" name="pt5687"/>
            <p:cNvSpPr/>
            <p:nvPr/>
          </p:nvSpPr>
          <p:spPr>
            <a:xfrm>
              <a:off x="7506309" y="3182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8" name="pt5688"/>
            <p:cNvSpPr/>
            <p:nvPr/>
          </p:nvSpPr>
          <p:spPr>
            <a:xfrm>
              <a:off x="7412692" y="3272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89" name="pt5689"/>
            <p:cNvSpPr/>
            <p:nvPr/>
          </p:nvSpPr>
          <p:spPr>
            <a:xfrm>
              <a:off x="7443644" y="3302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0" name="pt5690"/>
            <p:cNvSpPr/>
            <p:nvPr/>
          </p:nvSpPr>
          <p:spPr>
            <a:xfrm>
              <a:off x="7449355" y="35393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1" name="pt5691"/>
            <p:cNvSpPr/>
            <p:nvPr/>
          </p:nvSpPr>
          <p:spPr>
            <a:xfrm>
              <a:off x="7568447" y="33033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2" name="pt5692"/>
            <p:cNvSpPr/>
            <p:nvPr/>
          </p:nvSpPr>
          <p:spPr>
            <a:xfrm>
              <a:off x="7453239" y="3278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3" name="pt5693"/>
            <p:cNvSpPr/>
            <p:nvPr/>
          </p:nvSpPr>
          <p:spPr>
            <a:xfrm>
              <a:off x="7443660" y="3240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4" name="pt5694"/>
            <p:cNvSpPr/>
            <p:nvPr/>
          </p:nvSpPr>
          <p:spPr>
            <a:xfrm>
              <a:off x="7376699" y="1402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5" name="pt5695"/>
            <p:cNvSpPr/>
            <p:nvPr/>
          </p:nvSpPr>
          <p:spPr>
            <a:xfrm>
              <a:off x="7456089" y="3368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6" name="pt5696"/>
            <p:cNvSpPr/>
            <p:nvPr/>
          </p:nvSpPr>
          <p:spPr>
            <a:xfrm>
              <a:off x="7423024" y="33061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7" name="pt5697"/>
            <p:cNvSpPr/>
            <p:nvPr/>
          </p:nvSpPr>
          <p:spPr>
            <a:xfrm>
              <a:off x="7413752" y="32813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8" name="pt5698"/>
            <p:cNvSpPr/>
            <p:nvPr/>
          </p:nvSpPr>
          <p:spPr>
            <a:xfrm>
              <a:off x="7409274" y="3307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699" name="pt5699"/>
            <p:cNvSpPr/>
            <p:nvPr/>
          </p:nvSpPr>
          <p:spPr>
            <a:xfrm>
              <a:off x="7429929" y="33373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0" name="pt5700"/>
            <p:cNvSpPr/>
            <p:nvPr/>
          </p:nvSpPr>
          <p:spPr>
            <a:xfrm>
              <a:off x="7422901" y="32779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1" name="pt5701"/>
            <p:cNvSpPr/>
            <p:nvPr/>
          </p:nvSpPr>
          <p:spPr>
            <a:xfrm>
              <a:off x="7442260" y="3286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2" name="pt5702"/>
            <p:cNvSpPr/>
            <p:nvPr/>
          </p:nvSpPr>
          <p:spPr>
            <a:xfrm>
              <a:off x="7408057" y="32552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3" name="pt5703"/>
            <p:cNvSpPr/>
            <p:nvPr/>
          </p:nvSpPr>
          <p:spPr>
            <a:xfrm>
              <a:off x="7342911" y="3287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4" name="pt5704"/>
            <p:cNvSpPr/>
            <p:nvPr/>
          </p:nvSpPr>
          <p:spPr>
            <a:xfrm>
              <a:off x="7418178" y="3286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5" name="pt5705"/>
            <p:cNvSpPr/>
            <p:nvPr/>
          </p:nvSpPr>
          <p:spPr>
            <a:xfrm>
              <a:off x="7444629" y="3211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6" name="pt5706"/>
            <p:cNvSpPr/>
            <p:nvPr/>
          </p:nvSpPr>
          <p:spPr>
            <a:xfrm>
              <a:off x="7428381" y="3205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7" name="pt5707"/>
            <p:cNvSpPr/>
            <p:nvPr/>
          </p:nvSpPr>
          <p:spPr>
            <a:xfrm>
              <a:off x="7425120" y="31618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8" name="pt5708"/>
            <p:cNvSpPr/>
            <p:nvPr/>
          </p:nvSpPr>
          <p:spPr>
            <a:xfrm>
              <a:off x="7419442" y="33197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09" name="pt5709"/>
            <p:cNvSpPr/>
            <p:nvPr/>
          </p:nvSpPr>
          <p:spPr>
            <a:xfrm>
              <a:off x="7472088" y="3074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0" name="pt5710"/>
            <p:cNvSpPr/>
            <p:nvPr/>
          </p:nvSpPr>
          <p:spPr>
            <a:xfrm>
              <a:off x="7443608" y="31700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1" name="pt5711"/>
            <p:cNvSpPr/>
            <p:nvPr/>
          </p:nvSpPr>
          <p:spPr>
            <a:xfrm>
              <a:off x="7405466" y="3288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2" name="pt5712"/>
            <p:cNvSpPr/>
            <p:nvPr/>
          </p:nvSpPr>
          <p:spPr>
            <a:xfrm>
              <a:off x="7497930" y="3279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3" name="pt5713"/>
            <p:cNvSpPr/>
            <p:nvPr/>
          </p:nvSpPr>
          <p:spPr>
            <a:xfrm>
              <a:off x="7451722" y="3669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4" name="pt5714"/>
            <p:cNvSpPr/>
            <p:nvPr/>
          </p:nvSpPr>
          <p:spPr>
            <a:xfrm>
              <a:off x="7475427" y="3627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5" name="pt5715"/>
            <p:cNvSpPr/>
            <p:nvPr/>
          </p:nvSpPr>
          <p:spPr>
            <a:xfrm>
              <a:off x="7467633" y="32542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6" name="pt5716"/>
            <p:cNvSpPr/>
            <p:nvPr/>
          </p:nvSpPr>
          <p:spPr>
            <a:xfrm>
              <a:off x="8311878" y="516379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17" name="pt5717"/>
            <p:cNvSpPr/>
            <p:nvPr/>
          </p:nvSpPr>
          <p:spPr>
            <a:xfrm>
              <a:off x="7455515" y="3287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8" name="pt5718"/>
            <p:cNvSpPr/>
            <p:nvPr/>
          </p:nvSpPr>
          <p:spPr>
            <a:xfrm>
              <a:off x="7457183" y="32554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19" name="pt5719"/>
            <p:cNvSpPr/>
            <p:nvPr/>
          </p:nvSpPr>
          <p:spPr>
            <a:xfrm>
              <a:off x="7382887" y="3273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0" name="pt5720"/>
            <p:cNvSpPr/>
            <p:nvPr/>
          </p:nvSpPr>
          <p:spPr>
            <a:xfrm>
              <a:off x="7474195" y="3232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1" name="pt5721"/>
            <p:cNvSpPr/>
            <p:nvPr/>
          </p:nvSpPr>
          <p:spPr>
            <a:xfrm>
              <a:off x="7478236" y="3259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2" name="pt5722"/>
            <p:cNvSpPr/>
            <p:nvPr/>
          </p:nvSpPr>
          <p:spPr>
            <a:xfrm>
              <a:off x="7442421" y="3227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3" name="pt5723"/>
            <p:cNvSpPr/>
            <p:nvPr/>
          </p:nvSpPr>
          <p:spPr>
            <a:xfrm>
              <a:off x="7487190" y="3226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4" name="pt5724"/>
            <p:cNvSpPr/>
            <p:nvPr/>
          </p:nvSpPr>
          <p:spPr>
            <a:xfrm>
              <a:off x="7471470" y="3231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5" name="pt5725"/>
            <p:cNvSpPr/>
            <p:nvPr/>
          </p:nvSpPr>
          <p:spPr>
            <a:xfrm>
              <a:off x="7343000" y="3233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6" name="pt5726"/>
            <p:cNvSpPr/>
            <p:nvPr/>
          </p:nvSpPr>
          <p:spPr>
            <a:xfrm>
              <a:off x="7430155" y="33991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7" name="pt5727"/>
            <p:cNvSpPr/>
            <p:nvPr/>
          </p:nvSpPr>
          <p:spPr>
            <a:xfrm>
              <a:off x="7423088" y="3513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8" name="pt5728"/>
            <p:cNvSpPr/>
            <p:nvPr/>
          </p:nvSpPr>
          <p:spPr>
            <a:xfrm>
              <a:off x="7444341" y="4531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29" name="pt5729"/>
            <p:cNvSpPr/>
            <p:nvPr/>
          </p:nvSpPr>
          <p:spPr>
            <a:xfrm>
              <a:off x="7472345" y="3372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0" name="pt5730"/>
            <p:cNvSpPr/>
            <p:nvPr/>
          </p:nvSpPr>
          <p:spPr>
            <a:xfrm>
              <a:off x="7472693" y="4232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1" name="pt5731"/>
            <p:cNvSpPr/>
            <p:nvPr/>
          </p:nvSpPr>
          <p:spPr>
            <a:xfrm>
              <a:off x="7468061" y="3785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2" name="pt5732"/>
            <p:cNvSpPr/>
            <p:nvPr/>
          </p:nvSpPr>
          <p:spPr>
            <a:xfrm>
              <a:off x="7504616" y="44852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3" name="pt5733"/>
            <p:cNvSpPr/>
            <p:nvPr/>
          </p:nvSpPr>
          <p:spPr>
            <a:xfrm>
              <a:off x="7486279" y="43745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4" name="pt5734"/>
            <p:cNvSpPr/>
            <p:nvPr/>
          </p:nvSpPr>
          <p:spPr>
            <a:xfrm>
              <a:off x="7476265" y="3020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5" name="pt5735"/>
            <p:cNvSpPr/>
            <p:nvPr/>
          </p:nvSpPr>
          <p:spPr>
            <a:xfrm>
              <a:off x="7438442" y="3227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6" name="pt5736"/>
            <p:cNvSpPr/>
            <p:nvPr/>
          </p:nvSpPr>
          <p:spPr>
            <a:xfrm>
              <a:off x="7533703" y="31993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7" name="pt5737"/>
            <p:cNvSpPr/>
            <p:nvPr/>
          </p:nvSpPr>
          <p:spPr>
            <a:xfrm>
              <a:off x="7439475" y="3295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8" name="pt5738"/>
            <p:cNvSpPr/>
            <p:nvPr/>
          </p:nvSpPr>
          <p:spPr>
            <a:xfrm>
              <a:off x="7488202" y="3224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39" name="pt5739"/>
            <p:cNvSpPr/>
            <p:nvPr/>
          </p:nvSpPr>
          <p:spPr>
            <a:xfrm>
              <a:off x="7501844" y="3251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0" name="pt5740"/>
            <p:cNvSpPr/>
            <p:nvPr/>
          </p:nvSpPr>
          <p:spPr>
            <a:xfrm>
              <a:off x="7555683" y="3289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1" name="pt5741"/>
            <p:cNvSpPr/>
            <p:nvPr/>
          </p:nvSpPr>
          <p:spPr>
            <a:xfrm>
              <a:off x="7473606" y="3466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2" name="pt5742"/>
            <p:cNvSpPr/>
            <p:nvPr/>
          </p:nvSpPr>
          <p:spPr>
            <a:xfrm>
              <a:off x="7488636" y="32593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3" name="pt5743"/>
            <p:cNvSpPr/>
            <p:nvPr/>
          </p:nvSpPr>
          <p:spPr>
            <a:xfrm>
              <a:off x="7373116" y="32580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4" name="pt5744"/>
            <p:cNvSpPr/>
            <p:nvPr/>
          </p:nvSpPr>
          <p:spPr>
            <a:xfrm>
              <a:off x="7443851" y="3344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5" name="pt5745"/>
            <p:cNvSpPr/>
            <p:nvPr/>
          </p:nvSpPr>
          <p:spPr>
            <a:xfrm>
              <a:off x="7494615" y="3347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6" name="pt5746"/>
            <p:cNvSpPr/>
            <p:nvPr/>
          </p:nvSpPr>
          <p:spPr>
            <a:xfrm>
              <a:off x="7464622" y="3270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7" name="pt5747"/>
            <p:cNvSpPr/>
            <p:nvPr/>
          </p:nvSpPr>
          <p:spPr>
            <a:xfrm>
              <a:off x="7462640" y="3314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8" name="pt5748"/>
            <p:cNvSpPr/>
            <p:nvPr/>
          </p:nvSpPr>
          <p:spPr>
            <a:xfrm>
              <a:off x="7494740" y="3268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49" name="pt5749"/>
            <p:cNvSpPr/>
            <p:nvPr/>
          </p:nvSpPr>
          <p:spPr>
            <a:xfrm>
              <a:off x="7420405" y="3277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0" name="pt5750"/>
            <p:cNvSpPr/>
            <p:nvPr/>
          </p:nvSpPr>
          <p:spPr>
            <a:xfrm>
              <a:off x="7447103" y="32223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1" name="pt5751"/>
            <p:cNvSpPr/>
            <p:nvPr/>
          </p:nvSpPr>
          <p:spPr>
            <a:xfrm>
              <a:off x="7457005" y="3300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2" name="pt5752"/>
            <p:cNvSpPr/>
            <p:nvPr/>
          </p:nvSpPr>
          <p:spPr>
            <a:xfrm>
              <a:off x="7419272" y="3245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3" name="pt5753"/>
            <p:cNvSpPr/>
            <p:nvPr/>
          </p:nvSpPr>
          <p:spPr>
            <a:xfrm>
              <a:off x="7433389" y="30838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4" name="pt5754"/>
            <p:cNvSpPr/>
            <p:nvPr/>
          </p:nvSpPr>
          <p:spPr>
            <a:xfrm>
              <a:off x="7486634" y="3334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5" name="pt5755"/>
            <p:cNvSpPr/>
            <p:nvPr/>
          </p:nvSpPr>
          <p:spPr>
            <a:xfrm>
              <a:off x="7491976" y="3351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6" name="pt5756"/>
            <p:cNvSpPr/>
            <p:nvPr/>
          </p:nvSpPr>
          <p:spPr>
            <a:xfrm>
              <a:off x="7464564" y="33469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7" name="pt5757"/>
            <p:cNvSpPr/>
            <p:nvPr/>
          </p:nvSpPr>
          <p:spPr>
            <a:xfrm>
              <a:off x="7419205" y="3320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8" name="pt5758"/>
            <p:cNvSpPr/>
            <p:nvPr/>
          </p:nvSpPr>
          <p:spPr>
            <a:xfrm>
              <a:off x="7467472" y="3235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59" name="pt5759"/>
            <p:cNvSpPr/>
            <p:nvPr/>
          </p:nvSpPr>
          <p:spPr>
            <a:xfrm>
              <a:off x="7225156" y="3290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0" name="pt5760"/>
            <p:cNvSpPr/>
            <p:nvPr/>
          </p:nvSpPr>
          <p:spPr>
            <a:xfrm>
              <a:off x="7381050" y="3266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1" name="pt5761"/>
            <p:cNvSpPr/>
            <p:nvPr/>
          </p:nvSpPr>
          <p:spPr>
            <a:xfrm>
              <a:off x="7454180" y="3267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2" name="pt5762"/>
            <p:cNvSpPr/>
            <p:nvPr/>
          </p:nvSpPr>
          <p:spPr>
            <a:xfrm>
              <a:off x="7496778" y="3283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3" name="pt5763"/>
            <p:cNvSpPr/>
            <p:nvPr/>
          </p:nvSpPr>
          <p:spPr>
            <a:xfrm>
              <a:off x="7485341" y="3524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4" name="pt5764"/>
            <p:cNvSpPr/>
            <p:nvPr/>
          </p:nvSpPr>
          <p:spPr>
            <a:xfrm>
              <a:off x="7417601" y="3392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5" name="pt5765"/>
            <p:cNvSpPr/>
            <p:nvPr/>
          </p:nvSpPr>
          <p:spPr>
            <a:xfrm>
              <a:off x="7463168" y="33608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6" name="pt5766"/>
            <p:cNvSpPr/>
            <p:nvPr/>
          </p:nvSpPr>
          <p:spPr>
            <a:xfrm>
              <a:off x="7449948" y="34567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7" name="pt5767"/>
            <p:cNvSpPr/>
            <p:nvPr/>
          </p:nvSpPr>
          <p:spPr>
            <a:xfrm>
              <a:off x="7435102" y="3309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8" name="pt5768"/>
            <p:cNvSpPr/>
            <p:nvPr/>
          </p:nvSpPr>
          <p:spPr>
            <a:xfrm>
              <a:off x="7475651" y="3432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69" name="pt5769"/>
            <p:cNvSpPr/>
            <p:nvPr/>
          </p:nvSpPr>
          <p:spPr>
            <a:xfrm>
              <a:off x="7475364" y="32762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0" name="pt5770"/>
            <p:cNvSpPr/>
            <p:nvPr/>
          </p:nvSpPr>
          <p:spPr>
            <a:xfrm>
              <a:off x="7403346" y="32926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1" name="pt5771"/>
            <p:cNvSpPr/>
            <p:nvPr/>
          </p:nvSpPr>
          <p:spPr>
            <a:xfrm>
              <a:off x="7450597" y="3325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2" name="pt5772"/>
            <p:cNvSpPr/>
            <p:nvPr/>
          </p:nvSpPr>
          <p:spPr>
            <a:xfrm>
              <a:off x="7479947" y="3277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3" name="pt5773"/>
            <p:cNvSpPr/>
            <p:nvPr/>
          </p:nvSpPr>
          <p:spPr>
            <a:xfrm>
              <a:off x="7487567" y="3197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4" name="pt5774"/>
            <p:cNvSpPr/>
            <p:nvPr/>
          </p:nvSpPr>
          <p:spPr>
            <a:xfrm>
              <a:off x="7443019" y="32542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5" name="pt5775"/>
            <p:cNvSpPr/>
            <p:nvPr/>
          </p:nvSpPr>
          <p:spPr>
            <a:xfrm>
              <a:off x="7467999" y="3150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6" name="pt5776"/>
            <p:cNvSpPr/>
            <p:nvPr/>
          </p:nvSpPr>
          <p:spPr>
            <a:xfrm>
              <a:off x="7464609" y="3067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7" name="pt5777"/>
            <p:cNvSpPr/>
            <p:nvPr/>
          </p:nvSpPr>
          <p:spPr>
            <a:xfrm>
              <a:off x="7636017" y="3261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8" name="pt5778"/>
            <p:cNvSpPr/>
            <p:nvPr/>
          </p:nvSpPr>
          <p:spPr>
            <a:xfrm>
              <a:off x="7404895" y="3311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79" name="pt5779"/>
            <p:cNvSpPr/>
            <p:nvPr/>
          </p:nvSpPr>
          <p:spPr>
            <a:xfrm>
              <a:off x="7467494" y="3312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0" name="pt5780"/>
            <p:cNvSpPr/>
            <p:nvPr/>
          </p:nvSpPr>
          <p:spPr>
            <a:xfrm>
              <a:off x="7434963" y="3213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1" name="pt5781"/>
            <p:cNvSpPr/>
            <p:nvPr/>
          </p:nvSpPr>
          <p:spPr>
            <a:xfrm>
              <a:off x="7587964" y="3257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2" name="pt5782"/>
            <p:cNvSpPr/>
            <p:nvPr/>
          </p:nvSpPr>
          <p:spPr>
            <a:xfrm>
              <a:off x="7477806" y="32614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3" name="pt5783"/>
            <p:cNvSpPr/>
            <p:nvPr/>
          </p:nvSpPr>
          <p:spPr>
            <a:xfrm>
              <a:off x="7411160" y="3291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4" name="pt5784"/>
            <p:cNvSpPr/>
            <p:nvPr/>
          </p:nvSpPr>
          <p:spPr>
            <a:xfrm>
              <a:off x="7443866" y="3348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5" name="pt5785"/>
            <p:cNvSpPr/>
            <p:nvPr/>
          </p:nvSpPr>
          <p:spPr>
            <a:xfrm>
              <a:off x="7488716" y="33792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6" name="pt5786"/>
            <p:cNvSpPr/>
            <p:nvPr/>
          </p:nvSpPr>
          <p:spPr>
            <a:xfrm>
              <a:off x="7353587" y="3211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7" name="pt5787"/>
            <p:cNvSpPr/>
            <p:nvPr/>
          </p:nvSpPr>
          <p:spPr>
            <a:xfrm>
              <a:off x="7433181" y="3258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8" name="pt5788"/>
            <p:cNvSpPr/>
            <p:nvPr/>
          </p:nvSpPr>
          <p:spPr>
            <a:xfrm>
              <a:off x="7555617" y="3292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89" name="pt5789"/>
            <p:cNvSpPr/>
            <p:nvPr/>
          </p:nvSpPr>
          <p:spPr>
            <a:xfrm>
              <a:off x="7449894" y="35706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0" name="pt5790"/>
            <p:cNvSpPr/>
            <p:nvPr/>
          </p:nvSpPr>
          <p:spPr>
            <a:xfrm>
              <a:off x="7450412" y="3437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1" name="pt5791"/>
            <p:cNvSpPr/>
            <p:nvPr/>
          </p:nvSpPr>
          <p:spPr>
            <a:xfrm>
              <a:off x="7455204" y="32704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2" name="pt5792"/>
            <p:cNvSpPr/>
            <p:nvPr/>
          </p:nvSpPr>
          <p:spPr>
            <a:xfrm>
              <a:off x="7456393" y="3316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3" name="pt5793"/>
            <p:cNvSpPr/>
            <p:nvPr/>
          </p:nvSpPr>
          <p:spPr>
            <a:xfrm>
              <a:off x="7435847" y="3248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4" name="pt5794"/>
            <p:cNvSpPr/>
            <p:nvPr/>
          </p:nvSpPr>
          <p:spPr>
            <a:xfrm>
              <a:off x="7476884" y="3341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5" name="pt5795"/>
            <p:cNvSpPr/>
            <p:nvPr/>
          </p:nvSpPr>
          <p:spPr>
            <a:xfrm>
              <a:off x="7606303" y="3248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6" name="pt5796"/>
            <p:cNvSpPr/>
            <p:nvPr/>
          </p:nvSpPr>
          <p:spPr>
            <a:xfrm>
              <a:off x="7478875" y="3282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7" name="pt5797"/>
            <p:cNvSpPr/>
            <p:nvPr/>
          </p:nvSpPr>
          <p:spPr>
            <a:xfrm>
              <a:off x="7470032" y="3217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8" name="pt5798"/>
            <p:cNvSpPr/>
            <p:nvPr/>
          </p:nvSpPr>
          <p:spPr>
            <a:xfrm>
              <a:off x="7481031" y="32769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799" name="pt5799"/>
            <p:cNvSpPr/>
            <p:nvPr/>
          </p:nvSpPr>
          <p:spPr>
            <a:xfrm>
              <a:off x="7421783" y="3278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0" name="pt5800"/>
            <p:cNvSpPr/>
            <p:nvPr/>
          </p:nvSpPr>
          <p:spPr>
            <a:xfrm>
              <a:off x="7427975" y="3284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1" name="pt5801"/>
            <p:cNvSpPr/>
            <p:nvPr/>
          </p:nvSpPr>
          <p:spPr>
            <a:xfrm>
              <a:off x="7442759" y="3392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2" name="pt5802"/>
            <p:cNvSpPr/>
            <p:nvPr/>
          </p:nvSpPr>
          <p:spPr>
            <a:xfrm>
              <a:off x="7474312" y="32497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3" name="pt5803"/>
            <p:cNvSpPr/>
            <p:nvPr/>
          </p:nvSpPr>
          <p:spPr>
            <a:xfrm>
              <a:off x="7479864" y="3240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4" name="pt5804"/>
            <p:cNvSpPr/>
            <p:nvPr/>
          </p:nvSpPr>
          <p:spPr>
            <a:xfrm>
              <a:off x="7442855" y="3341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5" name="pt5805"/>
            <p:cNvSpPr/>
            <p:nvPr/>
          </p:nvSpPr>
          <p:spPr>
            <a:xfrm>
              <a:off x="7457291" y="3300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6" name="pt5806"/>
            <p:cNvSpPr/>
            <p:nvPr/>
          </p:nvSpPr>
          <p:spPr>
            <a:xfrm>
              <a:off x="7507218" y="33042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7" name="pt5807"/>
            <p:cNvSpPr/>
            <p:nvPr/>
          </p:nvSpPr>
          <p:spPr>
            <a:xfrm>
              <a:off x="7466318" y="33773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8" name="pt5808"/>
            <p:cNvSpPr/>
            <p:nvPr/>
          </p:nvSpPr>
          <p:spPr>
            <a:xfrm>
              <a:off x="7463470" y="3255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09" name="pt5809"/>
            <p:cNvSpPr/>
            <p:nvPr/>
          </p:nvSpPr>
          <p:spPr>
            <a:xfrm>
              <a:off x="7509616" y="32995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0" name="pt5810"/>
            <p:cNvSpPr/>
            <p:nvPr/>
          </p:nvSpPr>
          <p:spPr>
            <a:xfrm>
              <a:off x="7464210" y="3271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1" name="pt5811"/>
            <p:cNvSpPr/>
            <p:nvPr/>
          </p:nvSpPr>
          <p:spPr>
            <a:xfrm>
              <a:off x="7447552" y="3294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2" name="pt5812"/>
            <p:cNvSpPr/>
            <p:nvPr/>
          </p:nvSpPr>
          <p:spPr>
            <a:xfrm>
              <a:off x="7459377" y="3317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3" name="pt5813"/>
            <p:cNvSpPr/>
            <p:nvPr/>
          </p:nvSpPr>
          <p:spPr>
            <a:xfrm>
              <a:off x="7480843" y="3260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4" name="pt5814"/>
            <p:cNvSpPr/>
            <p:nvPr/>
          </p:nvSpPr>
          <p:spPr>
            <a:xfrm>
              <a:off x="7459195" y="3249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5" name="pt5815"/>
            <p:cNvSpPr/>
            <p:nvPr/>
          </p:nvSpPr>
          <p:spPr>
            <a:xfrm>
              <a:off x="7439981" y="32783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6" name="pt5816"/>
            <p:cNvSpPr/>
            <p:nvPr/>
          </p:nvSpPr>
          <p:spPr>
            <a:xfrm>
              <a:off x="7422738" y="35970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7" name="pt5817"/>
            <p:cNvSpPr/>
            <p:nvPr/>
          </p:nvSpPr>
          <p:spPr>
            <a:xfrm>
              <a:off x="7480936" y="3208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8" name="pt5818"/>
            <p:cNvSpPr/>
            <p:nvPr/>
          </p:nvSpPr>
          <p:spPr>
            <a:xfrm>
              <a:off x="7446919" y="32099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19" name="pt5819"/>
            <p:cNvSpPr/>
            <p:nvPr/>
          </p:nvSpPr>
          <p:spPr>
            <a:xfrm>
              <a:off x="7425221" y="3258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0" name="pt5820"/>
            <p:cNvSpPr/>
            <p:nvPr/>
          </p:nvSpPr>
          <p:spPr>
            <a:xfrm>
              <a:off x="7499171" y="3238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1" name="pt5821"/>
            <p:cNvSpPr/>
            <p:nvPr/>
          </p:nvSpPr>
          <p:spPr>
            <a:xfrm>
              <a:off x="7481617" y="3267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2" name="pt5822"/>
            <p:cNvSpPr/>
            <p:nvPr/>
          </p:nvSpPr>
          <p:spPr>
            <a:xfrm>
              <a:off x="7500056" y="3270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3" name="pt5823"/>
            <p:cNvSpPr/>
            <p:nvPr/>
          </p:nvSpPr>
          <p:spPr>
            <a:xfrm>
              <a:off x="7492788" y="32441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4" name="pt5824"/>
            <p:cNvSpPr/>
            <p:nvPr/>
          </p:nvSpPr>
          <p:spPr>
            <a:xfrm>
              <a:off x="7466626" y="3292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5" name="pt5825"/>
            <p:cNvSpPr/>
            <p:nvPr/>
          </p:nvSpPr>
          <p:spPr>
            <a:xfrm>
              <a:off x="7487335" y="32701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6" name="pt5826"/>
            <p:cNvSpPr/>
            <p:nvPr/>
          </p:nvSpPr>
          <p:spPr>
            <a:xfrm>
              <a:off x="7488319" y="3274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7" name="pt5827"/>
            <p:cNvSpPr/>
            <p:nvPr/>
          </p:nvSpPr>
          <p:spPr>
            <a:xfrm>
              <a:off x="7460951" y="3394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8" name="pt5828"/>
            <p:cNvSpPr/>
            <p:nvPr/>
          </p:nvSpPr>
          <p:spPr>
            <a:xfrm>
              <a:off x="7460057" y="3541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29" name="pt5829"/>
            <p:cNvSpPr/>
            <p:nvPr/>
          </p:nvSpPr>
          <p:spPr>
            <a:xfrm>
              <a:off x="7468431" y="3621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0" name="pt5830"/>
            <p:cNvSpPr/>
            <p:nvPr/>
          </p:nvSpPr>
          <p:spPr>
            <a:xfrm>
              <a:off x="7462526" y="3299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1" name="pt5831"/>
            <p:cNvSpPr/>
            <p:nvPr/>
          </p:nvSpPr>
          <p:spPr>
            <a:xfrm>
              <a:off x="7466835" y="3297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2" name="pt5832"/>
            <p:cNvSpPr/>
            <p:nvPr/>
          </p:nvSpPr>
          <p:spPr>
            <a:xfrm>
              <a:off x="7450920" y="3283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3" name="pt5833"/>
            <p:cNvSpPr/>
            <p:nvPr/>
          </p:nvSpPr>
          <p:spPr>
            <a:xfrm>
              <a:off x="7537438" y="3237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4" name="pt5834"/>
            <p:cNvSpPr/>
            <p:nvPr/>
          </p:nvSpPr>
          <p:spPr>
            <a:xfrm>
              <a:off x="7414311" y="32669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5" name="pt5835"/>
            <p:cNvSpPr/>
            <p:nvPr/>
          </p:nvSpPr>
          <p:spPr>
            <a:xfrm>
              <a:off x="7478960" y="35592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6" name="pt5836"/>
            <p:cNvSpPr/>
            <p:nvPr/>
          </p:nvSpPr>
          <p:spPr>
            <a:xfrm>
              <a:off x="7406394" y="3116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7" name="pt5837"/>
            <p:cNvSpPr/>
            <p:nvPr/>
          </p:nvSpPr>
          <p:spPr>
            <a:xfrm>
              <a:off x="7456902" y="3300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8" name="pt5838"/>
            <p:cNvSpPr/>
            <p:nvPr/>
          </p:nvSpPr>
          <p:spPr>
            <a:xfrm>
              <a:off x="7153106" y="32451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39" name="pt5839"/>
            <p:cNvSpPr/>
            <p:nvPr/>
          </p:nvSpPr>
          <p:spPr>
            <a:xfrm>
              <a:off x="7465823" y="3304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0" name="pt5840"/>
            <p:cNvSpPr/>
            <p:nvPr/>
          </p:nvSpPr>
          <p:spPr>
            <a:xfrm>
              <a:off x="7444242" y="31885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1" name="pt5841"/>
            <p:cNvSpPr/>
            <p:nvPr/>
          </p:nvSpPr>
          <p:spPr>
            <a:xfrm>
              <a:off x="7422959" y="3267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2" name="pt5842"/>
            <p:cNvSpPr/>
            <p:nvPr/>
          </p:nvSpPr>
          <p:spPr>
            <a:xfrm>
              <a:off x="7529813" y="3231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3" name="pt5843"/>
            <p:cNvSpPr/>
            <p:nvPr/>
          </p:nvSpPr>
          <p:spPr>
            <a:xfrm>
              <a:off x="7481615" y="32734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4" name="pt5844"/>
            <p:cNvSpPr/>
            <p:nvPr/>
          </p:nvSpPr>
          <p:spPr>
            <a:xfrm>
              <a:off x="7453731" y="3339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5" name="pt5845"/>
            <p:cNvSpPr/>
            <p:nvPr/>
          </p:nvSpPr>
          <p:spPr>
            <a:xfrm>
              <a:off x="7429184" y="3288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6" name="pt5846"/>
            <p:cNvSpPr/>
            <p:nvPr/>
          </p:nvSpPr>
          <p:spPr>
            <a:xfrm>
              <a:off x="7456489" y="2164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7" name="pt5847"/>
            <p:cNvSpPr/>
            <p:nvPr/>
          </p:nvSpPr>
          <p:spPr>
            <a:xfrm>
              <a:off x="7387104" y="3243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8" name="pt5848"/>
            <p:cNvSpPr/>
            <p:nvPr/>
          </p:nvSpPr>
          <p:spPr>
            <a:xfrm>
              <a:off x="7462263" y="3333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49" name="pt5849"/>
            <p:cNvSpPr/>
            <p:nvPr/>
          </p:nvSpPr>
          <p:spPr>
            <a:xfrm>
              <a:off x="7449122" y="3658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0" name="pt5850"/>
            <p:cNvSpPr/>
            <p:nvPr/>
          </p:nvSpPr>
          <p:spPr>
            <a:xfrm>
              <a:off x="7469234" y="33395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1" name="pt5851"/>
            <p:cNvSpPr/>
            <p:nvPr/>
          </p:nvSpPr>
          <p:spPr>
            <a:xfrm>
              <a:off x="7442271" y="3227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2" name="pt5852"/>
            <p:cNvSpPr/>
            <p:nvPr/>
          </p:nvSpPr>
          <p:spPr>
            <a:xfrm>
              <a:off x="7445193" y="3294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3" name="pt5853"/>
            <p:cNvSpPr/>
            <p:nvPr/>
          </p:nvSpPr>
          <p:spPr>
            <a:xfrm>
              <a:off x="7434725" y="3288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4" name="pt5854"/>
            <p:cNvSpPr/>
            <p:nvPr/>
          </p:nvSpPr>
          <p:spPr>
            <a:xfrm>
              <a:off x="7379079" y="3231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5" name="pt5855"/>
            <p:cNvSpPr/>
            <p:nvPr/>
          </p:nvSpPr>
          <p:spPr>
            <a:xfrm>
              <a:off x="7443913" y="3225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6" name="pt5856"/>
            <p:cNvSpPr/>
            <p:nvPr/>
          </p:nvSpPr>
          <p:spPr>
            <a:xfrm>
              <a:off x="7440835" y="3281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7" name="pt5857"/>
            <p:cNvSpPr/>
            <p:nvPr/>
          </p:nvSpPr>
          <p:spPr>
            <a:xfrm>
              <a:off x="7405849" y="3137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8" name="pt5858"/>
            <p:cNvSpPr/>
            <p:nvPr/>
          </p:nvSpPr>
          <p:spPr>
            <a:xfrm>
              <a:off x="7427080" y="3336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59" name="pt5859"/>
            <p:cNvSpPr/>
            <p:nvPr/>
          </p:nvSpPr>
          <p:spPr>
            <a:xfrm>
              <a:off x="7468738" y="3212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0" name="pt5860"/>
            <p:cNvSpPr/>
            <p:nvPr/>
          </p:nvSpPr>
          <p:spPr>
            <a:xfrm>
              <a:off x="7467307" y="3273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1" name="pt5861"/>
            <p:cNvSpPr/>
            <p:nvPr/>
          </p:nvSpPr>
          <p:spPr>
            <a:xfrm>
              <a:off x="7450789" y="3270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2" name="pt5862"/>
            <p:cNvSpPr/>
            <p:nvPr/>
          </p:nvSpPr>
          <p:spPr>
            <a:xfrm>
              <a:off x="7447064" y="3313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3" name="pt5863"/>
            <p:cNvSpPr/>
            <p:nvPr/>
          </p:nvSpPr>
          <p:spPr>
            <a:xfrm>
              <a:off x="7432165" y="3259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4" name="pt5864"/>
            <p:cNvSpPr/>
            <p:nvPr/>
          </p:nvSpPr>
          <p:spPr>
            <a:xfrm>
              <a:off x="7486528" y="33373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5" name="pt5865"/>
            <p:cNvSpPr/>
            <p:nvPr/>
          </p:nvSpPr>
          <p:spPr>
            <a:xfrm>
              <a:off x="7485329" y="3391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6" name="pt5866"/>
            <p:cNvSpPr/>
            <p:nvPr/>
          </p:nvSpPr>
          <p:spPr>
            <a:xfrm>
              <a:off x="7412567" y="32531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7" name="pt5867"/>
            <p:cNvSpPr/>
            <p:nvPr/>
          </p:nvSpPr>
          <p:spPr>
            <a:xfrm>
              <a:off x="7474790" y="3293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8" name="pt5868"/>
            <p:cNvSpPr/>
            <p:nvPr/>
          </p:nvSpPr>
          <p:spPr>
            <a:xfrm>
              <a:off x="7401429" y="3688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69" name="pt5869"/>
            <p:cNvSpPr/>
            <p:nvPr/>
          </p:nvSpPr>
          <p:spPr>
            <a:xfrm>
              <a:off x="7458950" y="32645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0" name="pt5870"/>
            <p:cNvSpPr/>
            <p:nvPr/>
          </p:nvSpPr>
          <p:spPr>
            <a:xfrm>
              <a:off x="7448159" y="3379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1" name="pt5871"/>
            <p:cNvSpPr/>
            <p:nvPr/>
          </p:nvSpPr>
          <p:spPr>
            <a:xfrm>
              <a:off x="7446195" y="3297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2" name="pt5872"/>
            <p:cNvSpPr/>
            <p:nvPr/>
          </p:nvSpPr>
          <p:spPr>
            <a:xfrm>
              <a:off x="7466788" y="3210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3" name="pt5873"/>
            <p:cNvSpPr/>
            <p:nvPr/>
          </p:nvSpPr>
          <p:spPr>
            <a:xfrm>
              <a:off x="7360880" y="32606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4" name="pt5874"/>
            <p:cNvSpPr/>
            <p:nvPr/>
          </p:nvSpPr>
          <p:spPr>
            <a:xfrm>
              <a:off x="7557273" y="3246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5" name="pt5875"/>
            <p:cNvSpPr/>
            <p:nvPr/>
          </p:nvSpPr>
          <p:spPr>
            <a:xfrm>
              <a:off x="7453958" y="3304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6" name="pt5876"/>
            <p:cNvSpPr/>
            <p:nvPr/>
          </p:nvSpPr>
          <p:spPr>
            <a:xfrm>
              <a:off x="7525681" y="3242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7" name="pt5877"/>
            <p:cNvSpPr/>
            <p:nvPr/>
          </p:nvSpPr>
          <p:spPr>
            <a:xfrm>
              <a:off x="7430539" y="3359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8" name="pt5878"/>
            <p:cNvSpPr/>
            <p:nvPr/>
          </p:nvSpPr>
          <p:spPr>
            <a:xfrm>
              <a:off x="7561776" y="2829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79" name="pt5879"/>
            <p:cNvSpPr/>
            <p:nvPr/>
          </p:nvSpPr>
          <p:spPr>
            <a:xfrm>
              <a:off x="7465203" y="33020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0" name="pt5880"/>
            <p:cNvSpPr/>
            <p:nvPr/>
          </p:nvSpPr>
          <p:spPr>
            <a:xfrm>
              <a:off x="7528536" y="3297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1" name="pt5881"/>
            <p:cNvSpPr/>
            <p:nvPr/>
          </p:nvSpPr>
          <p:spPr>
            <a:xfrm>
              <a:off x="7444719" y="3217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2" name="pt5882"/>
            <p:cNvSpPr/>
            <p:nvPr/>
          </p:nvSpPr>
          <p:spPr>
            <a:xfrm>
              <a:off x="7455790" y="3551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3" name="pt5883"/>
            <p:cNvSpPr/>
            <p:nvPr/>
          </p:nvSpPr>
          <p:spPr>
            <a:xfrm>
              <a:off x="7451991" y="32301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4" name="pt5884"/>
            <p:cNvSpPr/>
            <p:nvPr/>
          </p:nvSpPr>
          <p:spPr>
            <a:xfrm>
              <a:off x="7373730" y="3101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5" name="pt5885"/>
            <p:cNvSpPr/>
            <p:nvPr/>
          </p:nvSpPr>
          <p:spPr>
            <a:xfrm>
              <a:off x="7392067" y="2976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6" name="pt5886"/>
            <p:cNvSpPr/>
            <p:nvPr/>
          </p:nvSpPr>
          <p:spPr>
            <a:xfrm>
              <a:off x="7428427" y="3228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7" name="pt5887"/>
            <p:cNvSpPr/>
            <p:nvPr/>
          </p:nvSpPr>
          <p:spPr>
            <a:xfrm>
              <a:off x="7396837" y="3275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8" name="pt5888"/>
            <p:cNvSpPr/>
            <p:nvPr/>
          </p:nvSpPr>
          <p:spPr>
            <a:xfrm>
              <a:off x="6934056" y="3269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89" name="pt5889"/>
            <p:cNvSpPr/>
            <p:nvPr/>
          </p:nvSpPr>
          <p:spPr>
            <a:xfrm>
              <a:off x="7470829" y="3117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0" name="pt5890"/>
            <p:cNvSpPr/>
            <p:nvPr/>
          </p:nvSpPr>
          <p:spPr>
            <a:xfrm>
              <a:off x="7412001" y="32569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1" name="pt5891"/>
            <p:cNvSpPr/>
            <p:nvPr/>
          </p:nvSpPr>
          <p:spPr>
            <a:xfrm>
              <a:off x="7390571" y="3279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2" name="pt5892"/>
            <p:cNvSpPr/>
            <p:nvPr/>
          </p:nvSpPr>
          <p:spPr>
            <a:xfrm>
              <a:off x="7046420" y="3270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3" name="pt5893"/>
            <p:cNvSpPr/>
            <p:nvPr/>
          </p:nvSpPr>
          <p:spPr>
            <a:xfrm>
              <a:off x="7271745" y="3259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4" name="pt5894"/>
            <p:cNvSpPr/>
            <p:nvPr/>
          </p:nvSpPr>
          <p:spPr>
            <a:xfrm>
              <a:off x="7454520" y="3258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5" name="pt5895"/>
            <p:cNvSpPr/>
            <p:nvPr/>
          </p:nvSpPr>
          <p:spPr>
            <a:xfrm>
              <a:off x="7425303" y="3375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6" name="pt5896"/>
            <p:cNvSpPr/>
            <p:nvPr/>
          </p:nvSpPr>
          <p:spPr>
            <a:xfrm>
              <a:off x="7485566" y="3268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7" name="pt5897"/>
            <p:cNvSpPr/>
            <p:nvPr/>
          </p:nvSpPr>
          <p:spPr>
            <a:xfrm>
              <a:off x="7423221" y="3283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8" name="pt5898"/>
            <p:cNvSpPr/>
            <p:nvPr/>
          </p:nvSpPr>
          <p:spPr>
            <a:xfrm>
              <a:off x="7450523" y="3258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899" name="pt5899"/>
            <p:cNvSpPr/>
            <p:nvPr/>
          </p:nvSpPr>
          <p:spPr>
            <a:xfrm>
              <a:off x="7374190" y="3361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0" name="pt5900"/>
            <p:cNvSpPr/>
            <p:nvPr/>
          </p:nvSpPr>
          <p:spPr>
            <a:xfrm>
              <a:off x="7485434" y="3321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1" name="pt5901"/>
            <p:cNvSpPr/>
            <p:nvPr/>
          </p:nvSpPr>
          <p:spPr>
            <a:xfrm>
              <a:off x="7472015" y="3224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2" name="pt5902"/>
            <p:cNvSpPr/>
            <p:nvPr/>
          </p:nvSpPr>
          <p:spPr>
            <a:xfrm>
              <a:off x="7429870" y="3231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3" name="pt5903"/>
            <p:cNvSpPr/>
            <p:nvPr/>
          </p:nvSpPr>
          <p:spPr>
            <a:xfrm>
              <a:off x="7414421" y="3328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4" name="pt5904"/>
            <p:cNvSpPr/>
            <p:nvPr/>
          </p:nvSpPr>
          <p:spPr>
            <a:xfrm>
              <a:off x="7436620" y="3196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5" name="pt5905"/>
            <p:cNvSpPr/>
            <p:nvPr/>
          </p:nvSpPr>
          <p:spPr>
            <a:xfrm>
              <a:off x="7482995" y="33214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6" name="pt5906"/>
            <p:cNvSpPr/>
            <p:nvPr/>
          </p:nvSpPr>
          <p:spPr>
            <a:xfrm>
              <a:off x="7441250" y="3327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7" name="pt5907"/>
            <p:cNvSpPr/>
            <p:nvPr/>
          </p:nvSpPr>
          <p:spPr>
            <a:xfrm>
              <a:off x="7389540" y="3213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8" name="pt5908"/>
            <p:cNvSpPr/>
            <p:nvPr/>
          </p:nvSpPr>
          <p:spPr>
            <a:xfrm>
              <a:off x="7454676" y="2911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09" name="pt5909"/>
            <p:cNvSpPr/>
            <p:nvPr/>
          </p:nvSpPr>
          <p:spPr>
            <a:xfrm>
              <a:off x="7446268" y="3280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0" name="pt5910"/>
            <p:cNvSpPr/>
            <p:nvPr/>
          </p:nvSpPr>
          <p:spPr>
            <a:xfrm>
              <a:off x="7512249" y="3304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1" name="pt5911"/>
            <p:cNvSpPr/>
            <p:nvPr/>
          </p:nvSpPr>
          <p:spPr>
            <a:xfrm>
              <a:off x="7584290" y="301028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12" name="pt5912"/>
            <p:cNvSpPr/>
            <p:nvPr/>
          </p:nvSpPr>
          <p:spPr>
            <a:xfrm>
              <a:off x="7447703" y="32569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3" name="pt5913"/>
            <p:cNvSpPr/>
            <p:nvPr/>
          </p:nvSpPr>
          <p:spPr>
            <a:xfrm>
              <a:off x="7489795" y="3483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4" name="pt5914"/>
            <p:cNvSpPr/>
            <p:nvPr/>
          </p:nvSpPr>
          <p:spPr>
            <a:xfrm>
              <a:off x="7464217" y="3287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5" name="pt5915"/>
            <p:cNvSpPr/>
            <p:nvPr/>
          </p:nvSpPr>
          <p:spPr>
            <a:xfrm>
              <a:off x="7481763" y="3303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6" name="pt5916"/>
            <p:cNvSpPr/>
            <p:nvPr/>
          </p:nvSpPr>
          <p:spPr>
            <a:xfrm>
              <a:off x="7526047" y="32669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7" name="pt5917"/>
            <p:cNvSpPr/>
            <p:nvPr/>
          </p:nvSpPr>
          <p:spPr>
            <a:xfrm>
              <a:off x="7412630" y="3223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8" name="pt5918"/>
            <p:cNvSpPr/>
            <p:nvPr/>
          </p:nvSpPr>
          <p:spPr>
            <a:xfrm>
              <a:off x="7450204" y="3232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19" name="pt5919"/>
            <p:cNvSpPr/>
            <p:nvPr/>
          </p:nvSpPr>
          <p:spPr>
            <a:xfrm>
              <a:off x="7465280" y="3252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0" name="pt5920"/>
            <p:cNvSpPr/>
            <p:nvPr/>
          </p:nvSpPr>
          <p:spPr>
            <a:xfrm>
              <a:off x="7444345" y="3296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1" name="pt5921"/>
            <p:cNvSpPr/>
            <p:nvPr/>
          </p:nvSpPr>
          <p:spPr>
            <a:xfrm>
              <a:off x="7514015" y="3226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2" name="pt5922"/>
            <p:cNvSpPr/>
            <p:nvPr/>
          </p:nvSpPr>
          <p:spPr>
            <a:xfrm>
              <a:off x="7448606" y="3288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3" name="pt5923"/>
            <p:cNvSpPr/>
            <p:nvPr/>
          </p:nvSpPr>
          <p:spPr>
            <a:xfrm>
              <a:off x="7500088" y="3278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4" name="pt5924"/>
            <p:cNvSpPr/>
            <p:nvPr/>
          </p:nvSpPr>
          <p:spPr>
            <a:xfrm>
              <a:off x="7445993" y="3331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5" name="pt5925"/>
            <p:cNvSpPr/>
            <p:nvPr/>
          </p:nvSpPr>
          <p:spPr>
            <a:xfrm>
              <a:off x="7498374" y="32861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6" name="pt5926"/>
            <p:cNvSpPr/>
            <p:nvPr/>
          </p:nvSpPr>
          <p:spPr>
            <a:xfrm>
              <a:off x="7425546" y="3310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7" name="pt5927"/>
            <p:cNvSpPr/>
            <p:nvPr/>
          </p:nvSpPr>
          <p:spPr>
            <a:xfrm>
              <a:off x="7451809" y="32770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8" name="pt5928"/>
            <p:cNvSpPr/>
            <p:nvPr/>
          </p:nvSpPr>
          <p:spPr>
            <a:xfrm>
              <a:off x="7478020" y="3536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29" name="pt5929"/>
            <p:cNvSpPr/>
            <p:nvPr/>
          </p:nvSpPr>
          <p:spPr>
            <a:xfrm>
              <a:off x="7451716" y="3278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0" name="pt5930"/>
            <p:cNvSpPr/>
            <p:nvPr/>
          </p:nvSpPr>
          <p:spPr>
            <a:xfrm>
              <a:off x="7442387" y="3478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1" name="pt5931"/>
            <p:cNvSpPr/>
            <p:nvPr/>
          </p:nvSpPr>
          <p:spPr>
            <a:xfrm>
              <a:off x="7343387" y="32697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2" name="pt5932"/>
            <p:cNvSpPr/>
            <p:nvPr/>
          </p:nvSpPr>
          <p:spPr>
            <a:xfrm>
              <a:off x="7604976" y="3960270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33" name="pt5933"/>
            <p:cNvSpPr/>
            <p:nvPr/>
          </p:nvSpPr>
          <p:spPr>
            <a:xfrm>
              <a:off x="7493081" y="3284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4" name="pt5934"/>
            <p:cNvSpPr/>
            <p:nvPr/>
          </p:nvSpPr>
          <p:spPr>
            <a:xfrm>
              <a:off x="7459104" y="3268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5" name="pt5935"/>
            <p:cNvSpPr/>
            <p:nvPr/>
          </p:nvSpPr>
          <p:spPr>
            <a:xfrm>
              <a:off x="7465623" y="36320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6" name="pt5936"/>
            <p:cNvSpPr/>
            <p:nvPr/>
          </p:nvSpPr>
          <p:spPr>
            <a:xfrm>
              <a:off x="7375791" y="3289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7" name="pt5937"/>
            <p:cNvSpPr/>
            <p:nvPr/>
          </p:nvSpPr>
          <p:spPr>
            <a:xfrm>
              <a:off x="7406434" y="3276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8" name="pt5938"/>
            <p:cNvSpPr/>
            <p:nvPr/>
          </p:nvSpPr>
          <p:spPr>
            <a:xfrm>
              <a:off x="7426045" y="2793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39" name="pt5939"/>
            <p:cNvSpPr/>
            <p:nvPr/>
          </p:nvSpPr>
          <p:spPr>
            <a:xfrm>
              <a:off x="7412409" y="27441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0" name="pt5940"/>
            <p:cNvSpPr/>
            <p:nvPr/>
          </p:nvSpPr>
          <p:spPr>
            <a:xfrm>
              <a:off x="7448778" y="33761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1" name="pt5941"/>
            <p:cNvSpPr/>
            <p:nvPr/>
          </p:nvSpPr>
          <p:spPr>
            <a:xfrm>
              <a:off x="7460657" y="3268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2" name="pt5942"/>
            <p:cNvSpPr/>
            <p:nvPr/>
          </p:nvSpPr>
          <p:spPr>
            <a:xfrm>
              <a:off x="7576400" y="3347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3" name="pt5943"/>
            <p:cNvSpPr/>
            <p:nvPr/>
          </p:nvSpPr>
          <p:spPr>
            <a:xfrm>
              <a:off x="7481559" y="32568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4" name="pt5944"/>
            <p:cNvSpPr/>
            <p:nvPr/>
          </p:nvSpPr>
          <p:spPr>
            <a:xfrm>
              <a:off x="7567778" y="3273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5" name="pt5945"/>
            <p:cNvSpPr/>
            <p:nvPr/>
          </p:nvSpPr>
          <p:spPr>
            <a:xfrm>
              <a:off x="7442667" y="3252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6" name="pt5946"/>
            <p:cNvSpPr/>
            <p:nvPr/>
          </p:nvSpPr>
          <p:spPr>
            <a:xfrm>
              <a:off x="7486133" y="3196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7" name="pt5947"/>
            <p:cNvSpPr/>
            <p:nvPr/>
          </p:nvSpPr>
          <p:spPr>
            <a:xfrm>
              <a:off x="7419072" y="3283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8" name="pt5948"/>
            <p:cNvSpPr/>
            <p:nvPr/>
          </p:nvSpPr>
          <p:spPr>
            <a:xfrm>
              <a:off x="7472157" y="3188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49" name="pt5949"/>
            <p:cNvSpPr/>
            <p:nvPr/>
          </p:nvSpPr>
          <p:spPr>
            <a:xfrm>
              <a:off x="7453166" y="3433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0" name="pt5950"/>
            <p:cNvSpPr/>
            <p:nvPr/>
          </p:nvSpPr>
          <p:spPr>
            <a:xfrm>
              <a:off x="7439719" y="32786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1" name="pt5951"/>
            <p:cNvSpPr/>
            <p:nvPr/>
          </p:nvSpPr>
          <p:spPr>
            <a:xfrm>
              <a:off x="7428648" y="32839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2" name="pt5952"/>
            <p:cNvSpPr/>
            <p:nvPr/>
          </p:nvSpPr>
          <p:spPr>
            <a:xfrm>
              <a:off x="7438653" y="3229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3" name="pt5953"/>
            <p:cNvSpPr/>
            <p:nvPr/>
          </p:nvSpPr>
          <p:spPr>
            <a:xfrm>
              <a:off x="7469070" y="3245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4" name="pt5954"/>
            <p:cNvSpPr/>
            <p:nvPr/>
          </p:nvSpPr>
          <p:spPr>
            <a:xfrm>
              <a:off x="7508462" y="3296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5" name="pt5955"/>
            <p:cNvSpPr/>
            <p:nvPr/>
          </p:nvSpPr>
          <p:spPr>
            <a:xfrm>
              <a:off x="7499452" y="3313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6" name="pt5956"/>
            <p:cNvSpPr/>
            <p:nvPr/>
          </p:nvSpPr>
          <p:spPr>
            <a:xfrm>
              <a:off x="7470509" y="3089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7" name="pt5957"/>
            <p:cNvSpPr/>
            <p:nvPr/>
          </p:nvSpPr>
          <p:spPr>
            <a:xfrm>
              <a:off x="7317905" y="32370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8" name="pt5958"/>
            <p:cNvSpPr/>
            <p:nvPr/>
          </p:nvSpPr>
          <p:spPr>
            <a:xfrm>
              <a:off x="7462759" y="3121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59" name="pt5959"/>
            <p:cNvSpPr/>
            <p:nvPr/>
          </p:nvSpPr>
          <p:spPr>
            <a:xfrm>
              <a:off x="7468370" y="32585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0" name="pt5960"/>
            <p:cNvSpPr/>
            <p:nvPr/>
          </p:nvSpPr>
          <p:spPr>
            <a:xfrm>
              <a:off x="7283415" y="3216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1" name="pt5961"/>
            <p:cNvSpPr/>
            <p:nvPr/>
          </p:nvSpPr>
          <p:spPr>
            <a:xfrm>
              <a:off x="7457339" y="3683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2" name="pt5962"/>
            <p:cNvSpPr/>
            <p:nvPr/>
          </p:nvSpPr>
          <p:spPr>
            <a:xfrm>
              <a:off x="7465995" y="3442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3" name="pt5963"/>
            <p:cNvSpPr/>
            <p:nvPr/>
          </p:nvSpPr>
          <p:spPr>
            <a:xfrm>
              <a:off x="7451964" y="32752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4" name="pt5964"/>
            <p:cNvSpPr/>
            <p:nvPr/>
          </p:nvSpPr>
          <p:spPr>
            <a:xfrm>
              <a:off x="7420317" y="32521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5" name="pt5965"/>
            <p:cNvSpPr/>
            <p:nvPr/>
          </p:nvSpPr>
          <p:spPr>
            <a:xfrm>
              <a:off x="7357741" y="3434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6" name="pt5966"/>
            <p:cNvSpPr/>
            <p:nvPr/>
          </p:nvSpPr>
          <p:spPr>
            <a:xfrm>
              <a:off x="7380487" y="3262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7" name="pt5967"/>
            <p:cNvSpPr/>
            <p:nvPr/>
          </p:nvSpPr>
          <p:spPr>
            <a:xfrm>
              <a:off x="7582601" y="3207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8" name="pt5968"/>
            <p:cNvSpPr/>
            <p:nvPr/>
          </p:nvSpPr>
          <p:spPr>
            <a:xfrm>
              <a:off x="7489501" y="31126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69" name="pt5969"/>
            <p:cNvSpPr/>
            <p:nvPr/>
          </p:nvSpPr>
          <p:spPr>
            <a:xfrm>
              <a:off x="7461866" y="3236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0" name="pt5970"/>
            <p:cNvSpPr/>
            <p:nvPr/>
          </p:nvSpPr>
          <p:spPr>
            <a:xfrm>
              <a:off x="7473361" y="3191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1" name="pt5971"/>
            <p:cNvSpPr/>
            <p:nvPr/>
          </p:nvSpPr>
          <p:spPr>
            <a:xfrm>
              <a:off x="7441977" y="3327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2" name="pt5972"/>
            <p:cNvSpPr/>
            <p:nvPr/>
          </p:nvSpPr>
          <p:spPr>
            <a:xfrm>
              <a:off x="7306095" y="332891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3" name="pt5973"/>
            <p:cNvSpPr/>
            <p:nvPr/>
          </p:nvSpPr>
          <p:spPr>
            <a:xfrm>
              <a:off x="7438843" y="3139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4" name="pt5974"/>
            <p:cNvSpPr/>
            <p:nvPr/>
          </p:nvSpPr>
          <p:spPr>
            <a:xfrm>
              <a:off x="7486075" y="3233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5" name="pt5975"/>
            <p:cNvSpPr/>
            <p:nvPr/>
          </p:nvSpPr>
          <p:spPr>
            <a:xfrm>
              <a:off x="7524547" y="3217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6" name="pt5976"/>
            <p:cNvSpPr/>
            <p:nvPr/>
          </p:nvSpPr>
          <p:spPr>
            <a:xfrm>
              <a:off x="7457258" y="3243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7" name="pt5977"/>
            <p:cNvSpPr/>
            <p:nvPr/>
          </p:nvSpPr>
          <p:spPr>
            <a:xfrm>
              <a:off x="7488355" y="3290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8" name="pt5978"/>
            <p:cNvSpPr/>
            <p:nvPr/>
          </p:nvSpPr>
          <p:spPr>
            <a:xfrm>
              <a:off x="7480178" y="3138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79" name="pt5979"/>
            <p:cNvSpPr/>
            <p:nvPr/>
          </p:nvSpPr>
          <p:spPr>
            <a:xfrm>
              <a:off x="7522723" y="3094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0" name="pt5980"/>
            <p:cNvSpPr/>
            <p:nvPr/>
          </p:nvSpPr>
          <p:spPr>
            <a:xfrm>
              <a:off x="7401117" y="3250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1" name="pt5981"/>
            <p:cNvSpPr/>
            <p:nvPr/>
          </p:nvSpPr>
          <p:spPr>
            <a:xfrm>
              <a:off x="7408273" y="3315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2" name="pt5982"/>
            <p:cNvSpPr/>
            <p:nvPr/>
          </p:nvSpPr>
          <p:spPr>
            <a:xfrm>
              <a:off x="7478294" y="3172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3" name="pt5983"/>
            <p:cNvSpPr/>
            <p:nvPr/>
          </p:nvSpPr>
          <p:spPr>
            <a:xfrm>
              <a:off x="7402404" y="3257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4" name="pt5984"/>
            <p:cNvSpPr/>
            <p:nvPr/>
          </p:nvSpPr>
          <p:spPr>
            <a:xfrm>
              <a:off x="7400231" y="32320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5" name="pt5985"/>
            <p:cNvSpPr/>
            <p:nvPr/>
          </p:nvSpPr>
          <p:spPr>
            <a:xfrm>
              <a:off x="7452051" y="3256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6" name="pt5986"/>
            <p:cNvSpPr/>
            <p:nvPr/>
          </p:nvSpPr>
          <p:spPr>
            <a:xfrm>
              <a:off x="7408147" y="33054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7" name="pt5987"/>
            <p:cNvSpPr/>
            <p:nvPr/>
          </p:nvSpPr>
          <p:spPr>
            <a:xfrm>
              <a:off x="7350050" y="3256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8" name="pt5988"/>
            <p:cNvSpPr/>
            <p:nvPr/>
          </p:nvSpPr>
          <p:spPr>
            <a:xfrm>
              <a:off x="7470986" y="3222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89" name="pt5989"/>
            <p:cNvSpPr/>
            <p:nvPr/>
          </p:nvSpPr>
          <p:spPr>
            <a:xfrm>
              <a:off x="7392542" y="3343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0" name="pt5990"/>
            <p:cNvSpPr/>
            <p:nvPr/>
          </p:nvSpPr>
          <p:spPr>
            <a:xfrm>
              <a:off x="7450519" y="3900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1" name="pt5991"/>
            <p:cNvSpPr/>
            <p:nvPr/>
          </p:nvSpPr>
          <p:spPr>
            <a:xfrm>
              <a:off x="7296195" y="3282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2" name="pt5992"/>
            <p:cNvSpPr/>
            <p:nvPr/>
          </p:nvSpPr>
          <p:spPr>
            <a:xfrm>
              <a:off x="7444522" y="3263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3" name="pt5993"/>
            <p:cNvSpPr/>
            <p:nvPr/>
          </p:nvSpPr>
          <p:spPr>
            <a:xfrm>
              <a:off x="7445072" y="3222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4" name="pt5994"/>
            <p:cNvSpPr/>
            <p:nvPr/>
          </p:nvSpPr>
          <p:spPr>
            <a:xfrm>
              <a:off x="7396777" y="3274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5" name="pt5995"/>
            <p:cNvSpPr/>
            <p:nvPr/>
          </p:nvSpPr>
          <p:spPr>
            <a:xfrm>
              <a:off x="7456668" y="32846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6" name="pt5996"/>
            <p:cNvSpPr/>
            <p:nvPr/>
          </p:nvSpPr>
          <p:spPr>
            <a:xfrm>
              <a:off x="7428348" y="3258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7" name="pt5997"/>
            <p:cNvSpPr/>
            <p:nvPr/>
          </p:nvSpPr>
          <p:spPr>
            <a:xfrm>
              <a:off x="7473660" y="3498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8" name="pt5998"/>
            <p:cNvSpPr/>
            <p:nvPr/>
          </p:nvSpPr>
          <p:spPr>
            <a:xfrm>
              <a:off x="7533955" y="3202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5999" name="pt5999"/>
            <p:cNvSpPr/>
            <p:nvPr/>
          </p:nvSpPr>
          <p:spPr>
            <a:xfrm>
              <a:off x="7432915" y="3393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0" name="pt6000"/>
            <p:cNvSpPr/>
            <p:nvPr/>
          </p:nvSpPr>
          <p:spPr>
            <a:xfrm>
              <a:off x="7405381" y="3270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1" name="pt6001"/>
            <p:cNvSpPr/>
            <p:nvPr/>
          </p:nvSpPr>
          <p:spPr>
            <a:xfrm>
              <a:off x="7391730" y="3375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2" name="pt6002"/>
            <p:cNvSpPr/>
            <p:nvPr/>
          </p:nvSpPr>
          <p:spPr>
            <a:xfrm>
              <a:off x="7409308" y="3241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3" name="pt6003"/>
            <p:cNvSpPr/>
            <p:nvPr/>
          </p:nvSpPr>
          <p:spPr>
            <a:xfrm>
              <a:off x="7465007" y="3291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4" name="pt6004"/>
            <p:cNvSpPr/>
            <p:nvPr/>
          </p:nvSpPr>
          <p:spPr>
            <a:xfrm>
              <a:off x="7466203" y="27210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5" name="pt6005"/>
            <p:cNvSpPr/>
            <p:nvPr/>
          </p:nvSpPr>
          <p:spPr>
            <a:xfrm>
              <a:off x="7460542" y="3275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6" name="pt6006"/>
            <p:cNvSpPr/>
            <p:nvPr/>
          </p:nvSpPr>
          <p:spPr>
            <a:xfrm>
              <a:off x="7437700" y="32521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7" name="pt6007"/>
            <p:cNvSpPr/>
            <p:nvPr/>
          </p:nvSpPr>
          <p:spPr>
            <a:xfrm>
              <a:off x="7498423" y="3245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8" name="pt6008"/>
            <p:cNvSpPr/>
            <p:nvPr/>
          </p:nvSpPr>
          <p:spPr>
            <a:xfrm>
              <a:off x="7538242" y="3288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09" name="pt6009"/>
            <p:cNvSpPr/>
            <p:nvPr/>
          </p:nvSpPr>
          <p:spPr>
            <a:xfrm>
              <a:off x="7502875" y="3562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0" name="pt6010"/>
            <p:cNvSpPr/>
            <p:nvPr/>
          </p:nvSpPr>
          <p:spPr>
            <a:xfrm>
              <a:off x="7396614" y="3273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1" name="pt6011"/>
            <p:cNvSpPr/>
            <p:nvPr/>
          </p:nvSpPr>
          <p:spPr>
            <a:xfrm>
              <a:off x="7527851" y="3475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2" name="pt6012"/>
            <p:cNvSpPr/>
            <p:nvPr/>
          </p:nvSpPr>
          <p:spPr>
            <a:xfrm>
              <a:off x="7388035" y="3275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3" name="pt6013"/>
            <p:cNvSpPr/>
            <p:nvPr/>
          </p:nvSpPr>
          <p:spPr>
            <a:xfrm>
              <a:off x="7454805" y="3458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4" name="pt6014"/>
            <p:cNvSpPr/>
            <p:nvPr/>
          </p:nvSpPr>
          <p:spPr>
            <a:xfrm>
              <a:off x="7443746" y="3245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5" name="pt6015"/>
            <p:cNvSpPr/>
            <p:nvPr/>
          </p:nvSpPr>
          <p:spPr>
            <a:xfrm>
              <a:off x="7396470" y="3070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6" name="pt6016"/>
            <p:cNvSpPr/>
            <p:nvPr/>
          </p:nvSpPr>
          <p:spPr>
            <a:xfrm>
              <a:off x="7493661" y="33947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7" name="pt6017"/>
            <p:cNvSpPr/>
            <p:nvPr/>
          </p:nvSpPr>
          <p:spPr>
            <a:xfrm>
              <a:off x="7530303" y="3205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8" name="pt6018"/>
            <p:cNvSpPr/>
            <p:nvPr/>
          </p:nvSpPr>
          <p:spPr>
            <a:xfrm>
              <a:off x="7454043" y="3284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19" name="pt6019"/>
            <p:cNvSpPr/>
            <p:nvPr/>
          </p:nvSpPr>
          <p:spPr>
            <a:xfrm>
              <a:off x="7460017" y="3238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0" name="pt6020"/>
            <p:cNvSpPr/>
            <p:nvPr/>
          </p:nvSpPr>
          <p:spPr>
            <a:xfrm>
              <a:off x="7514592" y="3266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1" name="pt6021"/>
            <p:cNvSpPr/>
            <p:nvPr/>
          </p:nvSpPr>
          <p:spPr>
            <a:xfrm>
              <a:off x="7526782" y="3224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2" name="pt6022"/>
            <p:cNvSpPr/>
            <p:nvPr/>
          </p:nvSpPr>
          <p:spPr>
            <a:xfrm>
              <a:off x="7480884" y="3271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3" name="pt6023"/>
            <p:cNvSpPr/>
            <p:nvPr/>
          </p:nvSpPr>
          <p:spPr>
            <a:xfrm>
              <a:off x="7466278" y="32703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4" name="pt6024"/>
            <p:cNvSpPr/>
            <p:nvPr/>
          </p:nvSpPr>
          <p:spPr>
            <a:xfrm>
              <a:off x="7340256" y="3300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5" name="pt6025"/>
            <p:cNvSpPr/>
            <p:nvPr/>
          </p:nvSpPr>
          <p:spPr>
            <a:xfrm>
              <a:off x="7431010" y="3293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6" name="pt6026"/>
            <p:cNvSpPr/>
            <p:nvPr/>
          </p:nvSpPr>
          <p:spPr>
            <a:xfrm>
              <a:off x="7389166" y="3301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7" name="pt6027"/>
            <p:cNvSpPr/>
            <p:nvPr/>
          </p:nvSpPr>
          <p:spPr>
            <a:xfrm>
              <a:off x="7436023" y="3208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8" name="pt6028"/>
            <p:cNvSpPr/>
            <p:nvPr/>
          </p:nvSpPr>
          <p:spPr>
            <a:xfrm>
              <a:off x="7408530" y="3259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29" name="pt6029"/>
            <p:cNvSpPr/>
            <p:nvPr/>
          </p:nvSpPr>
          <p:spPr>
            <a:xfrm>
              <a:off x="7416599" y="3249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0" name="pt6030"/>
            <p:cNvSpPr/>
            <p:nvPr/>
          </p:nvSpPr>
          <p:spPr>
            <a:xfrm>
              <a:off x="7443131" y="3297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1" name="pt6031"/>
            <p:cNvSpPr/>
            <p:nvPr/>
          </p:nvSpPr>
          <p:spPr>
            <a:xfrm>
              <a:off x="7413727" y="30357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2" name="pt6032"/>
            <p:cNvSpPr/>
            <p:nvPr/>
          </p:nvSpPr>
          <p:spPr>
            <a:xfrm>
              <a:off x="7425481" y="3262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3" name="pt6033"/>
            <p:cNvSpPr/>
            <p:nvPr/>
          </p:nvSpPr>
          <p:spPr>
            <a:xfrm>
              <a:off x="7407028" y="3302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4" name="pt6034"/>
            <p:cNvSpPr/>
            <p:nvPr/>
          </p:nvSpPr>
          <p:spPr>
            <a:xfrm>
              <a:off x="7409624" y="32891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5" name="pt6035"/>
            <p:cNvSpPr/>
            <p:nvPr/>
          </p:nvSpPr>
          <p:spPr>
            <a:xfrm>
              <a:off x="7421184" y="32185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6" name="pt6036"/>
            <p:cNvSpPr/>
            <p:nvPr/>
          </p:nvSpPr>
          <p:spPr>
            <a:xfrm>
              <a:off x="7434041" y="3238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7" name="pt6037"/>
            <p:cNvSpPr/>
            <p:nvPr/>
          </p:nvSpPr>
          <p:spPr>
            <a:xfrm>
              <a:off x="7473387" y="3349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8" name="pt6038"/>
            <p:cNvSpPr/>
            <p:nvPr/>
          </p:nvSpPr>
          <p:spPr>
            <a:xfrm>
              <a:off x="7493775" y="3452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39" name="pt6039"/>
            <p:cNvSpPr/>
            <p:nvPr/>
          </p:nvSpPr>
          <p:spPr>
            <a:xfrm>
              <a:off x="7433883" y="3177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0" name="pt6040"/>
            <p:cNvSpPr/>
            <p:nvPr/>
          </p:nvSpPr>
          <p:spPr>
            <a:xfrm>
              <a:off x="7443149" y="32556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1" name="pt6041"/>
            <p:cNvSpPr/>
            <p:nvPr/>
          </p:nvSpPr>
          <p:spPr>
            <a:xfrm>
              <a:off x="7444860" y="2768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2" name="pt6042"/>
            <p:cNvSpPr/>
            <p:nvPr/>
          </p:nvSpPr>
          <p:spPr>
            <a:xfrm>
              <a:off x="7390125" y="24883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3" name="pt6043"/>
            <p:cNvSpPr/>
            <p:nvPr/>
          </p:nvSpPr>
          <p:spPr>
            <a:xfrm>
              <a:off x="7429209" y="30052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4" name="pt6044"/>
            <p:cNvSpPr/>
            <p:nvPr/>
          </p:nvSpPr>
          <p:spPr>
            <a:xfrm>
              <a:off x="7310735" y="3298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5" name="pt6045"/>
            <p:cNvSpPr/>
            <p:nvPr/>
          </p:nvSpPr>
          <p:spPr>
            <a:xfrm>
              <a:off x="7443513" y="3272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6" name="pt6046"/>
            <p:cNvSpPr/>
            <p:nvPr/>
          </p:nvSpPr>
          <p:spPr>
            <a:xfrm>
              <a:off x="7480177" y="3336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7" name="pt6047"/>
            <p:cNvSpPr/>
            <p:nvPr/>
          </p:nvSpPr>
          <p:spPr>
            <a:xfrm>
              <a:off x="7444241" y="3292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8" name="pt6048"/>
            <p:cNvSpPr/>
            <p:nvPr/>
          </p:nvSpPr>
          <p:spPr>
            <a:xfrm>
              <a:off x="7486241" y="3248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49" name="pt6049"/>
            <p:cNvSpPr/>
            <p:nvPr/>
          </p:nvSpPr>
          <p:spPr>
            <a:xfrm>
              <a:off x="7451402" y="3269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0" name="pt6050"/>
            <p:cNvSpPr/>
            <p:nvPr/>
          </p:nvSpPr>
          <p:spPr>
            <a:xfrm>
              <a:off x="7489003" y="41233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1" name="pt6051"/>
            <p:cNvSpPr/>
            <p:nvPr/>
          </p:nvSpPr>
          <p:spPr>
            <a:xfrm>
              <a:off x="7473799" y="3895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2" name="pt6052"/>
            <p:cNvSpPr/>
            <p:nvPr/>
          </p:nvSpPr>
          <p:spPr>
            <a:xfrm>
              <a:off x="7484760" y="3173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3" name="pt6053"/>
            <p:cNvSpPr/>
            <p:nvPr/>
          </p:nvSpPr>
          <p:spPr>
            <a:xfrm>
              <a:off x="7362650" y="3237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4" name="pt6054"/>
            <p:cNvSpPr/>
            <p:nvPr/>
          </p:nvSpPr>
          <p:spPr>
            <a:xfrm>
              <a:off x="7444545" y="3529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5" name="pt6055"/>
            <p:cNvSpPr/>
            <p:nvPr/>
          </p:nvSpPr>
          <p:spPr>
            <a:xfrm>
              <a:off x="7431750" y="3307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6" name="pt6056"/>
            <p:cNvSpPr/>
            <p:nvPr/>
          </p:nvSpPr>
          <p:spPr>
            <a:xfrm>
              <a:off x="7451023" y="3816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7" name="pt6057"/>
            <p:cNvSpPr/>
            <p:nvPr/>
          </p:nvSpPr>
          <p:spPr>
            <a:xfrm>
              <a:off x="7295277" y="3369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8" name="pt6058"/>
            <p:cNvSpPr/>
            <p:nvPr/>
          </p:nvSpPr>
          <p:spPr>
            <a:xfrm>
              <a:off x="7425307" y="33020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59" name="pt6059"/>
            <p:cNvSpPr/>
            <p:nvPr/>
          </p:nvSpPr>
          <p:spPr>
            <a:xfrm>
              <a:off x="7462625" y="3277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0" name="pt6060"/>
            <p:cNvSpPr/>
            <p:nvPr/>
          </p:nvSpPr>
          <p:spPr>
            <a:xfrm>
              <a:off x="7445558" y="4266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1" name="pt6061"/>
            <p:cNvSpPr/>
            <p:nvPr/>
          </p:nvSpPr>
          <p:spPr>
            <a:xfrm>
              <a:off x="7500460" y="3280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2" name="pt6062"/>
            <p:cNvSpPr/>
            <p:nvPr/>
          </p:nvSpPr>
          <p:spPr>
            <a:xfrm>
              <a:off x="7443427" y="32906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3" name="pt6063"/>
            <p:cNvSpPr/>
            <p:nvPr/>
          </p:nvSpPr>
          <p:spPr>
            <a:xfrm>
              <a:off x="7453396" y="3407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4" name="pt6064"/>
            <p:cNvSpPr/>
            <p:nvPr/>
          </p:nvSpPr>
          <p:spPr>
            <a:xfrm>
              <a:off x="7432423" y="3270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5" name="pt6065"/>
            <p:cNvSpPr/>
            <p:nvPr/>
          </p:nvSpPr>
          <p:spPr>
            <a:xfrm>
              <a:off x="7364988" y="3278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6" name="pt6066"/>
            <p:cNvSpPr/>
            <p:nvPr/>
          </p:nvSpPr>
          <p:spPr>
            <a:xfrm>
              <a:off x="7496995" y="3296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7" name="pt6067"/>
            <p:cNvSpPr/>
            <p:nvPr/>
          </p:nvSpPr>
          <p:spPr>
            <a:xfrm>
              <a:off x="7461023" y="3280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8" name="pt6068"/>
            <p:cNvSpPr/>
            <p:nvPr/>
          </p:nvSpPr>
          <p:spPr>
            <a:xfrm>
              <a:off x="7405198" y="3321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69" name="pt6069"/>
            <p:cNvSpPr/>
            <p:nvPr/>
          </p:nvSpPr>
          <p:spPr>
            <a:xfrm>
              <a:off x="7453002" y="32235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0" name="pt6070"/>
            <p:cNvSpPr/>
            <p:nvPr/>
          </p:nvSpPr>
          <p:spPr>
            <a:xfrm>
              <a:off x="7496532" y="3288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1" name="pt6071"/>
            <p:cNvSpPr/>
            <p:nvPr/>
          </p:nvSpPr>
          <p:spPr>
            <a:xfrm>
              <a:off x="7453409" y="32339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2" name="pt6072"/>
            <p:cNvSpPr/>
            <p:nvPr/>
          </p:nvSpPr>
          <p:spPr>
            <a:xfrm>
              <a:off x="7396995" y="3320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3" name="pt6073"/>
            <p:cNvSpPr/>
            <p:nvPr/>
          </p:nvSpPr>
          <p:spPr>
            <a:xfrm>
              <a:off x="7523267" y="32524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4" name="pt6074"/>
            <p:cNvSpPr/>
            <p:nvPr/>
          </p:nvSpPr>
          <p:spPr>
            <a:xfrm>
              <a:off x="7360524" y="3262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5" name="pt6075"/>
            <p:cNvSpPr/>
            <p:nvPr/>
          </p:nvSpPr>
          <p:spPr>
            <a:xfrm>
              <a:off x="7360997" y="3308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6" name="pt6076"/>
            <p:cNvSpPr/>
            <p:nvPr/>
          </p:nvSpPr>
          <p:spPr>
            <a:xfrm>
              <a:off x="7485966" y="3521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7" name="pt6077"/>
            <p:cNvSpPr/>
            <p:nvPr/>
          </p:nvSpPr>
          <p:spPr>
            <a:xfrm>
              <a:off x="7506368" y="30998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8" name="pt6078"/>
            <p:cNvSpPr/>
            <p:nvPr/>
          </p:nvSpPr>
          <p:spPr>
            <a:xfrm>
              <a:off x="7554249" y="3252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79" name="pt6079"/>
            <p:cNvSpPr/>
            <p:nvPr/>
          </p:nvSpPr>
          <p:spPr>
            <a:xfrm>
              <a:off x="7473832" y="3290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0" name="pt6080"/>
            <p:cNvSpPr/>
            <p:nvPr/>
          </p:nvSpPr>
          <p:spPr>
            <a:xfrm>
              <a:off x="7462062" y="3270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1" name="pt6081"/>
            <p:cNvSpPr/>
            <p:nvPr/>
          </p:nvSpPr>
          <p:spPr>
            <a:xfrm>
              <a:off x="7411567" y="3274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2" name="pt6082"/>
            <p:cNvSpPr/>
            <p:nvPr/>
          </p:nvSpPr>
          <p:spPr>
            <a:xfrm>
              <a:off x="7512457" y="32961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3" name="pt6083"/>
            <p:cNvSpPr/>
            <p:nvPr/>
          </p:nvSpPr>
          <p:spPr>
            <a:xfrm>
              <a:off x="7465806" y="3254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4" name="pt6084"/>
            <p:cNvSpPr/>
            <p:nvPr/>
          </p:nvSpPr>
          <p:spPr>
            <a:xfrm>
              <a:off x="7475154" y="3264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5" name="pt6085"/>
            <p:cNvSpPr/>
            <p:nvPr/>
          </p:nvSpPr>
          <p:spPr>
            <a:xfrm>
              <a:off x="7464614" y="3176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6" name="pt6086"/>
            <p:cNvSpPr/>
            <p:nvPr/>
          </p:nvSpPr>
          <p:spPr>
            <a:xfrm>
              <a:off x="7521902" y="3196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7" name="pt6087"/>
            <p:cNvSpPr/>
            <p:nvPr/>
          </p:nvSpPr>
          <p:spPr>
            <a:xfrm>
              <a:off x="7464717" y="32469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8" name="pt6088"/>
            <p:cNvSpPr/>
            <p:nvPr/>
          </p:nvSpPr>
          <p:spPr>
            <a:xfrm>
              <a:off x="7410533" y="2964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89" name="pt6089"/>
            <p:cNvSpPr/>
            <p:nvPr/>
          </p:nvSpPr>
          <p:spPr>
            <a:xfrm>
              <a:off x="7499255" y="3282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0" name="pt6090"/>
            <p:cNvSpPr/>
            <p:nvPr/>
          </p:nvSpPr>
          <p:spPr>
            <a:xfrm>
              <a:off x="7559161" y="3306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1" name="pt6091"/>
            <p:cNvSpPr/>
            <p:nvPr/>
          </p:nvSpPr>
          <p:spPr>
            <a:xfrm>
              <a:off x="7452640" y="3260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2" name="pt6092"/>
            <p:cNvSpPr/>
            <p:nvPr/>
          </p:nvSpPr>
          <p:spPr>
            <a:xfrm>
              <a:off x="7419940" y="3311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3" name="pt6093"/>
            <p:cNvSpPr/>
            <p:nvPr/>
          </p:nvSpPr>
          <p:spPr>
            <a:xfrm>
              <a:off x="7402277" y="3453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4" name="pt6094"/>
            <p:cNvSpPr/>
            <p:nvPr/>
          </p:nvSpPr>
          <p:spPr>
            <a:xfrm>
              <a:off x="7485792" y="3281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5" name="pt6095"/>
            <p:cNvSpPr/>
            <p:nvPr/>
          </p:nvSpPr>
          <p:spPr>
            <a:xfrm>
              <a:off x="7450323" y="3126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6" name="pt6096"/>
            <p:cNvSpPr/>
            <p:nvPr/>
          </p:nvSpPr>
          <p:spPr>
            <a:xfrm>
              <a:off x="7453878" y="3346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7" name="pt6097"/>
            <p:cNvSpPr/>
            <p:nvPr/>
          </p:nvSpPr>
          <p:spPr>
            <a:xfrm>
              <a:off x="7414868" y="3223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8" name="pt6098"/>
            <p:cNvSpPr/>
            <p:nvPr/>
          </p:nvSpPr>
          <p:spPr>
            <a:xfrm>
              <a:off x="7346698" y="3322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099" name="pt6099"/>
            <p:cNvSpPr/>
            <p:nvPr/>
          </p:nvSpPr>
          <p:spPr>
            <a:xfrm>
              <a:off x="7474160" y="32408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0" name="pt6100"/>
            <p:cNvSpPr/>
            <p:nvPr/>
          </p:nvSpPr>
          <p:spPr>
            <a:xfrm>
              <a:off x="7462656" y="3302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1" name="pt6101"/>
            <p:cNvSpPr/>
            <p:nvPr/>
          </p:nvSpPr>
          <p:spPr>
            <a:xfrm>
              <a:off x="7420039" y="3267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2" name="pt6102"/>
            <p:cNvSpPr/>
            <p:nvPr/>
          </p:nvSpPr>
          <p:spPr>
            <a:xfrm>
              <a:off x="7430937" y="3027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3" name="pt6103"/>
            <p:cNvSpPr/>
            <p:nvPr/>
          </p:nvSpPr>
          <p:spPr>
            <a:xfrm>
              <a:off x="7444017" y="3355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4" name="pt6104"/>
            <p:cNvSpPr/>
            <p:nvPr/>
          </p:nvSpPr>
          <p:spPr>
            <a:xfrm>
              <a:off x="7474093" y="3203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5" name="pt6105"/>
            <p:cNvSpPr/>
            <p:nvPr/>
          </p:nvSpPr>
          <p:spPr>
            <a:xfrm>
              <a:off x="7404768" y="3265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6" name="pt6106"/>
            <p:cNvSpPr/>
            <p:nvPr/>
          </p:nvSpPr>
          <p:spPr>
            <a:xfrm>
              <a:off x="7450697" y="3233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7" name="pt6107"/>
            <p:cNvSpPr/>
            <p:nvPr/>
          </p:nvSpPr>
          <p:spPr>
            <a:xfrm>
              <a:off x="7466176" y="28285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8" name="pt6108"/>
            <p:cNvSpPr/>
            <p:nvPr/>
          </p:nvSpPr>
          <p:spPr>
            <a:xfrm>
              <a:off x="7391509" y="3191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09" name="pt6109"/>
            <p:cNvSpPr/>
            <p:nvPr/>
          </p:nvSpPr>
          <p:spPr>
            <a:xfrm>
              <a:off x="7478980" y="3255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0" name="pt6110"/>
            <p:cNvSpPr/>
            <p:nvPr/>
          </p:nvSpPr>
          <p:spPr>
            <a:xfrm>
              <a:off x="7396791" y="3189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1" name="pt6111"/>
            <p:cNvSpPr/>
            <p:nvPr/>
          </p:nvSpPr>
          <p:spPr>
            <a:xfrm>
              <a:off x="7547946" y="3227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2" name="pt6112"/>
            <p:cNvSpPr/>
            <p:nvPr/>
          </p:nvSpPr>
          <p:spPr>
            <a:xfrm>
              <a:off x="7364895" y="3264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3" name="pt6113"/>
            <p:cNvSpPr/>
            <p:nvPr/>
          </p:nvSpPr>
          <p:spPr>
            <a:xfrm>
              <a:off x="7527849" y="33238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4" name="pt6114"/>
            <p:cNvSpPr/>
            <p:nvPr/>
          </p:nvSpPr>
          <p:spPr>
            <a:xfrm>
              <a:off x="7435330" y="33074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5" name="pt6115"/>
            <p:cNvSpPr/>
            <p:nvPr/>
          </p:nvSpPr>
          <p:spPr>
            <a:xfrm>
              <a:off x="7485096" y="32894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6" name="pt6116"/>
            <p:cNvSpPr/>
            <p:nvPr/>
          </p:nvSpPr>
          <p:spPr>
            <a:xfrm>
              <a:off x="7542368" y="33173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7" name="pt6117"/>
            <p:cNvSpPr/>
            <p:nvPr/>
          </p:nvSpPr>
          <p:spPr>
            <a:xfrm>
              <a:off x="7494088" y="3247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8" name="pt6118"/>
            <p:cNvSpPr/>
            <p:nvPr/>
          </p:nvSpPr>
          <p:spPr>
            <a:xfrm>
              <a:off x="7497104" y="32788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19" name="pt6119"/>
            <p:cNvSpPr/>
            <p:nvPr/>
          </p:nvSpPr>
          <p:spPr>
            <a:xfrm>
              <a:off x="7443666" y="3244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0" name="pt6120"/>
            <p:cNvSpPr/>
            <p:nvPr/>
          </p:nvSpPr>
          <p:spPr>
            <a:xfrm>
              <a:off x="7429378" y="3276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1" name="pt6121"/>
            <p:cNvSpPr/>
            <p:nvPr/>
          </p:nvSpPr>
          <p:spPr>
            <a:xfrm>
              <a:off x="7502662" y="3298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2" name="pt6122"/>
            <p:cNvSpPr/>
            <p:nvPr/>
          </p:nvSpPr>
          <p:spPr>
            <a:xfrm>
              <a:off x="7422197" y="32524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3" name="pt6123"/>
            <p:cNvSpPr/>
            <p:nvPr/>
          </p:nvSpPr>
          <p:spPr>
            <a:xfrm>
              <a:off x="7486221" y="3651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4" name="pt6124"/>
            <p:cNvSpPr/>
            <p:nvPr/>
          </p:nvSpPr>
          <p:spPr>
            <a:xfrm>
              <a:off x="7433278" y="3425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5" name="pt6125"/>
            <p:cNvSpPr/>
            <p:nvPr/>
          </p:nvSpPr>
          <p:spPr>
            <a:xfrm>
              <a:off x="7449491" y="4308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6" name="pt6126"/>
            <p:cNvSpPr/>
            <p:nvPr/>
          </p:nvSpPr>
          <p:spPr>
            <a:xfrm>
              <a:off x="7490150" y="4638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7" name="pt6127"/>
            <p:cNvSpPr/>
            <p:nvPr/>
          </p:nvSpPr>
          <p:spPr>
            <a:xfrm>
              <a:off x="7502796" y="3211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8" name="pt6128"/>
            <p:cNvSpPr/>
            <p:nvPr/>
          </p:nvSpPr>
          <p:spPr>
            <a:xfrm>
              <a:off x="7369350" y="3246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29" name="pt6129"/>
            <p:cNvSpPr/>
            <p:nvPr/>
          </p:nvSpPr>
          <p:spPr>
            <a:xfrm>
              <a:off x="7483309" y="3245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0" name="pt6130"/>
            <p:cNvSpPr/>
            <p:nvPr/>
          </p:nvSpPr>
          <p:spPr>
            <a:xfrm>
              <a:off x="7460737" y="3286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1" name="pt6131"/>
            <p:cNvSpPr/>
            <p:nvPr/>
          </p:nvSpPr>
          <p:spPr>
            <a:xfrm>
              <a:off x="7467393" y="3314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2" name="pt6132"/>
            <p:cNvSpPr/>
            <p:nvPr/>
          </p:nvSpPr>
          <p:spPr>
            <a:xfrm>
              <a:off x="7408534" y="3271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3" name="pt6133"/>
            <p:cNvSpPr/>
            <p:nvPr/>
          </p:nvSpPr>
          <p:spPr>
            <a:xfrm>
              <a:off x="7447213" y="3308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4" name="pt6134"/>
            <p:cNvSpPr/>
            <p:nvPr/>
          </p:nvSpPr>
          <p:spPr>
            <a:xfrm>
              <a:off x="7417623" y="3259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5" name="pt6135"/>
            <p:cNvSpPr/>
            <p:nvPr/>
          </p:nvSpPr>
          <p:spPr>
            <a:xfrm>
              <a:off x="7546521" y="3313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6" name="pt6136"/>
            <p:cNvSpPr/>
            <p:nvPr/>
          </p:nvSpPr>
          <p:spPr>
            <a:xfrm>
              <a:off x="7415730" y="3265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7" name="pt6137"/>
            <p:cNvSpPr/>
            <p:nvPr/>
          </p:nvSpPr>
          <p:spPr>
            <a:xfrm>
              <a:off x="7596999" y="304174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8" name="pt6138"/>
            <p:cNvSpPr/>
            <p:nvPr/>
          </p:nvSpPr>
          <p:spPr>
            <a:xfrm>
              <a:off x="7417573" y="3304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39" name="pt6139"/>
            <p:cNvSpPr/>
            <p:nvPr/>
          </p:nvSpPr>
          <p:spPr>
            <a:xfrm>
              <a:off x="7531395" y="3247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0" name="pt6140"/>
            <p:cNvSpPr/>
            <p:nvPr/>
          </p:nvSpPr>
          <p:spPr>
            <a:xfrm>
              <a:off x="7577856" y="3266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1" name="pt6141"/>
            <p:cNvSpPr/>
            <p:nvPr/>
          </p:nvSpPr>
          <p:spPr>
            <a:xfrm>
              <a:off x="7336388" y="3279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2" name="pt6142"/>
            <p:cNvSpPr/>
            <p:nvPr/>
          </p:nvSpPr>
          <p:spPr>
            <a:xfrm>
              <a:off x="7448166" y="3414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3" name="pt6143"/>
            <p:cNvSpPr/>
            <p:nvPr/>
          </p:nvSpPr>
          <p:spPr>
            <a:xfrm>
              <a:off x="7335714" y="3293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4" name="pt6144"/>
            <p:cNvSpPr/>
            <p:nvPr/>
          </p:nvSpPr>
          <p:spPr>
            <a:xfrm>
              <a:off x="7372603" y="34856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5" name="pt6145"/>
            <p:cNvSpPr/>
            <p:nvPr/>
          </p:nvSpPr>
          <p:spPr>
            <a:xfrm>
              <a:off x="7453629" y="3254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6" name="pt6146"/>
            <p:cNvSpPr/>
            <p:nvPr/>
          </p:nvSpPr>
          <p:spPr>
            <a:xfrm>
              <a:off x="7475033" y="3316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7" name="pt6147"/>
            <p:cNvSpPr/>
            <p:nvPr/>
          </p:nvSpPr>
          <p:spPr>
            <a:xfrm>
              <a:off x="7439126" y="3116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8" name="pt6148"/>
            <p:cNvSpPr/>
            <p:nvPr/>
          </p:nvSpPr>
          <p:spPr>
            <a:xfrm>
              <a:off x="7413152" y="3319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49" name="pt6149"/>
            <p:cNvSpPr/>
            <p:nvPr/>
          </p:nvSpPr>
          <p:spPr>
            <a:xfrm>
              <a:off x="7474044" y="3362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0" name="pt6150"/>
            <p:cNvSpPr/>
            <p:nvPr/>
          </p:nvSpPr>
          <p:spPr>
            <a:xfrm>
              <a:off x="7426498" y="3308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1" name="pt6151"/>
            <p:cNvSpPr/>
            <p:nvPr/>
          </p:nvSpPr>
          <p:spPr>
            <a:xfrm>
              <a:off x="7481616" y="3296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2" name="pt6152"/>
            <p:cNvSpPr/>
            <p:nvPr/>
          </p:nvSpPr>
          <p:spPr>
            <a:xfrm>
              <a:off x="7398443" y="3303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3" name="pt6153"/>
            <p:cNvSpPr/>
            <p:nvPr/>
          </p:nvSpPr>
          <p:spPr>
            <a:xfrm>
              <a:off x="7528598" y="3268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4" name="pt6154"/>
            <p:cNvSpPr/>
            <p:nvPr/>
          </p:nvSpPr>
          <p:spPr>
            <a:xfrm>
              <a:off x="7455264" y="3020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5" name="pt6155"/>
            <p:cNvSpPr/>
            <p:nvPr/>
          </p:nvSpPr>
          <p:spPr>
            <a:xfrm>
              <a:off x="7491560" y="3271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6" name="pt6156"/>
            <p:cNvSpPr/>
            <p:nvPr/>
          </p:nvSpPr>
          <p:spPr>
            <a:xfrm>
              <a:off x="7492542" y="35310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7" name="pt6157"/>
            <p:cNvSpPr/>
            <p:nvPr/>
          </p:nvSpPr>
          <p:spPr>
            <a:xfrm>
              <a:off x="7464468" y="3426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8" name="pt6158"/>
            <p:cNvSpPr/>
            <p:nvPr/>
          </p:nvSpPr>
          <p:spPr>
            <a:xfrm>
              <a:off x="7467162" y="3842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59" name="pt6159"/>
            <p:cNvSpPr/>
            <p:nvPr/>
          </p:nvSpPr>
          <p:spPr>
            <a:xfrm>
              <a:off x="7487417" y="3613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0" name="pt6160"/>
            <p:cNvSpPr/>
            <p:nvPr/>
          </p:nvSpPr>
          <p:spPr>
            <a:xfrm>
              <a:off x="7409199" y="3253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1" name="pt6161"/>
            <p:cNvSpPr/>
            <p:nvPr/>
          </p:nvSpPr>
          <p:spPr>
            <a:xfrm>
              <a:off x="7503878" y="32808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2" name="pt6162"/>
            <p:cNvSpPr/>
            <p:nvPr/>
          </p:nvSpPr>
          <p:spPr>
            <a:xfrm>
              <a:off x="7459438" y="3260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3" name="pt6163"/>
            <p:cNvSpPr/>
            <p:nvPr/>
          </p:nvSpPr>
          <p:spPr>
            <a:xfrm>
              <a:off x="7431971" y="3112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4" name="pt6164"/>
            <p:cNvSpPr/>
            <p:nvPr/>
          </p:nvSpPr>
          <p:spPr>
            <a:xfrm>
              <a:off x="7435733" y="3129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5" name="pt6165"/>
            <p:cNvSpPr/>
            <p:nvPr/>
          </p:nvSpPr>
          <p:spPr>
            <a:xfrm>
              <a:off x="7380598" y="3255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6" name="pt6166"/>
            <p:cNvSpPr/>
            <p:nvPr/>
          </p:nvSpPr>
          <p:spPr>
            <a:xfrm>
              <a:off x="7415104" y="3077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7" name="pt6167"/>
            <p:cNvSpPr/>
            <p:nvPr/>
          </p:nvSpPr>
          <p:spPr>
            <a:xfrm>
              <a:off x="7435836" y="2972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8" name="pt6168"/>
            <p:cNvSpPr/>
            <p:nvPr/>
          </p:nvSpPr>
          <p:spPr>
            <a:xfrm>
              <a:off x="7492110" y="3254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69" name="pt6169"/>
            <p:cNvSpPr/>
            <p:nvPr/>
          </p:nvSpPr>
          <p:spPr>
            <a:xfrm>
              <a:off x="7454239" y="3262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0" name="pt6170"/>
            <p:cNvSpPr/>
            <p:nvPr/>
          </p:nvSpPr>
          <p:spPr>
            <a:xfrm>
              <a:off x="7378310" y="3293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1" name="pt6171"/>
            <p:cNvSpPr/>
            <p:nvPr/>
          </p:nvSpPr>
          <p:spPr>
            <a:xfrm>
              <a:off x="7458298" y="3335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2" name="pt6172"/>
            <p:cNvSpPr/>
            <p:nvPr/>
          </p:nvSpPr>
          <p:spPr>
            <a:xfrm>
              <a:off x="7406600" y="3294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3" name="pt6173"/>
            <p:cNvSpPr/>
            <p:nvPr/>
          </p:nvSpPr>
          <p:spPr>
            <a:xfrm>
              <a:off x="7480343" y="3295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4" name="pt6174"/>
            <p:cNvSpPr/>
            <p:nvPr/>
          </p:nvSpPr>
          <p:spPr>
            <a:xfrm>
              <a:off x="7435751" y="3336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5" name="pt6175"/>
            <p:cNvSpPr/>
            <p:nvPr/>
          </p:nvSpPr>
          <p:spPr>
            <a:xfrm>
              <a:off x="7432778" y="30986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6" name="pt6176"/>
            <p:cNvSpPr/>
            <p:nvPr/>
          </p:nvSpPr>
          <p:spPr>
            <a:xfrm>
              <a:off x="7409799" y="3270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7" name="pt6177"/>
            <p:cNvSpPr/>
            <p:nvPr/>
          </p:nvSpPr>
          <p:spPr>
            <a:xfrm>
              <a:off x="7399546" y="3322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8" name="pt6178"/>
            <p:cNvSpPr/>
            <p:nvPr/>
          </p:nvSpPr>
          <p:spPr>
            <a:xfrm>
              <a:off x="7487249" y="32195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79" name="pt6179"/>
            <p:cNvSpPr/>
            <p:nvPr/>
          </p:nvSpPr>
          <p:spPr>
            <a:xfrm>
              <a:off x="7464213" y="3313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0" name="pt6180"/>
            <p:cNvSpPr/>
            <p:nvPr/>
          </p:nvSpPr>
          <p:spPr>
            <a:xfrm>
              <a:off x="7408243" y="3250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1" name="pt6181"/>
            <p:cNvSpPr/>
            <p:nvPr/>
          </p:nvSpPr>
          <p:spPr>
            <a:xfrm>
              <a:off x="7465423" y="3195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2" name="pt6182"/>
            <p:cNvSpPr/>
            <p:nvPr/>
          </p:nvSpPr>
          <p:spPr>
            <a:xfrm>
              <a:off x="7420078" y="32346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3" name="pt6183"/>
            <p:cNvSpPr/>
            <p:nvPr/>
          </p:nvSpPr>
          <p:spPr>
            <a:xfrm>
              <a:off x="7460959" y="3241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4" name="pt6184"/>
            <p:cNvSpPr/>
            <p:nvPr/>
          </p:nvSpPr>
          <p:spPr>
            <a:xfrm>
              <a:off x="7458469" y="3878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5" name="pt6185"/>
            <p:cNvSpPr/>
            <p:nvPr/>
          </p:nvSpPr>
          <p:spPr>
            <a:xfrm>
              <a:off x="7456880" y="3159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6" name="pt6186"/>
            <p:cNvSpPr/>
            <p:nvPr/>
          </p:nvSpPr>
          <p:spPr>
            <a:xfrm>
              <a:off x="7474457" y="29811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7" name="pt6187"/>
            <p:cNvSpPr/>
            <p:nvPr/>
          </p:nvSpPr>
          <p:spPr>
            <a:xfrm>
              <a:off x="7437568" y="3217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8" name="pt6188"/>
            <p:cNvSpPr/>
            <p:nvPr/>
          </p:nvSpPr>
          <p:spPr>
            <a:xfrm>
              <a:off x="7445478" y="3203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89" name="pt6189"/>
            <p:cNvSpPr/>
            <p:nvPr/>
          </p:nvSpPr>
          <p:spPr>
            <a:xfrm>
              <a:off x="7433186" y="3250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0" name="pt6190"/>
            <p:cNvSpPr/>
            <p:nvPr/>
          </p:nvSpPr>
          <p:spPr>
            <a:xfrm>
              <a:off x="7476074" y="32387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1" name="pt6191"/>
            <p:cNvSpPr/>
            <p:nvPr/>
          </p:nvSpPr>
          <p:spPr>
            <a:xfrm>
              <a:off x="7461393" y="3280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2" name="pt6192"/>
            <p:cNvSpPr/>
            <p:nvPr/>
          </p:nvSpPr>
          <p:spPr>
            <a:xfrm>
              <a:off x="7482838" y="3383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3" name="pt6193"/>
            <p:cNvSpPr/>
            <p:nvPr/>
          </p:nvSpPr>
          <p:spPr>
            <a:xfrm>
              <a:off x="7497066" y="3532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4" name="pt6194"/>
            <p:cNvSpPr/>
            <p:nvPr/>
          </p:nvSpPr>
          <p:spPr>
            <a:xfrm>
              <a:off x="7560707" y="3441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5" name="pt6195"/>
            <p:cNvSpPr/>
            <p:nvPr/>
          </p:nvSpPr>
          <p:spPr>
            <a:xfrm>
              <a:off x="7448620" y="3260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6" name="pt6196"/>
            <p:cNvSpPr/>
            <p:nvPr/>
          </p:nvSpPr>
          <p:spPr>
            <a:xfrm>
              <a:off x="7345308" y="3273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7" name="pt6197"/>
            <p:cNvSpPr/>
            <p:nvPr/>
          </p:nvSpPr>
          <p:spPr>
            <a:xfrm>
              <a:off x="7443684" y="3268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8" name="pt6198"/>
            <p:cNvSpPr/>
            <p:nvPr/>
          </p:nvSpPr>
          <p:spPr>
            <a:xfrm>
              <a:off x="7523487" y="3297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199" name="pt6199"/>
            <p:cNvSpPr/>
            <p:nvPr/>
          </p:nvSpPr>
          <p:spPr>
            <a:xfrm>
              <a:off x="7259357" y="3287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0" name="pt6200"/>
            <p:cNvSpPr/>
            <p:nvPr/>
          </p:nvSpPr>
          <p:spPr>
            <a:xfrm>
              <a:off x="7437959" y="3228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1" name="pt6201"/>
            <p:cNvSpPr/>
            <p:nvPr/>
          </p:nvSpPr>
          <p:spPr>
            <a:xfrm>
              <a:off x="7477218" y="3226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2" name="pt6202"/>
            <p:cNvSpPr/>
            <p:nvPr/>
          </p:nvSpPr>
          <p:spPr>
            <a:xfrm>
              <a:off x="7420799" y="3251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3" name="pt6203"/>
            <p:cNvSpPr/>
            <p:nvPr/>
          </p:nvSpPr>
          <p:spPr>
            <a:xfrm>
              <a:off x="7474560" y="31119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4" name="pt6204"/>
            <p:cNvSpPr/>
            <p:nvPr/>
          </p:nvSpPr>
          <p:spPr>
            <a:xfrm>
              <a:off x="7354742" y="3295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5" name="pt6205"/>
            <p:cNvSpPr/>
            <p:nvPr/>
          </p:nvSpPr>
          <p:spPr>
            <a:xfrm>
              <a:off x="7406331" y="3336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6" name="pt6206"/>
            <p:cNvSpPr/>
            <p:nvPr/>
          </p:nvSpPr>
          <p:spPr>
            <a:xfrm>
              <a:off x="7481957" y="3215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7" name="pt6207"/>
            <p:cNvSpPr/>
            <p:nvPr/>
          </p:nvSpPr>
          <p:spPr>
            <a:xfrm>
              <a:off x="7410114" y="2878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8" name="pt6208"/>
            <p:cNvSpPr/>
            <p:nvPr/>
          </p:nvSpPr>
          <p:spPr>
            <a:xfrm>
              <a:off x="7551525" y="3274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09" name="pt6209"/>
            <p:cNvSpPr/>
            <p:nvPr/>
          </p:nvSpPr>
          <p:spPr>
            <a:xfrm>
              <a:off x="7410531" y="3277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0" name="pt6210"/>
            <p:cNvSpPr/>
            <p:nvPr/>
          </p:nvSpPr>
          <p:spPr>
            <a:xfrm>
              <a:off x="7431969" y="3285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1" name="pt6211"/>
            <p:cNvSpPr/>
            <p:nvPr/>
          </p:nvSpPr>
          <p:spPr>
            <a:xfrm>
              <a:off x="7469600" y="3179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2" name="pt6212"/>
            <p:cNvSpPr/>
            <p:nvPr/>
          </p:nvSpPr>
          <p:spPr>
            <a:xfrm>
              <a:off x="7479470" y="3198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3" name="pt6213"/>
            <p:cNvSpPr/>
            <p:nvPr/>
          </p:nvSpPr>
          <p:spPr>
            <a:xfrm>
              <a:off x="7451584" y="3256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4" name="pt6214"/>
            <p:cNvSpPr/>
            <p:nvPr/>
          </p:nvSpPr>
          <p:spPr>
            <a:xfrm>
              <a:off x="7487254" y="29184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5" name="pt6215"/>
            <p:cNvSpPr/>
            <p:nvPr/>
          </p:nvSpPr>
          <p:spPr>
            <a:xfrm>
              <a:off x="7426736" y="32698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6" name="pt6216"/>
            <p:cNvSpPr/>
            <p:nvPr/>
          </p:nvSpPr>
          <p:spPr>
            <a:xfrm>
              <a:off x="7434880" y="3289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7" name="pt6217"/>
            <p:cNvSpPr/>
            <p:nvPr/>
          </p:nvSpPr>
          <p:spPr>
            <a:xfrm>
              <a:off x="7410435" y="3300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8" name="pt6218"/>
            <p:cNvSpPr/>
            <p:nvPr/>
          </p:nvSpPr>
          <p:spPr>
            <a:xfrm>
              <a:off x="7449039" y="33859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19" name="pt6219"/>
            <p:cNvSpPr/>
            <p:nvPr/>
          </p:nvSpPr>
          <p:spPr>
            <a:xfrm>
              <a:off x="7426185" y="3270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0" name="pt6220"/>
            <p:cNvSpPr/>
            <p:nvPr/>
          </p:nvSpPr>
          <p:spPr>
            <a:xfrm>
              <a:off x="7489810" y="33034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1" name="pt6221"/>
            <p:cNvSpPr/>
            <p:nvPr/>
          </p:nvSpPr>
          <p:spPr>
            <a:xfrm>
              <a:off x="7396350" y="32455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2" name="pt6222"/>
            <p:cNvSpPr/>
            <p:nvPr/>
          </p:nvSpPr>
          <p:spPr>
            <a:xfrm>
              <a:off x="7432688" y="3258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3" name="pt6223"/>
            <p:cNvSpPr/>
            <p:nvPr/>
          </p:nvSpPr>
          <p:spPr>
            <a:xfrm>
              <a:off x="7467248" y="3240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4" name="pt6224"/>
            <p:cNvSpPr/>
            <p:nvPr/>
          </p:nvSpPr>
          <p:spPr>
            <a:xfrm>
              <a:off x="7461551" y="3254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5" name="pt6225"/>
            <p:cNvSpPr/>
            <p:nvPr/>
          </p:nvSpPr>
          <p:spPr>
            <a:xfrm>
              <a:off x="7457178" y="3235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6" name="pt6226"/>
            <p:cNvSpPr/>
            <p:nvPr/>
          </p:nvSpPr>
          <p:spPr>
            <a:xfrm>
              <a:off x="7445486" y="3213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7" name="pt6227"/>
            <p:cNvSpPr/>
            <p:nvPr/>
          </p:nvSpPr>
          <p:spPr>
            <a:xfrm>
              <a:off x="7423066" y="3243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8" name="pt6228"/>
            <p:cNvSpPr/>
            <p:nvPr/>
          </p:nvSpPr>
          <p:spPr>
            <a:xfrm>
              <a:off x="7505083" y="3265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29" name="pt6229"/>
            <p:cNvSpPr/>
            <p:nvPr/>
          </p:nvSpPr>
          <p:spPr>
            <a:xfrm>
              <a:off x="7483939" y="32742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0" name="pt6230"/>
            <p:cNvSpPr/>
            <p:nvPr/>
          </p:nvSpPr>
          <p:spPr>
            <a:xfrm>
              <a:off x="7472916" y="3250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1" name="pt6231"/>
            <p:cNvSpPr/>
            <p:nvPr/>
          </p:nvSpPr>
          <p:spPr>
            <a:xfrm>
              <a:off x="7450189" y="3194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2" name="pt6232"/>
            <p:cNvSpPr/>
            <p:nvPr/>
          </p:nvSpPr>
          <p:spPr>
            <a:xfrm>
              <a:off x="7481997" y="32960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3" name="pt6233"/>
            <p:cNvSpPr/>
            <p:nvPr/>
          </p:nvSpPr>
          <p:spPr>
            <a:xfrm>
              <a:off x="7518856" y="31996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4" name="pt6234"/>
            <p:cNvSpPr/>
            <p:nvPr/>
          </p:nvSpPr>
          <p:spPr>
            <a:xfrm>
              <a:off x="7422205" y="32733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5" name="pt6235"/>
            <p:cNvSpPr/>
            <p:nvPr/>
          </p:nvSpPr>
          <p:spPr>
            <a:xfrm>
              <a:off x="7512432" y="3268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6" name="pt6236"/>
            <p:cNvSpPr/>
            <p:nvPr/>
          </p:nvSpPr>
          <p:spPr>
            <a:xfrm>
              <a:off x="7394834" y="32693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7" name="pt6237"/>
            <p:cNvSpPr/>
            <p:nvPr/>
          </p:nvSpPr>
          <p:spPr>
            <a:xfrm>
              <a:off x="7388532" y="3259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8" name="pt6238"/>
            <p:cNvSpPr/>
            <p:nvPr/>
          </p:nvSpPr>
          <p:spPr>
            <a:xfrm>
              <a:off x="7439005" y="3282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39" name="pt6239"/>
            <p:cNvSpPr/>
            <p:nvPr/>
          </p:nvSpPr>
          <p:spPr>
            <a:xfrm>
              <a:off x="7636519" y="3314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0" name="pt6240"/>
            <p:cNvSpPr/>
            <p:nvPr/>
          </p:nvSpPr>
          <p:spPr>
            <a:xfrm>
              <a:off x="7313496" y="3229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1" name="pt6241"/>
            <p:cNvSpPr/>
            <p:nvPr/>
          </p:nvSpPr>
          <p:spPr>
            <a:xfrm>
              <a:off x="7475571" y="3278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2" name="pt6242"/>
            <p:cNvSpPr/>
            <p:nvPr/>
          </p:nvSpPr>
          <p:spPr>
            <a:xfrm>
              <a:off x="7487448" y="3265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3" name="pt6243"/>
            <p:cNvSpPr/>
            <p:nvPr/>
          </p:nvSpPr>
          <p:spPr>
            <a:xfrm>
              <a:off x="7472735" y="3305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4" name="pt6244"/>
            <p:cNvSpPr/>
            <p:nvPr/>
          </p:nvSpPr>
          <p:spPr>
            <a:xfrm>
              <a:off x="7357619" y="3305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5" name="pt6245"/>
            <p:cNvSpPr/>
            <p:nvPr/>
          </p:nvSpPr>
          <p:spPr>
            <a:xfrm>
              <a:off x="7427644" y="3808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6" name="pt6246"/>
            <p:cNvSpPr/>
            <p:nvPr/>
          </p:nvSpPr>
          <p:spPr>
            <a:xfrm>
              <a:off x="7421284" y="3275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7" name="pt6247"/>
            <p:cNvSpPr/>
            <p:nvPr/>
          </p:nvSpPr>
          <p:spPr>
            <a:xfrm>
              <a:off x="7461159" y="3297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8" name="pt6248"/>
            <p:cNvSpPr/>
            <p:nvPr/>
          </p:nvSpPr>
          <p:spPr>
            <a:xfrm>
              <a:off x="7449752" y="3239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49" name="pt6249"/>
            <p:cNvSpPr/>
            <p:nvPr/>
          </p:nvSpPr>
          <p:spPr>
            <a:xfrm>
              <a:off x="7493866" y="32300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0" name="pt6250"/>
            <p:cNvSpPr/>
            <p:nvPr/>
          </p:nvSpPr>
          <p:spPr>
            <a:xfrm>
              <a:off x="7466953" y="3263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1" name="pt6251"/>
            <p:cNvSpPr/>
            <p:nvPr/>
          </p:nvSpPr>
          <p:spPr>
            <a:xfrm>
              <a:off x="7472431" y="32770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2" name="pt6252"/>
            <p:cNvSpPr/>
            <p:nvPr/>
          </p:nvSpPr>
          <p:spPr>
            <a:xfrm>
              <a:off x="7488899" y="3250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3" name="pt6253"/>
            <p:cNvSpPr/>
            <p:nvPr/>
          </p:nvSpPr>
          <p:spPr>
            <a:xfrm>
              <a:off x="7458649" y="3298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4" name="pt6254"/>
            <p:cNvSpPr/>
            <p:nvPr/>
          </p:nvSpPr>
          <p:spPr>
            <a:xfrm>
              <a:off x="7475840" y="3291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5" name="pt6255"/>
            <p:cNvSpPr/>
            <p:nvPr/>
          </p:nvSpPr>
          <p:spPr>
            <a:xfrm>
              <a:off x="7540034" y="3231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6" name="pt6256"/>
            <p:cNvSpPr/>
            <p:nvPr/>
          </p:nvSpPr>
          <p:spPr>
            <a:xfrm>
              <a:off x="7437508" y="3261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7" name="pt6257"/>
            <p:cNvSpPr/>
            <p:nvPr/>
          </p:nvSpPr>
          <p:spPr>
            <a:xfrm>
              <a:off x="7412700" y="3259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8" name="pt6258"/>
            <p:cNvSpPr/>
            <p:nvPr/>
          </p:nvSpPr>
          <p:spPr>
            <a:xfrm>
              <a:off x="7435635" y="3256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59" name="pt6259"/>
            <p:cNvSpPr/>
            <p:nvPr/>
          </p:nvSpPr>
          <p:spPr>
            <a:xfrm>
              <a:off x="7424455" y="3268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0" name="pt6260"/>
            <p:cNvSpPr/>
            <p:nvPr/>
          </p:nvSpPr>
          <p:spPr>
            <a:xfrm>
              <a:off x="7384188" y="3272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1" name="pt6261"/>
            <p:cNvSpPr/>
            <p:nvPr/>
          </p:nvSpPr>
          <p:spPr>
            <a:xfrm>
              <a:off x="7449044" y="32770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2" name="pt6262"/>
            <p:cNvSpPr/>
            <p:nvPr/>
          </p:nvSpPr>
          <p:spPr>
            <a:xfrm>
              <a:off x="7494548" y="3275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3" name="pt6263"/>
            <p:cNvSpPr/>
            <p:nvPr/>
          </p:nvSpPr>
          <p:spPr>
            <a:xfrm>
              <a:off x="7425949" y="2864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4" name="pt6264"/>
            <p:cNvSpPr/>
            <p:nvPr/>
          </p:nvSpPr>
          <p:spPr>
            <a:xfrm>
              <a:off x="7370929" y="3183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5" name="pt6265"/>
            <p:cNvSpPr/>
            <p:nvPr/>
          </p:nvSpPr>
          <p:spPr>
            <a:xfrm>
              <a:off x="7484381" y="33175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6" name="pt6266"/>
            <p:cNvSpPr/>
            <p:nvPr/>
          </p:nvSpPr>
          <p:spPr>
            <a:xfrm>
              <a:off x="7326000" y="341596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7" name="pt6267"/>
            <p:cNvSpPr/>
            <p:nvPr/>
          </p:nvSpPr>
          <p:spPr>
            <a:xfrm>
              <a:off x="7479104" y="3254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8" name="pt6268"/>
            <p:cNvSpPr/>
            <p:nvPr/>
          </p:nvSpPr>
          <p:spPr>
            <a:xfrm>
              <a:off x="7390081" y="3414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69" name="pt6269"/>
            <p:cNvSpPr/>
            <p:nvPr/>
          </p:nvSpPr>
          <p:spPr>
            <a:xfrm>
              <a:off x="7461154" y="37712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0" name="pt6270"/>
            <p:cNvSpPr/>
            <p:nvPr/>
          </p:nvSpPr>
          <p:spPr>
            <a:xfrm>
              <a:off x="7517525" y="3257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1" name="pt6271"/>
            <p:cNvSpPr/>
            <p:nvPr/>
          </p:nvSpPr>
          <p:spPr>
            <a:xfrm>
              <a:off x="7257256" y="33024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2" name="pt6272"/>
            <p:cNvSpPr/>
            <p:nvPr/>
          </p:nvSpPr>
          <p:spPr>
            <a:xfrm>
              <a:off x="7414613" y="3215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3" name="pt6273"/>
            <p:cNvSpPr/>
            <p:nvPr/>
          </p:nvSpPr>
          <p:spPr>
            <a:xfrm>
              <a:off x="7498845" y="32848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4" name="pt6274"/>
            <p:cNvSpPr/>
            <p:nvPr/>
          </p:nvSpPr>
          <p:spPr>
            <a:xfrm>
              <a:off x="7444945" y="3315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5" name="pt6275"/>
            <p:cNvSpPr/>
            <p:nvPr/>
          </p:nvSpPr>
          <p:spPr>
            <a:xfrm>
              <a:off x="7385330" y="32986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6" name="pt6276"/>
            <p:cNvSpPr/>
            <p:nvPr/>
          </p:nvSpPr>
          <p:spPr>
            <a:xfrm>
              <a:off x="7403328" y="3207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7" name="pt6277"/>
            <p:cNvSpPr/>
            <p:nvPr/>
          </p:nvSpPr>
          <p:spPr>
            <a:xfrm>
              <a:off x="7517425" y="32863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8" name="pt6278"/>
            <p:cNvSpPr/>
            <p:nvPr/>
          </p:nvSpPr>
          <p:spPr>
            <a:xfrm>
              <a:off x="7471325" y="3018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79" name="pt6279"/>
            <p:cNvSpPr/>
            <p:nvPr/>
          </p:nvSpPr>
          <p:spPr>
            <a:xfrm>
              <a:off x="7448889" y="3244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0" name="pt6280"/>
            <p:cNvSpPr/>
            <p:nvPr/>
          </p:nvSpPr>
          <p:spPr>
            <a:xfrm>
              <a:off x="7412348" y="3245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1" name="pt6281"/>
            <p:cNvSpPr/>
            <p:nvPr/>
          </p:nvSpPr>
          <p:spPr>
            <a:xfrm>
              <a:off x="7440688" y="3245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2" name="pt6282"/>
            <p:cNvSpPr/>
            <p:nvPr/>
          </p:nvSpPr>
          <p:spPr>
            <a:xfrm>
              <a:off x="7431637" y="33604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3" name="pt6283"/>
            <p:cNvSpPr/>
            <p:nvPr/>
          </p:nvSpPr>
          <p:spPr>
            <a:xfrm>
              <a:off x="7394830" y="3286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4" name="pt6284"/>
            <p:cNvSpPr/>
            <p:nvPr/>
          </p:nvSpPr>
          <p:spPr>
            <a:xfrm>
              <a:off x="7465850" y="3294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5" name="pt6285"/>
            <p:cNvSpPr/>
            <p:nvPr/>
          </p:nvSpPr>
          <p:spPr>
            <a:xfrm>
              <a:off x="7522246" y="3243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6" name="pt6286"/>
            <p:cNvSpPr/>
            <p:nvPr/>
          </p:nvSpPr>
          <p:spPr>
            <a:xfrm>
              <a:off x="7436939" y="2935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7" name="pt6287"/>
            <p:cNvSpPr/>
            <p:nvPr/>
          </p:nvSpPr>
          <p:spPr>
            <a:xfrm>
              <a:off x="7450426" y="3273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8" name="pt6288"/>
            <p:cNvSpPr/>
            <p:nvPr/>
          </p:nvSpPr>
          <p:spPr>
            <a:xfrm>
              <a:off x="7521209" y="3278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89" name="pt6289"/>
            <p:cNvSpPr/>
            <p:nvPr/>
          </p:nvSpPr>
          <p:spPr>
            <a:xfrm>
              <a:off x="7498460" y="32263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0" name="pt6290"/>
            <p:cNvSpPr/>
            <p:nvPr/>
          </p:nvSpPr>
          <p:spPr>
            <a:xfrm>
              <a:off x="7423835" y="31272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1" name="pt6291"/>
            <p:cNvSpPr/>
            <p:nvPr/>
          </p:nvSpPr>
          <p:spPr>
            <a:xfrm>
              <a:off x="7450501" y="3278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2" name="pt6292"/>
            <p:cNvSpPr/>
            <p:nvPr/>
          </p:nvSpPr>
          <p:spPr>
            <a:xfrm>
              <a:off x="7499639" y="3205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3" name="pt6293"/>
            <p:cNvSpPr/>
            <p:nvPr/>
          </p:nvSpPr>
          <p:spPr>
            <a:xfrm>
              <a:off x="7486586" y="3292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4" name="pt6294"/>
            <p:cNvSpPr/>
            <p:nvPr/>
          </p:nvSpPr>
          <p:spPr>
            <a:xfrm>
              <a:off x="7486818" y="3301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5" name="pt6295"/>
            <p:cNvSpPr/>
            <p:nvPr/>
          </p:nvSpPr>
          <p:spPr>
            <a:xfrm>
              <a:off x="7420061" y="2911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6" name="pt6296"/>
            <p:cNvSpPr/>
            <p:nvPr/>
          </p:nvSpPr>
          <p:spPr>
            <a:xfrm>
              <a:off x="7403731" y="3233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7" name="pt6297"/>
            <p:cNvSpPr/>
            <p:nvPr/>
          </p:nvSpPr>
          <p:spPr>
            <a:xfrm>
              <a:off x="7453759" y="3320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298" name="pt6298"/>
            <p:cNvSpPr/>
            <p:nvPr/>
          </p:nvSpPr>
          <p:spPr>
            <a:xfrm>
              <a:off x="7305449" y="3386883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9" name="pt6299"/>
            <p:cNvSpPr/>
            <p:nvPr/>
          </p:nvSpPr>
          <p:spPr>
            <a:xfrm>
              <a:off x="7431401" y="3197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0" name="pt6300"/>
            <p:cNvSpPr/>
            <p:nvPr/>
          </p:nvSpPr>
          <p:spPr>
            <a:xfrm>
              <a:off x="7400385" y="3368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1" name="pt6301"/>
            <p:cNvSpPr/>
            <p:nvPr/>
          </p:nvSpPr>
          <p:spPr>
            <a:xfrm>
              <a:off x="7429734" y="3249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2" name="pt6302"/>
            <p:cNvSpPr/>
            <p:nvPr/>
          </p:nvSpPr>
          <p:spPr>
            <a:xfrm>
              <a:off x="7421185" y="3169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3" name="pt6303"/>
            <p:cNvSpPr/>
            <p:nvPr/>
          </p:nvSpPr>
          <p:spPr>
            <a:xfrm>
              <a:off x="7451230" y="29334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4" name="pt6304"/>
            <p:cNvSpPr/>
            <p:nvPr/>
          </p:nvSpPr>
          <p:spPr>
            <a:xfrm>
              <a:off x="7429265" y="3241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5" name="pt6305"/>
            <p:cNvSpPr/>
            <p:nvPr/>
          </p:nvSpPr>
          <p:spPr>
            <a:xfrm>
              <a:off x="7508751" y="3279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6" name="pt6306"/>
            <p:cNvSpPr/>
            <p:nvPr/>
          </p:nvSpPr>
          <p:spPr>
            <a:xfrm>
              <a:off x="7559539" y="3227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7" name="pt6307"/>
            <p:cNvSpPr/>
            <p:nvPr/>
          </p:nvSpPr>
          <p:spPr>
            <a:xfrm>
              <a:off x="7458230" y="3292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8" name="pt6308"/>
            <p:cNvSpPr/>
            <p:nvPr/>
          </p:nvSpPr>
          <p:spPr>
            <a:xfrm>
              <a:off x="7505953" y="32582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09" name="pt6309"/>
            <p:cNvSpPr/>
            <p:nvPr/>
          </p:nvSpPr>
          <p:spPr>
            <a:xfrm>
              <a:off x="7458185" y="32607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0" name="pt6310"/>
            <p:cNvSpPr/>
            <p:nvPr/>
          </p:nvSpPr>
          <p:spPr>
            <a:xfrm>
              <a:off x="7483149" y="25105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1" name="pt6311"/>
            <p:cNvSpPr/>
            <p:nvPr/>
          </p:nvSpPr>
          <p:spPr>
            <a:xfrm>
              <a:off x="7378042" y="3304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2" name="pt6312"/>
            <p:cNvSpPr/>
            <p:nvPr/>
          </p:nvSpPr>
          <p:spPr>
            <a:xfrm>
              <a:off x="7411968" y="3173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3" name="pt6313"/>
            <p:cNvSpPr/>
            <p:nvPr/>
          </p:nvSpPr>
          <p:spPr>
            <a:xfrm>
              <a:off x="7507209" y="3236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4" name="pt6314"/>
            <p:cNvSpPr/>
            <p:nvPr/>
          </p:nvSpPr>
          <p:spPr>
            <a:xfrm>
              <a:off x="7436771" y="3144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5" name="pt6315"/>
            <p:cNvSpPr/>
            <p:nvPr/>
          </p:nvSpPr>
          <p:spPr>
            <a:xfrm>
              <a:off x="7470752" y="3287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6" name="pt6316"/>
            <p:cNvSpPr/>
            <p:nvPr/>
          </p:nvSpPr>
          <p:spPr>
            <a:xfrm>
              <a:off x="7447610" y="33428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7" name="pt6317"/>
            <p:cNvSpPr/>
            <p:nvPr/>
          </p:nvSpPr>
          <p:spPr>
            <a:xfrm>
              <a:off x="7382673" y="3287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8" name="pt6318"/>
            <p:cNvSpPr/>
            <p:nvPr/>
          </p:nvSpPr>
          <p:spPr>
            <a:xfrm>
              <a:off x="7389388" y="3303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19" name="pt6319"/>
            <p:cNvSpPr/>
            <p:nvPr/>
          </p:nvSpPr>
          <p:spPr>
            <a:xfrm>
              <a:off x="7459953" y="3358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0" name="pt6320"/>
            <p:cNvSpPr/>
            <p:nvPr/>
          </p:nvSpPr>
          <p:spPr>
            <a:xfrm>
              <a:off x="7478573" y="32583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1" name="pt6321"/>
            <p:cNvSpPr/>
            <p:nvPr/>
          </p:nvSpPr>
          <p:spPr>
            <a:xfrm>
              <a:off x="7541270" y="3224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2" name="pt6322"/>
            <p:cNvSpPr/>
            <p:nvPr/>
          </p:nvSpPr>
          <p:spPr>
            <a:xfrm>
              <a:off x="7475313" y="3250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3" name="pt6323"/>
            <p:cNvSpPr/>
            <p:nvPr/>
          </p:nvSpPr>
          <p:spPr>
            <a:xfrm>
              <a:off x="7420554" y="32659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4" name="pt6324"/>
            <p:cNvSpPr/>
            <p:nvPr/>
          </p:nvSpPr>
          <p:spPr>
            <a:xfrm>
              <a:off x="7472802" y="3400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5" name="pt6325"/>
            <p:cNvSpPr/>
            <p:nvPr/>
          </p:nvSpPr>
          <p:spPr>
            <a:xfrm>
              <a:off x="7477358" y="32659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6" name="pt6326"/>
            <p:cNvSpPr/>
            <p:nvPr/>
          </p:nvSpPr>
          <p:spPr>
            <a:xfrm>
              <a:off x="7332576" y="3225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7" name="pt6327"/>
            <p:cNvSpPr/>
            <p:nvPr/>
          </p:nvSpPr>
          <p:spPr>
            <a:xfrm>
              <a:off x="7454336" y="32957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8" name="pt6328"/>
            <p:cNvSpPr/>
            <p:nvPr/>
          </p:nvSpPr>
          <p:spPr>
            <a:xfrm>
              <a:off x="7479677" y="3265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29" name="pt6329"/>
            <p:cNvSpPr/>
            <p:nvPr/>
          </p:nvSpPr>
          <p:spPr>
            <a:xfrm>
              <a:off x="7408313" y="3230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0" name="pt6330"/>
            <p:cNvSpPr/>
            <p:nvPr/>
          </p:nvSpPr>
          <p:spPr>
            <a:xfrm>
              <a:off x="7428294" y="32936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1" name="pt6331"/>
            <p:cNvSpPr/>
            <p:nvPr/>
          </p:nvSpPr>
          <p:spPr>
            <a:xfrm>
              <a:off x="7416297" y="3275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2" name="pt6332"/>
            <p:cNvSpPr/>
            <p:nvPr/>
          </p:nvSpPr>
          <p:spPr>
            <a:xfrm>
              <a:off x="7429675" y="32246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3" name="pt6333"/>
            <p:cNvSpPr/>
            <p:nvPr/>
          </p:nvSpPr>
          <p:spPr>
            <a:xfrm>
              <a:off x="7428100" y="3272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4" name="pt6334"/>
            <p:cNvSpPr/>
            <p:nvPr/>
          </p:nvSpPr>
          <p:spPr>
            <a:xfrm>
              <a:off x="7476238" y="3291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5" name="pt6335"/>
            <p:cNvSpPr/>
            <p:nvPr/>
          </p:nvSpPr>
          <p:spPr>
            <a:xfrm>
              <a:off x="7486148" y="3215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6" name="pt6336"/>
            <p:cNvSpPr/>
            <p:nvPr/>
          </p:nvSpPr>
          <p:spPr>
            <a:xfrm>
              <a:off x="7481797" y="3244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7" name="pt6337"/>
            <p:cNvSpPr/>
            <p:nvPr/>
          </p:nvSpPr>
          <p:spPr>
            <a:xfrm>
              <a:off x="7458960" y="3185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8" name="pt6338"/>
            <p:cNvSpPr/>
            <p:nvPr/>
          </p:nvSpPr>
          <p:spPr>
            <a:xfrm>
              <a:off x="7427195" y="3366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39" name="pt6339"/>
            <p:cNvSpPr/>
            <p:nvPr/>
          </p:nvSpPr>
          <p:spPr>
            <a:xfrm>
              <a:off x="7477558" y="33000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0" name="pt6340"/>
            <p:cNvSpPr/>
            <p:nvPr/>
          </p:nvSpPr>
          <p:spPr>
            <a:xfrm>
              <a:off x="7449270" y="3090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1" name="pt6341"/>
            <p:cNvSpPr/>
            <p:nvPr/>
          </p:nvSpPr>
          <p:spPr>
            <a:xfrm>
              <a:off x="7385552" y="3274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2" name="pt6342"/>
            <p:cNvSpPr/>
            <p:nvPr/>
          </p:nvSpPr>
          <p:spPr>
            <a:xfrm>
              <a:off x="7485063" y="3188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3" name="pt6343"/>
            <p:cNvSpPr/>
            <p:nvPr/>
          </p:nvSpPr>
          <p:spPr>
            <a:xfrm>
              <a:off x="7467874" y="3255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4" name="pt6344"/>
            <p:cNvSpPr/>
            <p:nvPr/>
          </p:nvSpPr>
          <p:spPr>
            <a:xfrm>
              <a:off x="7533422" y="31678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5" name="pt6345"/>
            <p:cNvSpPr/>
            <p:nvPr/>
          </p:nvSpPr>
          <p:spPr>
            <a:xfrm>
              <a:off x="7398651" y="3255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6" name="pt6346"/>
            <p:cNvSpPr/>
            <p:nvPr/>
          </p:nvSpPr>
          <p:spPr>
            <a:xfrm>
              <a:off x="7439739" y="32818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7" name="pt6347"/>
            <p:cNvSpPr/>
            <p:nvPr/>
          </p:nvSpPr>
          <p:spPr>
            <a:xfrm>
              <a:off x="7376704" y="32738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8" name="pt6348"/>
            <p:cNvSpPr/>
            <p:nvPr/>
          </p:nvSpPr>
          <p:spPr>
            <a:xfrm>
              <a:off x="7317382" y="32516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49" name="pt6349"/>
            <p:cNvSpPr/>
            <p:nvPr/>
          </p:nvSpPr>
          <p:spPr>
            <a:xfrm>
              <a:off x="7508484" y="3205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0" name="pt6350"/>
            <p:cNvSpPr/>
            <p:nvPr/>
          </p:nvSpPr>
          <p:spPr>
            <a:xfrm>
              <a:off x="7448727" y="3129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1" name="pt6351"/>
            <p:cNvSpPr/>
            <p:nvPr/>
          </p:nvSpPr>
          <p:spPr>
            <a:xfrm>
              <a:off x="7503121" y="3026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2" name="pt6352"/>
            <p:cNvSpPr/>
            <p:nvPr/>
          </p:nvSpPr>
          <p:spPr>
            <a:xfrm>
              <a:off x="7368809" y="3145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3" name="pt6353"/>
            <p:cNvSpPr/>
            <p:nvPr/>
          </p:nvSpPr>
          <p:spPr>
            <a:xfrm>
              <a:off x="7438856" y="3122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4" name="pt6354"/>
            <p:cNvSpPr/>
            <p:nvPr/>
          </p:nvSpPr>
          <p:spPr>
            <a:xfrm>
              <a:off x="7482150" y="3269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5" name="pt6355"/>
            <p:cNvSpPr/>
            <p:nvPr/>
          </p:nvSpPr>
          <p:spPr>
            <a:xfrm>
              <a:off x="7458494" y="31473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6" name="pt6356"/>
            <p:cNvSpPr/>
            <p:nvPr/>
          </p:nvSpPr>
          <p:spPr>
            <a:xfrm>
              <a:off x="7507532" y="3268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7" name="pt6357"/>
            <p:cNvSpPr/>
            <p:nvPr/>
          </p:nvSpPr>
          <p:spPr>
            <a:xfrm>
              <a:off x="7499747" y="3421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8" name="pt6358"/>
            <p:cNvSpPr/>
            <p:nvPr/>
          </p:nvSpPr>
          <p:spPr>
            <a:xfrm>
              <a:off x="7456453" y="2866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59" name="pt6359"/>
            <p:cNvSpPr/>
            <p:nvPr/>
          </p:nvSpPr>
          <p:spPr>
            <a:xfrm>
              <a:off x="7448871" y="29329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0" name="pt6360"/>
            <p:cNvSpPr/>
            <p:nvPr/>
          </p:nvSpPr>
          <p:spPr>
            <a:xfrm>
              <a:off x="7464519" y="32370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1" name="pt6361"/>
            <p:cNvSpPr/>
            <p:nvPr/>
          </p:nvSpPr>
          <p:spPr>
            <a:xfrm>
              <a:off x="7520721" y="32812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2" name="pt6362"/>
            <p:cNvSpPr/>
            <p:nvPr/>
          </p:nvSpPr>
          <p:spPr>
            <a:xfrm>
              <a:off x="7509963" y="3240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3" name="pt6363"/>
            <p:cNvSpPr/>
            <p:nvPr/>
          </p:nvSpPr>
          <p:spPr>
            <a:xfrm>
              <a:off x="7522903" y="3312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4" name="pt6364"/>
            <p:cNvSpPr/>
            <p:nvPr/>
          </p:nvSpPr>
          <p:spPr>
            <a:xfrm>
              <a:off x="7471961" y="3263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5" name="pt6365"/>
            <p:cNvSpPr/>
            <p:nvPr/>
          </p:nvSpPr>
          <p:spPr>
            <a:xfrm>
              <a:off x="7431141" y="3244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6" name="pt6366"/>
            <p:cNvSpPr/>
            <p:nvPr/>
          </p:nvSpPr>
          <p:spPr>
            <a:xfrm>
              <a:off x="7469359" y="2982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7" name="pt6367"/>
            <p:cNvSpPr/>
            <p:nvPr/>
          </p:nvSpPr>
          <p:spPr>
            <a:xfrm>
              <a:off x="7464410" y="3017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8" name="pt6368"/>
            <p:cNvSpPr/>
            <p:nvPr/>
          </p:nvSpPr>
          <p:spPr>
            <a:xfrm>
              <a:off x="7484060" y="32196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69" name="pt6369"/>
            <p:cNvSpPr/>
            <p:nvPr/>
          </p:nvSpPr>
          <p:spPr>
            <a:xfrm>
              <a:off x="7342566" y="3294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0" name="pt6370"/>
            <p:cNvSpPr/>
            <p:nvPr/>
          </p:nvSpPr>
          <p:spPr>
            <a:xfrm>
              <a:off x="7456791" y="3282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1" name="pt6371"/>
            <p:cNvSpPr/>
            <p:nvPr/>
          </p:nvSpPr>
          <p:spPr>
            <a:xfrm>
              <a:off x="7465687" y="3291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2" name="pt6372"/>
            <p:cNvSpPr/>
            <p:nvPr/>
          </p:nvSpPr>
          <p:spPr>
            <a:xfrm>
              <a:off x="7461314" y="3251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3" name="pt6373"/>
            <p:cNvSpPr/>
            <p:nvPr/>
          </p:nvSpPr>
          <p:spPr>
            <a:xfrm>
              <a:off x="7472295" y="3260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4" name="pt6374"/>
            <p:cNvSpPr/>
            <p:nvPr/>
          </p:nvSpPr>
          <p:spPr>
            <a:xfrm>
              <a:off x="7533849" y="30744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5" name="pt6375"/>
            <p:cNvSpPr/>
            <p:nvPr/>
          </p:nvSpPr>
          <p:spPr>
            <a:xfrm>
              <a:off x="7488920" y="32482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6" name="pt6376"/>
            <p:cNvSpPr/>
            <p:nvPr/>
          </p:nvSpPr>
          <p:spPr>
            <a:xfrm>
              <a:off x="7388759" y="3268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7" name="pt6377"/>
            <p:cNvSpPr/>
            <p:nvPr/>
          </p:nvSpPr>
          <p:spPr>
            <a:xfrm>
              <a:off x="7527827" y="32506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8" name="pt6378"/>
            <p:cNvSpPr/>
            <p:nvPr/>
          </p:nvSpPr>
          <p:spPr>
            <a:xfrm>
              <a:off x="7517970" y="3317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79" name="pt6379"/>
            <p:cNvSpPr/>
            <p:nvPr/>
          </p:nvSpPr>
          <p:spPr>
            <a:xfrm>
              <a:off x="7481769" y="3284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0" name="pt6380"/>
            <p:cNvSpPr/>
            <p:nvPr/>
          </p:nvSpPr>
          <p:spPr>
            <a:xfrm>
              <a:off x="7508312" y="3119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1" name="pt6381"/>
            <p:cNvSpPr/>
            <p:nvPr/>
          </p:nvSpPr>
          <p:spPr>
            <a:xfrm>
              <a:off x="7425641" y="3258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2" name="pt6382"/>
            <p:cNvSpPr/>
            <p:nvPr/>
          </p:nvSpPr>
          <p:spPr>
            <a:xfrm>
              <a:off x="7441122" y="3268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3" name="pt6383"/>
            <p:cNvSpPr/>
            <p:nvPr/>
          </p:nvSpPr>
          <p:spPr>
            <a:xfrm>
              <a:off x="7418475" y="3372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4" name="pt6384"/>
            <p:cNvSpPr/>
            <p:nvPr/>
          </p:nvSpPr>
          <p:spPr>
            <a:xfrm>
              <a:off x="7399184" y="32607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5" name="pt6385"/>
            <p:cNvSpPr/>
            <p:nvPr/>
          </p:nvSpPr>
          <p:spPr>
            <a:xfrm>
              <a:off x="7498537" y="3327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6" name="pt6386"/>
            <p:cNvSpPr/>
            <p:nvPr/>
          </p:nvSpPr>
          <p:spPr>
            <a:xfrm>
              <a:off x="7477691" y="3301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7" name="pt6387"/>
            <p:cNvSpPr/>
            <p:nvPr/>
          </p:nvSpPr>
          <p:spPr>
            <a:xfrm>
              <a:off x="7455780" y="3280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8" name="pt6388"/>
            <p:cNvSpPr/>
            <p:nvPr/>
          </p:nvSpPr>
          <p:spPr>
            <a:xfrm>
              <a:off x="7422404" y="3333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89" name="pt6389"/>
            <p:cNvSpPr/>
            <p:nvPr/>
          </p:nvSpPr>
          <p:spPr>
            <a:xfrm>
              <a:off x="7456307" y="3292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0" name="pt6390"/>
            <p:cNvSpPr/>
            <p:nvPr/>
          </p:nvSpPr>
          <p:spPr>
            <a:xfrm>
              <a:off x="7353350" y="3181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1" name="pt6391"/>
            <p:cNvSpPr/>
            <p:nvPr/>
          </p:nvSpPr>
          <p:spPr>
            <a:xfrm>
              <a:off x="7429737" y="33052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2" name="pt6392"/>
            <p:cNvSpPr/>
            <p:nvPr/>
          </p:nvSpPr>
          <p:spPr>
            <a:xfrm>
              <a:off x="7425229" y="3270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3" name="pt6393"/>
            <p:cNvSpPr/>
            <p:nvPr/>
          </p:nvSpPr>
          <p:spPr>
            <a:xfrm>
              <a:off x="7489187" y="3310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4" name="pt6394"/>
            <p:cNvSpPr/>
            <p:nvPr/>
          </p:nvSpPr>
          <p:spPr>
            <a:xfrm>
              <a:off x="7314681" y="3274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5" name="pt6395"/>
            <p:cNvSpPr/>
            <p:nvPr/>
          </p:nvSpPr>
          <p:spPr>
            <a:xfrm>
              <a:off x="7321214" y="3321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6" name="pt6396"/>
            <p:cNvSpPr/>
            <p:nvPr/>
          </p:nvSpPr>
          <p:spPr>
            <a:xfrm>
              <a:off x="7444928" y="3224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7" name="pt6397"/>
            <p:cNvSpPr/>
            <p:nvPr/>
          </p:nvSpPr>
          <p:spPr>
            <a:xfrm>
              <a:off x="7490803" y="3290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8" name="pt6398"/>
            <p:cNvSpPr/>
            <p:nvPr/>
          </p:nvSpPr>
          <p:spPr>
            <a:xfrm>
              <a:off x="7503601" y="31362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399" name="pt6399"/>
            <p:cNvSpPr/>
            <p:nvPr/>
          </p:nvSpPr>
          <p:spPr>
            <a:xfrm>
              <a:off x="7670185" y="3272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0" name="pt6400"/>
            <p:cNvSpPr/>
            <p:nvPr/>
          </p:nvSpPr>
          <p:spPr>
            <a:xfrm>
              <a:off x="7416680" y="32139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1" name="pt6401"/>
            <p:cNvSpPr/>
            <p:nvPr/>
          </p:nvSpPr>
          <p:spPr>
            <a:xfrm>
              <a:off x="7498500" y="3346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2" name="pt6402"/>
            <p:cNvSpPr/>
            <p:nvPr/>
          </p:nvSpPr>
          <p:spPr>
            <a:xfrm>
              <a:off x="7500059" y="3306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3" name="pt6403"/>
            <p:cNvSpPr/>
            <p:nvPr/>
          </p:nvSpPr>
          <p:spPr>
            <a:xfrm>
              <a:off x="7470655" y="3233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4" name="pt6404"/>
            <p:cNvSpPr/>
            <p:nvPr/>
          </p:nvSpPr>
          <p:spPr>
            <a:xfrm>
              <a:off x="7464756" y="3039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5" name="pt6405"/>
            <p:cNvSpPr/>
            <p:nvPr/>
          </p:nvSpPr>
          <p:spPr>
            <a:xfrm>
              <a:off x="7431168" y="3271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6" name="pt6406"/>
            <p:cNvSpPr/>
            <p:nvPr/>
          </p:nvSpPr>
          <p:spPr>
            <a:xfrm>
              <a:off x="7447989" y="3255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7" name="pt6407"/>
            <p:cNvSpPr/>
            <p:nvPr/>
          </p:nvSpPr>
          <p:spPr>
            <a:xfrm>
              <a:off x="7449613" y="3305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8" name="pt6408"/>
            <p:cNvSpPr/>
            <p:nvPr/>
          </p:nvSpPr>
          <p:spPr>
            <a:xfrm>
              <a:off x="7405128" y="32850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09" name="pt6409"/>
            <p:cNvSpPr/>
            <p:nvPr/>
          </p:nvSpPr>
          <p:spPr>
            <a:xfrm>
              <a:off x="7457803" y="3184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0" name="pt6410"/>
            <p:cNvSpPr/>
            <p:nvPr/>
          </p:nvSpPr>
          <p:spPr>
            <a:xfrm>
              <a:off x="7464558" y="3283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1" name="pt6411"/>
            <p:cNvSpPr/>
            <p:nvPr/>
          </p:nvSpPr>
          <p:spPr>
            <a:xfrm>
              <a:off x="7461227" y="3284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2" name="pt6412"/>
            <p:cNvSpPr/>
            <p:nvPr/>
          </p:nvSpPr>
          <p:spPr>
            <a:xfrm>
              <a:off x="7448493" y="3177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3" name="pt6413"/>
            <p:cNvSpPr/>
            <p:nvPr/>
          </p:nvSpPr>
          <p:spPr>
            <a:xfrm>
              <a:off x="7438622" y="3259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4" name="pt6414"/>
            <p:cNvSpPr/>
            <p:nvPr/>
          </p:nvSpPr>
          <p:spPr>
            <a:xfrm>
              <a:off x="7432191" y="3261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5" name="pt6415"/>
            <p:cNvSpPr/>
            <p:nvPr/>
          </p:nvSpPr>
          <p:spPr>
            <a:xfrm>
              <a:off x="7517677" y="32656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6" name="pt6416"/>
            <p:cNvSpPr/>
            <p:nvPr/>
          </p:nvSpPr>
          <p:spPr>
            <a:xfrm>
              <a:off x="7344898" y="3307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7" name="pt6417"/>
            <p:cNvSpPr/>
            <p:nvPr/>
          </p:nvSpPr>
          <p:spPr>
            <a:xfrm>
              <a:off x="7489916" y="3340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8" name="pt6418"/>
            <p:cNvSpPr/>
            <p:nvPr/>
          </p:nvSpPr>
          <p:spPr>
            <a:xfrm>
              <a:off x="7445716" y="3682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19" name="pt6419"/>
            <p:cNvSpPr/>
            <p:nvPr/>
          </p:nvSpPr>
          <p:spPr>
            <a:xfrm>
              <a:off x="7514223" y="3264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0" name="pt6420"/>
            <p:cNvSpPr/>
            <p:nvPr/>
          </p:nvSpPr>
          <p:spPr>
            <a:xfrm>
              <a:off x="7481132" y="3323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1" name="pt6421"/>
            <p:cNvSpPr/>
            <p:nvPr/>
          </p:nvSpPr>
          <p:spPr>
            <a:xfrm>
              <a:off x="7472266" y="32829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2" name="pt6422"/>
            <p:cNvSpPr/>
            <p:nvPr/>
          </p:nvSpPr>
          <p:spPr>
            <a:xfrm>
              <a:off x="7440478" y="3106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3" name="pt6423"/>
            <p:cNvSpPr/>
            <p:nvPr/>
          </p:nvSpPr>
          <p:spPr>
            <a:xfrm>
              <a:off x="7452953" y="32839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4" name="pt6424"/>
            <p:cNvSpPr/>
            <p:nvPr/>
          </p:nvSpPr>
          <p:spPr>
            <a:xfrm>
              <a:off x="7375149" y="3272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5" name="pt6425"/>
            <p:cNvSpPr/>
            <p:nvPr/>
          </p:nvSpPr>
          <p:spPr>
            <a:xfrm>
              <a:off x="7380667" y="3254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6" name="pt6426"/>
            <p:cNvSpPr/>
            <p:nvPr/>
          </p:nvSpPr>
          <p:spPr>
            <a:xfrm>
              <a:off x="7496945" y="31903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7" name="pt6427"/>
            <p:cNvSpPr/>
            <p:nvPr/>
          </p:nvSpPr>
          <p:spPr>
            <a:xfrm>
              <a:off x="7367603" y="3266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8" name="pt6428"/>
            <p:cNvSpPr/>
            <p:nvPr/>
          </p:nvSpPr>
          <p:spPr>
            <a:xfrm>
              <a:off x="7386019" y="3248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29" name="pt6429"/>
            <p:cNvSpPr/>
            <p:nvPr/>
          </p:nvSpPr>
          <p:spPr>
            <a:xfrm>
              <a:off x="7463187" y="3237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0" name="pt6430"/>
            <p:cNvSpPr/>
            <p:nvPr/>
          </p:nvSpPr>
          <p:spPr>
            <a:xfrm>
              <a:off x="7482891" y="3073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1" name="pt6431"/>
            <p:cNvSpPr/>
            <p:nvPr/>
          </p:nvSpPr>
          <p:spPr>
            <a:xfrm>
              <a:off x="7368076" y="3782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2" name="pt6432"/>
            <p:cNvSpPr/>
            <p:nvPr/>
          </p:nvSpPr>
          <p:spPr>
            <a:xfrm>
              <a:off x="7431027" y="33186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3" name="pt6433"/>
            <p:cNvSpPr/>
            <p:nvPr/>
          </p:nvSpPr>
          <p:spPr>
            <a:xfrm>
              <a:off x="7336071" y="30579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4" name="pt6434"/>
            <p:cNvSpPr/>
            <p:nvPr/>
          </p:nvSpPr>
          <p:spPr>
            <a:xfrm>
              <a:off x="7497272" y="3158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5" name="pt6435"/>
            <p:cNvSpPr/>
            <p:nvPr/>
          </p:nvSpPr>
          <p:spPr>
            <a:xfrm>
              <a:off x="7497046" y="32840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6" name="pt6436"/>
            <p:cNvSpPr/>
            <p:nvPr/>
          </p:nvSpPr>
          <p:spPr>
            <a:xfrm>
              <a:off x="7395871" y="3218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7" name="pt6437"/>
            <p:cNvSpPr/>
            <p:nvPr/>
          </p:nvSpPr>
          <p:spPr>
            <a:xfrm>
              <a:off x="7481454" y="3297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8" name="pt6438"/>
            <p:cNvSpPr/>
            <p:nvPr/>
          </p:nvSpPr>
          <p:spPr>
            <a:xfrm>
              <a:off x="7514086" y="31002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39" name="pt6439"/>
            <p:cNvSpPr/>
            <p:nvPr/>
          </p:nvSpPr>
          <p:spPr>
            <a:xfrm>
              <a:off x="7353371" y="32563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0" name="pt6440"/>
            <p:cNvSpPr/>
            <p:nvPr/>
          </p:nvSpPr>
          <p:spPr>
            <a:xfrm>
              <a:off x="7462045" y="3265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1" name="pt6441"/>
            <p:cNvSpPr/>
            <p:nvPr/>
          </p:nvSpPr>
          <p:spPr>
            <a:xfrm>
              <a:off x="7454374" y="3254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2" name="pt6442"/>
            <p:cNvSpPr/>
            <p:nvPr/>
          </p:nvSpPr>
          <p:spPr>
            <a:xfrm>
              <a:off x="7391213" y="3255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3" name="pt6443"/>
            <p:cNvSpPr/>
            <p:nvPr/>
          </p:nvSpPr>
          <p:spPr>
            <a:xfrm>
              <a:off x="7520428" y="3262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4" name="pt6444"/>
            <p:cNvSpPr/>
            <p:nvPr/>
          </p:nvSpPr>
          <p:spPr>
            <a:xfrm>
              <a:off x="7509153" y="32539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5" name="pt6445"/>
            <p:cNvSpPr/>
            <p:nvPr/>
          </p:nvSpPr>
          <p:spPr>
            <a:xfrm>
              <a:off x="7462258" y="3372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6" name="pt6446"/>
            <p:cNvSpPr/>
            <p:nvPr/>
          </p:nvSpPr>
          <p:spPr>
            <a:xfrm>
              <a:off x="7480197" y="3280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7" name="pt6447"/>
            <p:cNvSpPr/>
            <p:nvPr/>
          </p:nvSpPr>
          <p:spPr>
            <a:xfrm>
              <a:off x="7425418" y="32627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8" name="pt6448"/>
            <p:cNvSpPr/>
            <p:nvPr/>
          </p:nvSpPr>
          <p:spPr>
            <a:xfrm>
              <a:off x="7461771" y="3296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49" name="pt6449"/>
            <p:cNvSpPr/>
            <p:nvPr/>
          </p:nvSpPr>
          <p:spPr>
            <a:xfrm>
              <a:off x="7421191" y="3222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0" name="pt6450"/>
            <p:cNvSpPr/>
            <p:nvPr/>
          </p:nvSpPr>
          <p:spPr>
            <a:xfrm>
              <a:off x="7405662" y="3272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1" name="pt6451"/>
            <p:cNvSpPr/>
            <p:nvPr/>
          </p:nvSpPr>
          <p:spPr>
            <a:xfrm>
              <a:off x="7517082" y="3273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2" name="pt6452"/>
            <p:cNvSpPr/>
            <p:nvPr/>
          </p:nvSpPr>
          <p:spPr>
            <a:xfrm>
              <a:off x="7438188" y="3163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3" name="pt6453"/>
            <p:cNvSpPr/>
            <p:nvPr/>
          </p:nvSpPr>
          <p:spPr>
            <a:xfrm>
              <a:off x="7502513" y="3213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4" name="pt6454"/>
            <p:cNvSpPr/>
            <p:nvPr/>
          </p:nvSpPr>
          <p:spPr>
            <a:xfrm>
              <a:off x="7425596" y="32447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5" name="pt6455"/>
            <p:cNvSpPr/>
            <p:nvPr/>
          </p:nvSpPr>
          <p:spPr>
            <a:xfrm>
              <a:off x="7497870" y="3259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6" name="pt6456"/>
            <p:cNvSpPr/>
            <p:nvPr/>
          </p:nvSpPr>
          <p:spPr>
            <a:xfrm>
              <a:off x="7447163" y="32507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7" name="pt6457"/>
            <p:cNvSpPr/>
            <p:nvPr/>
          </p:nvSpPr>
          <p:spPr>
            <a:xfrm>
              <a:off x="7427723" y="3245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8" name="pt6458"/>
            <p:cNvSpPr/>
            <p:nvPr/>
          </p:nvSpPr>
          <p:spPr>
            <a:xfrm>
              <a:off x="7404712" y="3261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59" name="pt6459"/>
            <p:cNvSpPr/>
            <p:nvPr/>
          </p:nvSpPr>
          <p:spPr>
            <a:xfrm>
              <a:off x="7410999" y="3254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0" name="pt6460"/>
            <p:cNvSpPr/>
            <p:nvPr/>
          </p:nvSpPr>
          <p:spPr>
            <a:xfrm>
              <a:off x="7380460" y="3278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1" name="pt6461"/>
            <p:cNvSpPr/>
            <p:nvPr/>
          </p:nvSpPr>
          <p:spPr>
            <a:xfrm>
              <a:off x="7455752" y="3274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2" name="pt6462"/>
            <p:cNvSpPr/>
            <p:nvPr/>
          </p:nvSpPr>
          <p:spPr>
            <a:xfrm>
              <a:off x="7480120" y="29172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3" name="pt6463"/>
            <p:cNvSpPr/>
            <p:nvPr/>
          </p:nvSpPr>
          <p:spPr>
            <a:xfrm>
              <a:off x="7392373" y="31292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4" name="pt6464"/>
            <p:cNvSpPr/>
            <p:nvPr/>
          </p:nvSpPr>
          <p:spPr>
            <a:xfrm>
              <a:off x="7403237" y="3289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5" name="pt6465"/>
            <p:cNvSpPr/>
            <p:nvPr/>
          </p:nvSpPr>
          <p:spPr>
            <a:xfrm>
              <a:off x="7451734" y="3264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6" name="pt6466"/>
            <p:cNvSpPr/>
            <p:nvPr/>
          </p:nvSpPr>
          <p:spPr>
            <a:xfrm>
              <a:off x="7505480" y="3245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7" name="pt6467"/>
            <p:cNvSpPr/>
            <p:nvPr/>
          </p:nvSpPr>
          <p:spPr>
            <a:xfrm>
              <a:off x="7499268" y="3279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8" name="pt6468"/>
            <p:cNvSpPr/>
            <p:nvPr/>
          </p:nvSpPr>
          <p:spPr>
            <a:xfrm>
              <a:off x="7464694" y="3122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69" name="pt6469"/>
            <p:cNvSpPr/>
            <p:nvPr/>
          </p:nvSpPr>
          <p:spPr>
            <a:xfrm>
              <a:off x="7435744" y="33108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0" name="pt6470"/>
            <p:cNvSpPr/>
            <p:nvPr/>
          </p:nvSpPr>
          <p:spPr>
            <a:xfrm>
              <a:off x="7385222" y="3261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1" name="pt6471"/>
            <p:cNvSpPr/>
            <p:nvPr/>
          </p:nvSpPr>
          <p:spPr>
            <a:xfrm>
              <a:off x="7438752" y="3297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2" name="pt6472"/>
            <p:cNvSpPr/>
            <p:nvPr/>
          </p:nvSpPr>
          <p:spPr>
            <a:xfrm>
              <a:off x="7501246" y="32854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3" name="pt6473"/>
            <p:cNvSpPr/>
            <p:nvPr/>
          </p:nvSpPr>
          <p:spPr>
            <a:xfrm>
              <a:off x="7430535" y="3301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4" name="pt6474"/>
            <p:cNvSpPr/>
            <p:nvPr/>
          </p:nvSpPr>
          <p:spPr>
            <a:xfrm>
              <a:off x="7442210" y="3256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5" name="pt6475"/>
            <p:cNvSpPr/>
            <p:nvPr/>
          </p:nvSpPr>
          <p:spPr>
            <a:xfrm>
              <a:off x="7515540" y="3256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6" name="pt6476"/>
            <p:cNvSpPr/>
            <p:nvPr/>
          </p:nvSpPr>
          <p:spPr>
            <a:xfrm>
              <a:off x="7511525" y="3289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7" name="pt6477"/>
            <p:cNvSpPr/>
            <p:nvPr/>
          </p:nvSpPr>
          <p:spPr>
            <a:xfrm>
              <a:off x="7451557" y="3271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8" name="pt6478"/>
            <p:cNvSpPr/>
            <p:nvPr/>
          </p:nvSpPr>
          <p:spPr>
            <a:xfrm>
              <a:off x="7484389" y="32156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79" name="pt6479"/>
            <p:cNvSpPr/>
            <p:nvPr/>
          </p:nvSpPr>
          <p:spPr>
            <a:xfrm>
              <a:off x="7409692" y="31694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0" name="pt6480"/>
            <p:cNvSpPr/>
            <p:nvPr/>
          </p:nvSpPr>
          <p:spPr>
            <a:xfrm>
              <a:off x="7405333" y="3246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1" name="pt6481"/>
            <p:cNvSpPr/>
            <p:nvPr/>
          </p:nvSpPr>
          <p:spPr>
            <a:xfrm>
              <a:off x="7566542" y="3285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2" name="pt6482"/>
            <p:cNvSpPr/>
            <p:nvPr/>
          </p:nvSpPr>
          <p:spPr>
            <a:xfrm>
              <a:off x="7402727" y="3210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3" name="pt6483"/>
            <p:cNvSpPr/>
            <p:nvPr/>
          </p:nvSpPr>
          <p:spPr>
            <a:xfrm>
              <a:off x="7464663" y="3229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4" name="pt6484"/>
            <p:cNvSpPr/>
            <p:nvPr/>
          </p:nvSpPr>
          <p:spPr>
            <a:xfrm>
              <a:off x="7457046" y="3485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5" name="pt6485"/>
            <p:cNvSpPr/>
            <p:nvPr/>
          </p:nvSpPr>
          <p:spPr>
            <a:xfrm>
              <a:off x="7508942" y="32649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6" name="pt6486"/>
            <p:cNvSpPr/>
            <p:nvPr/>
          </p:nvSpPr>
          <p:spPr>
            <a:xfrm>
              <a:off x="7423026" y="3336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7" name="pt6487"/>
            <p:cNvSpPr/>
            <p:nvPr/>
          </p:nvSpPr>
          <p:spPr>
            <a:xfrm>
              <a:off x="7460165" y="3266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8" name="pt6488"/>
            <p:cNvSpPr/>
            <p:nvPr/>
          </p:nvSpPr>
          <p:spPr>
            <a:xfrm>
              <a:off x="7392159" y="3272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89" name="pt6489"/>
            <p:cNvSpPr/>
            <p:nvPr/>
          </p:nvSpPr>
          <p:spPr>
            <a:xfrm>
              <a:off x="7433033" y="3238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0" name="pt6490"/>
            <p:cNvSpPr/>
            <p:nvPr/>
          </p:nvSpPr>
          <p:spPr>
            <a:xfrm>
              <a:off x="7510394" y="3267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1" name="pt6491"/>
            <p:cNvSpPr/>
            <p:nvPr/>
          </p:nvSpPr>
          <p:spPr>
            <a:xfrm>
              <a:off x="7445779" y="3180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2" name="pt6492"/>
            <p:cNvSpPr/>
            <p:nvPr/>
          </p:nvSpPr>
          <p:spPr>
            <a:xfrm>
              <a:off x="7457859" y="3273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3" name="pt6493"/>
            <p:cNvSpPr/>
            <p:nvPr/>
          </p:nvSpPr>
          <p:spPr>
            <a:xfrm>
              <a:off x="7447516" y="3167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4" name="pt6494"/>
            <p:cNvSpPr/>
            <p:nvPr/>
          </p:nvSpPr>
          <p:spPr>
            <a:xfrm>
              <a:off x="7449725" y="3217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5" name="pt6495"/>
            <p:cNvSpPr/>
            <p:nvPr/>
          </p:nvSpPr>
          <p:spPr>
            <a:xfrm>
              <a:off x="7495297" y="3211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6" name="pt6496"/>
            <p:cNvSpPr/>
            <p:nvPr/>
          </p:nvSpPr>
          <p:spPr>
            <a:xfrm>
              <a:off x="7499029" y="3189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7" name="pt6497"/>
            <p:cNvSpPr/>
            <p:nvPr/>
          </p:nvSpPr>
          <p:spPr>
            <a:xfrm>
              <a:off x="7436733" y="3287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8" name="pt6498"/>
            <p:cNvSpPr/>
            <p:nvPr/>
          </p:nvSpPr>
          <p:spPr>
            <a:xfrm>
              <a:off x="7508438" y="3148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499" name="pt6499"/>
            <p:cNvSpPr/>
            <p:nvPr/>
          </p:nvSpPr>
          <p:spPr>
            <a:xfrm>
              <a:off x="7392076" y="32864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0" name="pt6500"/>
            <p:cNvSpPr/>
            <p:nvPr/>
          </p:nvSpPr>
          <p:spPr>
            <a:xfrm>
              <a:off x="7447632" y="3253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1" name="pt6501"/>
            <p:cNvSpPr/>
            <p:nvPr/>
          </p:nvSpPr>
          <p:spPr>
            <a:xfrm>
              <a:off x="7479444" y="3287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2" name="pt6502"/>
            <p:cNvSpPr/>
            <p:nvPr/>
          </p:nvSpPr>
          <p:spPr>
            <a:xfrm>
              <a:off x="7419247" y="3193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3" name="pt6503"/>
            <p:cNvSpPr/>
            <p:nvPr/>
          </p:nvSpPr>
          <p:spPr>
            <a:xfrm>
              <a:off x="7146403" y="3289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4" name="pt6504"/>
            <p:cNvSpPr/>
            <p:nvPr/>
          </p:nvSpPr>
          <p:spPr>
            <a:xfrm>
              <a:off x="7363206" y="3296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5" name="pt6505"/>
            <p:cNvSpPr/>
            <p:nvPr/>
          </p:nvSpPr>
          <p:spPr>
            <a:xfrm>
              <a:off x="7501998" y="3183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6" name="pt6506"/>
            <p:cNvSpPr/>
            <p:nvPr/>
          </p:nvSpPr>
          <p:spPr>
            <a:xfrm>
              <a:off x="7619175" y="3227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7" name="pt6507"/>
            <p:cNvSpPr/>
            <p:nvPr/>
          </p:nvSpPr>
          <p:spPr>
            <a:xfrm>
              <a:off x="7467181" y="32564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8" name="pt6508"/>
            <p:cNvSpPr/>
            <p:nvPr/>
          </p:nvSpPr>
          <p:spPr>
            <a:xfrm>
              <a:off x="7473026" y="32487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09" name="pt6509"/>
            <p:cNvSpPr/>
            <p:nvPr/>
          </p:nvSpPr>
          <p:spPr>
            <a:xfrm>
              <a:off x="7379894" y="3266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0" name="pt6510"/>
            <p:cNvSpPr/>
            <p:nvPr/>
          </p:nvSpPr>
          <p:spPr>
            <a:xfrm>
              <a:off x="7559775" y="3274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1" name="pt6511"/>
            <p:cNvSpPr/>
            <p:nvPr/>
          </p:nvSpPr>
          <p:spPr>
            <a:xfrm>
              <a:off x="7447923" y="3298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2" name="pt6512"/>
            <p:cNvSpPr/>
            <p:nvPr/>
          </p:nvSpPr>
          <p:spPr>
            <a:xfrm>
              <a:off x="6961771" y="277696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3" name="pt6513"/>
            <p:cNvSpPr/>
            <p:nvPr/>
          </p:nvSpPr>
          <p:spPr>
            <a:xfrm>
              <a:off x="7476676" y="3476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4" name="pt6514"/>
            <p:cNvSpPr/>
            <p:nvPr/>
          </p:nvSpPr>
          <p:spPr>
            <a:xfrm>
              <a:off x="7440419" y="3256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5" name="pt6515"/>
            <p:cNvSpPr/>
            <p:nvPr/>
          </p:nvSpPr>
          <p:spPr>
            <a:xfrm>
              <a:off x="7480280" y="2960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6" name="pt6516"/>
            <p:cNvSpPr/>
            <p:nvPr/>
          </p:nvSpPr>
          <p:spPr>
            <a:xfrm>
              <a:off x="7355787" y="32968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7" name="pt6517"/>
            <p:cNvSpPr/>
            <p:nvPr/>
          </p:nvSpPr>
          <p:spPr>
            <a:xfrm>
              <a:off x="7448629" y="3440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8" name="pt6518"/>
            <p:cNvSpPr/>
            <p:nvPr/>
          </p:nvSpPr>
          <p:spPr>
            <a:xfrm>
              <a:off x="7544195" y="3256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19" name="pt6519"/>
            <p:cNvSpPr/>
            <p:nvPr/>
          </p:nvSpPr>
          <p:spPr>
            <a:xfrm>
              <a:off x="7498219" y="3437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0" name="pt6520"/>
            <p:cNvSpPr/>
            <p:nvPr/>
          </p:nvSpPr>
          <p:spPr>
            <a:xfrm>
              <a:off x="7493432" y="33086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1" name="pt6521"/>
            <p:cNvSpPr/>
            <p:nvPr/>
          </p:nvSpPr>
          <p:spPr>
            <a:xfrm>
              <a:off x="7532453" y="32746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2" name="pt6522"/>
            <p:cNvSpPr/>
            <p:nvPr/>
          </p:nvSpPr>
          <p:spPr>
            <a:xfrm>
              <a:off x="7359001" y="32929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3" name="pt6523"/>
            <p:cNvSpPr/>
            <p:nvPr/>
          </p:nvSpPr>
          <p:spPr>
            <a:xfrm>
              <a:off x="7330138" y="3355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4" name="pt6524"/>
            <p:cNvSpPr/>
            <p:nvPr/>
          </p:nvSpPr>
          <p:spPr>
            <a:xfrm>
              <a:off x="7386790" y="3303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5" name="pt6525"/>
            <p:cNvSpPr/>
            <p:nvPr/>
          </p:nvSpPr>
          <p:spPr>
            <a:xfrm>
              <a:off x="7392702" y="3087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6" name="pt6526"/>
            <p:cNvSpPr/>
            <p:nvPr/>
          </p:nvSpPr>
          <p:spPr>
            <a:xfrm>
              <a:off x="7432072" y="3221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7" name="pt6527"/>
            <p:cNvSpPr/>
            <p:nvPr/>
          </p:nvSpPr>
          <p:spPr>
            <a:xfrm>
              <a:off x="7440388" y="3543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8" name="pt6528"/>
            <p:cNvSpPr/>
            <p:nvPr/>
          </p:nvSpPr>
          <p:spPr>
            <a:xfrm>
              <a:off x="7502058" y="3259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29" name="pt6529"/>
            <p:cNvSpPr/>
            <p:nvPr/>
          </p:nvSpPr>
          <p:spPr>
            <a:xfrm>
              <a:off x="7444827" y="3086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0" name="pt6530"/>
            <p:cNvSpPr/>
            <p:nvPr/>
          </p:nvSpPr>
          <p:spPr>
            <a:xfrm>
              <a:off x="7400266" y="3264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1" name="pt6531"/>
            <p:cNvSpPr/>
            <p:nvPr/>
          </p:nvSpPr>
          <p:spPr>
            <a:xfrm>
              <a:off x="7442377" y="3299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2" name="pt6532"/>
            <p:cNvSpPr/>
            <p:nvPr/>
          </p:nvSpPr>
          <p:spPr>
            <a:xfrm>
              <a:off x="7438094" y="33329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3" name="pt6533"/>
            <p:cNvSpPr/>
            <p:nvPr/>
          </p:nvSpPr>
          <p:spPr>
            <a:xfrm>
              <a:off x="7582510" y="3262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4" name="pt6534"/>
            <p:cNvSpPr/>
            <p:nvPr/>
          </p:nvSpPr>
          <p:spPr>
            <a:xfrm>
              <a:off x="7478693" y="2988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5" name="pt6535"/>
            <p:cNvSpPr/>
            <p:nvPr/>
          </p:nvSpPr>
          <p:spPr>
            <a:xfrm>
              <a:off x="7329051" y="3314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6" name="pt6536"/>
            <p:cNvSpPr/>
            <p:nvPr/>
          </p:nvSpPr>
          <p:spPr>
            <a:xfrm>
              <a:off x="7466452" y="3270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7" name="pt6537"/>
            <p:cNvSpPr/>
            <p:nvPr/>
          </p:nvSpPr>
          <p:spPr>
            <a:xfrm>
              <a:off x="7474658" y="3289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8" name="pt6538"/>
            <p:cNvSpPr/>
            <p:nvPr/>
          </p:nvSpPr>
          <p:spPr>
            <a:xfrm>
              <a:off x="7429115" y="2916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39" name="pt6539"/>
            <p:cNvSpPr/>
            <p:nvPr/>
          </p:nvSpPr>
          <p:spPr>
            <a:xfrm>
              <a:off x="7473673" y="3210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0" name="pt6540"/>
            <p:cNvSpPr/>
            <p:nvPr/>
          </p:nvSpPr>
          <p:spPr>
            <a:xfrm>
              <a:off x="7514872" y="3272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1" name="pt6541"/>
            <p:cNvSpPr/>
            <p:nvPr/>
          </p:nvSpPr>
          <p:spPr>
            <a:xfrm>
              <a:off x="7438552" y="32982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2" name="pt6542"/>
            <p:cNvSpPr/>
            <p:nvPr/>
          </p:nvSpPr>
          <p:spPr>
            <a:xfrm>
              <a:off x="7475790" y="3131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3" name="pt6543"/>
            <p:cNvSpPr/>
            <p:nvPr/>
          </p:nvSpPr>
          <p:spPr>
            <a:xfrm>
              <a:off x="7487211" y="32986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4" name="pt6544"/>
            <p:cNvSpPr/>
            <p:nvPr/>
          </p:nvSpPr>
          <p:spPr>
            <a:xfrm>
              <a:off x="7452714" y="3307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5" name="pt6545"/>
            <p:cNvSpPr/>
            <p:nvPr/>
          </p:nvSpPr>
          <p:spPr>
            <a:xfrm>
              <a:off x="7462357" y="3256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6" name="pt6546"/>
            <p:cNvSpPr/>
            <p:nvPr/>
          </p:nvSpPr>
          <p:spPr>
            <a:xfrm>
              <a:off x="7392004" y="30851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7" name="pt6547"/>
            <p:cNvSpPr/>
            <p:nvPr/>
          </p:nvSpPr>
          <p:spPr>
            <a:xfrm>
              <a:off x="7347238" y="3245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8" name="pt6548"/>
            <p:cNvSpPr/>
            <p:nvPr/>
          </p:nvSpPr>
          <p:spPr>
            <a:xfrm>
              <a:off x="7485060" y="3291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49" name="pt6549"/>
            <p:cNvSpPr/>
            <p:nvPr/>
          </p:nvSpPr>
          <p:spPr>
            <a:xfrm>
              <a:off x="7433069" y="32489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0" name="pt6550"/>
            <p:cNvSpPr/>
            <p:nvPr/>
          </p:nvSpPr>
          <p:spPr>
            <a:xfrm>
              <a:off x="7700166" y="3393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1" name="pt6551"/>
            <p:cNvSpPr/>
            <p:nvPr/>
          </p:nvSpPr>
          <p:spPr>
            <a:xfrm>
              <a:off x="7455983" y="3263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2" name="pt6552"/>
            <p:cNvSpPr/>
            <p:nvPr/>
          </p:nvSpPr>
          <p:spPr>
            <a:xfrm>
              <a:off x="7486445" y="3215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3" name="pt6553"/>
            <p:cNvSpPr/>
            <p:nvPr/>
          </p:nvSpPr>
          <p:spPr>
            <a:xfrm>
              <a:off x="7363443" y="3272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4" name="pt6554"/>
            <p:cNvSpPr/>
            <p:nvPr/>
          </p:nvSpPr>
          <p:spPr>
            <a:xfrm>
              <a:off x="7485565" y="3258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5" name="pt6555"/>
            <p:cNvSpPr/>
            <p:nvPr/>
          </p:nvSpPr>
          <p:spPr>
            <a:xfrm>
              <a:off x="7443662" y="3427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6" name="pt6556"/>
            <p:cNvSpPr/>
            <p:nvPr/>
          </p:nvSpPr>
          <p:spPr>
            <a:xfrm>
              <a:off x="7448971" y="3278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7" name="pt6557"/>
            <p:cNvSpPr/>
            <p:nvPr/>
          </p:nvSpPr>
          <p:spPr>
            <a:xfrm>
              <a:off x="7545244" y="3384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8" name="pt6558"/>
            <p:cNvSpPr/>
            <p:nvPr/>
          </p:nvSpPr>
          <p:spPr>
            <a:xfrm>
              <a:off x="7503759" y="3281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59" name="pt6559"/>
            <p:cNvSpPr/>
            <p:nvPr/>
          </p:nvSpPr>
          <p:spPr>
            <a:xfrm>
              <a:off x="7490220" y="3283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0" name="pt6560"/>
            <p:cNvSpPr/>
            <p:nvPr/>
          </p:nvSpPr>
          <p:spPr>
            <a:xfrm>
              <a:off x="7433611" y="3278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1" name="pt6561"/>
            <p:cNvSpPr/>
            <p:nvPr/>
          </p:nvSpPr>
          <p:spPr>
            <a:xfrm>
              <a:off x="7470546" y="3262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2" name="pt6562"/>
            <p:cNvSpPr/>
            <p:nvPr/>
          </p:nvSpPr>
          <p:spPr>
            <a:xfrm>
              <a:off x="7471377" y="3267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3" name="pt6563"/>
            <p:cNvSpPr/>
            <p:nvPr/>
          </p:nvSpPr>
          <p:spPr>
            <a:xfrm>
              <a:off x="7438798" y="3341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4" name="pt6564"/>
            <p:cNvSpPr/>
            <p:nvPr/>
          </p:nvSpPr>
          <p:spPr>
            <a:xfrm>
              <a:off x="7469350" y="3271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5" name="pt6565"/>
            <p:cNvSpPr/>
            <p:nvPr/>
          </p:nvSpPr>
          <p:spPr>
            <a:xfrm>
              <a:off x="7453325" y="3244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6" name="pt6566"/>
            <p:cNvSpPr/>
            <p:nvPr/>
          </p:nvSpPr>
          <p:spPr>
            <a:xfrm>
              <a:off x="7493622" y="3289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7" name="pt6567"/>
            <p:cNvSpPr/>
            <p:nvPr/>
          </p:nvSpPr>
          <p:spPr>
            <a:xfrm>
              <a:off x="7436774" y="3146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8" name="pt6568"/>
            <p:cNvSpPr/>
            <p:nvPr/>
          </p:nvSpPr>
          <p:spPr>
            <a:xfrm>
              <a:off x="7492218" y="3316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69" name="pt6569"/>
            <p:cNvSpPr/>
            <p:nvPr/>
          </p:nvSpPr>
          <p:spPr>
            <a:xfrm>
              <a:off x="7432095" y="33110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0" name="pt6570"/>
            <p:cNvSpPr/>
            <p:nvPr/>
          </p:nvSpPr>
          <p:spPr>
            <a:xfrm>
              <a:off x="7499210" y="3263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1" name="pt6571"/>
            <p:cNvSpPr/>
            <p:nvPr/>
          </p:nvSpPr>
          <p:spPr>
            <a:xfrm>
              <a:off x="7033537" y="3200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2" name="pt6572"/>
            <p:cNvSpPr/>
            <p:nvPr/>
          </p:nvSpPr>
          <p:spPr>
            <a:xfrm>
              <a:off x="7436129" y="3069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3" name="pt6573"/>
            <p:cNvSpPr/>
            <p:nvPr/>
          </p:nvSpPr>
          <p:spPr>
            <a:xfrm>
              <a:off x="7462963" y="3272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4" name="pt6574"/>
            <p:cNvSpPr/>
            <p:nvPr/>
          </p:nvSpPr>
          <p:spPr>
            <a:xfrm>
              <a:off x="7317818" y="3353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5" name="pt6575"/>
            <p:cNvSpPr/>
            <p:nvPr/>
          </p:nvSpPr>
          <p:spPr>
            <a:xfrm>
              <a:off x="7452528" y="31782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6" name="pt6576"/>
            <p:cNvSpPr/>
            <p:nvPr/>
          </p:nvSpPr>
          <p:spPr>
            <a:xfrm>
              <a:off x="7410289" y="3271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7" name="pt6577"/>
            <p:cNvSpPr/>
            <p:nvPr/>
          </p:nvSpPr>
          <p:spPr>
            <a:xfrm>
              <a:off x="7433866" y="32616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78" name="pt6578"/>
            <p:cNvSpPr/>
            <p:nvPr/>
          </p:nvSpPr>
          <p:spPr>
            <a:xfrm>
              <a:off x="7543589" y="316563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9" name="pt6579"/>
            <p:cNvSpPr/>
            <p:nvPr/>
          </p:nvSpPr>
          <p:spPr>
            <a:xfrm>
              <a:off x="7549784" y="3256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0" name="pt6580"/>
            <p:cNvSpPr/>
            <p:nvPr/>
          </p:nvSpPr>
          <p:spPr>
            <a:xfrm>
              <a:off x="7486326" y="3258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1" name="pt6581"/>
            <p:cNvSpPr/>
            <p:nvPr/>
          </p:nvSpPr>
          <p:spPr>
            <a:xfrm>
              <a:off x="7415860" y="32225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2" name="pt6582"/>
            <p:cNvSpPr/>
            <p:nvPr/>
          </p:nvSpPr>
          <p:spPr>
            <a:xfrm>
              <a:off x="7451098" y="3286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3" name="pt6583"/>
            <p:cNvSpPr/>
            <p:nvPr/>
          </p:nvSpPr>
          <p:spPr>
            <a:xfrm>
              <a:off x="7393560" y="3233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4" name="pt6584"/>
            <p:cNvSpPr/>
            <p:nvPr/>
          </p:nvSpPr>
          <p:spPr>
            <a:xfrm>
              <a:off x="7516353" y="3328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5" name="pt6585"/>
            <p:cNvSpPr/>
            <p:nvPr/>
          </p:nvSpPr>
          <p:spPr>
            <a:xfrm>
              <a:off x="7370780" y="3267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6" name="pt6586"/>
            <p:cNvSpPr/>
            <p:nvPr/>
          </p:nvSpPr>
          <p:spPr>
            <a:xfrm>
              <a:off x="7422080" y="3446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7" name="pt6587"/>
            <p:cNvSpPr/>
            <p:nvPr/>
          </p:nvSpPr>
          <p:spPr>
            <a:xfrm>
              <a:off x="7369217" y="3351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8" name="pt6588"/>
            <p:cNvSpPr/>
            <p:nvPr/>
          </p:nvSpPr>
          <p:spPr>
            <a:xfrm>
              <a:off x="7426067" y="3307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89" name="pt6589"/>
            <p:cNvSpPr/>
            <p:nvPr/>
          </p:nvSpPr>
          <p:spPr>
            <a:xfrm>
              <a:off x="7470112" y="3022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0" name="pt6590"/>
            <p:cNvSpPr/>
            <p:nvPr/>
          </p:nvSpPr>
          <p:spPr>
            <a:xfrm>
              <a:off x="7412831" y="32897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1" name="pt6591"/>
            <p:cNvSpPr/>
            <p:nvPr/>
          </p:nvSpPr>
          <p:spPr>
            <a:xfrm>
              <a:off x="7540064" y="3263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2" name="pt6592"/>
            <p:cNvSpPr/>
            <p:nvPr/>
          </p:nvSpPr>
          <p:spPr>
            <a:xfrm>
              <a:off x="7491740" y="32827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3" name="pt6593"/>
            <p:cNvSpPr/>
            <p:nvPr/>
          </p:nvSpPr>
          <p:spPr>
            <a:xfrm>
              <a:off x="7440655" y="3251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4" name="pt6594"/>
            <p:cNvSpPr/>
            <p:nvPr/>
          </p:nvSpPr>
          <p:spPr>
            <a:xfrm>
              <a:off x="7445526" y="3289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5" name="pt6595"/>
            <p:cNvSpPr/>
            <p:nvPr/>
          </p:nvSpPr>
          <p:spPr>
            <a:xfrm>
              <a:off x="7454624" y="32468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6" name="pt6596"/>
            <p:cNvSpPr/>
            <p:nvPr/>
          </p:nvSpPr>
          <p:spPr>
            <a:xfrm>
              <a:off x="7433268" y="3234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7" name="pt6597"/>
            <p:cNvSpPr/>
            <p:nvPr/>
          </p:nvSpPr>
          <p:spPr>
            <a:xfrm>
              <a:off x="7439718" y="3302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8" name="pt6598"/>
            <p:cNvSpPr/>
            <p:nvPr/>
          </p:nvSpPr>
          <p:spPr>
            <a:xfrm>
              <a:off x="7416680" y="33118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599" name="pt6599"/>
            <p:cNvSpPr/>
            <p:nvPr/>
          </p:nvSpPr>
          <p:spPr>
            <a:xfrm>
              <a:off x="7520812" y="41992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0" name="pt6600"/>
            <p:cNvSpPr/>
            <p:nvPr/>
          </p:nvSpPr>
          <p:spPr>
            <a:xfrm>
              <a:off x="7467065" y="3275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1" name="pt6601"/>
            <p:cNvSpPr/>
            <p:nvPr/>
          </p:nvSpPr>
          <p:spPr>
            <a:xfrm>
              <a:off x="7387782" y="3290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2" name="pt6602"/>
            <p:cNvSpPr/>
            <p:nvPr/>
          </p:nvSpPr>
          <p:spPr>
            <a:xfrm>
              <a:off x="7433657" y="3311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3" name="pt6603"/>
            <p:cNvSpPr/>
            <p:nvPr/>
          </p:nvSpPr>
          <p:spPr>
            <a:xfrm>
              <a:off x="7458702" y="3251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4" name="pt6604"/>
            <p:cNvSpPr/>
            <p:nvPr/>
          </p:nvSpPr>
          <p:spPr>
            <a:xfrm>
              <a:off x="7435989" y="3115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5" name="pt6605"/>
            <p:cNvSpPr/>
            <p:nvPr/>
          </p:nvSpPr>
          <p:spPr>
            <a:xfrm>
              <a:off x="7468243" y="3289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6" name="pt6606"/>
            <p:cNvSpPr/>
            <p:nvPr/>
          </p:nvSpPr>
          <p:spPr>
            <a:xfrm>
              <a:off x="7420303" y="3228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7" name="pt6607"/>
            <p:cNvSpPr/>
            <p:nvPr/>
          </p:nvSpPr>
          <p:spPr>
            <a:xfrm>
              <a:off x="7355979" y="3271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8" name="pt6608"/>
            <p:cNvSpPr/>
            <p:nvPr/>
          </p:nvSpPr>
          <p:spPr>
            <a:xfrm>
              <a:off x="7480025" y="3310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09" name="pt6609"/>
            <p:cNvSpPr/>
            <p:nvPr/>
          </p:nvSpPr>
          <p:spPr>
            <a:xfrm>
              <a:off x="7460288" y="3270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0" name="pt6610"/>
            <p:cNvSpPr/>
            <p:nvPr/>
          </p:nvSpPr>
          <p:spPr>
            <a:xfrm>
              <a:off x="7422339" y="3279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1" name="pt6611"/>
            <p:cNvSpPr/>
            <p:nvPr/>
          </p:nvSpPr>
          <p:spPr>
            <a:xfrm>
              <a:off x="7516197" y="3259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2" name="pt6612"/>
            <p:cNvSpPr/>
            <p:nvPr/>
          </p:nvSpPr>
          <p:spPr>
            <a:xfrm>
              <a:off x="7348899" y="3279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3" name="pt6613"/>
            <p:cNvSpPr/>
            <p:nvPr/>
          </p:nvSpPr>
          <p:spPr>
            <a:xfrm>
              <a:off x="7514020" y="3246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4" name="pt6614"/>
            <p:cNvSpPr/>
            <p:nvPr/>
          </p:nvSpPr>
          <p:spPr>
            <a:xfrm>
              <a:off x="7449111" y="3246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5" name="pt6615"/>
            <p:cNvSpPr/>
            <p:nvPr/>
          </p:nvSpPr>
          <p:spPr>
            <a:xfrm>
              <a:off x="7436970" y="3279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6" name="pt6616"/>
            <p:cNvSpPr/>
            <p:nvPr/>
          </p:nvSpPr>
          <p:spPr>
            <a:xfrm>
              <a:off x="7487261" y="3208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7" name="pt6617"/>
            <p:cNvSpPr/>
            <p:nvPr/>
          </p:nvSpPr>
          <p:spPr>
            <a:xfrm>
              <a:off x="7441202" y="3307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8" name="pt6618"/>
            <p:cNvSpPr/>
            <p:nvPr/>
          </p:nvSpPr>
          <p:spPr>
            <a:xfrm>
              <a:off x="7515543" y="3310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19" name="pt6619"/>
            <p:cNvSpPr/>
            <p:nvPr/>
          </p:nvSpPr>
          <p:spPr>
            <a:xfrm>
              <a:off x="7370769" y="30972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0" name="pt6620"/>
            <p:cNvSpPr/>
            <p:nvPr/>
          </p:nvSpPr>
          <p:spPr>
            <a:xfrm>
              <a:off x="7615859" y="3239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1" name="pt6621"/>
            <p:cNvSpPr/>
            <p:nvPr/>
          </p:nvSpPr>
          <p:spPr>
            <a:xfrm>
              <a:off x="7460084" y="2904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2" name="pt6622"/>
            <p:cNvSpPr/>
            <p:nvPr/>
          </p:nvSpPr>
          <p:spPr>
            <a:xfrm>
              <a:off x="7484218" y="32172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3" name="pt6623"/>
            <p:cNvSpPr/>
            <p:nvPr/>
          </p:nvSpPr>
          <p:spPr>
            <a:xfrm>
              <a:off x="7440648" y="32606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4" name="pt6624"/>
            <p:cNvSpPr/>
            <p:nvPr/>
          </p:nvSpPr>
          <p:spPr>
            <a:xfrm>
              <a:off x="7362795" y="3274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5" name="pt6625"/>
            <p:cNvSpPr/>
            <p:nvPr/>
          </p:nvSpPr>
          <p:spPr>
            <a:xfrm>
              <a:off x="7445660" y="3006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6" name="pt6626"/>
            <p:cNvSpPr/>
            <p:nvPr/>
          </p:nvSpPr>
          <p:spPr>
            <a:xfrm>
              <a:off x="7454944" y="3217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7" name="pt6627"/>
            <p:cNvSpPr/>
            <p:nvPr/>
          </p:nvSpPr>
          <p:spPr>
            <a:xfrm>
              <a:off x="7440744" y="3319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8" name="pt6628"/>
            <p:cNvSpPr/>
            <p:nvPr/>
          </p:nvSpPr>
          <p:spPr>
            <a:xfrm>
              <a:off x="7439903" y="31528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29" name="pt6629"/>
            <p:cNvSpPr/>
            <p:nvPr/>
          </p:nvSpPr>
          <p:spPr>
            <a:xfrm>
              <a:off x="7450642" y="3259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0" name="pt6630"/>
            <p:cNvSpPr/>
            <p:nvPr/>
          </p:nvSpPr>
          <p:spPr>
            <a:xfrm>
              <a:off x="7463869" y="32793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1" name="pt6631"/>
            <p:cNvSpPr/>
            <p:nvPr/>
          </p:nvSpPr>
          <p:spPr>
            <a:xfrm>
              <a:off x="7404980" y="33437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2" name="pt6632"/>
            <p:cNvSpPr/>
            <p:nvPr/>
          </p:nvSpPr>
          <p:spPr>
            <a:xfrm>
              <a:off x="7424681" y="32434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3" name="pt6633"/>
            <p:cNvSpPr/>
            <p:nvPr/>
          </p:nvSpPr>
          <p:spPr>
            <a:xfrm>
              <a:off x="7446628" y="3147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4" name="pt6634"/>
            <p:cNvSpPr/>
            <p:nvPr/>
          </p:nvSpPr>
          <p:spPr>
            <a:xfrm>
              <a:off x="7449956" y="3289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5" name="pt6635"/>
            <p:cNvSpPr/>
            <p:nvPr/>
          </p:nvSpPr>
          <p:spPr>
            <a:xfrm>
              <a:off x="7469438" y="3103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6" name="pt6636"/>
            <p:cNvSpPr/>
            <p:nvPr/>
          </p:nvSpPr>
          <p:spPr>
            <a:xfrm>
              <a:off x="7484478" y="31273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7" name="pt6637"/>
            <p:cNvSpPr/>
            <p:nvPr/>
          </p:nvSpPr>
          <p:spPr>
            <a:xfrm>
              <a:off x="7431409" y="32492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8" name="pt6638"/>
            <p:cNvSpPr/>
            <p:nvPr/>
          </p:nvSpPr>
          <p:spPr>
            <a:xfrm>
              <a:off x="7612469" y="32138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39" name="pt6639"/>
            <p:cNvSpPr/>
            <p:nvPr/>
          </p:nvSpPr>
          <p:spPr>
            <a:xfrm>
              <a:off x="7432561" y="32476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0" name="pt6640"/>
            <p:cNvSpPr/>
            <p:nvPr/>
          </p:nvSpPr>
          <p:spPr>
            <a:xfrm>
              <a:off x="7517571" y="3292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1" name="pt6641"/>
            <p:cNvSpPr/>
            <p:nvPr/>
          </p:nvSpPr>
          <p:spPr>
            <a:xfrm>
              <a:off x="7420926" y="3259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2" name="pt6642"/>
            <p:cNvSpPr/>
            <p:nvPr/>
          </p:nvSpPr>
          <p:spPr>
            <a:xfrm>
              <a:off x="7454145" y="3318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3" name="pt6643"/>
            <p:cNvSpPr/>
            <p:nvPr/>
          </p:nvSpPr>
          <p:spPr>
            <a:xfrm>
              <a:off x="7423334" y="32875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4" name="pt6644"/>
            <p:cNvSpPr/>
            <p:nvPr/>
          </p:nvSpPr>
          <p:spPr>
            <a:xfrm>
              <a:off x="7481841" y="3242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5" name="pt6645"/>
            <p:cNvSpPr/>
            <p:nvPr/>
          </p:nvSpPr>
          <p:spPr>
            <a:xfrm>
              <a:off x="7517449" y="32403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6" name="pt6646"/>
            <p:cNvSpPr/>
            <p:nvPr/>
          </p:nvSpPr>
          <p:spPr>
            <a:xfrm>
              <a:off x="7445914" y="3307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7" name="pt6647"/>
            <p:cNvSpPr/>
            <p:nvPr/>
          </p:nvSpPr>
          <p:spPr>
            <a:xfrm>
              <a:off x="7482919" y="3276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8" name="pt6648"/>
            <p:cNvSpPr/>
            <p:nvPr/>
          </p:nvSpPr>
          <p:spPr>
            <a:xfrm>
              <a:off x="7390888" y="3558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49" name="pt6649"/>
            <p:cNvSpPr/>
            <p:nvPr/>
          </p:nvSpPr>
          <p:spPr>
            <a:xfrm>
              <a:off x="7289055" y="32827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0" name="pt6650"/>
            <p:cNvSpPr/>
            <p:nvPr/>
          </p:nvSpPr>
          <p:spPr>
            <a:xfrm>
              <a:off x="7426036" y="32997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1" name="pt6651"/>
            <p:cNvSpPr/>
            <p:nvPr/>
          </p:nvSpPr>
          <p:spPr>
            <a:xfrm>
              <a:off x="7483048" y="3181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2" name="pt6652"/>
            <p:cNvSpPr/>
            <p:nvPr/>
          </p:nvSpPr>
          <p:spPr>
            <a:xfrm>
              <a:off x="7383406" y="3272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3" name="pt6653"/>
            <p:cNvSpPr/>
            <p:nvPr/>
          </p:nvSpPr>
          <p:spPr>
            <a:xfrm>
              <a:off x="7432879" y="3277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4" name="pt6654"/>
            <p:cNvSpPr/>
            <p:nvPr/>
          </p:nvSpPr>
          <p:spPr>
            <a:xfrm>
              <a:off x="7449831" y="3238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5" name="pt6655"/>
            <p:cNvSpPr/>
            <p:nvPr/>
          </p:nvSpPr>
          <p:spPr>
            <a:xfrm>
              <a:off x="7423800" y="3191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6" name="pt6656"/>
            <p:cNvSpPr/>
            <p:nvPr/>
          </p:nvSpPr>
          <p:spPr>
            <a:xfrm>
              <a:off x="7434046" y="3002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7" name="pt6657"/>
            <p:cNvSpPr/>
            <p:nvPr/>
          </p:nvSpPr>
          <p:spPr>
            <a:xfrm>
              <a:off x="7485328" y="3223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8" name="pt6658"/>
            <p:cNvSpPr/>
            <p:nvPr/>
          </p:nvSpPr>
          <p:spPr>
            <a:xfrm>
              <a:off x="7419180" y="3284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59" name="pt6659"/>
            <p:cNvSpPr/>
            <p:nvPr/>
          </p:nvSpPr>
          <p:spPr>
            <a:xfrm>
              <a:off x="7415711" y="32793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0" name="pt6660"/>
            <p:cNvSpPr/>
            <p:nvPr/>
          </p:nvSpPr>
          <p:spPr>
            <a:xfrm>
              <a:off x="7452779" y="3323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1" name="pt6661"/>
            <p:cNvSpPr/>
            <p:nvPr/>
          </p:nvSpPr>
          <p:spPr>
            <a:xfrm>
              <a:off x="7518667" y="3258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2" name="pt6662"/>
            <p:cNvSpPr/>
            <p:nvPr/>
          </p:nvSpPr>
          <p:spPr>
            <a:xfrm>
              <a:off x="7452004" y="3257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3" name="pt6663"/>
            <p:cNvSpPr/>
            <p:nvPr/>
          </p:nvSpPr>
          <p:spPr>
            <a:xfrm>
              <a:off x="7472810" y="32499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4" name="pt6664"/>
            <p:cNvSpPr/>
            <p:nvPr/>
          </p:nvSpPr>
          <p:spPr>
            <a:xfrm>
              <a:off x="7364770" y="32873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5" name="pt6665"/>
            <p:cNvSpPr/>
            <p:nvPr/>
          </p:nvSpPr>
          <p:spPr>
            <a:xfrm>
              <a:off x="7397401" y="3317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6" name="pt6666"/>
            <p:cNvSpPr/>
            <p:nvPr/>
          </p:nvSpPr>
          <p:spPr>
            <a:xfrm>
              <a:off x="7487518" y="3263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7" name="pt6667"/>
            <p:cNvSpPr/>
            <p:nvPr/>
          </p:nvSpPr>
          <p:spPr>
            <a:xfrm>
              <a:off x="7427560" y="3237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8" name="pt6668"/>
            <p:cNvSpPr/>
            <p:nvPr/>
          </p:nvSpPr>
          <p:spPr>
            <a:xfrm>
              <a:off x="7483536" y="3237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69" name="pt6669"/>
            <p:cNvSpPr/>
            <p:nvPr/>
          </p:nvSpPr>
          <p:spPr>
            <a:xfrm>
              <a:off x="7465933" y="3270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0" name="pt6670"/>
            <p:cNvSpPr/>
            <p:nvPr/>
          </p:nvSpPr>
          <p:spPr>
            <a:xfrm>
              <a:off x="7408063" y="3292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1" name="pt6671"/>
            <p:cNvSpPr/>
            <p:nvPr/>
          </p:nvSpPr>
          <p:spPr>
            <a:xfrm>
              <a:off x="7435970" y="3328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2" name="pt6672"/>
            <p:cNvSpPr/>
            <p:nvPr/>
          </p:nvSpPr>
          <p:spPr>
            <a:xfrm>
              <a:off x="7369541" y="3306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3" name="pt6673"/>
            <p:cNvSpPr/>
            <p:nvPr/>
          </p:nvSpPr>
          <p:spPr>
            <a:xfrm>
              <a:off x="7455252" y="3255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4" name="pt6674"/>
            <p:cNvSpPr/>
            <p:nvPr/>
          </p:nvSpPr>
          <p:spPr>
            <a:xfrm>
              <a:off x="7447809" y="3242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5" name="pt6675"/>
            <p:cNvSpPr/>
            <p:nvPr/>
          </p:nvSpPr>
          <p:spPr>
            <a:xfrm>
              <a:off x="7467064" y="31678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6" name="pt6676"/>
            <p:cNvSpPr/>
            <p:nvPr/>
          </p:nvSpPr>
          <p:spPr>
            <a:xfrm>
              <a:off x="7429141" y="3148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7" name="pt6677"/>
            <p:cNvSpPr/>
            <p:nvPr/>
          </p:nvSpPr>
          <p:spPr>
            <a:xfrm>
              <a:off x="7469283" y="3279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8" name="pt6678"/>
            <p:cNvSpPr/>
            <p:nvPr/>
          </p:nvSpPr>
          <p:spPr>
            <a:xfrm>
              <a:off x="7042445" y="3176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79" name="pt6679"/>
            <p:cNvSpPr/>
            <p:nvPr/>
          </p:nvSpPr>
          <p:spPr>
            <a:xfrm>
              <a:off x="7491742" y="3237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0" name="pt6680"/>
            <p:cNvSpPr/>
            <p:nvPr/>
          </p:nvSpPr>
          <p:spPr>
            <a:xfrm>
              <a:off x="7487675" y="32223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1" name="pt6681"/>
            <p:cNvSpPr/>
            <p:nvPr/>
          </p:nvSpPr>
          <p:spPr>
            <a:xfrm>
              <a:off x="7444336" y="3298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2" name="pt6682"/>
            <p:cNvSpPr/>
            <p:nvPr/>
          </p:nvSpPr>
          <p:spPr>
            <a:xfrm>
              <a:off x="7419879" y="32776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3" name="pt6683"/>
            <p:cNvSpPr/>
            <p:nvPr/>
          </p:nvSpPr>
          <p:spPr>
            <a:xfrm>
              <a:off x="7412137" y="3286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4" name="pt6684"/>
            <p:cNvSpPr/>
            <p:nvPr/>
          </p:nvSpPr>
          <p:spPr>
            <a:xfrm>
              <a:off x="7495267" y="3310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5" name="pt6685"/>
            <p:cNvSpPr/>
            <p:nvPr/>
          </p:nvSpPr>
          <p:spPr>
            <a:xfrm>
              <a:off x="7452572" y="3266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6" name="pt6686"/>
            <p:cNvSpPr/>
            <p:nvPr/>
          </p:nvSpPr>
          <p:spPr>
            <a:xfrm>
              <a:off x="7437468" y="3374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7" name="pt6687"/>
            <p:cNvSpPr/>
            <p:nvPr/>
          </p:nvSpPr>
          <p:spPr>
            <a:xfrm>
              <a:off x="7298829" y="3321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8" name="pt6688"/>
            <p:cNvSpPr/>
            <p:nvPr/>
          </p:nvSpPr>
          <p:spPr>
            <a:xfrm>
              <a:off x="7381407" y="3298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89" name="pt6689"/>
            <p:cNvSpPr/>
            <p:nvPr/>
          </p:nvSpPr>
          <p:spPr>
            <a:xfrm>
              <a:off x="7475148" y="3913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0" name="pt6690"/>
            <p:cNvSpPr/>
            <p:nvPr/>
          </p:nvSpPr>
          <p:spPr>
            <a:xfrm>
              <a:off x="7429804" y="3335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1" name="pt6691"/>
            <p:cNvSpPr/>
            <p:nvPr/>
          </p:nvSpPr>
          <p:spPr>
            <a:xfrm>
              <a:off x="7519975" y="3260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2" name="pt6692"/>
            <p:cNvSpPr/>
            <p:nvPr/>
          </p:nvSpPr>
          <p:spPr>
            <a:xfrm>
              <a:off x="7451798" y="3264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3" name="pt6693"/>
            <p:cNvSpPr/>
            <p:nvPr/>
          </p:nvSpPr>
          <p:spPr>
            <a:xfrm>
              <a:off x="7473353" y="3298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4" name="pt6694"/>
            <p:cNvSpPr/>
            <p:nvPr/>
          </p:nvSpPr>
          <p:spPr>
            <a:xfrm>
              <a:off x="7450804" y="3321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5" name="pt6695"/>
            <p:cNvSpPr/>
            <p:nvPr/>
          </p:nvSpPr>
          <p:spPr>
            <a:xfrm>
              <a:off x="7438788" y="3230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6" name="pt6696"/>
            <p:cNvSpPr/>
            <p:nvPr/>
          </p:nvSpPr>
          <p:spPr>
            <a:xfrm>
              <a:off x="7436194" y="3260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7" name="pt6697"/>
            <p:cNvSpPr/>
            <p:nvPr/>
          </p:nvSpPr>
          <p:spPr>
            <a:xfrm>
              <a:off x="7450782" y="3269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8" name="pt6698"/>
            <p:cNvSpPr/>
            <p:nvPr/>
          </p:nvSpPr>
          <p:spPr>
            <a:xfrm>
              <a:off x="7409599" y="3291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699" name="pt6699"/>
            <p:cNvSpPr/>
            <p:nvPr/>
          </p:nvSpPr>
          <p:spPr>
            <a:xfrm>
              <a:off x="7448980" y="3292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0" name="pt6700"/>
            <p:cNvSpPr/>
            <p:nvPr/>
          </p:nvSpPr>
          <p:spPr>
            <a:xfrm>
              <a:off x="7481040" y="33342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1" name="pt6701"/>
            <p:cNvSpPr/>
            <p:nvPr/>
          </p:nvSpPr>
          <p:spPr>
            <a:xfrm>
              <a:off x="7034339" y="32640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2" name="pt6702"/>
            <p:cNvSpPr/>
            <p:nvPr/>
          </p:nvSpPr>
          <p:spPr>
            <a:xfrm>
              <a:off x="7483855" y="3221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3" name="pt6703"/>
            <p:cNvSpPr/>
            <p:nvPr/>
          </p:nvSpPr>
          <p:spPr>
            <a:xfrm>
              <a:off x="7436809" y="32927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4" name="pt6704"/>
            <p:cNvSpPr/>
            <p:nvPr/>
          </p:nvSpPr>
          <p:spPr>
            <a:xfrm>
              <a:off x="7460372" y="33844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5" name="pt6705"/>
            <p:cNvSpPr/>
            <p:nvPr/>
          </p:nvSpPr>
          <p:spPr>
            <a:xfrm>
              <a:off x="7429692" y="2721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6" name="pt6706"/>
            <p:cNvSpPr/>
            <p:nvPr/>
          </p:nvSpPr>
          <p:spPr>
            <a:xfrm>
              <a:off x="7422794" y="33039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7" name="pt6707"/>
            <p:cNvSpPr/>
            <p:nvPr/>
          </p:nvSpPr>
          <p:spPr>
            <a:xfrm>
              <a:off x="7517975" y="32878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8" name="pt6708"/>
            <p:cNvSpPr/>
            <p:nvPr/>
          </p:nvSpPr>
          <p:spPr>
            <a:xfrm>
              <a:off x="7490763" y="3337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09" name="pt6709"/>
            <p:cNvSpPr/>
            <p:nvPr/>
          </p:nvSpPr>
          <p:spPr>
            <a:xfrm>
              <a:off x="7445016" y="3304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0" name="pt6710"/>
            <p:cNvSpPr/>
            <p:nvPr/>
          </p:nvSpPr>
          <p:spPr>
            <a:xfrm>
              <a:off x="7475166" y="3169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1" name="pt6711"/>
            <p:cNvSpPr/>
            <p:nvPr/>
          </p:nvSpPr>
          <p:spPr>
            <a:xfrm>
              <a:off x="7439207" y="31876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2" name="pt6712"/>
            <p:cNvSpPr/>
            <p:nvPr/>
          </p:nvSpPr>
          <p:spPr>
            <a:xfrm>
              <a:off x="7409870" y="31171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3" name="pt6713"/>
            <p:cNvSpPr/>
            <p:nvPr/>
          </p:nvSpPr>
          <p:spPr>
            <a:xfrm>
              <a:off x="7450252" y="3259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4" name="pt6714"/>
            <p:cNvSpPr/>
            <p:nvPr/>
          </p:nvSpPr>
          <p:spPr>
            <a:xfrm>
              <a:off x="7467592" y="3274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5" name="pt6715"/>
            <p:cNvSpPr/>
            <p:nvPr/>
          </p:nvSpPr>
          <p:spPr>
            <a:xfrm>
              <a:off x="7455090" y="3248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6" name="pt6716"/>
            <p:cNvSpPr/>
            <p:nvPr/>
          </p:nvSpPr>
          <p:spPr>
            <a:xfrm>
              <a:off x="7494786" y="3261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7" name="pt6717"/>
            <p:cNvSpPr/>
            <p:nvPr/>
          </p:nvSpPr>
          <p:spPr>
            <a:xfrm>
              <a:off x="7471170" y="3235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8" name="pt6718"/>
            <p:cNvSpPr/>
            <p:nvPr/>
          </p:nvSpPr>
          <p:spPr>
            <a:xfrm>
              <a:off x="7487362" y="32644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19" name="pt6719"/>
            <p:cNvSpPr/>
            <p:nvPr/>
          </p:nvSpPr>
          <p:spPr>
            <a:xfrm>
              <a:off x="7434904" y="3229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0" name="pt6720"/>
            <p:cNvSpPr/>
            <p:nvPr/>
          </p:nvSpPr>
          <p:spPr>
            <a:xfrm>
              <a:off x="7437189" y="3291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1" name="pt6721"/>
            <p:cNvSpPr/>
            <p:nvPr/>
          </p:nvSpPr>
          <p:spPr>
            <a:xfrm>
              <a:off x="7453603" y="3316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2" name="pt6722"/>
            <p:cNvSpPr/>
            <p:nvPr/>
          </p:nvSpPr>
          <p:spPr>
            <a:xfrm>
              <a:off x="7456545" y="3275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3" name="pt6723"/>
            <p:cNvSpPr/>
            <p:nvPr/>
          </p:nvSpPr>
          <p:spPr>
            <a:xfrm>
              <a:off x="7448763" y="3278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4" name="pt6724"/>
            <p:cNvSpPr/>
            <p:nvPr/>
          </p:nvSpPr>
          <p:spPr>
            <a:xfrm>
              <a:off x="7469041" y="3299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5" name="pt6725"/>
            <p:cNvSpPr/>
            <p:nvPr/>
          </p:nvSpPr>
          <p:spPr>
            <a:xfrm>
              <a:off x="7394237" y="3261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6" name="pt6726"/>
            <p:cNvSpPr/>
            <p:nvPr/>
          </p:nvSpPr>
          <p:spPr>
            <a:xfrm>
              <a:off x="7495349" y="3275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7" name="pt6727"/>
            <p:cNvSpPr/>
            <p:nvPr/>
          </p:nvSpPr>
          <p:spPr>
            <a:xfrm>
              <a:off x="7456589" y="3035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8" name="pt6728"/>
            <p:cNvSpPr/>
            <p:nvPr/>
          </p:nvSpPr>
          <p:spPr>
            <a:xfrm>
              <a:off x="7474047" y="3158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29" name="pt6729"/>
            <p:cNvSpPr/>
            <p:nvPr/>
          </p:nvSpPr>
          <p:spPr>
            <a:xfrm>
              <a:off x="7425180" y="33391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0" name="pt6730"/>
            <p:cNvSpPr/>
            <p:nvPr/>
          </p:nvSpPr>
          <p:spPr>
            <a:xfrm>
              <a:off x="7390402" y="3261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1" name="pt6731"/>
            <p:cNvSpPr/>
            <p:nvPr/>
          </p:nvSpPr>
          <p:spPr>
            <a:xfrm>
              <a:off x="7492289" y="3213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2" name="pt6732"/>
            <p:cNvSpPr/>
            <p:nvPr/>
          </p:nvSpPr>
          <p:spPr>
            <a:xfrm>
              <a:off x="7560870" y="3351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3" name="pt6733"/>
            <p:cNvSpPr/>
            <p:nvPr/>
          </p:nvSpPr>
          <p:spPr>
            <a:xfrm>
              <a:off x="7430421" y="31922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4" name="pt6734"/>
            <p:cNvSpPr/>
            <p:nvPr/>
          </p:nvSpPr>
          <p:spPr>
            <a:xfrm>
              <a:off x="7426884" y="33200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5" name="pt6735"/>
            <p:cNvSpPr/>
            <p:nvPr/>
          </p:nvSpPr>
          <p:spPr>
            <a:xfrm>
              <a:off x="7486019" y="3247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6" name="pt6736"/>
            <p:cNvSpPr/>
            <p:nvPr/>
          </p:nvSpPr>
          <p:spPr>
            <a:xfrm>
              <a:off x="7431242" y="33335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7" name="pt6737"/>
            <p:cNvSpPr/>
            <p:nvPr/>
          </p:nvSpPr>
          <p:spPr>
            <a:xfrm>
              <a:off x="7390689" y="2824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8" name="pt6738"/>
            <p:cNvSpPr/>
            <p:nvPr/>
          </p:nvSpPr>
          <p:spPr>
            <a:xfrm>
              <a:off x="7421058" y="32728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39" name="pt6739"/>
            <p:cNvSpPr/>
            <p:nvPr/>
          </p:nvSpPr>
          <p:spPr>
            <a:xfrm>
              <a:off x="7401639" y="3216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0" name="pt6740"/>
            <p:cNvSpPr/>
            <p:nvPr/>
          </p:nvSpPr>
          <p:spPr>
            <a:xfrm>
              <a:off x="7474201" y="3068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1" name="pt6741"/>
            <p:cNvSpPr/>
            <p:nvPr/>
          </p:nvSpPr>
          <p:spPr>
            <a:xfrm>
              <a:off x="7436319" y="3250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2" name="pt6742"/>
            <p:cNvSpPr/>
            <p:nvPr/>
          </p:nvSpPr>
          <p:spPr>
            <a:xfrm>
              <a:off x="7531792" y="3172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3" name="pt6743"/>
            <p:cNvSpPr/>
            <p:nvPr/>
          </p:nvSpPr>
          <p:spPr>
            <a:xfrm>
              <a:off x="7362030" y="3273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4" name="pt6744"/>
            <p:cNvSpPr/>
            <p:nvPr/>
          </p:nvSpPr>
          <p:spPr>
            <a:xfrm>
              <a:off x="7455773" y="2681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5" name="pt6745"/>
            <p:cNvSpPr/>
            <p:nvPr/>
          </p:nvSpPr>
          <p:spPr>
            <a:xfrm>
              <a:off x="7454286" y="3215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6" name="pt6746"/>
            <p:cNvSpPr/>
            <p:nvPr/>
          </p:nvSpPr>
          <p:spPr>
            <a:xfrm>
              <a:off x="7524569" y="32861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7" name="pt6747"/>
            <p:cNvSpPr/>
            <p:nvPr/>
          </p:nvSpPr>
          <p:spPr>
            <a:xfrm>
              <a:off x="7386773" y="3147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8" name="pt6748"/>
            <p:cNvSpPr/>
            <p:nvPr/>
          </p:nvSpPr>
          <p:spPr>
            <a:xfrm>
              <a:off x="7501598" y="3224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49" name="pt6749"/>
            <p:cNvSpPr/>
            <p:nvPr/>
          </p:nvSpPr>
          <p:spPr>
            <a:xfrm>
              <a:off x="7513842" y="3245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0" name="pt6750"/>
            <p:cNvSpPr/>
            <p:nvPr/>
          </p:nvSpPr>
          <p:spPr>
            <a:xfrm>
              <a:off x="7369741" y="3116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1" name="pt6751"/>
            <p:cNvSpPr/>
            <p:nvPr/>
          </p:nvSpPr>
          <p:spPr>
            <a:xfrm>
              <a:off x="7509068" y="3119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2" name="pt6752"/>
            <p:cNvSpPr/>
            <p:nvPr/>
          </p:nvSpPr>
          <p:spPr>
            <a:xfrm>
              <a:off x="7395213" y="32539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3" name="pt6753"/>
            <p:cNvSpPr/>
            <p:nvPr/>
          </p:nvSpPr>
          <p:spPr>
            <a:xfrm>
              <a:off x="7415379" y="2635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4" name="pt6754"/>
            <p:cNvSpPr/>
            <p:nvPr/>
          </p:nvSpPr>
          <p:spPr>
            <a:xfrm>
              <a:off x="7550882" y="29724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5" name="pt6755"/>
            <p:cNvSpPr/>
            <p:nvPr/>
          </p:nvSpPr>
          <p:spPr>
            <a:xfrm>
              <a:off x="7597888" y="311099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6" name="pt6756"/>
            <p:cNvSpPr/>
            <p:nvPr/>
          </p:nvSpPr>
          <p:spPr>
            <a:xfrm>
              <a:off x="7464826" y="3483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7" name="pt6757"/>
            <p:cNvSpPr/>
            <p:nvPr/>
          </p:nvSpPr>
          <p:spPr>
            <a:xfrm>
              <a:off x="7383908" y="3318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8" name="pt6758"/>
            <p:cNvSpPr/>
            <p:nvPr/>
          </p:nvSpPr>
          <p:spPr>
            <a:xfrm>
              <a:off x="7409820" y="3305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59" name="pt6759"/>
            <p:cNvSpPr/>
            <p:nvPr/>
          </p:nvSpPr>
          <p:spPr>
            <a:xfrm>
              <a:off x="7399464" y="3268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0" name="pt6760"/>
            <p:cNvSpPr/>
            <p:nvPr/>
          </p:nvSpPr>
          <p:spPr>
            <a:xfrm>
              <a:off x="7477817" y="3289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1" name="pt6761"/>
            <p:cNvSpPr/>
            <p:nvPr/>
          </p:nvSpPr>
          <p:spPr>
            <a:xfrm>
              <a:off x="7486534" y="3227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2" name="pt6762"/>
            <p:cNvSpPr/>
            <p:nvPr/>
          </p:nvSpPr>
          <p:spPr>
            <a:xfrm>
              <a:off x="7438203" y="3238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3" name="pt6763"/>
            <p:cNvSpPr/>
            <p:nvPr/>
          </p:nvSpPr>
          <p:spPr>
            <a:xfrm>
              <a:off x="7390611" y="3346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4" name="pt6764"/>
            <p:cNvSpPr/>
            <p:nvPr/>
          </p:nvSpPr>
          <p:spPr>
            <a:xfrm>
              <a:off x="7445663" y="3427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5" name="pt6765"/>
            <p:cNvSpPr/>
            <p:nvPr/>
          </p:nvSpPr>
          <p:spPr>
            <a:xfrm>
              <a:off x="7438469" y="3304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6" name="pt6766"/>
            <p:cNvSpPr/>
            <p:nvPr/>
          </p:nvSpPr>
          <p:spPr>
            <a:xfrm>
              <a:off x="7487484" y="33497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7" name="pt6767"/>
            <p:cNvSpPr/>
            <p:nvPr/>
          </p:nvSpPr>
          <p:spPr>
            <a:xfrm>
              <a:off x="7446607" y="32929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8" name="pt6768"/>
            <p:cNvSpPr/>
            <p:nvPr/>
          </p:nvSpPr>
          <p:spPr>
            <a:xfrm>
              <a:off x="7457476" y="3366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69" name="pt6769"/>
            <p:cNvSpPr/>
            <p:nvPr/>
          </p:nvSpPr>
          <p:spPr>
            <a:xfrm>
              <a:off x="7395086" y="3266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0" name="pt6770"/>
            <p:cNvSpPr/>
            <p:nvPr/>
          </p:nvSpPr>
          <p:spPr>
            <a:xfrm>
              <a:off x="7385818" y="3248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1" name="pt6771"/>
            <p:cNvSpPr/>
            <p:nvPr/>
          </p:nvSpPr>
          <p:spPr>
            <a:xfrm>
              <a:off x="7422667" y="3134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2" name="pt6772"/>
            <p:cNvSpPr/>
            <p:nvPr/>
          </p:nvSpPr>
          <p:spPr>
            <a:xfrm>
              <a:off x="7408906" y="38050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3" name="pt6773"/>
            <p:cNvSpPr/>
            <p:nvPr/>
          </p:nvSpPr>
          <p:spPr>
            <a:xfrm>
              <a:off x="7387889" y="3277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4" name="pt6774"/>
            <p:cNvSpPr/>
            <p:nvPr/>
          </p:nvSpPr>
          <p:spPr>
            <a:xfrm>
              <a:off x="7448427" y="2726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5" name="pt6775"/>
            <p:cNvSpPr/>
            <p:nvPr/>
          </p:nvSpPr>
          <p:spPr>
            <a:xfrm>
              <a:off x="7453125" y="3272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6" name="pt6776"/>
            <p:cNvSpPr/>
            <p:nvPr/>
          </p:nvSpPr>
          <p:spPr>
            <a:xfrm>
              <a:off x="7416787" y="3199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7" name="pt6777"/>
            <p:cNvSpPr/>
            <p:nvPr/>
          </p:nvSpPr>
          <p:spPr>
            <a:xfrm>
              <a:off x="7433611" y="32471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8" name="pt6778"/>
            <p:cNvSpPr/>
            <p:nvPr/>
          </p:nvSpPr>
          <p:spPr>
            <a:xfrm>
              <a:off x="7444223" y="32756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79" name="pt6779"/>
            <p:cNvSpPr/>
            <p:nvPr/>
          </p:nvSpPr>
          <p:spPr>
            <a:xfrm>
              <a:off x="7027535" y="3294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0" name="pt6780"/>
            <p:cNvSpPr/>
            <p:nvPr/>
          </p:nvSpPr>
          <p:spPr>
            <a:xfrm>
              <a:off x="7416769" y="3220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1" name="pt6781"/>
            <p:cNvSpPr/>
            <p:nvPr/>
          </p:nvSpPr>
          <p:spPr>
            <a:xfrm>
              <a:off x="7457496" y="3237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2" name="pt6782"/>
            <p:cNvSpPr/>
            <p:nvPr/>
          </p:nvSpPr>
          <p:spPr>
            <a:xfrm>
              <a:off x="7411702" y="31456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3" name="pt6783"/>
            <p:cNvSpPr/>
            <p:nvPr/>
          </p:nvSpPr>
          <p:spPr>
            <a:xfrm>
              <a:off x="7504596" y="3179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4" name="pt6784"/>
            <p:cNvSpPr/>
            <p:nvPr/>
          </p:nvSpPr>
          <p:spPr>
            <a:xfrm>
              <a:off x="7454255" y="3263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5" name="pt6785"/>
            <p:cNvSpPr/>
            <p:nvPr/>
          </p:nvSpPr>
          <p:spPr>
            <a:xfrm>
              <a:off x="7528433" y="3281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6" name="pt6786"/>
            <p:cNvSpPr/>
            <p:nvPr/>
          </p:nvSpPr>
          <p:spPr>
            <a:xfrm>
              <a:off x="7437712" y="32849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7" name="pt6787"/>
            <p:cNvSpPr/>
            <p:nvPr/>
          </p:nvSpPr>
          <p:spPr>
            <a:xfrm>
              <a:off x="7379304" y="3038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8" name="pt6788"/>
            <p:cNvSpPr/>
            <p:nvPr/>
          </p:nvSpPr>
          <p:spPr>
            <a:xfrm>
              <a:off x="7425418" y="3323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89" name="pt6789"/>
            <p:cNvSpPr/>
            <p:nvPr/>
          </p:nvSpPr>
          <p:spPr>
            <a:xfrm>
              <a:off x="7407481" y="3322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0" name="pt6790"/>
            <p:cNvSpPr/>
            <p:nvPr/>
          </p:nvSpPr>
          <p:spPr>
            <a:xfrm>
              <a:off x="7453800" y="33442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1" name="pt6791"/>
            <p:cNvSpPr/>
            <p:nvPr/>
          </p:nvSpPr>
          <p:spPr>
            <a:xfrm>
              <a:off x="7526200" y="3231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2" name="pt6792"/>
            <p:cNvSpPr/>
            <p:nvPr/>
          </p:nvSpPr>
          <p:spPr>
            <a:xfrm>
              <a:off x="7478853" y="33451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3" name="pt6793"/>
            <p:cNvSpPr/>
            <p:nvPr/>
          </p:nvSpPr>
          <p:spPr>
            <a:xfrm>
              <a:off x="7441886" y="33481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4" name="pt6794"/>
            <p:cNvSpPr/>
            <p:nvPr/>
          </p:nvSpPr>
          <p:spPr>
            <a:xfrm>
              <a:off x="7452203" y="3207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5" name="pt6795"/>
            <p:cNvSpPr/>
            <p:nvPr/>
          </p:nvSpPr>
          <p:spPr>
            <a:xfrm>
              <a:off x="7471513" y="3151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6" name="pt6796"/>
            <p:cNvSpPr/>
            <p:nvPr/>
          </p:nvSpPr>
          <p:spPr>
            <a:xfrm>
              <a:off x="7464063" y="3286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7" name="pt6797"/>
            <p:cNvSpPr/>
            <p:nvPr/>
          </p:nvSpPr>
          <p:spPr>
            <a:xfrm>
              <a:off x="7398350" y="3263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8" name="pt6798"/>
            <p:cNvSpPr/>
            <p:nvPr/>
          </p:nvSpPr>
          <p:spPr>
            <a:xfrm>
              <a:off x="7522022" y="3270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799" name="pt6799"/>
            <p:cNvSpPr/>
            <p:nvPr/>
          </p:nvSpPr>
          <p:spPr>
            <a:xfrm>
              <a:off x="7393575" y="3280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0" name="pt6800"/>
            <p:cNvSpPr/>
            <p:nvPr/>
          </p:nvSpPr>
          <p:spPr>
            <a:xfrm>
              <a:off x="7322601" y="3308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1" name="pt6801"/>
            <p:cNvSpPr/>
            <p:nvPr/>
          </p:nvSpPr>
          <p:spPr>
            <a:xfrm>
              <a:off x="7449382" y="32871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2" name="pt6802"/>
            <p:cNvSpPr/>
            <p:nvPr/>
          </p:nvSpPr>
          <p:spPr>
            <a:xfrm>
              <a:off x="7446212" y="3368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3" name="pt6803"/>
            <p:cNvSpPr/>
            <p:nvPr/>
          </p:nvSpPr>
          <p:spPr>
            <a:xfrm>
              <a:off x="7366453" y="3202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4" name="pt6804"/>
            <p:cNvSpPr/>
            <p:nvPr/>
          </p:nvSpPr>
          <p:spPr>
            <a:xfrm>
              <a:off x="7502906" y="39456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5" name="pt6805"/>
            <p:cNvSpPr/>
            <p:nvPr/>
          </p:nvSpPr>
          <p:spPr>
            <a:xfrm>
              <a:off x="7439487" y="3365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6" name="pt6806"/>
            <p:cNvSpPr/>
            <p:nvPr/>
          </p:nvSpPr>
          <p:spPr>
            <a:xfrm>
              <a:off x="7453562" y="3275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7" name="pt6807"/>
            <p:cNvSpPr/>
            <p:nvPr/>
          </p:nvSpPr>
          <p:spPr>
            <a:xfrm>
              <a:off x="7426381" y="3306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08" name="pt6808"/>
            <p:cNvSpPr/>
            <p:nvPr/>
          </p:nvSpPr>
          <p:spPr>
            <a:xfrm>
              <a:off x="7344602" y="300467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9" name="pt6809"/>
            <p:cNvSpPr/>
            <p:nvPr/>
          </p:nvSpPr>
          <p:spPr>
            <a:xfrm>
              <a:off x="7386126" y="3275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0" name="pt6810"/>
            <p:cNvSpPr/>
            <p:nvPr/>
          </p:nvSpPr>
          <p:spPr>
            <a:xfrm>
              <a:off x="7454550" y="35221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1" name="pt6811"/>
            <p:cNvSpPr/>
            <p:nvPr/>
          </p:nvSpPr>
          <p:spPr>
            <a:xfrm>
              <a:off x="7490404" y="3374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2" name="pt6812"/>
            <p:cNvSpPr/>
            <p:nvPr/>
          </p:nvSpPr>
          <p:spPr>
            <a:xfrm>
              <a:off x="7455673" y="3271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3" name="pt6813"/>
            <p:cNvSpPr/>
            <p:nvPr/>
          </p:nvSpPr>
          <p:spPr>
            <a:xfrm>
              <a:off x="7423524" y="32495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4" name="pt6814"/>
            <p:cNvSpPr/>
            <p:nvPr/>
          </p:nvSpPr>
          <p:spPr>
            <a:xfrm>
              <a:off x="7456617" y="32645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5" name="pt6815"/>
            <p:cNvSpPr/>
            <p:nvPr/>
          </p:nvSpPr>
          <p:spPr>
            <a:xfrm>
              <a:off x="7525479" y="3200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6" name="pt6816"/>
            <p:cNvSpPr/>
            <p:nvPr/>
          </p:nvSpPr>
          <p:spPr>
            <a:xfrm>
              <a:off x="7434199" y="3227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7" name="pt6817"/>
            <p:cNvSpPr/>
            <p:nvPr/>
          </p:nvSpPr>
          <p:spPr>
            <a:xfrm>
              <a:off x="7440917" y="35813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8" name="pt6818"/>
            <p:cNvSpPr/>
            <p:nvPr/>
          </p:nvSpPr>
          <p:spPr>
            <a:xfrm>
              <a:off x="7367382" y="3471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19" name="pt6819"/>
            <p:cNvSpPr/>
            <p:nvPr/>
          </p:nvSpPr>
          <p:spPr>
            <a:xfrm>
              <a:off x="7520020" y="3257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0" name="pt6820"/>
            <p:cNvSpPr/>
            <p:nvPr/>
          </p:nvSpPr>
          <p:spPr>
            <a:xfrm>
              <a:off x="7482585" y="31319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1" name="pt6821"/>
            <p:cNvSpPr/>
            <p:nvPr/>
          </p:nvSpPr>
          <p:spPr>
            <a:xfrm>
              <a:off x="7452026" y="32422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2" name="pt6822"/>
            <p:cNvSpPr/>
            <p:nvPr/>
          </p:nvSpPr>
          <p:spPr>
            <a:xfrm>
              <a:off x="7464444" y="3253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3" name="pt6823"/>
            <p:cNvSpPr/>
            <p:nvPr/>
          </p:nvSpPr>
          <p:spPr>
            <a:xfrm>
              <a:off x="7367539" y="3260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4" name="pt6824"/>
            <p:cNvSpPr/>
            <p:nvPr/>
          </p:nvSpPr>
          <p:spPr>
            <a:xfrm>
              <a:off x="7439918" y="3268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5" name="pt6825"/>
            <p:cNvSpPr/>
            <p:nvPr/>
          </p:nvSpPr>
          <p:spPr>
            <a:xfrm>
              <a:off x="7416371" y="3282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6" name="pt6826"/>
            <p:cNvSpPr/>
            <p:nvPr/>
          </p:nvSpPr>
          <p:spPr>
            <a:xfrm>
              <a:off x="7434927" y="3291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7" name="pt6827"/>
            <p:cNvSpPr/>
            <p:nvPr/>
          </p:nvSpPr>
          <p:spPr>
            <a:xfrm>
              <a:off x="7414922" y="3215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8" name="pt6828"/>
            <p:cNvSpPr/>
            <p:nvPr/>
          </p:nvSpPr>
          <p:spPr>
            <a:xfrm>
              <a:off x="7452796" y="31002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29" name="pt6829"/>
            <p:cNvSpPr/>
            <p:nvPr/>
          </p:nvSpPr>
          <p:spPr>
            <a:xfrm>
              <a:off x="7322392" y="3279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0" name="pt6830"/>
            <p:cNvSpPr/>
            <p:nvPr/>
          </p:nvSpPr>
          <p:spPr>
            <a:xfrm>
              <a:off x="7449453" y="3268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1" name="pt6831"/>
            <p:cNvSpPr/>
            <p:nvPr/>
          </p:nvSpPr>
          <p:spPr>
            <a:xfrm>
              <a:off x="7429453" y="3308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2" name="pt6832"/>
            <p:cNvSpPr/>
            <p:nvPr/>
          </p:nvSpPr>
          <p:spPr>
            <a:xfrm>
              <a:off x="7382824" y="3212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3" name="pt6833"/>
            <p:cNvSpPr/>
            <p:nvPr/>
          </p:nvSpPr>
          <p:spPr>
            <a:xfrm>
              <a:off x="7431571" y="3268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4" name="pt6834"/>
            <p:cNvSpPr/>
            <p:nvPr/>
          </p:nvSpPr>
          <p:spPr>
            <a:xfrm>
              <a:off x="7429683" y="3332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5" name="pt6835"/>
            <p:cNvSpPr/>
            <p:nvPr/>
          </p:nvSpPr>
          <p:spPr>
            <a:xfrm>
              <a:off x="7413500" y="3286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6" name="pt6836"/>
            <p:cNvSpPr/>
            <p:nvPr/>
          </p:nvSpPr>
          <p:spPr>
            <a:xfrm>
              <a:off x="7531215" y="3245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7" name="pt6837"/>
            <p:cNvSpPr/>
            <p:nvPr/>
          </p:nvSpPr>
          <p:spPr>
            <a:xfrm>
              <a:off x="7430953" y="3379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8" name="pt6838"/>
            <p:cNvSpPr/>
            <p:nvPr/>
          </p:nvSpPr>
          <p:spPr>
            <a:xfrm>
              <a:off x="7446504" y="3265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39" name="pt6839"/>
            <p:cNvSpPr/>
            <p:nvPr/>
          </p:nvSpPr>
          <p:spPr>
            <a:xfrm>
              <a:off x="7453769" y="3283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0" name="pt6840"/>
            <p:cNvSpPr/>
            <p:nvPr/>
          </p:nvSpPr>
          <p:spPr>
            <a:xfrm>
              <a:off x="7435871" y="3240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1" name="pt6841"/>
            <p:cNvSpPr/>
            <p:nvPr/>
          </p:nvSpPr>
          <p:spPr>
            <a:xfrm>
              <a:off x="7414688" y="31689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2" name="pt6842"/>
            <p:cNvSpPr/>
            <p:nvPr/>
          </p:nvSpPr>
          <p:spPr>
            <a:xfrm>
              <a:off x="7429105" y="3282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3" name="pt6843"/>
            <p:cNvSpPr/>
            <p:nvPr/>
          </p:nvSpPr>
          <p:spPr>
            <a:xfrm>
              <a:off x="7451941" y="3279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4" name="pt6844"/>
            <p:cNvSpPr/>
            <p:nvPr/>
          </p:nvSpPr>
          <p:spPr>
            <a:xfrm>
              <a:off x="7574729" y="3372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5" name="pt6845"/>
            <p:cNvSpPr/>
            <p:nvPr/>
          </p:nvSpPr>
          <p:spPr>
            <a:xfrm>
              <a:off x="7446332" y="3229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6" name="pt6846"/>
            <p:cNvSpPr/>
            <p:nvPr/>
          </p:nvSpPr>
          <p:spPr>
            <a:xfrm>
              <a:off x="7488888" y="3320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7" name="pt6847"/>
            <p:cNvSpPr/>
            <p:nvPr/>
          </p:nvSpPr>
          <p:spPr>
            <a:xfrm>
              <a:off x="7333543" y="3231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48" name="pt6848"/>
            <p:cNvSpPr/>
            <p:nvPr/>
          </p:nvSpPr>
          <p:spPr>
            <a:xfrm>
              <a:off x="6465538" y="305859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9" name="pt6849"/>
            <p:cNvSpPr/>
            <p:nvPr/>
          </p:nvSpPr>
          <p:spPr>
            <a:xfrm>
              <a:off x="7548780" y="32193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0" name="pt6850"/>
            <p:cNvSpPr/>
            <p:nvPr/>
          </p:nvSpPr>
          <p:spPr>
            <a:xfrm>
              <a:off x="7431806" y="3165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1" name="pt6851"/>
            <p:cNvSpPr/>
            <p:nvPr/>
          </p:nvSpPr>
          <p:spPr>
            <a:xfrm>
              <a:off x="7352802" y="3285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2" name="pt6852"/>
            <p:cNvSpPr/>
            <p:nvPr/>
          </p:nvSpPr>
          <p:spPr>
            <a:xfrm>
              <a:off x="6035275" y="3228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3" name="pt6853"/>
            <p:cNvSpPr/>
            <p:nvPr/>
          </p:nvSpPr>
          <p:spPr>
            <a:xfrm>
              <a:off x="7459992" y="3325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4" name="pt6854"/>
            <p:cNvSpPr/>
            <p:nvPr/>
          </p:nvSpPr>
          <p:spPr>
            <a:xfrm>
              <a:off x="7448978" y="3338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5" name="pt6855"/>
            <p:cNvSpPr/>
            <p:nvPr/>
          </p:nvSpPr>
          <p:spPr>
            <a:xfrm>
              <a:off x="7405667" y="33085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6" name="pt6856"/>
            <p:cNvSpPr/>
            <p:nvPr/>
          </p:nvSpPr>
          <p:spPr>
            <a:xfrm>
              <a:off x="7451310" y="4580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7" name="pt6857"/>
            <p:cNvSpPr/>
            <p:nvPr/>
          </p:nvSpPr>
          <p:spPr>
            <a:xfrm>
              <a:off x="7571184" y="459845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8" name="pt6858"/>
            <p:cNvSpPr/>
            <p:nvPr/>
          </p:nvSpPr>
          <p:spPr>
            <a:xfrm>
              <a:off x="7388186" y="3289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59" name="pt6859"/>
            <p:cNvSpPr/>
            <p:nvPr/>
          </p:nvSpPr>
          <p:spPr>
            <a:xfrm>
              <a:off x="7458876" y="3252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0" name="pt6860"/>
            <p:cNvSpPr/>
            <p:nvPr/>
          </p:nvSpPr>
          <p:spPr>
            <a:xfrm>
              <a:off x="7420102" y="31985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1" name="pt6861"/>
            <p:cNvSpPr/>
            <p:nvPr/>
          </p:nvSpPr>
          <p:spPr>
            <a:xfrm>
              <a:off x="7339967" y="3318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2" name="pt6862"/>
            <p:cNvSpPr/>
            <p:nvPr/>
          </p:nvSpPr>
          <p:spPr>
            <a:xfrm>
              <a:off x="7411260" y="2737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3" name="pt6863"/>
            <p:cNvSpPr/>
            <p:nvPr/>
          </p:nvSpPr>
          <p:spPr>
            <a:xfrm>
              <a:off x="7450059" y="3186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4" name="pt6864"/>
            <p:cNvSpPr/>
            <p:nvPr/>
          </p:nvSpPr>
          <p:spPr>
            <a:xfrm>
              <a:off x="7462461" y="3258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5" name="pt6865"/>
            <p:cNvSpPr/>
            <p:nvPr/>
          </p:nvSpPr>
          <p:spPr>
            <a:xfrm>
              <a:off x="7472718" y="32355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6" name="pt6866"/>
            <p:cNvSpPr/>
            <p:nvPr/>
          </p:nvSpPr>
          <p:spPr>
            <a:xfrm>
              <a:off x="7531571" y="3281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7" name="pt6867"/>
            <p:cNvSpPr/>
            <p:nvPr/>
          </p:nvSpPr>
          <p:spPr>
            <a:xfrm>
              <a:off x="7481716" y="3334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8" name="pt6868"/>
            <p:cNvSpPr/>
            <p:nvPr/>
          </p:nvSpPr>
          <p:spPr>
            <a:xfrm>
              <a:off x="7435079" y="3278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69" name="pt6869"/>
            <p:cNvSpPr/>
            <p:nvPr/>
          </p:nvSpPr>
          <p:spPr>
            <a:xfrm>
              <a:off x="7473692" y="31556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0" name="pt6870"/>
            <p:cNvSpPr/>
            <p:nvPr/>
          </p:nvSpPr>
          <p:spPr>
            <a:xfrm>
              <a:off x="7440620" y="33148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1" name="pt6871"/>
            <p:cNvSpPr/>
            <p:nvPr/>
          </p:nvSpPr>
          <p:spPr>
            <a:xfrm>
              <a:off x="7347776" y="3250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2" name="pt6872"/>
            <p:cNvSpPr/>
            <p:nvPr/>
          </p:nvSpPr>
          <p:spPr>
            <a:xfrm>
              <a:off x="7447733" y="3317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3" name="pt6873"/>
            <p:cNvSpPr/>
            <p:nvPr/>
          </p:nvSpPr>
          <p:spPr>
            <a:xfrm>
              <a:off x="7512934" y="32315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4" name="pt6874"/>
            <p:cNvSpPr/>
            <p:nvPr/>
          </p:nvSpPr>
          <p:spPr>
            <a:xfrm>
              <a:off x="7402454" y="3330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5" name="pt6875"/>
            <p:cNvSpPr/>
            <p:nvPr/>
          </p:nvSpPr>
          <p:spPr>
            <a:xfrm>
              <a:off x="7446005" y="32928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6" name="pt6876"/>
            <p:cNvSpPr/>
            <p:nvPr/>
          </p:nvSpPr>
          <p:spPr>
            <a:xfrm>
              <a:off x="7473083" y="3072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7" name="pt6877"/>
            <p:cNvSpPr/>
            <p:nvPr/>
          </p:nvSpPr>
          <p:spPr>
            <a:xfrm>
              <a:off x="7640843" y="3327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8" name="pt6878"/>
            <p:cNvSpPr/>
            <p:nvPr/>
          </p:nvSpPr>
          <p:spPr>
            <a:xfrm>
              <a:off x="7448273" y="3321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79" name="pt6879"/>
            <p:cNvSpPr/>
            <p:nvPr/>
          </p:nvSpPr>
          <p:spPr>
            <a:xfrm>
              <a:off x="7477435" y="3148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0" name="pt6880"/>
            <p:cNvSpPr/>
            <p:nvPr/>
          </p:nvSpPr>
          <p:spPr>
            <a:xfrm>
              <a:off x="7462814" y="3104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1" name="pt6881"/>
            <p:cNvSpPr/>
            <p:nvPr/>
          </p:nvSpPr>
          <p:spPr>
            <a:xfrm>
              <a:off x="7473199" y="3313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2" name="pt6882"/>
            <p:cNvSpPr/>
            <p:nvPr/>
          </p:nvSpPr>
          <p:spPr>
            <a:xfrm>
              <a:off x="7511210" y="3267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3" name="pt6883"/>
            <p:cNvSpPr/>
            <p:nvPr/>
          </p:nvSpPr>
          <p:spPr>
            <a:xfrm>
              <a:off x="7467010" y="32651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4" name="pt6884"/>
            <p:cNvSpPr/>
            <p:nvPr/>
          </p:nvSpPr>
          <p:spPr>
            <a:xfrm>
              <a:off x="7406368" y="32906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5" name="pt6885"/>
            <p:cNvSpPr/>
            <p:nvPr/>
          </p:nvSpPr>
          <p:spPr>
            <a:xfrm>
              <a:off x="7493619" y="32795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6" name="pt6886"/>
            <p:cNvSpPr/>
            <p:nvPr/>
          </p:nvSpPr>
          <p:spPr>
            <a:xfrm>
              <a:off x="7434101" y="3215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7" name="pt6887"/>
            <p:cNvSpPr/>
            <p:nvPr/>
          </p:nvSpPr>
          <p:spPr>
            <a:xfrm>
              <a:off x="7392625" y="3289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8" name="pt6888"/>
            <p:cNvSpPr/>
            <p:nvPr/>
          </p:nvSpPr>
          <p:spPr>
            <a:xfrm>
              <a:off x="6886949" y="32960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89" name="pt6889"/>
            <p:cNvSpPr/>
            <p:nvPr/>
          </p:nvSpPr>
          <p:spPr>
            <a:xfrm>
              <a:off x="7436727" y="3278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0" name="pt6890"/>
            <p:cNvSpPr/>
            <p:nvPr/>
          </p:nvSpPr>
          <p:spPr>
            <a:xfrm>
              <a:off x="8022755" y="430537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1" name="pt6891"/>
            <p:cNvSpPr/>
            <p:nvPr/>
          </p:nvSpPr>
          <p:spPr>
            <a:xfrm>
              <a:off x="7468660" y="3320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2" name="pt6892"/>
            <p:cNvSpPr/>
            <p:nvPr/>
          </p:nvSpPr>
          <p:spPr>
            <a:xfrm>
              <a:off x="7428218" y="3283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3" name="pt6893"/>
            <p:cNvSpPr/>
            <p:nvPr/>
          </p:nvSpPr>
          <p:spPr>
            <a:xfrm>
              <a:off x="7347760" y="3294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4" name="pt6894"/>
            <p:cNvSpPr/>
            <p:nvPr/>
          </p:nvSpPr>
          <p:spPr>
            <a:xfrm>
              <a:off x="7433487" y="3143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5" name="pt6895"/>
            <p:cNvSpPr/>
            <p:nvPr/>
          </p:nvSpPr>
          <p:spPr>
            <a:xfrm>
              <a:off x="7328343" y="299693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6" name="pt6896"/>
            <p:cNvSpPr/>
            <p:nvPr/>
          </p:nvSpPr>
          <p:spPr>
            <a:xfrm>
              <a:off x="7442641" y="3251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7" name="pt6897"/>
            <p:cNvSpPr/>
            <p:nvPr/>
          </p:nvSpPr>
          <p:spPr>
            <a:xfrm>
              <a:off x="7564943" y="3265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8" name="pt6898"/>
            <p:cNvSpPr/>
            <p:nvPr/>
          </p:nvSpPr>
          <p:spPr>
            <a:xfrm>
              <a:off x="7496957" y="3279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899" name="pt6899"/>
            <p:cNvSpPr/>
            <p:nvPr/>
          </p:nvSpPr>
          <p:spPr>
            <a:xfrm>
              <a:off x="7437762" y="3289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0" name="pt6900"/>
            <p:cNvSpPr/>
            <p:nvPr/>
          </p:nvSpPr>
          <p:spPr>
            <a:xfrm>
              <a:off x="7501021" y="3257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1" name="pt6901"/>
            <p:cNvSpPr/>
            <p:nvPr/>
          </p:nvSpPr>
          <p:spPr>
            <a:xfrm>
              <a:off x="7414899" y="3255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2" name="pt6902"/>
            <p:cNvSpPr/>
            <p:nvPr/>
          </p:nvSpPr>
          <p:spPr>
            <a:xfrm>
              <a:off x="7466370" y="33100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3" name="pt6903"/>
            <p:cNvSpPr/>
            <p:nvPr/>
          </p:nvSpPr>
          <p:spPr>
            <a:xfrm>
              <a:off x="7466972" y="3224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4" name="pt6904"/>
            <p:cNvSpPr/>
            <p:nvPr/>
          </p:nvSpPr>
          <p:spPr>
            <a:xfrm>
              <a:off x="7431913" y="2883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5" name="pt6905"/>
            <p:cNvSpPr/>
            <p:nvPr/>
          </p:nvSpPr>
          <p:spPr>
            <a:xfrm>
              <a:off x="7498784" y="3289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6" name="pt6906"/>
            <p:cNvSpPr/>
            <p:nvPr/>
          </p:nvSpPr>
          <p:spPr>
            <a:xfrm>
              <a:off x="7448718" y="3441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7" name="pt6907"/>
            <p:cNvSpPr/>
            <p:nvPr/>
          </p:nvSpPr>
          <p:spPr>
            <a:xfrm>
              <a:off x="7392693" y="32935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8" name="pt6908"/>
            <p:cNvSpPr/>
            <p:nvPr/>
          </p:nvSpPr>
          <p:spPr>
            <a:xfrm>
              <a:off x="7442507" y="30716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09" name="pt6909"/>
            <p:cNvSpPr/>
            <p:nvPr/>
          </p:nvSpPr>
          <p:spPr>
            <a:xfrm>
              <a:off x="7511260" y="3278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0" name="pt6910"/>
            <p:cNvSpPr/>
            <p:nvPr/>
          </p:nvSpPr>
          <p:spPr>
            <a:xfrm>
              <a:off x="7471026" y="3212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1" name="pt6911"/>
            <p:cNvSpPr/>
            <p:nvPr/>
          </p:nvSpPr>
          <p:spPr>
            <a:xfrm>
              <a:off x="7479496" y="3279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2" name="pt6912"/>
            <p:cNvSpPr/>
            <p:nvPr/>
          </p:nvSpPr>
          <p:spPr>
            <a:xfrm>
              <a:off x="7364956" y="3310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3" name="pt6913"/>
            <p:cNvSpPr/>
            <p:nvPr/>
          </p:nvSpPr>
          <p:spPr>
            <a:xfrm>
              <a:off x="7454791" y="3249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4" name="pt6914"/>
            <p:cNvSpPr/>
            <p:nvPr/>
          </p:nvSpPr>
          <p:spPr>
            <a:xfrm>
              <a:off x="7414983" y="3239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5" name="pt6915"/>
            <p:cNvSpPr/>
            <p:nvPr/>
          </p:nvSpPr>
          <p:spPr>
            <a:xfrm>
              <a:off x="7442831" y="2962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6" name="pt6916"/>
            <p:cNvSpPr/>
            <p:nvPr/>
          </p:nvSpPr>
          <p:spPr>
            <a:xfrm>
              <a:off x="7434167" y="3322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7" name="pt6917"/>
            <p:cNvSpPr/>
            <p:nvPr/>
          </p:nvSpPr>
          <p:spPr>
            <a:xfrm>
              <a:off x="7424361" y="32096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8" name="pt6918"/>
            <p:cNvSpPr/>
            <p:nvPr/>
          </p:nvSpPr>
          <p:spPr>
            <a:xfrm>
              <a:off x="7443486" y="3296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19" name="pt6919"/>
            <p:cNvSpPr/>
            <p:nvPr/>
          </p:nvSpPr>
          <p:spPr>
            <a:xfrm>
              <a:off x="7484841" y="3258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0" name="pt6920"/>
            <p:cNvSpPr/>
            <p:nvPr/>
          </p:nvSpPr>
          <p:spPr>
            <a:xfrm>
              <a:off x="7391086" y="3315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1" name="pt6921"/>
            <p:cNvSpPr/>
            <p:nvPr/>
          </p:nvSpPr>
          <p:spPr>
            <a:xfrm>
              <a:off x="7398544" y="32717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2" name="pt6922"/>
            <p:cNvSpPr/>
            <p:nvPr/>
          </p:nvSpPr>
          <p:spPr>
            <a:xfrm>
              <a:off x="7416195" y="3284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3" name="pt6923"/>
            <p:cNvSpPr/>
            <p:nvPr/>
          </p:nvSpPr>
          <p:spPr>
            <a:xfrm>
              <a:off x="7416175" y="32320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4" name="pt6924"/>
            <p:cNvSpPr/>
            <p:nvPr/>
          </p:nvSpPr>
          <p:spPr>
            <a:xfrm>
              <a:off x="7485852" y="32499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5" name="pt6925"/>
            <p:cNvSpPr/>
            <p:nvPr/>
          </p:nvSpPr>
          <p:spPr>
            <a:xfrm>
              <a:off x="7442348" y="3280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6" name="pt6926"/>
            <p:cNvSpPr/>
            <p:nvPr/>
          </p:nvSpPr>
          <p:spPr>
            <a:xfrm>
              <a:off x="7306925" y="31957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7" name="pt6927"/>
            <p:cNvSpPr/>
            <p:nvPr/>
          </p:nvSpPr>
          <p:spPr>
            <a:xfrm>
              <a:off x="7469524" y="3214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8" name="pt6928"/>
            <p:cNvSpPr/>
            <p:nvPr/>
          </p:nvSpPr>
          <p:spPr>
            <a:xfrm>
              <a:off x="7543866" y="32433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29" name="pt6929"/>
            <p:cNvSpPr/>
            <p:nvPr/>
          </p:nvSpPr>
          <p:spPr>
            <a:xfrm>
              <a:off x="7481140" y="2895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0" name="pt6930"/>
            <p:cNvSpPr/>
            <p:nvPr/>
          </p:nvSpPr>
          <p:spPr>
            <a:xfrm>
              <a:off x="7400253" y="3242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1" name="pt6931"/>
            <p:cNvSpPr/>
            <p:nvPr/>
          </p:nvSpPr>
          <p:spPr>
            <a:xfrm>
              <a:off x="7507545" y="3279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2" name="pt6932"/>
            <p:cNvSpPr/>
            <p:nvPr/>
          </p:nvSpPr>
          <p:spPr>
            <a:xfrm>
              <a:off x="7402651" y="32914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3" name="pt6933"/>
            <p:cNvSpPr/>
            <p:nvPr/>
          </p:nvSpPr>
          <p:spPr>
            <a:xfrm>
              <a:off x="7423706" y="3302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4" name="pt6934"/>
            <p:cNvSpPr/>
            <p:nvPr/>
          </p:nvSpPr>
          <p:spPr>
            <a:xfrm>
              <a:off x="7368503" y="3261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5" name="pt6935"/>
            <p:cNvSpPr/>
            <p:nvPr/>
          </p:nvSpPr>
          <p:spPr>
            <a:xfrm>
              <a:off x="7428438" y="3251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6" name="pt6936"/>
            <p:cNvSpPr/>
            <p:nvPr/>
          </p:nvSpPr>
          <p:spPr>
            <a:xfrm>
              <a:off x="7416933" y="3149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7" name="pt6937"/>
            <p:cNvSpPr/>
            <p:nvPr/>
          </p:nvSpPr>
          <p:spPr>
            <a:xfrm>
              <a:off x="7370807" y="3269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8" name="pt6938"/>
            <p:cNvSpPr/>
            <p:nvPr/>
          </p:nvSpPr>
          <p:spPr>
            <a:xfrm>
              <a:off x="7426722" y="32248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39" name="pt6939"/>
            <p:cNvSpPr/>
            <p:nvPr/>
          </p:nvSpPr>
          <p:spPr>
            <a:xfrm>
              <a:off x="7473604" y="3248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0" name="pt6940"/>
            <p:cNvSpPr/>
            <p:nvPr/>
          </p:nvSpPr>
          <p:spPr>
            <a:xfrm>
              <a:off x="7500058" y="3290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1" name="pt6941"/>
            <p:cNvSpPr/>
            <p:nvPr/>
          </p:nvSpPr>
          <p:spPr>
            <a:xfrm>
              <a:off x="7444252" y="4386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2" name="pt6942"/>
            <p:cNvSpPr/>
            <p:nvPr/>
          </p:nvSpPr>
          <p:spPr>
            <a:xfrm>
              <a:off x="7529826" y="3252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3" name="pt6943"/>
            <p:cNvSpPr/>
            <p:nvPr/>
          </p:nvSpPr>
          <p:spPr>
            <a:xfrm>
              <a:off x="7489412" y="3204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4" name="pt6944"/>
            <p:cNvSpPr/>
            <p:nvPr/>
          </p:nvSpPr>
          <p:spPr>
            <a:xfrm>
              <a:off x="7348360" y="3250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5" name="pt6945"/>
            <p:cNvSpPr/>
            <p:nvPr/>
          </p:nvSpPr>
          <p:spPr>
            <a:xfrm>
              <a:off x="7515371" y="3436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6" name="pt6946"/>
            <p:cNvSpPr/>
            <p:nvPr/>
          </p:nvSpPr>
          <p:spPr>
            <a:xfrm>
              <a:off x="7472826" y="3261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7" name="pt6947"/>
            <p:cNvSpPr/>
            <p:nvPr/>
          </p:nvSpPr>
          <p:spPr>
            <a:xfrm>
              <a:off x="7548839" y="3285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8" name="pt6948"/>
            <p:cNvSpPr/>
            <p:nvPr/>
          </p:nvSpPr>
          <p:spPr>
            <a:xfrm>
              <a:off x="7501891" y="32438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49" name="pt6949"/>
            <p:cNvSpPr/>
            <p:nvPr/>
          </p:nvSpPr>
          <p:spPr>
            <a:xfrm>
              <a:off x="7405821" y="3240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0" name="pt6950"/>
            <p:cNvSpPr/>
            <p:nvPr/>
          </p:nvSpPr>
          <p:spPr>
            <a:xfrm>
              <a:off x="7438183" y="3292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1" name="pt6951"/>
            <p:cNvSpPr/>
            <p:nvPr/>
          </p:nvSpPr>
          <p:spPr>
            <a:xfrm>
              <a:off x="7403178" y="3254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2" name="pt6952"/>
            <p:cNvSpPr/>
            <p:nvPr/>
          </p:nvSpPr>
          <p:spPr>
            <a:xfrm>
              <a:off x="7443510" y="2740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3" name="pt6953"/>
            <p:cNvSpPr/>
            <p:nvPr/>
          </p:nvSpPr>
          <p:spPr>
            <a:xfrm>
              <a:off x="7509677" y="3281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4" name="pt6954"/>
            <p:cNvSpPr/>
            <p:nvPr/>
          </p:nvSpPr>
          <p:spPr>
            <a:xfrm>
              <a:off x="7481201" y="3134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5" name="pt6955"/>
            <p:cNvSpPr/>
            <p:nvPr/>
          </p:nvSpPr>
          <p:spPr>
            <a:xfrm>
              <a:off x="7600502" y="3271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6" name="pt6956"/>
            <p:cNvSpPr/>
            <p:nvPr/>
          </p:nvSpPr>
          <p:spPr>
            <a:xfrm>
              <a:off x="7497611" y="3288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7" name="pt6957"/>
            <p:cNvSpPr/>
            <p:nvPr/>
          </p:nvSpPr>
          <p:spPr>
            <a:xfrm>
              <a:off x="7380756" y="3397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8" name="pt6958"/>
            <p:cNvSpPr/>
            <p:nvPr/>
          </p:nvSpPr>
          <p:spPr>
            <a:xfrm>
              <a:off x="7443796" y="3348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59" name="pt6959"/>
            <p:cNvSpPr/>
            <p:nvPr/>
          </p:nvSpPr>
          <p:spPr>
            <a:xfrm>
              <a:off x="7525922" y="3292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0" name="pt6960"/>
            <p:cNvSpPr/>
            <p:nvPr/>
          </p:nvSpPr>
          <p:spPr>
            <a:xfrm>
              <a:off x="7460532" y="3069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1" name="pt6961"/>
            <p:cNvSpPr/>
            <p:nvPr/>
          </p:nvSpPr>
          <p:spPr>
            <a:xfrm>
              <a:off x="7467341" y="32793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2" name="pt6962"/>
            <p:cNvSpPr/>
            <p:nvPr/>
          </p:nvSpPr>
          <p:spPr>
            <a:xfrm>
              <a:off x="7623274" y="32386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3" name="pt6963"/>
            <p:cNvSpPr/>
            <p:nvPr/>
          </p:nvSpPr>
          <p:spPr>
            <a:xfrm>
              <a:off x="7491120" y="3263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4" name="pt6964"/>
            <p:cNvSpPr/>
            <p:nvPr/>
          </p:nvSpPr>
          <p:spPr>
            <a:xfrm>
              <a:off x="7497148" y="3051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5" name="pt6965"/>
            <p:cNvSpPr/>
            <p:nvPr/>
          </p:nvSpPr>
          <p:spPr>
            <a:xfrm>
              <a:off x="7396197" y="31395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6" name="pt6966"/>
            <p:cNvSpPr/>
            <p:nvPr/>
          </p:nvSpPr>
          <p:spPr>
            <a:xfrm>
              <a:off x="7396922" y="32910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7" name="pt6967"/>
            <p:cNvSpPr/>
            <p:nvPr/>
          </p:nvSpPr>
          <p:spPr>
            <a:xfrm>
              <a:off x="7477424" y="3175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8" name="pt6968"/>
            <p:cNvSpPr/>
            <p:nvPr/>
          </p:nvSpPr>
          <p:spPr>
            <a:xfrm>
              <a:off x="7437445" y="3111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69" name="pt6969"/>
            <p:cNvSpPr/>
            <p:nvPr/>
          </p:nvSpPr>
          <p:spPr>
            <a:xfrm>
              <a:off x="7472674" y="3303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0" name="pt6970"/>
            <p:cNvSpPr/>
            <p:nvPr/>
          </p:nvSpPr>
          <p:spPr>
            <a:xfrm>
              <a:off x="7471962" y="3351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1" name="pt6971"/>
            <p:cNvSpPr/>
            <p:nvPr/>
          </p:nvSpPr>
          <p:spPr>
            <a:xfrm>
              <a:off x="7512315" y="3074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2" name="pt6972"/>
            <p:cNvSpPr/>
            <p:nvPr/>
          </p:nvSpPr>
          <p:spPr>
            <a:xfrm>
              <a:off x="7465974" y="31721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3" name="pt6973"/>
            <p:cNvSpPr/>
            <p:nvPr/>
          </p:nvSpPr>
          <p:spPr>
            <a:xfrm>
              <a:off x="7502789" y="3256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4" name="pt6974"/>
            <p:cNvSpPr/>
            <p:nvPr/>
          </p:nvSpPr>
          <p:spPr>
            <a:xfrm>
              <a:off x="7467848" y="32763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5" name="pt6975"/>
            <p:cNvSpPr/>
            <p:nvPr/>
          </p:nvSpPr>
          <p:spPr>
            <a:xfrm>
              <a:off x="7455798" y="3233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6" name="pt6976"/>
            <p:cNvSpPr/>
            <p:nvPr/>
          </p:nvSpPr>
          <p:spPr>
            <a:xfrm>
              <a:off x="7248522" y="358304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7" name="pt6977"/>
            <p:cNvSpPr/>
            <p:nvPr/>
          </p:nvSpPr>
          <p:spPr>
            <a:xfrm>
              <a:off x="7466967" y="3341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8" name="pt6978"/>
            <p:cNvSpPr/>
            <p:nvPr/>
          </p:nvSpPr>
          <p:spPr>
            <a:xfrm>
              <a:off x="7468905" y="3279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79" name="pt6979"/>
            <p:cNvSpPr/>
            <p:nvPr/>
          </p:nvSpPr>
          <p:spPr>
            <a:xfrm>
              <a:off x="7427136" y="3290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0" name="pt6980"/>
            <p:cNvSpPr/>
            <p:nvPr/>
          </p:nvSpPr>
          <p:spPr>
            <a:xfrm>
              <a:off x="7470829" y="33208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1" name="pt6981"/>
            <p:cNvSpPr/>
            <p:nvPr/>
          </p:nvSpPr>
          <p:spPr>
            <a:xfrm>
              <a:off x="7420739" y="32318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2" name="pt6982"/>
            <p:cNvSpPr/>
            <p:nvPr/>
          </p:nvSpPr>
          <p:spPr>
            <a:xfrm>
              <a:off x="7435046" y="3259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3" name="pt6983"/>
            <p:cNvSpPr/>
            <p:nvPr/>
          </p:nvSpPr>
          <p:spPr>
            <a:xfrm>
              <a:off x="7408014" y="3305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4" name="pt6984"/>
            <p:cNvSpPr/>
            <p:nvPr/>
          </p:nvSpPr>
          <p:spPr>
            <a:xfrm>
              <a:off x="7467352" y="3272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5" name="pt6985"/>
            <p:cNvSpPr/>
            <p:nvPr/>
          </p:nvSpPr>
          <p:spPr>
            <a:xfrm>
              <a:off x="7451755" y="3124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6" name="pt6986"/>
            <p:cNvSpPr/>
            <p:nvPr/>
          </p:nvSpPr>
          <p:spPr>
            <a:xfrm>
              <a:off x="7472607" y="32369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7" name="pt6987"/>
            <p:cNvSpPr/>
            <p:nvPr/>
          </p:nvSpPr>
          <p:spPr>
            <a:xfrm>
              <a:off x="7469519" y="3268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8" name="pt6988"/>
            <p:cNvSpPr/>
            <p:nvPr/>
          </p:nvSpPr>
          <p:spPr>
            <a:xfrm>
              <a:off x="7435825" y="31633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89" name="pt6989"/>
            <p:cNvSpPr/>
            <p:nvPr/>
          </p:nvSpPr>
          <p:spPr>
            <a:xfrm>
              <a:off x="7415020" y="32889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0" name="pt6990"/>
            <p:cNvSpPr/>
            <p:nvPr/>
          </p:nvSpPr>
          <p:spPr>
            <a:xfrm>
              <a:off x="7446891" y="3249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1" name="pt6991"/>
            <p:cNvSpPr/>
            <p:nvPr/>
          </p:nvSpPr>
          <p:spPr>
            <a:xfrm>
              <a:off x="7430434" y="33151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2" name="pt6992"/>
            <p:cNvSpPr/>
            <p:nvPr/>
          </p:nvSpPr>
          <p:spPr>
            <a:xfrm>
              <a:off x="7487489" y="3274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3" name="pt6993"/>
            <p:cNvSpPr/>
            <p:nvPr/>
          </p:nvSpPr>
          <p:spPr>
            <a:xfrm>
              <a:off x="7548411" y="32664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4" name="pt6994"/>
            <p:cNvSpPr/>
            <p:nvPr/>
          </p:nvSpPr>
          <p:spPr>
            <a:xfrm>
              <a:off x="7423950" y="3233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5" name="pt6995"/>
            <p:cNvSpPr/>
            <p:nvPr/>
          </p:nvSpPr>
          <p:spPr>
            <a:xfrm>
              <a:off x="7487385" y="3174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6" name="pt6996"/>
            <p:cNvSpPr/>
            <p:nvPr/>
          </p:nvSpPr>
          <p:spPr>
            <a:xfrm>
              <a:off x="7454154" y="3227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7" name="pt6997"/>
            <p:cNvSpPr/>
            <p:nvPr/>
          </p:nvSpPr>
          <p:spPr>
            <a:xfrm>
              <a:off x="7483619" y="3106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8" name="pt6998"/>
            <p:cNvSpPr/>
            <p:nvPr/>
          </p:nvSpPr>
          <p:spPr>
            <a:xfrm>
              <a:off x="7471978" y="3214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6999" name="pt6999"/>
            <p:cNvSpPr/>
            <p:nvPr/>
          </p:nvSpPr>
          <p:spPr>
            <a:xfrm>
              <a:off x="7456605" y="2913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0" name="pt7000"/>
            <p:cNvSpPr/>
            <p:nvPr/>
          </p:nvSpPr>
          <p:spPr>
            <a:xfrm>
              <a:off x="7459402" y="3359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1" name="pt7001"/>
            <p:cNvSpPr/>
            <p:nvPr/>
          </p:nvSpPr>
          <p:spPr>
            <a:xfrm>
              <a:off x="7441608" y="2986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2" name="pt7002"/>
            <p:cNvSpPr/>
            <p:nvPr/>
          </p:nvSpPr>
          <p:spPr>
            <a:xfrm>
              <a:off x="7493327" y="3131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3" name="pt7003"/>
            <p:cNvSpPr/>
            <p:nvPr/>
          </p:nvSpPr>
          <p:spPr>
            <a:xfrm>
              <a:off x="7717092" y="3305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4" name="pt7004"/>
            <p:cNvSpPr/>
            <p:nvPr/>
          </p:nvSpPr>
          <p:spPr>
            <a:xfrm>
              <a:off x="7447470" y="3290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5" name="pt7005"/>
            <p:cNvSpPr/>
            <p:nvPr/>
          </p:nvSpPr>
          <p:spPr>
            <a:xfrm>
              <a:off x="7451700" y="3267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6" name="pt7006"/>
            <p:cNvSpPr/>
            <p:nvPr/>
          </p:nvSpPr>
          <p:spPr>
            <a:xfrm>
              <a:off x="7396626" y="3512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7" name="pt7007"/>
            <p:cNvSpPr/>
            <p:nvPr/>
          </p:nvSpPr>
          <p:spPr>
            <a:xfrm>
              <a:off x="7452472" y="3342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8" name="pt7008"/>
            <p:cNvSpPr/>
            <p:nvPr/>
          </p:nvSpPr>
          <p:spPr>
            <a:xfrm>
              <a:off x="7445860" y="3276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09" name="pt7009"/>
            <p:cNvSpPr/>
            <p:nvPr/>
          </p:nvSpPr>
          <p:spPr>
            <a:xfrm>
              <a:off x="7479390" y="29749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0" name="pt7010"/>
            <p:cNvSpPr/>
            <p:nvPr/>
          </p:nvSpPr>
          <p:spPr>
            <a:xfrm>
              <a:off x="7397583" y="3308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1" name="pt7011"/>
            <p:cNvSpPr/>
            <p:nvPr/>
          </p:nvSpPr>
          <p:spPr>
            <a:xfrm>
              <a:off x="7425526" y="3306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2" name="pt7012"/>
            <p:cNvSpPr/>
            <p:nvPr/>
          </p:nvSpPr>
          <p:spPr>
            <a:xfrm>
              <a:off x="7468270" y="3222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3" name="pt7013"/>
            <p:cNvSpPr/>
            <p:nvPr/>
          </p:nvSpPr>
          <p:spPr>
            <a:xfrm>
              <a:off x="7167416" y="3272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4" name="pt7014"/>
            <p:cNvSpPr/>
            <p:nvPr/>
          </p:nvSpPr>
          <p:spPr>
            <a:xfrm>
              <a:off x="7447491" y="32881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5" name="pt7015"/>
            <p:cNvSpPr/>
            <p:nvPr/>
          </p:nvSpPr>
          <p:spPr>
            <a:xfrm>
              <a:off x="7440279" y="3211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6" name="pt7016"/>
            <p:cNvSpPr/>
            <p:nvPr/>
          </p:nvSpPr>
          <p:spPr>
            <a:xfrm>
              <a:off x="7429022" y="3239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7" name="pt7017"/>
            <p:cNvSpPr/>
            <p:nvPr/>
          </p:nvSpPr>
          <p:spPr>
            <a:xfrm>
              <a:off x="7501416" y="3289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8" name="pt7018"/>
            <p:cNvSpPr/>
            <p:nvPr/>
          </p:nvSpPr>
          <p:spPr>
            <a:xfrm>
              <a:off x="7492910" y="3210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19" name="pt7019"/>
            <p:cNvSpPr/>
            <p:nvPr/>
          </p:nvSpPr>
          <p:spPr>
            <a:xfrm>
              <a:off x="7449738" y="28765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0" name="pt7020"/>
            <p:cNvSpPr/>
            <p:nvPr/>
          </p:nvSpPr>
          <p:spPr>
            <a:xfrm>
              <a:off x="7461353" y="2972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1" name="pt7021"/>
            <p:cNvSpPr/>
            <p:nvPr/>
          </p:nvSpPr>
          <p:spPr>
            <a:xfrm>
              <a:off x="7409071" y="3283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2" name="pt7022"/>
            <p:cNvSpPr/>
            <p:nvPr/>
          </p:nvSpPr>
          <p:spPr>
            <a:xfrm>
              <a:off x="7325340" y="3310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3" name="pt7023"/>
            <p:cNvSpPr/>
            <p:nvPr/>
          </p:nvSpPr>
          <p:spPr>
            <a:xfrm>
              <a:off x="7470519" y="3284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4" name="pt7024"/>
            <p:cNvSpPr/>
            <p:nvPr/>
          </p:nvSpPr>
          <p:spPr>
            <a:xfrm>
              <a:off x="7489568" y="3206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5" name="pt7025"/>
            <p:cNvSpPr/>
            <p:nvPr/>
          </p:nvSpPr>
          <p:spPr>
            <a:xfrm>
              <a:off x="7478129" y="3138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6" name="pt7026"/>
            <p:cNvSpPr/>
            <p:nvPr/>
          </p:nvSpPr>
          <p:spPr>
            <a:xfrm>
              <a:off x="7393102" y="3270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7" name="pt7027"/>
            <p:cNvSpPr/>
            <p:nvPr/>
          </p:nvSpPr>
          <p:spPr>
            <a:xfrm>
              <a:off x="7419473" y="3214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8" name="pt7028"/>
            <p:cNvSpPr/>
            <p:nvPr/>
          </p:nvSpPr>
          <p:spPr>
            <a:xfrm>
              <a:off x="7452750" y="3111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29" name="pt7029"/>
            <p:cNvSpPr/>
            <p:nvPr/>
          </p:nvSpPr>
          <p:spPr>
            <a:xfrm>
              <a:off x="7375750" y="3313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0" name="pt7030"/>
            <p:cNvSpPr/>
            <p:nvPr/>
          </p:nvSpPr>
          <p:spPr>
            <a:xfrm>
              <a:off x="7409648" y="32803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1" name="pt7031"/>
            <p:cNvSpPr/>
            <p:nvPr/>
          </p:nvSpPr>
          <p:spPr>
            <a:xfrm>
              <a:off x="7436859" y="32559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2" name="pt7032"/>
            <p:cNvSpPr/>
            <p:nvPr/>
          </p:nvSpPr>
          <p:spPr>
            <a:xfrm>
              <a:off x="7507524" y="32482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3" name="pt7033"/>
            <p:cNvSpPr/>
            <p:nvPr/>
          </p:nvSpPr>
          <p:spPr>
            <a:xfrm>
              <a:off x="7489886" y="3238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4" name="pt7034"/>
            <p:cNvSpPr/>
            <p:nvPr/>
          </p:nvSpPr>
          <p:spPr>
            <a:xfrm>
              <a:off x="7494510" y="3221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5" name="pt7035"/>
            <p:cNvSpPr/>
            <p:nvPr/>
          </p:nvSpPr>
          <p:spPr>
            <a:xfrm>
              <a:off x="7510721" y="3226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6" name="pt7036"/>
            <p:cNvSpPr/>
            <p:nvPr/>
          </p:nvSpPr>
          <p:spPr>
            <a:xfrm>
              <a:off x="7501479" y="3244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7" name="pt7037"/>
            <p:cNvSpPr/>
            <p:nvPr/>
          </p:nvSpPr>
          <p:spPr>
            <a:xfrm>
              <a:off x="7438405" y="3227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38" name="pt7038"/>
            <p:cNvSpPr/>
            <p:nvPr/>
          </p:nvSpPr>
          <p:spPr>
            <a:xfrm>
              <a:off x="7669118" y="3445780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39" name="pt7039"/>
            <p:cNvSpPr/>
            <p:nvPr/>
          </p:nvSpPr>
          <p:spPr>
            <a:xfrm>
              <a:off x="7462983" y="3045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0" name="pt7040"/>
            <p:cNvSpPr/>
            <p:nvPr/>
          </p:nvSpPr>
          <p:spPr>
            <a:xfrm>
              <a:off x="7475406" y="32270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1" name="pt7041"/>
            <p:cNvSpPr/>
            <p:nvPr/>
          </p:nvSpPr>
          <p:spPr>
            <a:xfrm>
              <a:off x="7467733" y="33092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2" name="pt7042"/>
            <p:cNvSpPr/>
            <p:nvPr/>
          </p:nvSpPr>
          <p:spPr>
            <a:xfrm>
              <a:off x="7499099" y="3255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3" name="pt7043"/>
            <p:cNvSpPr/>
            <p:nvPr/>
          </p:nvSpPr>
          <p:spPr>
            <a:xfrm>
              <a:off x="7428732" y="2938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4" name="pt7044"/>
            <p:cNvSpPr/>
            <p:nvPr/>
          </p:nvSpPr>
          <p:spPr>
            <a:xfrm>
              <a:off x="7549564" y="305307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45" name="pt7045"/>
            <p:cNvSpPr/>
            <p:nvPr/>
          </p:nvSpPr>
          <p:spPr>
            <a:xfrm>
              <a:off x="7432980" y="3284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6" name="pt7046"/>
            <p:cNvSpPr/>
            <p:nvPr/>
          </p:nvSpPr>
          <p:spPr>
            <a:xfrm>
              <a:off x="7502658" y="3220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7" name="pt7047"/>
            <p:cNvSpPr/>
            <p:nvPr/>
          </p:nvSpPr>
          <p:spPr>
            <a:xfrm>
              <a:off x="7478921" y="3289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8" name="pt7048"/>
            <p:cNvSpPr/>
            <p:nvPr/>
          </p:nvSpPr>
          <p:spPr>
            <a:xfrm>
              <a:off x="7307801" y="3244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49" name="pt7049"/>
            <p:cNvSpPr/>
            <p:nvPr/>
          </p:nvSpPr>
          <p:spPr>
            <a:xfrm>
              <a:off x="7395902" y="3278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0" name="pt7050"/>
            <p:cNvSpPr/>
            <p:nvPr/>
          </p:nvSpPr>
          <p:spPr>
            <a:xfrm>
              <a:off x="7371123" y="3696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1" name="pt7051"/>
            <p:cNvSpPr/>
            <p:nvPr/>
          </p:nvSpPr>
          <p:spPr>
            <a:xfrm>
              <a:off x="7557605" y="3288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2" name="pt7052"/>
            <p:cNvSpPr/>
            <p:nvPr/>
          </p:nvSpPr>
          <p:spPr>
            <a:xfrm>
              <a:off x="7436538" y="3122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3" name="pt7053"/>
            <p:cNvSpPr/>
            <p:nvPr/>
          </p:nvSpPr>
          <p:spPr>
            <a:xfrm>
              <a:off x="7413528" y="28736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4" name="pt7054"/>
            <p:cNvSpPr/>
            <p:nvPr/>
          </p:nvSpPr>
          <p:spPr>
            <a:xfrm>
              <a:off x="7442817" y="3221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5" name="pt7055"/>
            <p:cNvSpPr/>
            <p:nvPr/>
          </p:nvSpPr>
          <p:spPr>
            <a:xfrm>
              <a:off x="7415661" y="3413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6" name="pt7056"/>
            <p:cNvSpPr/>
            <p:nvPr/>
          </p:nvSpPr>
          <p:spPr>
            <a:xfrm>
              <a:off x="7404989" y="3331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7" name="pt7057"/>
            <p:cNvSpPr/>
            <p:nvPr/>
          </p:nvSpPr>
          <p:spPr>
            <a:xfrm>
              <a:off x="7435547" y="3305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8" name="pt7058"/>
            <p:cNvSpPr/>
            <p:nvPr/>
          </p:nvSpPr>
          <p:spPr>
            <a:xfrm>
              <a:off x="7369212" y="3285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59" name="pt7059"/>
            <p:cNvSpPr/>
            <p:nvPr/>
          </p:nvSpPr>
          <p:spPr>
            <a:xfrm>
              <a:off x="7298537" y="32945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0" name="pt7060"/>
            <p:cNvSpPr/>
            <p:nvPr/>
          </p:nvSpPr>
          <p:spPr>
            <a:xfrm>
              <a:off x="7470172" y="3245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1" name="pt7061"/>
            <p:cNvSpPr/>
            <p:nvPr/>
          </p:nvSpPr>
          <p:spPr>
            <a:xfrm>
              <a:off x="7503705" y="3304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2" name="pt7062"/>
            <p:cNvSpPr/>
            <p:nvPr/>
          </p:nvSpPr>
          <p:spPr>
            <a:xfrm>
              <a:off x="7379679" y="3276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3" name="pt7063"/>
            <p:cNvSpPr/>
            <p:nvPr/>
          </p:nvSpPr>
          <p:spPr>
            <a:xfrm>
              <a:off x="7426881" y="3289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4" name="pt7064"/>
            <p:cNvSpPr/>
            <p:nvPr/>
          </p:nvSpPr>
          <p:spPr>
            <a:xfrm>
              <a:off x="7495251" y="3255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5" name="pt7065"/>
            <p:cNvSpPr/>
            <p:nvPr/>
          </p:nvSpPr>
          <p:spPr>
            <a:xfrm>
              <a:off x="7415179" y="32715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6" name="pt7066"/>
            <p:cNvSpPr/>
            <p:nvPr/>
          </p:nvSpPr>
          <p:spPr>
            <a:xfrm>
              <a:off x="7484501" y="3204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7" name="pt7067"/>
            <p:cNvSpPr/>
            <p:nvPr/>
          </p:nvSpPr>
          <p:spPr>
            <a:xfrm>
              <a:off x="7456813" y="32624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8" name="pt7068"/>
            <p:cNvSpPr/>
            <p:nvPr/>
          </p:nvSpPr>
          <p:spPr>
            <a:xfrm>
              <a:off x="7463142" y="3035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69" name="pt7069"/>
            <p:cNvSpPr/>
            <p:nvPr/>
          </p:nvSpPr>
          <p:spPr>
            <a:xfrm>
              <a:off x="7426694" y="3231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0" name="pt7070"/>
            <p:cNvSpPr/>
            <p:nvPr/>
          </p:nvSpPr>
          <p:spPr>
            <a:xfrm>
              <a:off x="7338309" y="3457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1" name="pt7071"/>
            <p:cNvSpPr/>
            <p:nvPr/>
          </p:nvSpPr>
          <p:spPr>
            <a:xfrm>
              <a:off x="7481991" y="3256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2" name="pt7072"/>
            <p:cNvSpPr/>
            <p:nvPr/>
          </p:nvSpPr>
          <p:spPr>
            <a:xfrm>
              <a:off x="7427681" y="3205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3" name="pt7073"/>
            <p:cNvSpPr/>
            <p:nvPr/>
          </p:nvSpPr>
          <p:spPr>
            <a:xfrm>
              <a:off x="7448451" y="29922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4" name="pt7074"/>
            <p:cNvSpPr/>
            <p:nvPr/>
          </p:nvSpPr>
          <p:spPr>
            <a:xfrm>
              <a:off x="7454856" y="3124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5" name="pt7075"/>
            <p:cNvSpPr/>
            <p:nvPr/>
          </p:nvSpPr>
          <p:spPr>
            <a:xfrm>
              <a:off x="7405705" y="3411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6" name="pt7076"/>
            <p:cNvSpPr/>
            <p:nvPr/>
          </p:nvSpPr>
          <p:spPr>
            <a:xfrm>
              <a:off x="7536240" y="3242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7" name="pt7077"/>
            <p:cNvSpPr/>
            <p:nvPr/>
          </p:nvSpPr>
          <p:spPr>
            <a:xfrm>
              <a:off x="7477535" y="3137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8" name="pt7078"/>
            <p:cNvSpPr/>
            <p:nvPr/>
          </p:nvSpPr>
          <p:spPr>
            <a:xfrm>
              <a:off x="7430398" y="3372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79" name="pt7079"/>
            <p:cNvSpPr/>
            <p:nvPr/>
          </p:nvSpPr>
          <p:spPr>
            <a:xfrm>
              <a:off x="7472789" y="3161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0" name="pt7080"/>
            <p:cNvSpPr/>
            <p:nvPr/>
          </p:nvSpPr>
          <p:spPr>
            <a:xfrm>
              <a:off x="7526141" y="3219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1" name="pt7081"/>
            <p:cNvSpPr/>
            <p:nvPr/>
          </p:nvSpPr>
          <p:spPr>
            <a:xfrm>
              <a:off x="7422744" y="32301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2" name="pt7082"/>
            <p:cNvSpPr/>
            <p:nvPr/>
          </p:nvSpPr>
          <p:spPr>
            <a:xfrm>
              <a:off x="7487727" y="31952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3" name="pt7083"/>
            <p:cNvSpPr/>
            <p:nvPr/>
          </p:nvSpPr>
          <p:spPr>
            <a:xfrm>
              <a:off x="7427453" y="3094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4" name="pt7084"/>
            <p:cNvSpPr/>
            <p:nvPr/>
          </p:nvSpPr>
          <p:spPr>
            <a:xfrm>
              <a:off x="7461575" y="29937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5" name="pt7085"/>
            <p:cNvSpPr/>
            <p:nvPr/>
          </p:nvSpPr>
          <p:spPr>
            <a:xfrm>
              <a:off x="7450283" y="2600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6" name="pt7086"/>
            <p:cNvSpPr/>
            <p:nvPr/>
          </p:nvSpPr>
          <p:spPr>
            <a:xfrm>
              <a:off x="7346095" y="33069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7" name="pt7087"/>
            <p:cNvSpPr/>
            <p:nvPr/>
          </p:nvSpPr>
          <p:spPr>
            <a:xfrm>
              <a:off x="7454447" y="32329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8" name="pt7088"/>
            <p:cNvSpPr/>
            <p:nvPr/>
          </p:nvSpPr>
          <p:spPr>
            <a:xfrm>
              <a:off x="7450605" y="3307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89" name="pt7089"/>
            <p:cNvSpPr/>
            <p:nvPr/>
          </p:nvSpPr>
          <p:spPr>
            <a:xfrm>
              <a:off x="7388238" y="3333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0" name="pt7090"/>
            <p:cNvSpPr/>
            <p:nvPr/>
          </p:nvSpPr>
          <p:spPr>
            <a:xfrm>
              <a:off x="7302053" y="32302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1" name="pt7091"/>
            <p:cNvSpPr/>
            <p:nvPr/>
          </p:nvSpPr>
          <p:spPr>
            <a:xfrm>
              <a:off x="7483078" y="3199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2" name="pt7092"/>
            <p:cNvSpPr/>
            <p:nvPr/>
          </p:nvSpPr>
          <p:spPr>
            <a:xfrm>
              <a:off x="7451711" y="3268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3" name="pt7093"/>
            <p:cNvSpPr/>
            <p:nvPr/>
          </p:nvSpPr>
          <p:spPr>
            <a:xfrm>
              <a:off x="7465440" y="32088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4" name="pt7094"/>
            <p:cNvSpPr/>
            <p:nvPr/>
          </p:nvSpPr>
          <p:spPr>
            <a:xfrm>
              <a:off x="7537608" y="3320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5" name="pt7095"/>
            <p:cNvSpPr/>
            <p:nvPr/>
          </p:nvSpPr>
          <p:spPr>
            <a:xfrm>
              <a:off x="7497021" y="3210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6" name="pt7096"/>
            <p:cNvSpPr/>
            <p:nvPr/>
          </p:nvSpPr>
          <p:spPr>
            <a:xfrm>
              <a:off x="7453129" y="3299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7" name="pt7097"/>
            <p:cNvSpPr/>
            <p:nvPr/>
          </p:nvSpPr>
          <p:spPr>
            <a:xfrm>
              <a:off x="7462058" y="3007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8" name="pt7098"/>
            <p:cNvSpPr/>
            <p:nvPr/>
          </p:nvSpPr>
          <p:spPr>
            <a:xfrm>
              <a:off x="7455205" y="3187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099" name="pt7099"/>
            <p:cNvSpPr/>
            <p:nvPr/>
          </p:nvSpPr>
          <p:spPr>
            <a:xfrm>
              <a:off x="7460502" y="33026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0" name="pt7100"/>
            <p:cNvSpPr/>
            <p:nvPr/>
          </p:nvSpPr>
          <p:spPr>
            <a:xfrm>
              <a:off x="7431598" y="3095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1" name="pt7101"/>
            <p:cNvSpPr/>
            <p:nvPr/>
          </p:nvSpPr>
          <p:spPr>
            <a:xfrm>
              <a:off x="7388839" y="3225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2" name="pt7102"/>
            <p:cNvSpPr/>
            <p:nvPr/>
          </p:nvSpPr>
          <p:spPr>
            <a:xfrm>
              <a:off x="7431266" y="3218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3" name="pt7103"/>
            <p:cNvSpPr/>
            <p:nvPr/>
          </p:nvSpPr>
          <p:spPr>
            <a:xfrm>
              <a:off x="7318445" y="308794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04" name="pt7104"/>
            <p:cNvSpPr/>
            <p:nvPr/>
          </p:nvSpPr>
          <p:spPr>
            <a:xfrm>
              <a:off x="7434409" y="30238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5" name="pt7105"/>
            <p:cNvSpPr/>
            <p:nvPr/>
          </p:nvSpPr>
          <p:spPr>
            <a:xfrm>
              <a:off x="7459092" y="3363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6" name="pt7106"/>
            <p:cNvSpPr/>
            <p:nvPr/>
          </p:nvSpPr>
          <p:spPr>
            <a:xfrm>
              <a:off x="7401580" y="33361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7" name="pt7107"/>
            <p:cNvSpPr/>
            <p:nvPr/>
          </p:nvSpPr>
          <p:spPr>
            <a:xfrm>
              <a:off x="7386686" y="3287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8" name="pt7108"/>
            <p:cNvSpPr/>
            <p:nvPr/>
          </p:nvSpPr>
          <p:spPr>
            <a:xfrm>
              <a:off x="7420855" y="3238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09" name="pt7109"/>
            <p:cNvSpPr/>
            <p:nvPr/>
          </p:nvSpPr>
          <p:spPr>
            <a:xfrm>
              <a:off x="7469057" y="32719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0" name="pt7110"/>
            <p:cNvSpPr/>
            <p:nvPr/>
          </p:nvSpPr>
          <p:spPr>
            <a:xfrm>
              <a:off x="7361153" y="3277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1" name="pt7111"/>
            <p:cNvSpPr/>
            <p:nvPr/>
          </p:nvSpPr>
          <p:spPr>
            <a:xfrm>
              <a:off x="7447302" y="3228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2" name="pt7112"/>
            <p:cNvSpPr/>
            <p:nvPr/>
          </p:nvSpPr>
          <p:spPr>
            <a:xfrm>
              <a:off x="7520383" y="3276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3" name="pt7113"/>
            <p:cNvSpPr/>
            <p:nvPr/>
          </p:nvSpPr>
          <p:spPr>
            <a:xfrm>
              <a:off x="7424719" y="3224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4" name="pt7114"/>
            <p:cNvSpPr/>
            <p:nvPr/>
          </p:nvSpPr>
          <p:spPr>
            <a:xfrm>
              <a:off x="7510460" y="3244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5" name="pt7115"/>
            <p:cNvSpPr/>
            <p:nvPr/>
          </p:nvSpPr>
          <p:spPr>
            <a:xfrm>
              <a:off x="7443539" y="33193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6" name="pt7116"/>
            <p:cNvSpPr/>
            <p:nvPr/>
          </p:nvSpPr>
          <p:spPr>
            <a:xfrm>
              <a:off x="7486995" y="3314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7" name="pt7117"/>
            <p:cNvSpPr/>
            <p:nvPr/>
          </p:nvSpPr>
          <p:spPr>
            <a:xfrm>
              <a:off x="7471877" y="3178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8" name="pt7118"/>
            <p:cNvSpPr/>
            <p:nvPr/>
          </p:nvSpPr>
          <p:spPr>
            <a:xfrm>
              <a:off x="7530376" y="33149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19" name="pt7119"/>
            <p:cNvSpPr/>
            <p:nvPr/>
          </p:nvSpPr>
          <p:spPr>
            <a:xfrm>
              <a:off x="7423890" y="3231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0" name="pt7120"/>
            <p:cNvSpPr/>
            <p:nvPr/>
          </p:nvSpPr>
          <p:spPr>
            <a:xfrm>
              <a:off x="7467819" y="3260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1" name="pt7121"/>
            <p:cNvSpPr/>
            <p:nvPr/>
          </p:nvSpPr>
          <p:spPr>
            <a:xfrm>
              <a:off x="7443311" y="3290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2" name="pt7122"/>
            <p:cNvSpPr/>
            <p:nvPr/>
          </p:nvSpPr>
          <p:spPr>
            <a:xfrm>
              <a:off x="7447322" y="3297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3" name="pt7123"/>
            <p:cNvSpPr/>
            <p:nvPr/>
          </p:nvSpPr>
          <p:spPr>
            <a:xfrm>
              <a:off x="7463478" y="3019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4" name="pt7124"/>
            <p:cNvSpPr/>
            <p:nvPr/>
          </p:nvSpPr>
          <p:spPr>
            <a:xfrm>
              <a:off x="7478776" y="3083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5" name="pt7125"/>
            <p:cNvSpPr/>
            <p:nvPr/>
          </p:nvSpPr>
          <p:spPr>
            <a:xfrm>
              <a:off x="7428268" y="3307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6" name="pt7126"/>
            <p:cNvSpPr/>
            <p:nvPr/>
          </p:nvSpPr>
          <p:spPr>
            <a:xfrm>
              <a:off x="7446704" y="3247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7" name="pt7127"/>
            <p:cNvSpPr/>
            <p:nvPr/>
          </p:nvSpPr>
          <p:spPr>
            <a:xfrm>
              <a:off x="7575596" y="31992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8" name="pt7128"/>
            <p:cNvSpPr/>
            <p:nvPr/>
          </p:nvSpPr>
          <p:spPr>
            <a:xfrm>
              <a:off x="7299320" y="33136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29" name="pt7129"/>
            <p:cNvSpPr/>
            <p:nvPr/>
          </p:nvSpPr>
          <p:spPr>
            <a:xfrm>
              <a:off x="7448763" y="3326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0" name="pt7130"/>
            <p:cNvSpPr/>
            <p:nvPr/>
          </p:nvSpPr>
          <p:spPr>
            <a:xfrm>
              <a:off x="7472706" y="3136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1" name="pt7131"/>
            <p:cNvSpPr/>
            <p:nvPr/>
          </p:nvSpPr>
          <p:spPr>
            <a:xfrm>
              <a:off x="7322584" y="32654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2" name="pt7132"/>
            <p:cNvSpPr/>
            <p:nvPr/>
          </p:nvSpPr>
          <p:spPr>
            <a:xfrm>
              <a:off x="7478562" y="3245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3" name="pt7133"/>
            <p:cNvSpPr/>
            <p:nvPr/>
          </p:nvSpPr>
          <p:spPr>
            <a:xfrm>
              <a:off x="7448957" y="3309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4" name="pt7134"/>
            <p:cNvSpPr/>
            <p:nvPr/>
          </p:nvSpPr>
          <p:spPr>
            <a:xfrm>
              <a:off x="7481056" y="3279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5" name="pt7135"/>
            <p:cNvSpPr/>
            <p:nvPr/>
          </p:nvSpPr>
          <p:spPr>
            <a:xfrm>
              <a:off x="7449239" y="3054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6" name="pt7136"/>
            <p:cNvSpPr/>
            <p:nvPr/>
          </p:nvSpPr>
          <p:spPr>
            <a:xfrm>
              <a:off x="7376975" y="3332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7" name="pt7137"/>
            <p:cNvSpPr/>
            <p:nvPr/>
          </p:nvSpPr>
          <p:spPr>
            <a:xfrm>
              <a:off x="7398076" y="32095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8" name="pt7138"/>
            <p:cNvSpPr/>
            <p:nvPr/>
          </p:nvSpPr>
          <p:spPr>
            <a:xfrm>
              <a:off x="7413924" y="3328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39" name="pt7139"/>
            <p:cNvSpPr/>
            <p:nvPr/>
          </p:nvSpPr>
          <p:spPr>
            <a:xfrm>
              <a:off x="7424945" y="3278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0" name="pt7140"/>
            <p:cNvSpPr/>
            <p:nvPr/>
          </p:nvSpPr>
          <p:spPr>
            <a:xfrm>
              <a:off x="7526039" y="3244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1" name="pt7141"/>
            <p:cNvSpPr/>
            <p:nvPr/>
          </p:nvSpPr>
          <p:spPr>
            <a:xfrm>
              <a:off x="7435737" y="3296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2" name="pt7142"/>
            <p:cNvSpPr/>
            <p:nvPr/>
          </p:nvSpPr>
          <p:spPr>
            <a:xfrm>
              <a:off x="7432022" y="3264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3" name="pt7143"/>
            <p:cNvSpPr/>
            <p:nvPr/>
          </p:nvSpPr>
          <p:spPr>
            <a:xfrm>
              <a:off x="7348449" y="2878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4" name="pt7144"/>
            <p:cNvSpPr/>
            <p:nvPr/>
          </p:nvSpPr>
          <p:spPr>
            <a:xfrm>
              <a:off x="7461156" y="3111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5" name="pt7145"/>
            <p:cNvSpPr/>
            <p:nvPr/>
          </p:nvSpPr>
          <p:spPr>
            <a:xfrm>
              <a:off x="7453491" y="3288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6" name="pt7146"/>
            <p:cNvSpPr/>
            <p:nvPr/>
          </p:nvSpPr>
          <p:spPr>
            <a:xfrm>
              <a:off x="7396829" y="32639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7" name="pt7147"/>
            <p:cNvSpPr/>
            <p:nvPr/>
          </p:nvSpPr>
          <p:spPr>
            <a:xfrm>
              <a:off x="7422159" y="31908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8" name="pt7148"/>
            <p:cNvSpPr/>
            <p:nvPr/>
          </p:nvSpPr>
          <p:spPr>
            <a:xfrm>
              <a:off x="7508665" y="3146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49" name="pt7149"/>
            <p:cNvSpPr/>
            <p:nvPr/>
          </p:nvSpPr>
          <p:spPr>
            <a:xfrm>
              <a:off x="7433216" y="3259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0" name="pt7150"/>
            <p:cNvSpPr/>
            <p:nvPr/>
          </p:nvSpPr>
          <p:spPr>
            <a:xfrm>
              <a:off x="7451952" y="2992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1" name="pt7151"/>
            <p:cNvSpPr/>
            <p:nvPr/>
          </p:nvSpPr>
          <p:spPr>
            <a:xfrm>
              <a:off x="7442871" y="3236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2" name="pt7152"/>
            <p:cNvSpPr/>
            <p:nvPr/>
          </p:nvSpPr>
          <p:spPr>
            <a:xfrm>
              <a:off x="7486995" y="3320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3" name="pt7153"/>
            <p:cNvSpPr/>
            <p:nvPr/>
          </p:nvSpPr>
          <p:spPr>
            <a:xfrm>
              <a:off x="7431816" y="3299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4" name="pt7154"/>
            <p:cNvSpPr/>
            <p:nvPr/>
          </p:nvSpPr>
          <p:spPr>
            <a:xfrm>
              <a:off x="7406631" y="3238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5" name="pt7155"/>
            <p:cNvSpPr/>
            <p:nvPr/>
          </p:nvSpPr>
          <p:spPr>
            <a:xfrm>
              <a:off x="7478253" y="3268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6" name="pt7156"/>
            <p:cNvSpPr/>
            <p:nvPr/>
          </p:nvSpPr>
          <p:spPr>
            <a:xfrm>
              <a:off x="7395905" y="33054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7" name="pt7157"/>
            <p:cNvSpPr/>
            <p:nvPr/>
          </p:nvSpPr>
          <p:spPr>
            <a:xfrm>
              <a:off x="8317762" y="442800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8" name="pt7158"/>
            <p:cNvSpPr/>
            <p:nvPr/>
          </p:nvSpPr>
          <p:spPr>
            <a:xfrm>
              <a:off x="7454464" y="3240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59" name="pt7159"/>
            <p:cNvSpPr/>
            <p:nvPr/>
          </p:nvSpPr>
          <p:spPr>
            <a:xfrm>
              <a:off x="7513310" y="3236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0" name="pt7160"/>
            <p:cNvSpPr/>
            <p:nvPr/>
          </p:nvSpPr>
          <p:spPr>
            <a:xfrm>
              <a:off x="7476950" y="3319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1" name="pt7161"/>
            <p:cNvSpPr/>
            <p:nvPr/>
          </p:nvSpPr>
          <p:spPr>
            <a:xfrm>
              <a:off x="7441418" y="32905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2" name="pt7162"/>
            <p:cNvSpPr/>
            <p:nvPr/>
          </p:nvSpPr>
          <p:spPr>
            <a:xfrm>
              <a:off x="7404893" y="3132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3" name="pt7163"/>
            <p:cNvSpPr/>
            <p:nvPr/>
          </p:nvSpPr>
          <p:spPr>
            <a:xfrm>
              <a:off x="7495588" y="3236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4" name="pt7164"/>
            <p:cNvSpPr/>
            <p:nvPr/>
          </p:nvSpPr>
          <p:spPr>
            <a:xfrm>
              <a:off x="7423157" y="3273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5" name="pt7165"/>
            <p:cNvSpPr/>
            <p:nvPr/>
          </p:nvSpPr>
          <p:spPr>
            <a:xfrm>
              <a:off x="7474565" y="3237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6" name="pt7166"/>
            <p:cNvSpPr/>
            <p:nvPr/>
          </p:nvSpPr>
          <p:spPr>
            <a:xfrm>
              <a:off x="7453203" y="3242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7" name="pt7167"/>
            <p:cNvSpPr/>
            <p:nvPr/>
          </p:nvSpPr>
          <p:spPr>
            <a:xfrm>
              <a:off x="7467041" y="3242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8" name="pt7168"/>
            <p:cNvSpPr/>
            <p:nvPr/>
          </p:nvSpPr>
          <p:spPr>
            <a:xfrm>
              <a:off x="7314184" y="3243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69" name="pt7169"/>
            <p:cNvSpPr/>
            <p:nvPr/>
          </p:nvSpPr>
          <p:spPr>
            <a:xfrm>
              <a:off x="7519835" y="3239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0" name="pt7170"/>
            <p:cNvSpPr/>
            <p:nvPr/>
          </p:nvSpPr>
          <p:spPr>
            <a:xfrm>
              <a:off x="7378111" y="3234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1" name="pt7171"/>
            <p:cNvSpPr/>
            <p:nvPr/>
          </p:nvSpPr>
          <p:spPr>
            <a:xfrm>
              <a:off x="7448294" y="3195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2" name="pt7172"/>
            <p:cNvSpPr/>
            <p:nvPr/>
          </p:nvSpPr>
          <p:spPr>
            <a:xfrm>
              <a:off x="7468561" y="3241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3" name="pt7173"/>
            <p:cNvSpPr/>
            <p:nvPr/>
          </p:nvSpPr>
          <p:spPr>
            <a:xfrm>
              <a:off x="7522257" y="3154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4" name="pt7174"/>
            <p:cNvSpPr/>
            <p:nvPr/>
          </p:nvSpPr>
          <p:spPr>
            <a:xfrm>
              <a:off x="7525923" y="3195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5" name="pt7175"/>
            <p:cNvSpPr/>
            <p:nvPr/>
          </p:nvSpPr>
          <p:spPr>
            <a:xfrm>
              <a:off x="7485231" y="3293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6" name="pt7176"/>
            <p:cNvSpPr/>
            <p:nvPr/>
          </p:nvSpPr>
          <p:spPr>
            <a:xfrm>
              <a:off x="7466226" y="3193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7" name="pt7177"/>
            <p:cNvSpPr/>
            <p:nvPr/>
          </p:nvSpPr>
          <p:spPr>
            <a:xfrm>
              <a:off x="7505544" y="3082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t7178"/>
            <p:cNvSpPr/>
            <p:nvPr/>
          </p:nvSpPr>
          <p:spPr>
            <a:xfrm>
              <a:off x="7435843" y="3250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t7179"/>
            <p:cNvSpPr/>
            <p:nvPr/>
          </p:nvSpPr>
          <p:spPr>
            <a:xfrm>
              <a:off x="7421004" y="3319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t7180"/>
            <p:cNvSpPr/>
            <p:nvPr/>
          </p:nvSpPr>
          <p:spPr>
            <a:xfrm>
              <a:off x="7457285" y="3296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t7181"/>
            <p:cNvSpPr/>
            <p:nvPr/>
          </p:nvSpPr>
          <p:spPr>
            <a:xfrm>
              <a:off x="7442377" y="3261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t7182"/>
            <p:cNvSpPr/>
            <p:nvPr/>
          </p:nvSpPr>
          <p:spPr>
            <a:xfrm>
              <a:off x="7449755" y="3224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t7183"/>
            <p:cNvSpPr/>
            <p:nvPr/>
          </p:nvSpPr>
          <p:spPr>
            <a:xfrm>
              <a:off x="7476484" y="3244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t7184"/>
            <p:cNvSpPr/>
            <p:nvPr/>
          </p:nvSpPr>
          <p:spPr>
            <a:xfrm>
              <a:off x="7464376" y="31231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t7185"/>
            <p:cNvSpPr/>
            <p:nvPr/>
          </p:nvSpPr>
          <p:spPr>
            <a:xfrm>
              <a:off x="7508061" y="31996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t7186"/>
            <p:cNvSpPr/>
            <p:nvPr/>
          </p:nvSpPr>
          <p:spPr>
            <a:xfrm>
              <a:off x="7477051" y="3134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t7187"/>
            <p:cNvSpPr/>
            <p:nvPr/>
          </p:nvSpPr>
          <p:spPr>
            <a:xfrm>
              <a:off x="7438026" y="3191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t7188"/>
            <p:cNvSpPr/>
            <p:nvPr/>
          </p:nvSpPr>
          <p:spPr>
            <a:xfrm>
              <a:off x="7481133" y="3193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t7189"/>
            <p:cNvSpPr/>
            <p:nvPr/>
          </p:nvSpPr>
          <p:spPr>
            <a:xfrm>
              <a:off x="7505926" y="3279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t7190"/>
            <p:cNvSpPr/>
            <p:nvPr/>
          </p:nvSpPr>
          <p:spPr>
            <a:xfrm>
              <a:off x="7450193" y="3246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t7191"/>
            <p:cNvSpPr/>
            <p:nvPr/>
          </p:nvSpPr>
          <p:spPr>
            <a:xfrm>
              <a:off x="7432856" y="3222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t7192"/>
            <p:cNvSpPr/>
            <p:nvPr/>
          </p:nvSpPr>
          <p:spPr>
            <a:xfrm>
              <a:off x="7472692" y="32253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t7193"/>
            <p:cNvSpPr/>
            <p:nvPr/>
          </p:nvSpPr>
          <p:spPr>
            <a:xfrm>
              <a:off x="7445750" y="29489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t7194"/>
            <p:cNvSpPr/>
            <p:nvPr/>
          </p:nvSpPr>
          <p:spPr>
            <a:xfrm>
              <a:off x="7458937" y="3037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t7195"/>
            <p:cNvSpPr/>
            <p:nvPr/>
          </p:nvSpPr>
          <p:spPr>
            <a:xfrm>
              <a:off x="7487701" y="3259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t7196"/>
            <p:cNvSpPr/>
            <p:nvPr/>
          </p:nvSpPr>
          <p:spPr>
            <a:xfrm>
              <a:off x="7443814" y="2925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t7197"/>
            <p:cNvSpPr/>
            <p:nvPr/>
          </p:nvSpPr>
          <p:spPr>
            <a:xfrm>
              <a:off x="7516403" y="3218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t7198"/>
            <p:cNvSpPr/>
            <p:nvPr/>
          </p:nvSpPr>
          <p:spPr>
            <a:xfrm>
              <a:off x="7472258" y="3033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t7199"/>
            <p:cNvSpPr/>
            <p:nvPr/>
          </p:nvSpPr>
          <p:spPr>
            <a:xfrm>
              <a:off x="7534852" y="3245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t7200"/>
            <p:cNvSpPr/>
            <p:nvPr/>
          </p:nvSpPr>
          <p:spPr>
            <a:xfrm>
              <a:off x="7442645" y="3245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t7201"/>
            <p:cNvSpPr/>
            <p:nvPr/>
          </p:nvSpPr>
          <p:spPr>
            <a:xfrm>
              <a:off x="7547586" y="32719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t7202"/>
            <p:cNvSpPr/>
            <p:nvPr/>
          </p:nvSpPr>
          <p:spPr>
            <a:xfrm>
              <a:off x="7481353" y="3138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t7203"/>
            <p:cNvSpPr/>
            <p:nvPr/>
          </p:nvSpPr>
          <p:spPr>
            <a:xfrm>
              <a:off x="7473650" y="32563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t7204"/>
            <p:cNvSpPr/>
            <p:nvPr/>
          </p:nvSpPr>
          <p:spPr>
            <a:xfrm>
              <a:off x="7459144" y="3265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t7205"/>
            <p:cNvSpPr/>
            <p:nvPr/>
          </p:nvSpPr>
          <p:spPr>
            <a:xfrm>
              <a:off x="7442725" y="3291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t7206"/>
            <p:cNvSpPr/>
            <p:nvPr/>
          </p:nvSpPr>
          <p:spPr>
            <a:xfrm>
              <a:off x="7390157" y="32925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t7207"/>
            <p:cNvSpPr/>
            <p:nvPr/>
          </p:nvSpPr>
          <p:spPr>
            <a:xfrm>
              <a:off x="7417682" y="3300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t7208"/>
            <p:cNvSpPr/>
            <p:nvPr/>
          </p:nvSpPr>
          <p:spPr>
            <a:xfrm>
              <a:off x="7448141" y="3206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t7209"/>
            <p:cNvSpPr/>
            <p:nvPr/>
          </p:nvSpPr>
          <p:spPr>
            <a:xfrm>
              <a:off x="7399768" y="3267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t7210"/>
            <p:cNvSpPr/>
            <p:nvPr/>
          </p:nvSpPr>
          <p:spPr>
            <a:xfrm>
              <a:off x="7421567" y="3266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t7211"/>
            <p:cNvSpPr/>
            <p:nvPr/>
          </p:nvSpPr>
          <p:spPr>
            <a:xfrm>
              <a:off x="7451953" y="32294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t7212"/>
            <p:cNvSpPr/>
            <p:nvPr/>
          </p:nvSpPr>
          <p:spPr>
            <a:xfrm>
              <a:off x="7490431" y="3256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t7213"/>
            <p:cNvSpPr/>
            <p:nvPr/>
          </p:nvSpPr>
          <p:spPr>
            <a:xfrm>
              <a:off x="7479878" y="31482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t7214"/>
            <p:cNvSpPr/>
            <p:nvPr/>
          </p:nvSpPr>
          <p:spPr>
            <a:xfrm>
              <a:off x="7410180" y="3309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t7215"/>
            <p:cNvSpPr/>
            <p:nvPr/>
          </p:nvSpPr>
          <p:spPr>
            <a:xfrm>
              <a:off x="7362620" y="3292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t7216"/>
            <p:cNvSpPr/>
            <p:nvPr/>
          </p:nvSpPr>
          <p:spPr>
            <a:xfrm>
              <a:off x="7450114" y="32261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t7217"/>
            <p:cNvSpPr/>
            <p:nvPr/>
          </p:nvSpPr>
          <p:spPr>
            <a:xfrm>
              <a:off x="7466417" y="2747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t7218"/>
            <p:cNvSpPr/>
            <p:nvPr/>
          </p:nvSpPr>
          <p:spPr>
            <a:xfrm>
              <a:off x="7451160" y="2956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t7219"/>
            <p:cNvSpPr/>
            <p:nvPr/>
          </p:nvSpPr>
          <p:spPr>
            <a:xfrm>
              <a:off x="7479393" y="3323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t7220"/>
            <p:cNvSpPr/>
            <p:nvPr/>
          </p:nvSpPr>
          <p:spPr>
            <a:xfrm>
              <a:off x="7499170" y="3268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t7221"/>
            <p:cNvSpPr/>
            <p:nvPr/>
          </p:nvSpPr>
          <p:spPr>
            <a:xfrm>
              <a:off x="7445862" y="30547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t7222"/>
            <p:cNvSpPr/>
            <p:nvPr/>
          </p:nvSpPr>
          <p:spPr>
            <a:xfrm>
              <a:off x="7443232" y="3248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t7223"/>
            <p:cNvSpPr/>
            <p:nvPr/>
          </p:nvSpPr>
          <p:spPr>
            <a:xfrm>
              <a:off x="7416944" y="3306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t7224"/>
            <p:cNvSpPr/>
            <p:nvPr/>
          </p:nvSpPr>
          <p:spPr>
            <a:xfrm>
              <a:off x="7438002" y="3172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t7225"/>
            <p:cNvSpPr/>
            <p:nvPr/>
          </p:nvSpPr>
          <p:spPr>
            <a:xfrm>
              <a:off x="7453956" y="32474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t7226"/>
            <p:cNvSpPr/>
            <p:nvPr/>
          </p:nvSpPr>
          <p:spPr>
            <a:xfrm>
              <a:off x="7472367" y="3085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t7227"/>
            <p:cNvSpPr/>
            <p:nvPr/>
          </p:nvSpPr>
          <p:spPr>
            <a:xfrm>
              <a:off x="7463098" y="2754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t7228"/>
            <p:cNvSpPr/>
            <p:nvPr/>
          </p:nvSpPr>
          <p:spPr>
            <a:xfrm>
              <a:off x="7427503" y="3228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t7229"/>
            <p:cNvSpPr/>
            <p:nvPr/>
          </p:nvSpPr>
          <p:spPr>
            <a:xfrm>
              <a:off x="7463971" y="32431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t7230"/>
            <p:cNvSpPr/>
            <p:nvPr/>
          </p:nvSpPr>
          <p:spPr>
            <a:xfrm>
              <a:off x="7468710" y="3232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t7231"/>
            <p:cNvSpPr/>
            <p:nvPr/>
          </p:nvSpPr>
          <p:spPr>
            <a:xfrm>
              <a:off x="7413907" y="3238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t7232"/>
            <p:cNvSpPr/>
            <p:nvPr/>
          </p:nvSpPr>
          <p:spPr>
            <a:xfrm>
              <a:off x="7436570" y="3270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t7233"/>
            <p:cNvSpPr/>
            <p:nvPr/>
          </p:nvSpPr>
          <p:spPr>
            <a:xfrm>
              <a:off x="7479077" y="3256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t7234"/>
            <p:cNvSpPr/>
            <p:nvPr/>
          </p:nvSpPr>
          <p:spPr>
            <a:xfrm>
              <a:off x="7469327" y="3325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t7235"/>
            <p:cNvSpPr/>
            <p:nvPr/>
          </p:nvSpPr>
          <p:spPr>
            <a:xfrm>
              <a:off x="7456185" y="3276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t7236"/>
            <p:cNvSpPr/>
            <p:nvPr/>
          </p:nvSpPr>
          <p:spPr>
            <a:xfrm>
              <a:off x="7289461" y="3274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t7237"/>
            <p:cNvSpPr/>
            <p:nvPr/>
          </p:nvSpPr>
          <p:spPr>
            <a:xfrm>
              <a:off x="7448952" y="32968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t7238"/>
            <p:cNvSpPr/>
            <p:nvPr/>
          </p:nvSpPr>
          <p:spPr>
            <a:xfrm>
              <a:off x="7552981" y="3250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t7239"/>
            <p:cNvSpPr/>
            <p:nvPr/>
          </p:nvSpPr>
          <p:spPr>
            <a:xfrm>
              <a:off x="7484080" y="3113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t7240"/>
            <p:cNvSpPr/>
            <p:nvPr/>
          </p:nvSpPr>
          <p:spPr>
            <a:xfrm>
              <a:off x="7489027" y="32973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t7241"/>
            <p:cNvSpPr/>
            <p:nvPr/>
          </p:nvSpPr>
          <p:spPr>
            <a:xfrm>
              <a:off x="7427380" y="3281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t7242"/>
            <p:cNvSpPr/>
            <p:nvPr/>
          </p:nvSpPr>
          <p:spPr>
            <a:xfrm>
              <a:off x="7353355" y="3307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t7243"/>
            <p:cNvSpPr/>
            <p:nvPr/>
          </p:nvSpPr>
          <p:spPr>
            <a:xfrm>
              <a:off x="7467076" y="32899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t7244"/>
            <p:cNvSpPr/>
            <p:nvPr/>
          </p:nvSpPr>
          <p:spPr>
            <a:xfrm>
              <a:off x="7375605" y="32496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t7245"/>
            <p:cNvSpPr/>
            <p:nvPr/>
          </p:nvSpPr>
          <p:spPr>
            <a:xfrm>
              <a:off x="7436293" y="3015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t7246"/>
            <p:cNvSpPr/>
            <p:nvPr/>
          </p:nvSpPr>
          <p:spPr>
            <a:xfrm>
              <a:off x="7496917" y="33197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t7247"/>
            <p:cNvSpPr/>
            <p:nvPr/>
          </p:nvSpPr>
          <p:spPr>
            <a:xfrm>
              <a:off x="7454491" y="2868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t7248"/>
            <p:cNvSpPr/>
            <p:nvPr/>
          </p:nvSpPr>
          <p:spPr>
            <a:xfrm>
              <a:off x="7441786" y="3272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t7249"/>
            <p:cNvSpPr/>
            <p:nvPr/>
          </p:nvSpPr>
          <p:spPr>
            <a:xfrm>
              <a:off x="7452481" y="3022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t7250"/>
            <p:cNvSpPr/>
            <p:nvPr/>
          </p:nvSpPr>
          <p:spPr>
            <a:xfrm>
              <a:off x="7486915" y="3276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t7251"/>
            <p:cNvSpPr/>
            <p:nvPr/>
          </p:nvSpPr>
          <p:spPr>
            <a:xfrm>
              <a:off x="7432273" y="3264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t7252"/>
            <p:cNvSpPr/>
            <p:nvPr/>
          </p:nvSpPr>
          <p:spPr>
            <a:xfrm>
              <a:off x="7457437" y="3083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t7253"/>
            <p:cNvSpPr/>
            <p:nvPr/>
          </p:nvSpPr>
          <p:spPr>
            <a:xfrm>
              <a:off x="7446235" y="32389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t7254"/>
            <p:cNvSpPr/>
            <p:nvPr/>
          </p:nvSpPr>
          <p:spPr>
            <a:xfrm>
              <a:off x="7452511" y="32671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t7255"/>
            <p:cNvSpPr/>
            <p:nvPr/>
          </p:nvSpPr>
          <p:spPr>
            <a:xfrm>
              <a:off x="7363717" y="3298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t7256"/>
            <p:cNvSpPr/>
            <p:nvPr/>
          </p:nvSpPr>
          <p:spPr>
            <a:xfrm>
              <a:off x="7469107" y="3298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t7257"/>
            <p:cNvSpPr/>
            <p:nvPr/>
          </p:nvSpPr>
          <p:spPr>
            <a:xfrm>
              <a:off x="7481374" y="3187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t7258"/>
            <p:cNvSpPr/>
            <p:nvPr/>
          </p:nvSpPr>
          <p:spPr>
            <a:xfrm>
              <a:off x="7396573" y="30435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t7259"/>
            <p:cNvSpPr/>
            <p:nvPr/>
          </p:nvSpPr>
          <p:spPr>
            <a:xfrm>
              <a:off x="7474537" y="3274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t7260"/>
            <p:cNvSpPr/>
            <p:nvPr/>
          </p:nvSpPr>
          <p:spPr>
            <a:xfrm>
              <a:off x="7480069" y="32781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t7261"/>
            <p:cNvSpPr/>
            <p:nvPr/>
          </p:nvSpPr>
          <p:spPr>
            <a:xfrm>
              <a:off x="7438716" y="3237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t7262"/>
            <p:cNvSpPr/>
            <p:nvPr/>
          </p:nvSpPr>
          <p:spPr>
            <a:xfrm>
              <a:off x="7633633" y="3285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t7263"/>
            <p:cNvSpPr/>
            <p:nvPr/>
          </p:nvSpPr>
          <p:spPr>
            <a:xfrm>
              <a:off x="7462500" y="3244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t7264"/>
            <p:cNvSpPr/>
            <p:nvPr/>
          </p:nvSpPr>
          <p:spPr>
            <a:xfrm>
              <a:off x="7351632" y="3507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t7265"/>
            <p:cNvSpPr/>
            <p:nvPr/>
          </p:nvSpPr>
          <p:spPr>
            <a:xfrm>
              <a:off x="7500076" y="3327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t7266"/>
            <p:cNvSpPr/>
            <p:nvPr/>
          </p:nvSpPr>
          <p:spPr>
            <a:xfrm>
              <a:off x="7479120" y="32072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t7267"/>
            <p:cNvSpPr/>
            <p:nvPr/>
          </p:nvSpPr>
          <p:spPr>
            <a:xfrm>
              <a:off x="7450854" y="3272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t7268"/>
            <p:cNvSpPr/>
            <p:nvPr/>
          </p:nvSpPr>
          <p:spPr>
            <a:xfrm>
              <a:off x="7478465" y="3191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t7269"/>
            <p:cNvSpPr/>
            <p:nvPr/>
          </p:nvSpPr>
          <p:spPr>
            <a:xfrm>
              <a:off x="7481510" y="3092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t7270"/>
            <p:cNvSpPr/>
            <p:nvPr/>
          </p:nvSpPr>
          <p:spPr>
            <a:xfrm>
              <a:off x="7510911" y="3179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t7271"/>
            <p:cNvSpPr/>
            <p:nvPr/>
          </p:nvSpPr>
          <p:spPr>
            <a:xfrm>
              <a:off x="7421943" y="3280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t7272"/>
            <p:cNvSpPr/>
            <p:nvPr/>
          </p:nvSpPr>
          <p:spPr>
            <a:xfrm>
              <a:off x="7474756" y="3334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t7273"/>
            <p:cNvSpPr/>
            <p:nvPr/>
          </p:nvSpPr>
          <p:spPr>
            <a:xfrm>
              <a:off x="7460111" y="3299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t7274"/>
            <p:cNvSpPr/>
            <p:nvPr/>
          </p:nvSpPr>
          <p:spPr>
            <a:xfrm>
              <a:off x="7370612" y="3267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t7275"/>
            <p:cNvSpPr/>
            <p:nvPr/>
          </p:nvSpPr>
          <p:spPr>
            <a:xfrm>
              <a:off x="7451865" y="3307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t7276"/>
            <p:cNvSpPr/>
            <p:nvPr/>
          </p:nvSpPr>
          <p:spPr>
            <a:xfrm>
              <a:off x="7488002" y="3251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t7277"/>
            <p:cNvSpPr/>
            <p:nvPr/>
          </p:nvSpPr>
          <p:spPr>
            <a:xfrm>
              <a:off x="7454136" y="3242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t7278"/>
            <p:cNvSpPr/>
            <p:nvPr/>
          </p:nvSpPr>
          <p:spPr>
            <a:xfrm>
              <a:off x="7466138" y="3333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t7279"/>
            <p:cNvSpPr/>
            <p:nvPr/>
          </p:nvSpPr>
          <p:spPr>
            <a:xfrm>
              <a:off x="7475856" y="32552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t7280"/>
            <p:cNvSpPr/>
            <p:nvPr/>
          </p:nvSpPr>
          <p:spPr>
            <a:xfrm>
              <a:off x="7465019" y="3328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t7281"/>
            <p:cNvSpPr/>
            <p:nvPr/>
          </p:nvSpPr>
          <p:spPr>
            <a:xfrm>
              <a:off x="7427135" y="2921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t7282"/>
            <p:cNvSpPr/>
            <p:nvPr/>
          </p:nvSpPr>
          <p:spPr>
            <a:xfrm>
              <a:off x="7450607" y="31543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t7283"/>
            <p:cNvSpPr/>
            <p:nvPr/>
          </p:nvSpPr>
          <p:spPr>
            <a:xfrm>
              <a:off x="7436745" y="31941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t7284"/>
            <p:cNvSpPr/>
            <p:nvPr/>
          </p:nvSpPr>
          <p:spPr>
            <a:xfrm>
              <a:off x="7488876" y="2962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t7285"/>
            <p:cNvSpPr/>
            <p:nvPr/>
          </p:nvSpPr>
          <p:spPr>
            <a:xfrm>
              <a:off x="7424793" y="3256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t7286"/>
            <p:cNvSpPr/>
            <p:nvPr/>
          </p:nvSpPr>
          <p:spPr>
            <a:xfrm>
              <a:off x="7501474" y="29675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t7287"/>
            <p:cNvSpPr/>
            <p:nvPr/>
          </p:nvSpPr>
          <p:spPr>
            <a:xfrm>
              <a:off x="7440911" y="3109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t7288"/>
            <p:cNvSpPr/>
            <p:nvPr/>
          </p:nvSpPr>
          <p:spPr>
            <a:xfrm>
              <a:off x="7456730" y="3196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t7289"/>
            <p:cNvSpPr/>
            <p:nvPr/>
          </p:nvSpPr>
          <p:spPr>
            <a:xfrm>
              <a:off x="7375571" y="3267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t7290"/>
            <p:cNvSpPr/>
            <p:nvPr/>
          </p:nvSpPr>
          <p:spPr>
            <a:xfrm>
              <a:off x="7433688" y="3244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t7291"/>
            <p:cNvSpPr/>
            <p:nvPr/>
          </p:nvSpPr>
          <p:spPr>
            <a:xfrm>
              <a:off x="7457745" y="3306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t7292"/>
            <p:cNvSpPr/>
            <p:nvPr/>
          </p:nvSpPr>
          <p:spPr>
            <a:xfrm>
              <a:off x="7468353" y="32269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t7293"/>
            <p:cNvSpPr/>
            <p:nvPr/>
          </p:nvSpPr>
          <p:spPr>
            <a:xfrm>
              <a:off x="7500791" y="3267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t7294"/>
            <p:cNvSpPr/>
            <p:nvPr/>
          </p:nvSpPr>
          <p:spPr>
            <a:xfrm>
              <a:off x="7536296" y="3277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t7295"/>
            <p:cNvSpPr/>
            <p:nvPr/>
          </p:nvSpPr>
          <p:spPr>
            <a:xfrm>
              <a:off x="7401096" y="3275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t7296"/>
            <p:cNvSpPr/>
            <p:nvPr/>
          </p:nvSpPr>
          <p:spPr>
            <a:xfrm>
              <a:off x="7343729" y="3282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t7297"/>
            <p:cNvSpPr/>
            <p:nvPr/>
          </p:nvSpPr>
          <p:spPr>
            <a:xfrm>
              <a:off x="7487192" y="32385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t7298"/>
            <p:cNvSpPr/>
            <p:nvPr/>
          </p:nvSpPr>
          <p:spPr>
            <a:xfrm>
              <a:off x="7430616" y="29843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t7299"/>
            <p:cNvSpPr/>
            <p:nvPr/>
          </p:nvSpPr>
          <p:spPr>
            <a:xfrm>
              <a:off x="7439000" y="32300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t7300"/>
            <p:cNvSpPr/>
            <p:nvPr/>
          </p:nvSpPr>
          <p:spPr>
            <a:xfrm>
              <a:off x="7461668" y="3211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t7301"/>
            <p:cNvSpPr/>
            <p:nvPr/>
          </p:nvSpPr>
          <p:spPr>
            <a:xfrm>
              <a:off x="7435113" y="3248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t7302"/>
            <p:cNvSpPr/>
            <p:nvPr/>
          </p:nvSpPr>
          <p:spPr>
            <a:xfrm>
              <a:off x="7371299" y="3305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t7303"/>
            <p:cNvSpPr/>
            <p:nvPr/>
          </p:nvSpPr>
          <p:spPr>
            <a:xfrm>
              <a:off x="7397047" y="3268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t7304"/>
            <p:cNvSpPr/>
            <p:nvPr/>
          </p:nvSpPr>
          <p:spPr>
            <a:xfrm>
              <a:off x="7428816" y="3259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t7305"/>
            <p:cNvSpPr/>
            <p:nvPr/>
          </p:nvSpPr>
          <p:spPr>
            <a:xfrm>
              <a:off x="7459971" y="3198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t7306"/>
            <p:cNvSpPr/>
            <p:nvPr/>
          </p:nvSpPr>
          <p:spPr>
            <a:xfrm>
              <a:off x="7465014" y="3262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t7307"/>
            <p:cNvSpPr/>
            <p:nvPr/>
          </p:nvSpPr>
          <p:spPr>
            <a:xfrm>
              <a:off x="7519663" y="32701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t7308"/>
            <p:cNvSpPr/>
            <p:nvPr/>
          </p:nvSpPr>
          <p:spPr>
            <a:xfrm>
              <a:off x="7516251" y="3323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t7309"/>
            <p:cNvSpPr/>
            <p:nvPr/>
          </p:nvSpPr>
          <p:spPr>
            <a:xfrm>
              <a:off x="7450406" y="3493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t7310"/>
            <p:cNvSpPr/>
            <p:nvPr/>
          </p:nvSpPr>
          <p:spPr>
            <a:xfrm>
              <a:off x="7364881" y="3241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t7311"/>
            <p:cNvSpPr/>
            <p:nvPr/>
          </p:nvSpPr>
          <p:spPr>
            <a:xfrm>
              <a:off x="7523929" y="32959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t7312"/>
            <p:cNvSpPr/>
            <p:nvPr/>
          </p:nvSpPr>
          <p:spPr>
            <a:xfrm>
              <a:off x="7416297" y="3224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t7313"/>
            <p:cNvSpPr/>
            <p:nvPr/>
          </p:nvSpPr>
          <p:spPr>
            <a:xfrm>
              <a:off x="7461720" y="3219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t7314"/>
            <p:cNvSpPr/>
            <p:nvPr/>
          </p:nvSpPr>
          <p:spPr>
            <a:xfrm>
              <a:off x="7446676" y="32247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t7315"/>
            <p:cNvSpPr/>
            <p:nvPr/>
          </p:nvSpPr>
          <p:spPr>
            <a:xfrm>
              <a:off x="7503368" y="3230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t7316"/>
            <p:cNvSpPr/>
            <p:nvPr/>
          </p:nvSpPr>
          <p:spPr>
            <a:xfrm>
              <a:off x="7496838" y="3331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t7317"/>
            <p:cNvSpPr/>
            <p:nvPr/>
          </p:nvSpPr>
          <p:spPr>
            <a:xfrm>
              <a:off x="7454235" y="2999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t7318"/>
            <p:cNvSpPr/>
            <p:nvPr/>
          </p:nvSpPr>
          <p:spPr>
            <a:xfrm>
              <a:off x="7456736" y="3298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t7319"/>
            <p:cNvSpPr/>
            <p:nvPr/>
          </p:nvSpPr>
          <p:spPr>
            <a:xfrm>
              <a:off x="7449766" y="32891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t7320"/>
            <p:cNvSpPr/>
            <p:nvPr/>
          </p:nvSpPr>
          <p:spPr>
            <a:xfrm>
              <a:off x="7410422" y="33073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t7321"/>
            <p:cNvSpPr/>
            <p:nvPr/>
          </p:nvSpPr>
          <p:spPr>
            <a:xfrm>
              <a:off x="7550149" y="3264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t7322"/>
            <p:cNvSpPr/>
            <p:nvPr/>
          </p:nvSpPr>
          <p:spPr>
            <a:xfrm>
              <a:off x="7430071" y="31554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t7323"/>
            <p:cNvSpPr/>
            <p:nvPr/>
          </p:nvSpPr>
          <p:spPr>
            <a:xfrm>
              <a:off x="7474690" y="3270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t7324"/>
            <p:cNvSpPr/>
            <p:nvPr/>
          </p:nvSpPr>
          <p:spPr>
            <a:xfrm>
              <a:off x="7439454" y="3050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t7325"/>
            <p:cNvSpPr/>
            <p:nvPr/>
          </p:nvSpPr>
          <p:spPr>
            <a:xfrm>
              <a:off x="7537885" y="3860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t7326"/>
            <p:cNvSpPr/>
            <p:nvPr/>
          </p:nvSpPr>
          <p:spPr>
            <a:xfrm>
              <a:off x="7380414" y="3278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t7327"/>
            <p:cNvSpPr/>
            <p:nvPr/>
          </p:nvSpPr>
          <p:spPr>
            <a:xfrm>
              <a:off x="7478459" y="3044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t7328"/>
            <p:cNvSpPr/>
            <p:nvPr/>
          </p:nvSpPr>
          <p:spPr>
            <a:xfrm>
              <a:off x="7465633" y="32740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t7329"/>
            <p:cNvSpPr/>
            <p:nvPr/>
          </p:nvSpPr>
          <p:spPr>
            <a:xfrm>
              <a:off x="7477062" y="3272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t7330"/>
            <p:cNvSpPr/>
            <p:nvPr/>
          </p:nvSpPr>
          <p:spPr>
            <a:xfrm>
              <a:off x="7425597" y="3041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t7331"/>
            <p:cNvSpPr/>
            <p:nvPr/>
          </p:nvSpPr>
          <p:spPr>
            <a:xfrm>
              <a:off x="7443692" y="3158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t7332"/>
            <p:cNvSpPr/>
            <p:nvPr/>
          </p:nvSpPr>
          <p:spPr>
            <a:xfrm>
              <a:off x="7491775" y="3252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t7333"/>
            <p:cNvSpPr/>
            <p:nvPr/>
          </p:nvSpPr>
          <p:spPr>
            <a:xfrm>
              <a:off x="7443257" y="3310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t7334"/>
            <p:cNvSpPr/>
            <p:nvPr/>
          </p:nvSpPr>
          <p:spPr>
            <a:xfrm>
              <a:off x="7463541" y="3125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t7335"/>
            <p:cNvSpPr/>
            <p:nvPr/>
          </p:nvSpPr>
          <p:spPr>
            <a:xfrm>
              <a:off x="7589367" y="3287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t7336"/>
            <p:cNvSpPr/>
            <p:nvPr/>
          </p:nvSpPr>
          <p:spPr>
            <a:xfrm>
              <a:off x="7389473" y="3315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t7337"/>
            <p:cNvSpPr/>
            <p:nvPr/>
          </p:nvSpPr>
          <p:spPr>
            <a:xfrm>
              <a:off x="7476904" y="3028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t7338"/>
            <p:cNvSpPr/>
            <p:nvPr/>
          </p:nvSpPr>
          <p:spPr>
            <a:xfrm>
              <a:off x="7469792" y="32560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t7339"/>
            <p:cNvSpPr/>
            <p:nvPr/>
          </p:nvSpPr>
          <p:spPr>
            <a:xfrm>
              <a:off x="7495915" y="32332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t7340"/>
            <p:cNvSpPr/>
            <p:nvPr/>
          </p:nvSpPr>
          <p:spPr>
            <a:xfrm>
              <a:off x="7473989" y="3288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t7341"/>
            <p:cNvSpPr/>
            <p:nvPr/>
          </p:nvSpPr>
          <p:spPr>
            <a:xfrm>
              <a:off x="7445278" y="32663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t7342"/>
            <p:cNvSpPr/>
            <p:nvPr/>
          </p:nvSpPr>
          <p:spPr>
            <a:xfrm>
              <a:off x="7347139" y="3060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t7343"/>
            <p:cNvSpPr/>
            <p:nvPr/>
          </p:nvSpPr>
          <p:spPr>
            <a:xfrm>
              <a:off x="7494300" y="3170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t7344"/>
            <p:cNvSpPr/>
            <p:nvPr/>
          </p:nvSpPr>
          <p:spPr>
            <a:xfrm>
              <a:off x="7496872" y="3216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t7345"/>
            <p:cNvSpPr/>
            <p:nvPr/>
          </p:nvSpPr>
          <p:spPr>
            <a:xfrm>
              <a:off x="7448905" y="33182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t7346"/>
            <p:cNvSpPr/>
            <p:nvPr/>
          </p:nvSpPr>
          <p:spPr>
            <a:xfrm>
              <a:off x="7475011" y="3194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t7347"/>
            <p:cNvSpPr/>
            <p:nvPr/>
          </p:nvSpPr>
          <p:spPr>
            <a:xfrm>
              <a:off x="7444349" y="31474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t7348"/>
            <p:cNvSpPr/>
            <p:nvPr/>
          </p:nvSpPr>
          <p:spPr>
            <a:xfrm>
              <a:off x="7475327" y="3195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t7349"/>
            <p:cNvSpPr/>
            <p:nvPr/>
          </p:nvSpPr>
          <p:spPr>
            <a:xfrm>
              <a:off x="7398827" y="3294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t7350"/>
            <p:cNvSpPr/>
            <p:nvPr/>
          </p:nvSpPr>
          <p:spPr>
            <a:xfrm>
              <a:off x="7455104" y="3234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t7351"/>
            <p:cNvSpPr/>
            <p:nvPr/>
          </p:nvSpPr>
          <p:spPr>
            <a:xfrm>
              <a:off x="7527732" y="32605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t7352"/>
            <p:cNvSpPr/>
            <p:nvPr/>
          </p:nvSpPr>
          <p:spPr>
            <a:xfrm>
              <a:off x="7464232" y="32634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t7353"/>
            <p:cNvSpPr/>
            <p:nvPr/>
          </p:nvSpPr>
          <p:spPr>
            <a:xfrm>
              <a:off x="7464911" y="3051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t7354"/>
            <p:cNvSpPr/>
            <p:nvPr/>
          </p:nvSpPr>
          <p:spPr>
            <a:xfrm>
              <a:off x="7453998" y="2948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t7355"/>
            <p:cNvSpPr/>
            <p:nvPr/>
          </p:nvSpPr>
          <p:spPr>
            <a:xfrm>
              <a:off x="7445431" y="3054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t7356"/>
            <p:cNvSpPr/>
            <p:nvPr/>
          </p:nvSpPr>
          <p:spPr>
            <a:xfrm>
              <a:off x="7476643" y="3197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t7357"/>
            <p:cNvSpPr/>
            <p:nvPr/>
          </p:nvSpPr>
          <p:spPr>
            <a:xfrm>
              <a:off x="7391884" y="3081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t7358"/>
            <p:cNvSpPr/>
            <p:nvPr/>
          </p:nvSpPr>
          <p:spPr>
            <a:xfrm>
              <a:off x="7438759" y="32338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t7359"/>
            <p:cNvSpPr/>
            <p:nvPr/>
          </p:nvSpPr>
          <p:spPr>
            <a:xfrm>
              <a:off x="7408754" y="3289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t7360"/>
            <p:cNvSpPr/>
            <p:nvPr/>
          </p:nvSpPr>
          <p:spPr>
            <a:xfrm>
              <a:off x="7426134" y="3298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t7361"/>
            <p:cNvSpPr/>
            <p:nvPr/>
          </p:nvSpPr>
          <p:spPr>
            <a:xfrm>
              <a:off x="7645452" y="3234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t7362"/>
            <p:cNvSpPr/>
            <p:nvPr/>
          </p:nvSpPr>
          <p:spPr>
            <a:xfrm>
              <a:off x="7436422" y="3239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t7363"/>
            <p:cNvSpPr/>
            <p:nvPr/>
          </p:nvSpPr>
          <p:spPr>
            <a:xfrm>
              <a:off x="7440035" y="3265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t7364"/>
            <p:cNvSpPr/>
            <p:nvPr/>
          </p:nvSpPr>
          <p:spPr>
            <a:xfrm>
              <a:off x="7402987" y="32307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t7365"/>
            <p:cNvSpPr/>
            <p:nvPr/>
          </p:nvSpPr>
          <p:spPr>
            <a:xfrm>
              <a:off x="7446434" y="3255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t7366"/>
            <p:cNvSpPr/>
            <p:nvPr/>
          </p:nvSpPr>
          <p:spPr>
            <a:xfrm>
              <a:off x="7411364" y="3246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t7367"/>
            <p:cNvSpPr/>
            <p:nvPr/>
          </p:nvSpPr>
          <p:spPr>
            <a:xfrm>
              <a:off x="7479309" y="3289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t7368"/>
            <p:cNvSpPr/>
            <p:nvPr/>
          </p:nvSpPr>
          <p:spPr>
            <a:xfrm>
              <a:off x="7441672" y="3123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t7369"/>
            <p:cNvSpPr/>
            <p:nvPr/>
          </p:nvSpPr>
          <p:spPr>
            <a:xfrm>
              <a:off x="7457449" y="3013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t7370"/>
            <p:cNvSpPr/>
            <p:nvPr/>
          </p:nvSpPr>
          <p:spPr>
            <a:xfrm>
              <a:off x="7534789" y="3229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t7371"/>
            <p:cNvSpPr/>
            <p:nvPr/>
          </p:nvSpPr>
          <p:spPr>
            <a:xfrm>
              <a:off x="7469624" y="2964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t7372"/>
            <p:cNvSpPr/>
            <p:nvPr/>
          </p:nvSpPr>
          <p:spPr>
            <a:xfrm>
              <a:off x="7313141" y="32896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t7373"/>
            <p:cNvSpPr/>
            <p:nvPr/>
          </p:nvSpPr>
          <p:spPr>
            <a:xfrm>
              <a:off x="7456697" y="3286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t7374"/>
            <p:cNvSpPr/>
            <p:nvPr/>
          </p:nvSpPr>
          <p:spPr>
            <a:xfrm>
              <a:off x="7520571" y="3292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t7375"/>
            <p:cNvSpPr/>
            <p:nvPr/>
          </p:nvSpPr>
          <p:spPr>
            <a:xfrm>
              <a:off x="7582800" y="32394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t7376"/>
            <p:cNvSpPr/>
            <p:nvPr/>
          </p:nvSpPr>
          <p:spPr>
            <a:xfrm>
              <a:off x="7334490" y="3251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t7377"/>
            <p:cNvSpPr/>
            <p:nvPr/>
          </p:nvSpPr>
          <p:spPr>
            <a:xfrm>
              <a:off x="7418542" y="32085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t7378"/>
            <p:cNvSpPr/>
            <p:nvPr/>
          </p:nvSpPr>
          <p:spPr>
            <a:xfrm>
              <a:off x="7451388" y="32646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t7379"/>
            <p:cNvSpPr/>
            <p:nvPr/>
          </p:nvSpPr>
          <p:spPr>
            <a:xfrm>
              <a:off x="7453619" y="3270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t7380"/>
            <p:cNvSpPr/>
            <p:nvPr/>
          </p:nvSpPr>
          <p:spPr>
            <a:xfrm>
              <a:off x="7469111" y="3257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t7381"/>
            <p:cNvSpPr/>
            <p:nvPr/>
          </p:nvSpPr>
          <p:spPr>
            <a:xfrm>
              <a:off x="7488927" y="2964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t7382"/>
            <p:cNvSpPr/>
            <p:nvPr/>
          </p:nvSpPr>
          <p:spPr>
            <a:xfrm>
              <a:off x="7396328" y="3200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t7383"/>
            <p:cNvSpPr/>
            <p:nvPr/>
          </p:nvSpPr>
          <p:spPr>
            <a:xfrm>
              <a:off x="7464319" y="3290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t7384"/>
            <p:cNvSpPr/>
            <p:nvPr/>
          </p:nvSpPr>
          <p:spPr>
            <a:xfrm>
              <a:off x="7482249" y="3071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t7385"/>
            <p:cNvSpPr/>
            <p:nvPr/>
          </p:nvSpPr>
          <p:spPr>
            <a:xfrm>
              <a:off x="7488125" y="3274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t7386"/>
            <p:cNvSpPr/>
            <p:nvPr/>
          </p:nvSpPr>
          <p:spPr>
            <a:xfrm>
              <a:off x="7457534" y="3277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t7387"/>
            <p:cNvSpPr/>
            <p:nvPr/>
          </p:nvSpPr>
          <p:spPr>
            <a:xfrm>
              <a:off x="7475665" y="3276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t7388"/>
            <p:cNvSpPr/>
            <p:nvPr/>
          </p:nvSpPr>
          <p:spPr>
            <a:xfrm>
              <a:off x="7494224" y="2886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t7389"/>
            <p:cNvSpPr/>
            <p:nvPr/>
          </p:nvSpPr>
          <p:spPr>
            <a:xfrm>
              <a:off x="7547360" y="3233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t7390"/>
            <p:cNvSpPr/>
            <p:nvPr/>
          </p:nvSpPr>
          <p:spPr>
            <a:xfrm>
              <a:off x="7417950" y="3236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t7391"/>
            <p:cNvSpPr/>
            <p:nvPr/>
          </p:nvSpPr>
          <p:spPr>
            <a:xfrm>
              <a:off x="7418191" y="3261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t7392"/>
            <p:cNvSpPr/>
            <p:nvPr/>
          </p:nvSpPr>
          <p:spPr>
            <a:xfrm>
              <a:off x="7473525" y="3228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t7393"/>
            <p:cNvSpPr/>
            <p:nvPr/>
          </p:nvSpPr>
          <p:spPr>
            <a:xfrm>
              <a:off x="7416878" y="3294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t7394"/>
            <p:cNvSpPr/>
            <p:nvPr/>
          </p:nvSpPr>
          <p:spPr>
            <a:xfrm>
              <a:off x="7465220" y="2885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t7395"/>
            <p:cNvSpPr/>
            <p:nvPr/>
          </p:nvSpPr>
          <p:spPr>
            <a:xfrm>
              <a:off x="7432191" y="3297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t7396"/>
            <p:cNvSpPr/>
            <p:nvPr/>
          </p:nvSpPr>
          <p:spPr>
            <a:xfrm>
              <a:off x="7432860" y="3260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t7397"/>
            <p:cNvSpPr/>
            <p:nvPr/>
          </p:nvSpPr>
          <p:spPr>
            <a:xfrm>
              <a:off x="7478022" y="3249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t7398"/>
            <p:cNvSpPr/>
            <p:nvPr/>
          </p:nvSpPr>
          <p:spPr>
            <a:xfrm>
              <a:off x="7479705" y="3245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t7399"/>
            <p:cNvSpPr/>
            <p:nvPr/>
          </p:nvSpPr>
          <p:spPr>
            <a:xfrm>
              <a:off x="7462647" y="32086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t7400"/>
            <p:cNvSpPr/>
            <p:nvPr/>
          </p:nvSpPr>
          <p:spPr>
            <a:xfrm>
              <a:off x="7474462" y="3138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t7401"/>
            <p:cNvSpPr/>
            <p:nvPr/>
          </p:nvSpPr>
          <p:spPr>
            <a:xfrm>
              <a:off x="7468732" y="3303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t7402"/>
            <p:cNvSpPr/>
            <p:nvPr/>
          </p:nvSpPr>
          <p:spPr>
            <a:xfrm>
              <a:off x="7396527" y="3096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t7403"/>
            <p:cNvSpPr/>
            <p:nvPr/>
          </p:nvSpPr>
          <p:spPr>
            <a:xfrm>
              <a:off x="7468899" y="3186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t7404"/>
            <p:cNvSpPr/>
            <p:nvPr/>
          </p:nvSpPr>
          <p:spPr>
            <a:xfrm>
              <a:off x="7513263" y="3324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t7405"/>
            <p:cNvSpPr/>
            <p:nvPr/>
          </p:nvSpPr>
          <p:spPr>
            <a:xfrm>
              <a:off x="7514932" y="3285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t7406"/>
            <p:cNvSpPr/>
            <p:nvPr/>
          </p:nvSpPr>
          <p:spPr>
            <a:xfrm>
              <a:off x="7437718" y="3295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t7407"/>
            <p:cNvSpPr/>
            <p:nvPr/>
          </p:nvSpPr>
          <p:spPr>
            <a:xfrm>
              <a:off x="7527391" y="3239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t7408"/>
            <p:cNvSpPr/>
            <p:nvPr/>
          </p:nvSpPr>
          <p:spPr>
            <a:xfrm>
              <a:off x="7502030" y="3296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t7409"/>
            <p:cNvSpPr/>
            <p:nvPr/>
          </p:nvSpPr>
          <p:spPr>
            <a:xfrm>
              <a:off x="7367882" y="3080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t7410"/>
            <p:cNvSpPr/>
            <p:nvPr/>
          </p:nvSpPr>
          <p:spPr>
            <a:xfrm>
              <a:off x="7435635" y="32709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t7411"/>
            <p:cNvSpPr/>
            <p:nvPr/>
          </p:nvSpPr>
          <p:spPr>
            <a:xfrm>
              <a:off x="7488085" y="3281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t7412"/>
            <p:cNvSpPr/>
            <p:nvPr/>
          </p:nvSpPr>
          <p:spPr>
            <a:xfrm>
              <a:off x="7364423" y="3351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t7413"/>
            <p:cNvSpPr/>
            <p:nvPr/>
          </p:nvSpPr>
          <p:spPr>
            <a:xfrm>
              <a:off x="7411616" y="3258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t7414"/>
            <p:cNvSpPr/>
            <p:nvPr/>
          </p:nvSpPr>
          <p:spPr>
            <a:xfrm>
              <a:off x="7498385" y="3249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t7415"/>
            <p:cNvSpPr/>
            <p:nvPr/>
          </p:nvSpPr>
          <p:spPr>
            <a:xfrm>
              <a:off x="7513761" y="3281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t7416"/>
            <p:cNvSpPr/>
            <p:nvPr/>
          </p:nvSpPr>
          <p:spPr>
            <a:xfrm>
              <a:off x="7448548" y="3210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t7417"/>
            <p:cNvSpPr/>
            <p:nvPr/>
          </p:nvSpPr>
          <p:spPr>
            <a:xfrm>
              <a:off x="7420075" y="3300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t7418"/>
            <p:cNvSpPr/>
            <p:nvPr/>
          </p:nvSpPr>
          <p:spPr>
            <a:xfrm>
              <a:off x="7441284" y="3275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t7419"/>
            <p:cNvSpPr/>
            <p:nvPr/>
          </p:nvSpPr>
          <p:spPr>
            <a:xfrm>
              <a:off x="7509910" y="3137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t7420"/>
            <p:cNvSpPr/>
            <p:nvPr/>
          </p:nvSpPr>
          <p:spPr>
            <a:xfrm>
              <a:off x="7352609" y="32574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t7421"/>
            <p:cNvSpPr/>
            <p:nvPr/>
          </p:nvSpPr>
          <p:spPr>
            <a:xfrm>
              <a:off x="7509512" y="3272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t7422"/>
            <p:cNvSpPr/>
            <p:nvPr/>
          </p:nvSpPr>
          <p:spPr>
            <a:xfrm>
              <a:off x="7472931" y="3306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t7423"/>
            <p:cNvSpPr/>
            <p:nvPr/>
          </p:nvSpPr>
          <p:spPr>
            <a:xfrm>
              <a:off x="7424136" y="2928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t7424"/>
            <p:cNvSpPr/>
            <p:nvPr/>
          </p:nvSpPr>
          <p:spPr>
            <a:xfrm>
              <a:off x="7415449" y="3291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t7425"/>
            <p:cNvSpPr/>
            <p:nvPr/>
          </p:nvSpPr>
          <p:spPr>
            <a:xfrm>
              <a:off x="7454784" y="32198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t7426"/>
            <p:cNvSpPr/>
            <p:nvPr/>
          </p:nvSpPr>
          <p:spPr>
            <a:xfrm>
              <a:off x="7459478" y="3279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t7427"/>
            <p:cNvSpPr/>
            <p:nvPr/>
          </p:nvSpPr>
          <p:spPr>
            <a:xfrm>
              <a:off x="7501817" y="32772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t7428"/>
            <p:cNvSpPr/>
            <p:nvPr/>
          </p:nvSpPr>
          <p:spPr>
            <a:xfrm>
              <a:off x="7454396" y="3184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t7429"/>
            <p:cNvSpPr/>
            <p:nvPr/>
          </p:nvSpPr>
          <p:spPr>
            <a:xfrm>
              <a:off x="7453968" y="3225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t7430"/>
            <p:cNvSpPr/>
            <p:nvPr/>
          </p:nvSpPr>
          <p:spPr>
            <a:xfrm>
              <a:off x="7468738" y="32765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t7431"/>
            <p:cNvSpPr/>
            <p:nvPr/>
          </p:nvSpPr>
          <p:spPr>
            <a:xfrm>
              <a:off x="7409093" y="3285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t7432"/>
            <p:cNvSpPr/>
            <p:nvPr/>
          </p:nvSpPr>
          <p:spPr>
            <a:xfrm>
              <a:off x="7456038" y="3066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t7433"/>
            <p:cNvSpPr/>
            <p:nvPr/>
          </p:nvSpPr>
          <p:spPr>
            <a:xfrm>
              <a:off x="7453247" y="2951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t7434"/>
            <p:cNvSpPr/>
            <p:nvPr/>
          </p:nvSpPr>
          <p:spPr>
            <a:xfrm>
              <a:off x="7468638" y="3355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t7435"/>
            <p:cNvSpPr/>
            <p:nvPr/>
          </p:nvSpPr>
          <p:spPr>
            <a:xfrm>
              <a:off x="7463100" y="3253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t7436"/>
            <p:cNvSpPr/>
            <p:nvPr/>
          </p:nvSpPr>
          <p:spPr>
            <a:xfrm>
              <a:off x="7486942" y="31822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t7437"/>
            <p:cNvSpPr/>
            <p:nvPr/>
          </p:nvSpPr>
          <p:spPr>
            <a:xfrm>
              <a:off x="7513680" y="3229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t7438"/>
            <p:cNvSpPr/>
            <p:nvPr/>
          </p:nvSpPr>
          <p:spPr>
            <a:xfrm>
              <a:off x="7397895" y="30257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t7439"/>
            <p:cNvSpPr/>
            <p:nvPr/>
          </p:nvSpPr>
          <p:spPr>
            <a:xfrm>
              <a:off x="7471826" y="30919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t7440"/>
            <p:cNvSpPr/>
            <p:nvPr/>
          </p:nvSpPr>
          <p:spPr>
            <a:xfrm>
              <a:off x="7453810" y="3225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t7441"/>
            <p:cNvSpPr/>
            <p:nvPr/>
          </p:nvSpPr>
          <p:spPr>
            <a:xfrm>
              <a:off x="7457837" y="3198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t7442"/>
            <p:cNvSpPr/>
            <p:nvPr/>
          </p:nvSpPr>
          <p:spPr>
            <a:xfrm>
              <a:off x="7472757" y="3205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t7443"/>
            <p:cNvSpPr/>
            <p:nvPr/>
          </p:nvSpPr>
          <p:spPr>
            <a:xfrm>
              <a:off x="7442177" y="3230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t7444"/>
            <p:cNvSpPr/>
            <p:nvPr/>
          </p:nvSpPr>
          <p:spPr>
            <a:xfrm>
              <a:off x="7516400" y="3266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t7445"/>
            <p:cNvSpPr/>
            <p:nvPr/>
          </p:nvSpPr>
          <p:spPr>
            <a:xfrm>
              <a:off x="7439830" y="3239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t7446"/>
            <p:cNvSpPr/>
            <p:nvPr/>
          </p:nvSpPr>
          <p:spPr>
            <a:xfrm>
              <a:off x="7453291" y="3234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t7447"/>
            <p:cNvSpPr/>
            <p:nvPr/>
          </p:nvSpPr>
          <p:spPr>
            <a:xfrm>
              <a:off x="7435614" y="3289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t7448"/>
            <p:cNvSpPr/>
            <p:nvPr/>
          </p:nvSpPr>
          <p:spPr>
            <a:xfrm>
              <a:off x="7481512" y="3303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t7449"/>
            <p:cNvSpPr/>
            <p:nvPr/>
          </p:nvSpPr>
          <p:spPr>
            <a:xfrm>
              <a:off x="7461193" y="3291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t7450"/>
            <p:cNvSpPr/>
            <p:nvPr/>
          </p:nvSpPr>
          <p:spPr>
            <a:xfrm>
              <a:off x="7452333" y="31836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t7451"/>
            <p:cNvSpPr/>
            <p:nvPr/>
          </p:nvSpPr>
          <p:spPr>
            <a:xfrm>
              <a:off x="7487501" y="3167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t7452"/>
            <p:cNvSpPr/>
            <p:nvPr/>
          </p:nvSpPr>
          <p:spPr>
            <a:xfrm>
              <a:off x="7458060" y="3214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t7453"/>
            <p:cNvSpPr/>
            <p:nvPr/>
          </p:nvSpPr>
          <p:spPr>
            <a:xfrm>
              <a:off x="7480260" y="3247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t7454"/>
            <p:cNvSpPr/>
            <p:nvPr/>
          </p:nvSpPr>
          <p:spPr>
            <a:xfrm>
              <a:off x="7443568" y="3266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t7455"/>
            <p:cNvSpPr/>
            <p:nvPr/>
          </p:nvSpPr>
          <p:spPr>
            <a:xfrm>
              <a:off x="7479787" y="3266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t7456"/>
            <p:cNvSpPr/>
            <p:nvPr/>
          </p:nvSpPr>
          <p:spPr>
            <a:xfrm>
              <a:off x="7373524" y="32182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t7457"/>
            <p:cNvSpPr/>
            <p:nvPr/>
          </p:nvSpPr>
          <p:spPr>
            <a:xfrm>
              <a:off x="7432320" y="3129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t7458"/>
            <p:cNvSpPr/>
            <p:nvPr/>
          </p:nvSpPr>
          <p:spPr>
            <a:xfrm>
              <a:off x="7487942" y="3267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t7459"/>
            <p:cNvSpPr/>
            <p:nvPr/>
          </p:nvSpPr>
          <p:spPr>
            <a:xfrm>
              <a:off x="7459956" y="3008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t7460"/>
            <p:cNvSpPr/>
            <p:nvPr/>
          </p:nvSpPr>
          <p:spPr>
            <a:xfrm>
              <a:off x="7479828" y="3246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t7461"/>
            <p:cNvSpPr/>
            <p:nvPr/>
          </p:nvSpPr>
          <p:spPr>
            <a:xfrm>
              <a:off x="7487816" y="3243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t7462"/>
            <p:cNvSpPr/>
            <p:nvPr/>
          </p:nvSpPr>
          <p:spPr>
            <a:xfrm>
              <a:off x="7424528" y="3273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t7463"/>
            <p:cNvSpPr/>
            <p:nvPr/>
          </p:nvSpPr>
          <p:spPr>
            <a:xfrm>
              <a:off x="7433016" y="3243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t7464"/>
            <p:cNvSpPr/>
            <p:nvPr/>
          </p:nvSpPr>
          <p:spPr>
            <a:xfrm>
              <a:off x="7438636" y="30447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t7465"/>
            <p:cNvSpPr/>
            <p:nvPr/>
          </p:nvSpPr>
          <p:spPr>
            <a:xfrm>
              <a:off x="7495982" y="3253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t7466"/>
            <p:cNvSpPr/>
            <p:nvPr/>
          </p:nvSpPr>
          <p:spPr>
            <a:xfrm>
              <a:off x="7478074" y="2995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t7467"/>
            <p:cNvSpPr/>
            <p:nvPr/>
          </p:nvSpPr>
          <p:spPr>
            <a:xfrm>
              <a:off x="7459987" y="32197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t7468"/>
            <p:cNvSpPr/>
            <p:nvPr/>
          </p:nvSpPr>
          <p:spPr>
            <a:xfrm>
              <a:off x="7404452" y="3103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t7469"/>
            <p:cNvSpPr/>
            <p:nvPr/>
          </p:nvSpPr>
          <p:spPr>
            <a:xfrm>
              <a:off x="7456403" y="2985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t7470"/>
            <p:cNvSpPr/>
            <p:nvPr/>
          </p:nvSpPr>
          <p:spPr>
            <a:xfrm>
              <a:off x="7330650" y="3086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t7471"/>
            <p:cNvSpPr/>
            <p:nvPr/>
          </p:nvSpPr>
          <p:spPr>
            <a:xfrm>
              <a:off x="7440758" y="3326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t7472"/>
            <p:cNvSpPr/>
            <p:nvPr/>
          </p:nvSpPr>
          <p:spPr>
            <a:xfrm>
              <a:off x="7432817" y="3104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t7473"/>
            <p:cNvSpPr/>
            <p:nvPr/>
          </p:nvSpPr>
          <p:spPr>
            <a:xfrm>
              <a:off x="7463318" y="32562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t7474"/>
            <p:cNvSpPr/>
            <p:nvPr/>
          </p:nvSpPr>
          <p:spPr>
            <a:xfrm>
              <a:off x="7547056" y="3242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t7475"/>
            <p:cNvSpPr/>
            <p:nvPr/>
          </p:nvSpPr>
          <p:spPr>
            <a:xfrm>
              <a:off x="7467947" y="3196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t7476"/>
            <p:cNvSpPr/>
            <p:nvPr/>
          </p:nvSpPr>
          <p:spPr>
            <a:xfrm>
              <a:off x="7180023" y="302666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t7477"/>
            <p:cNvSpPr/>
            <p:nvPr/>
          </p:nvSpPr>
          <p:spPr>
            <a:xfrm>
              <a:off x="7347568" y="3220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t7478"/>
            <p:cNvSpPr/>
            <p:nvPr/>
          </p:nvSpPr>
          <p:spPr>
            <a:xfrm>
              <a:off x="7475843" y="3243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t7479"/>
            <p:cNvSpPr/>
            <p:nvPr/>
          </p:nvSpPr>
          <p:spPr>
            <a:xfrm>
              <a:off x="7438949" y="28138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t7480"/>
            <p:cNvSpPr/>
            <p:nvPr/>
          </p:nvSpPr>
          <p:spPr>
            <a:xfrm>
              <a:off x="7327644" y="3301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t7481"/>
            <p:cNvSpPr/>
            <p:nvPr/>
          </p:nvSpPr>
          <p:spPr>
            <a:xfrm>
              <a:off x="7395573" y="3327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t7482"/>
            <p:cNvSpPr/>
            <p:nvPr/>
          </p:nvSpPr>
          <p:spPr>
            <a:xfrm>
              <a:off x="7405557" y="3205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t7483"/>
            <p:cNvSpPr/>
            <p:nvPr/>
          </p:nvSpPr>
          <p:spPr>
            <a:xfrm>
              <a:off x="7489801" y="3328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t7484"/>
            <p:cNvSpPr/>
            <p:nvPr/>
          </p:nvSpPr>
          <p:spPr>
            <a:xfrm>
              <a:off x="7553791" y="3220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t7485"/>
            <p:cNvSpPr/>
            <p:nvPr/>
          </p:nvSpPr>
          <p:spPr>
            <a:xfrm>
              <a:off x="7480580" y="3274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t7486"/>
            <p:cNvSpPr/>
            <p:nvPr/>
          </p:nvSpPr>
          <p:spPr>
            <a:xfrm>
              <a:off x="7459657" y="3249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t7487"/>
            <p:cNvSpPr/>
            <p:nvPr/>
          </p:nvSpPr>
          <p:spPr>
            <a:xfrm>
              <a:off x="7473305" y="32302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t7488"/>
            <p:cNvSpPr/>
            <p:nvPr/>
          </p:nvSpPr>
          <p:spPr>
            <a:xfrm>
              <a:off x="7442593" y="3140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t7489"/>
            <p:cNvSpPr/>
            <p:nvPr/>
          </p:nvSpPr>
          <p:spPr>
            <a:xfrm>
              <a:off x="7510700" y="32248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t7490"/>
            <p:cNvSpPr/>
            <p:nvPr/>
          </p:nvSpPr>
          <p:spPr>
            <a:xfrm>
              <a:off x="7442172" y="2985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t7491"/>
            <p:cNvSpPr/>
            <p:nvPr/>
          </p:nvSpPr>
          <p:spPr>
            <a:xfrm>
              <a:off x="7472867" y="2958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t7492"/>
            <p:cNvSpPr/>
            <p:nvPr/>
          </p:nvSpPr>
          <p:spPr>
            <a:xfrm>
              <a:off x="7470291" y="3175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t7493"/>
            <p:cNvSpPr/>
            <p:nvPr/>
          </p:nvSpPr>
          <p:spPr>
            <a:xfrm>
              <a:off x="7432506" y="3194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t7494"/>
            <p:cNvSpPr/>
            <p:nvPr/>
          </p:nvSpPr>
          <p:spPr>
            <a:xfrm>
              <a:off x="7457750" y="3245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t7495"/>
            <p:cNvSpPr/>
            <p:nvPr/>
          </p:nvSpPr>
          <p:spPr>
            <a:xfrm>
              <a:off x="7488462" y="32397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t7496"/>
            <p:cNvSpPr/>
            <p:nvPr/>
          </p:nvSpPr>
          <p:spPr>
            <a:xfrm>
              <a:off x="7402615" y="3266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t7497"/>
            <p:cNvSpPr/>
            <p:nvPr/>
          </p:nvSpPr>
          <p:spPr>
            <a:xfrm>
              <a:off x="7448215" y="31822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t7498"/>
            <p:cNvSpPr/>
            <p:nvPr/>
          </p:nvSpPr>
          <p:spPr>
            <a:xfrm>
              <a:off x="7455863" y="32447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t7499"/>
            <p:cNvSpPr/>
            <p:nvPr/>
          </p:nvSpPr>
          <p:spPr>
            <a:xfrm>
              <a:off x="7451371" y="3228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t7500"/>
            <p:cNvSpPr/>
            <p:nvPr/>
          </p:nvSpPr>
          <p:spPr>
            <a:xfrm>
              <a:off x="7478437" y="2996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t7501"/>
            <p:cNvSpPr/>
            <p:nvPr/>
          </p:nvSpPr>
          <p:spPr>
            <a:xfrm>
              <a:off x="7525342" y="3105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t7502"/>
            <p:cNvSpPr/>
            <p:nvPr/>
          </p:nvSpPr>
          <p:spPr>
            <a:xfrm>
              <a:off x="7459554" y="3292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t7503"/>
            <p:cNvSpPr/>
            <p:nvPr/>
          </p:nvSpPr>
          <p:spPr>
            <a:xfrm>
              <a:off x="7488049" y="3344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t7504"/>
            <p:cNvSpPr/>
            <p:nvPr/>
          </p:nvSpPr>
          <p:spPr>
            <a:xfrm>
              <a:off x="7508574" y="3118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t7505"/>
            <p:cNvSpPr/>
            <p:nvPr/>
          </p:nvSpPr>
          <p:spPr>
            <a:xfrm>
              <a:off x="7433592" y="32526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t7506"/>
            <p:cNvSpPr/>
            <p:nvPr/>
          </p:nvSpPr>
          <p:spPr>
            <a:xfrm>
              <a:off x="7359583" y="3004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t7507"/>
            <p:cNvSpPr/>
            <p:nvPr/>
          </p:nvSpPr>
          <p:spPr>
            <a:xfrm>
              <a:off x="7503518" y="3259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t7508"/>
            <p:cNvSpPr/>
            <p:nvPr/>
          </p:nvSpPr>
          <p:spPr>
            <a:xfrm>
              <a:off x="7518825" y="3201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t7509"/>
            <p:cNvSpPr/>
            <p:nvPr/>
          </p:nvSpPr>
          <p:spPr>
            <a:xfrm>
              <a:off x="7479920" y="31406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t7510"/>
            <p:cNvSpPr/>
            <p:nvPr/>
          </p:nvSpPr>
          <p:spPr>
            <a:xfrm>
              <a:off x="7501388" y="3212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t7511"/>
            <p:cNvSpPr/>
            <p:nvPr/>
          </p:nvSpPr>
          <p:spPr>
            <a:xfrm>
              <a:off x="7546747" y="3232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t7512"/>
            <p:cNvSpPr/>
            <p:nvPr/>
          </p:nvSpPr>
          <p:spPr>
            <a:xfrm>
              <a:off x="7418498" y="3051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t7513"/>
            <p:cNvSpPr/>
            <p:nvPr/>
          </p:nvSpPr>
          <p:spPr>
            <a:xfrm>
              <a:off x="7484261" y="3075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t7514"/>
            <p:cNvSpPr/>
            <p:nvPr/>
          </p:nvSpPr>
          <p:spPr>
            <a:xfrm>
              <a:off x="7545283" y="3232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t7515"/>
            <p:cNvSpPr/>
            <p:nvPr/>
          </p:nvSpPr>
          <p:spPr>
            <a:xfrm>
              <a:off x="7539925" y="3228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t7516"/>
            <p:cNvSpPr/>
            <p:nvPr/>
          </p:nvSpPr>
          <p:spPr>
            <a:xfrm>
              <a:off x="7430162" y="3293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t7517"/>
            <p:cNvSpPr/>
            <p:nvPr/>
          </p:nvSpPr>
          <p:spPr>
            <a:xfrm>
              <a:off x="7496369" y="32772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t7518"/>
            <p:cNvSpPr/>
            <p:nvPr/>
          </p:nvSpPr>
          <p:spPr>
            <a:xfrm>
              <a:off x="7429164" y="32264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t7519"/>
            <p:cNvSpPr/>
            <p:nvPr/>
          </p:nvSpPr>
          <p:spPr>
            <a:xfrm>
              <a:off x="7521663" y="3273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t7520"/>
            <p:cNvSpPr/>
            <p:nvPr/>
          </p:nvSpPr>
          <p:spPr>
            <a:xfrm>
              <a:off x="7550777" y="33289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t7521"/>
            <p:cNvSpPr/>
            <p:nvPr/>
          </p:nvSpPr>
          <p:spPr>
            <a:xfrm>
              <a:off x="7458765" y="34439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t7522"/>
            <p:cNvSpPr/>
            <p:nvPr/>
          </p:nvSpPr>
          <p:spPr>
            <a:xfrm>
              <a:off x="7548235" y="3270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t7523"/>
            <p:cNvSpPr/>
            <p:nvPr/>
          </p:nvSpPr>
          <p:spPr>
            <a:xfrm>
              <a:off x="7535705" y="3302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t7524"/>
            <p:cNvSpPr/>
            <p:nvPr/>
          </p:nvSpPr>
          <p:spPr>
            <a:xfrm>
              <a:off x="7514634" y="3327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t7525"/>
            <p:cNvSpPr/>
            <p:nvPr/>
          </p:nvSpPr>
          <p:spPr>
            <a:xfrm>
              <a:off x="7428407" y="3235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t7526"/>
            <p:cNvSpPr/>
            <p:nvPr/>
          </p:nvSpPr>
          <p:spPr>
            <a:xfrm>
              <a:off x="7414587" y="3084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t7527"/>
            <p:cNvSpPr/>
            <p:nvPr/>
          </p:nvSpPr>
          <p:spPr>
            <a:xfrm>
              <a:off x="7438534" y="33155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t7528"/>
            <p:cNvSpPr/>
            <p:nvPr/>
          </p:nvSpPr>
          <p:spPr>
            <a:xfrm>
              <a:off x="7413596" y="3277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t7529"/>
            <p:cNvSpPr/>
            <p:nvPr/>
          </p:nvSpPr>
          <p:spPr>
            <a:xfrm>
              <a:off x="7408266" y="3258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t7530"/>
            <p:cNvSpPr/>
            <p:nvPr/>
          </p:nvSpPr>
          <p:spPr>
            <a:xfrm>
              <a:off x="7354913" y="3284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t7531"/>
            <p:cNvSpPr/>
            <p:nvPr/>
          </p:nvSpPr>
          <p:spPr>
            <a:xfrm>
              <a:off x="7546939" y="33126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t7532"/>
            <p:cNvSpPr/>
            <p:nvPr/>
          </p:nvSpPr>
          <p:spPr>
            <a:xfrm>
              <a:off x="7369258" y="3269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t7533"/>
            <p:cNvSpPr/>
            <p:nvPr/>
          </p:nvSpPr>
          <p:spPr>
            <a:xfrm>
              <a:off x="7449983" y="3192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t7534"/>
            <p:cNvSpPr/>
            <p:nvPr/>
          </p:nvSpPr>
          <p:spPr>
            <a:xfrm>
              <a:off x="7565481" y="315668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t7535"/>
            <p:cNvSpPr/>
            <p:nvPr/>
          </p:nvSpPr>
          <p:spPr>
            <a:xfrm>
              <a:off x="7459825" y="3323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t7536"/>
            <p:cNvSpPr/>
            <p:nvPr/>
          </p:nvSpPr>
          <p:spPr>
            <a:xfrm>
              <a:off x="7453332" y="3268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t7537"/>
            <p:cNvSpPr/>
            <p:nvPr/>
          </p:nvSpPr>
          <p:spPr>
            <a:xfrm>
              <a:off x="7460360" y="33163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t7538"/>
            <p:cNvSpPr/>
            <p:nvPr/>
          </p:nvSpPr>
          <p:spPr>
            <a:xfrm>
              <a:off x="7481300" y="3259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t7539"/>
            <p:cNvSpPr/>
            <p:nvPr/>
          </p:nvSpPr>
          <p:spPr>
            <a:xfrm>
              <a:off x="7513918" y="3256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t7540"/>
            <p:cNvSpPr/>
            <p:nvPr/>
          </p:nvSpPr>
          <p:spPr>
            <a:xfrm>
              <a:off x="7513660" y="3339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t7541"/>
            <p:cNvSpPr/>
            <p:nvPr/>
          </p:nvSpPr>
          <p:spPr>
            <a:xfrm>
              <a:off x="7470291" y="3276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t7542"/>
            <p:cNvSpPr/>
            <p:nvPr/>
          </p:nvSpPr>
          <p:spPr>
            <a:xfrm>
              <a:off x="7481716" y="3236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t7543"/>
            <p:cNvSpPr/>
            <p:nvPr/>
          </p:nvSpPr>
          <p:spPr>
            <a:xfrm>
              <a:off x="7342921" y="3310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t7544"/>
            <p:cNvSpPr/>
            <p:nvPr/>
          </p:nvSpPr>
          <p:spPr>
            <a:xfrm>
              <a:off x="7229945" y="291358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t7545"/>
            <p:cNvSpPr/>
            <p:nvPr/>
          </p:nvSpPr>
          <p:spPr>
            <a:xfrm>
              <a:off x="7441513" y="3027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t7546"/>
            <p:cNvSpPr/>
            <p:nvPr/>
          </p:nvSpPr>
          <p:spPr>
            <a:xfrm>
              <a:off x="7388435" y="3004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t7547"/>
            <p:cNvSpPr/>
            <p:nvPr/>
          </p:nvSpPr>
          <p:spPr>
            <a:xfrm>
              <a:off x="7435277" y="3001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t7548"/>
            <p:cNvSpPr/>
            <p:nvPr/>
          </p:nvSpPr>
          <p:spPr>
            <a:xfrm>
              <a:off x="7354960" y="32184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t7549"/>
            <p:cNvSpPr/>
            <p:nvPr/>
          </p:nvSpPr>
          <p:spPr>
            <a:xfrm>
              <a:off x="7485634" y="3104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t7550"/>
            <p:cNvSpPr/>
            <p:nvPr/>
          </p:nvSpPr>
          <p:spPr>
            <a:xfrm>
              <a:off x="7509327" y="33444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t7551"/>
            <p:cNvSpPr/>
            <p:nvPr/>
          </p:nvSpPr>
          <p:spPr>
            <a:xfrm>
              <a:off x="7401983" y="3268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t7552"/>
            <p:cNvSpPr/>
            <p:nvPr/>
          </p:nvSpPr>
          <p:spPr>
            <a:xfrm>
              <a:off x="7473956" y="3246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t7553"/>
            <p:cNvSpPr/>
            <p:nvPr/>
          </p:nvSpPr>
          <p:spPr>
            <a:xfrm>
              <a:off x="7468251" y="3179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t7554"/>
            <p:cNvSpPr/>
            <p:nvPr/>
          </p:nvSpPr>
          <p:spPr>
            <a:xfrm>
              <a:off x="7461331" y="3258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t7555"/>
            <p:cNvSpPr/>
            <p:nvPr/>
          </p:nvSpPr>
          <p:spPr>
            <a:xfrm>
              <a:off x="7487696" y="33217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t7556"/>
            <p:cNvSpPr/>
            <p:nvPr/>
          </p:nvSpPr>
          <p:spPr>
            <a:xfrm>
              <a:off x="7447285" y="3433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t7557"/>
            <p:cNvSpPr/>
            <p:nvPr/>
          </p:nvSpPr>
          <p:spPr>
            <a:xfrm>
              <a:off x="7477753" y="33159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t7558"/>
            <p:cNvSpPr/>
            <p:nvPr/>
          </p:nvSpPr>
          <p:spPr>
            <a:xfrm>
              <a:off x="7446278" y="32774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t7559"/>
            <p:cNvSpPr/>
            <p:nvPr/>
          </p:nvSpPr>
          <p:spPr>
            <a:xfrm>
              <a:off x="7489643" y="3154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t7560"/>
            <p:cNvSpPr/>
            <p:nvPr/>
          </p:nvSpPr>
          <p:spPr>
            <a:xfrm>
              <a:off x="7424421" y="3217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t7561"/>
            <p:cNvSpPr/>
            <p:nvPr/>
          </p:nvSpPr>
          <p:spPr>
            <a:xfrm>
              <a:off x="7385743" y="3041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t7562"/>
            <p:cNvSpPr/>
            <p:nvPr/>
          </p:nvSpPr>
          <p:spPr>
            <a:xfrm>
              <a:off x="7378605" y="3443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t7563"/>
            <p:cNvSpPr/>
            <p:nvPr/>
          </p:nvSpPr>
          <p:spPr>
            <a:xfrm>
              <a:off x="7428831" y="3252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t7564"/>
            <p:cNvSpPr/>
            <p:nvPr/>
          </p:nvSpPr>
          <p:spPr>
            <a:xfrm>
              <a:off x="7446826" y="2927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t7565"/>
            <p:cNvSpPr/>
            <p:nvPr/>
          </p:nvSpPr>
          <p:spPr>
            <a:xfrm>
              <a:off x="7302821" y="2928000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t7566"/>
            <p:cNvSpPr/>
            <p:nvPr/>
          </p:nvSpPr>
          <p:spPr>
            <a:xfrm>
              <a:off x="7464640" y="3187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t7567"/>
            <p:cNvSpPr/>
            <p:nvPr/>
          </p:nvSpPr>
          <p:spPr>
            <a:xfrm>
              <a:off x="7461778" y="3277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t7568"/>
            <p:cNvSpPr/>
            <p:nvPr/>
          </p:nvSpPr>
          <p:spPr>
            <a:xfrm>
              <a:off x="7510032" y="3262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t7569"/>
            <p:cNvSpPr/>
            <p:nvPr/>
          </p:nvSpPr>
          <p:spPr>
            <a:xfrm>
              <a:off x="7471514" y="3128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t7570"/>
            <p:cNvSpPr/>
            <p:nvPr/>
          </p:nvSpPr>
          <p:spPr>
            <a:xfrm>
              <a:off x="7439037" y="3308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t7571"/>
            <p:cNvSpPr/>
            <p:nvPr/>
          </p:nvSpPr>
          <p:spPr>
            <a:xfrm>
              <a:off x="7515440" y="3168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t7572"/>
            <p:cNvSpPr/>
            <p:nvPr/>
          </p:nvSpPr>
          <p:spPr>
            <a:xfrm>
              <a:off x="7394823" y="31960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t7573"/>
            <p:cNvSpPr/>
            <p:nvPr/>
          </p:nvSpPr>
          <p:spPr>
            <a:xfrm>
              <a:off x="7450111" y="32696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t7574"/>
            <p:cNvSpPr/>
            <p:nvPr/>
          </p:nvSpPr>
          <p:spPr>
            <a:xfrm>
              <a:off x="7431847" y="32468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t7575"/>
            <p:cNvSpPr/>
            <p:nvPr/>
          </p:nvSpPr>
          <p:spPr>
            <a:xfrm>
              <a:off x="7507841" y="3264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t7576"/>
            <p:cNvSpPr/>
            <p:nvPr/>
          </p:nvSpPr>
          <p:spPr>
            <a:xfrm>
              <a:off x="7454425" y="3287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t7577"/>
            <p:cNvSpPr/>
            <p:nvPr/>
          </p:nvSpPr>
          <p:spPr>
            <a:xfrm>
              <a:off x="7432689" y="3295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t7578"/>
            <p:cNvSpPr/>
            <p:nvPr/>
          </p:nvSpPr>
          <p:spPr>
            <a:xfrm>
              <a:off x="7495950" y="3264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t7579"/>
            <p:cNvSpPr/>
            <p:nvPr/>
          </p:nvSpPr>
          <p:spPr>
            <a:xfrm>
              <a:off x="7448800" y="3261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t7580"/>
            <p:cNvSpPr/>
            <p:nvPr/>
          </p:nvSpPr>
          <p:spPr>
            <a:xfrm>
              <a:off x="7415421" y="3294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t7581"/>
            <p:cNvSpPr/>
            <p:nvPr/>
          </p:nvSpPr>
          <p:spPr>
            <a:xfrm>
              <a:off x="7476157" y="3431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t7582"/>
            <p:cNvSpPr/>
            <p:nvPr/>
          </p:nvSpPr>
          <p:spPr>
            <a:xfrm>
              <a:off x="7463368" y="3305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t7583"/>
            <p:cNvSpPr/>
            <p:nvPr/>
          </p:nvSpPr>
          <p:spPr>
            <a:xfrm>
              <a:off x="7465832" y="3309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t7584"/>
            <p:cNvSpPr/>
            <p:nvPr/>
          </p:nvSpPr>
          <p:spPr>
            <a:xfrm>
              <a:off x="7448633" y="32712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t7585"/>
            <p:cNvSpPr/>
            <p:nvPr/>
          </p:nvSpPr>
          <p:spPr>
            <a:xfrm>
              <a:off x="7480658" y="3319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t7586"/>
            <p:cNvSpPr/>
            <p:nvPr/>
          </p:nvSpPr>
          <p:spPr>
            <a:xfrm>
              <a:off x="7476187" y="3236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t7587"/>
            <p:cNvSpPr/>
            <p:nvPr/>
          </p:nvSpPr>
          <p:spPr>
            <a:xfrm>
              <a:off x="7517701" y="3237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t7588"/>
            <p:cNvSpPr/>
            <p:nvPr/>
          </p:nvSpPr>
          <p:spPr>
            <a:xfrm>
              <a:off x="7469919" y="3235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t7589"/>
            <p:cNvSpPr/>
            <p:nvPr/>
          </p:nvSpPr>
          <p:spPr>
            <a:xfrm>
              <a:off x="7408743" y="3261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t7590"/>
            <p:cNvSpPr/>
            <p:nvPr/>
          </p:nvSpPr>
          <p:spPr>
            <a:xfrm>
              <a:off x="7439955" y="3219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t7591"/>
            <p:cNvSpPr/>
            <p:nvPr/>
          </p:nvSpPr>
          <p:spPr>
            <a:xfrm>
              <a:off x="7432106" y="3189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t7592"/>
            <p:cNvSpPr/>
            <p:nvPr/>
          </p:nvSpPr>
          <p:spPr>
            <a:xfrm>
              <a:off x="7521442" y="3181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t7593"/>
            <p:cNvSpPr/>
            <p:nvPr/>
          </p:nvSpPr>
          <p:spPr>
            <a:xfrm>
              <a:off x="7452676" y="3202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t7594"/>
            <p:cNvSpPr/>
            <p:nvPr/>
          </p:nvSpPr>
          <p:spPr>
            <a:xfrm>
              <a:off x="7497266" y="3303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t7595"/>
            <p:cNvSpPr/>
            <p:nvPr/>
          </p:nvSpPr>
          <p:spPr>
            <a:xfrm>
              <a:off x="7528195" y="3287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t7596"/>
            <p:cNvSpPr/>
            <p:nvPr/>
          </p:nvSpPr>
          <p:spPr>
            <a:xfrm>
              <a:off x="7470655" y="32159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t7597"/>
            <p:cNvSpPr/>
            <p:nvPr/>
          </p:nvSpPr>
          <p:spPr>
            <a:xfrm>
              <a:off x="7457342" y="3304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t7598"/>
            <p:cNvSpPr/>
            <p:nvPr/>
          </p:nvSpPr>
          <p:spPr>
            <a:xfrm>
              <a:off x="7364935" y="3272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t7599"/>
            <p:cNvSpPr/>
            <p:nvPr/>
          </p:nvSpPr>
          <p:spPr>
            <a:xfrm>
              <a:off x="7465200" y="3140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t7600"/>
            <p:cNvSpPr/>
            <p:nvPr/>
          </p:nvSpPr>
          <p:spPr>
            <a:xfrm>
              <a:off x="6542495" y="31595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t7601"/>
            <p:cNvSpPr/>
            <p:nvPr/>
          </p:nvSpPr>
          <p:spPr>
            <a:xfrm>
              <a:off x="7468032" y="32390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t7602"/>
            <p:cNvSpPr/>
            <p:nvPr/>
          </p:nvSpPr>
          <p:spPr>
            <a:xfrm>
              <a:off x="7501008" y="32485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t7603"/>
            <p:cNvSpPr/>
            <p:nvPr/>
          </p:nvSpPr>
          <p:spPr>
            <a:xfrm>
              <a:off x="7430417" y="3245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t7604"/>
            <p:cNvSpPr/>
            <p:nvPr/>
          </p:nvSpPr>
          <p:spPr>
            <a:xfrm>
              <a:off x="7468944" y="3297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t7605"/>
            <p:cNvSpPr/>
            <p:nvPr/>
          </p:nvSpPr>
          <p:spPr>
            <a:xfrm>
              <a:off x="7467496" y="3271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t7606"/>
            <p:cNvSpPr/>
            <p:nvPr/>
          </p:nvSpPr>
          <p:spPr>
            <a:xfrm>
              <a:off x="7372871" y="30654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t7607"/>
            <p:cNvSpPr/>
            <p:nvPr/>
          </p:nvSpPr>
          <p:spPr>
            <a:xfrm>
              <a:off x="7475595" y="3284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t7608"/>
            <p:cNvSpPr/>
            <p:nvPr/>
          </p:nvSpPr>
          <p:spPr>
            <a:xfrm>
              <a:off x="7433297" y="3286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t7609"/>
            <p:cNvSpPr/>
            <p:nvPr/>
          </p:nvSpPr>
          <p:spPr>
            <a:xfrm>
              <a:off x="7470000" y="3181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t7610"/>
            <p:cNvSpPr/>
            <p:nvPr/>
          </p:nvSpPr>
          <p:spPr>
            <a:xfrm>
              <a:off x="6901097" y="2893290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t7611"/>
            <p:cNvSpPr/>
            <p:nvPr/>
          </p:nvSpPr>
          <p:spPr>
            <a:xfrm>
              <a:off x="7611276" y="3210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t7612"/>
            <p:cNvSpPr/>
            <p:nvPr/>
          </p:nvSpPr>
          <p:spPr>
            <a:xfrm>
              <a:off x="7431340" y="32632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t7613"/>
            <p:cNvSpPr/>
            <p:nvPr/>
          </p:nvSpPr>
          <p:spPr>
            <a:xfrm>
              <a:off x="7428265" y="31759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t7614"/>
            <p:cNvSpPr/>
            <p:nvPr/>
          </p:nvSpPr>
          <p:spPr>
            <a:xfrm>
              <a:off x="7506539" y="3018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t7615"/>
            <p:cNvSpPr/>
            <p:nvPr/>
          </p:nvSpPr>
          <p:spPr>
            <a:xfrm>
              <a:off x="7492888" y="32322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t7616"/>
            <p:cNvSpPr/>
            <p:nvPr/>
          </p:nvSpPr>
          <p:spPr>
            <a:xfrm>
              <a:off x="7486053" y="32434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t7617"/>
            <p:cNvSpPr/>
            <p:nvPr/>
          </p:nvSpPr>
          <p:spPr>
            <a:xfrm>
              <a:off x="7410342" y="3292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t7618"/>
            <p:cNvSpPr/>
            <p:nvPr/>
          </p:nvSpPr>
          <p:spPr>
            <a:xfrm>
              <a:off x="7499985" y="3238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t7619"/>
            <p:cNvSpPr/>
            <p:nvPr/>
          </p:nvSpPr>
          <p:spPr>
            <a:xfrm>
              <a:off x="7471469" y="3122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t7620"/>
            <p:cNvSpPr/>
            <p:nvPr/>
          </p:nvSpPr>
          <p:spPr>
            <a:xfrm>
              <a:off x="7399678" y="3240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t7621"/>
            <p:cNvSpPr/>
            <p:nvPr/>
          </p:nvSpPr>
          <p:spPr>
            <a:xfrm>
              <a:off x="7468741" y="32101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t7622"/>
            <p:cNvSpPr/>
            <p:nvPr/>
          </p:nvSpPr>
          <p:spPr>
            <a:xfrm>
              <a:off x="7383282" y="31543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t7623"/>
            <p:cNvSpPr/>
            <p:nvPr/>
          </p:nvSpPr>
          <p:spPr>
            <a:xfrm>
              <a:off x="7460345" y="32853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t7624"/>
            <p:cNvSpPr/>
            <p:nvPr/>
          </p:nvSpPr>
          <p:spPr>
            <a:xfrm>
              <a:off x="7497247" y="33498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t7625"/>
            <p:cNvSpPr/>
            <p:nvPr/>
          </p:nvSpPr>
          <p:spPr>
            <a:xfrm>
              <a:off x="7477955" y="32825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t7626"/>
            <p:cNvSpPr/>
            <p:nvPr/>
          </p:nvSpPr>
          <p:spPr>
            <a:xfrm>
              <a:off x="7481395" y="3113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t7627"/>
            <p:cNvSpPr/>
            <p:nvPr/>
          </p:nvSpPr>
          <p:spPr>
            <a:xfrm>
              <a:off x="7505521" y="32701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t7628"/>
            <p:cNvSpPr/>
            <p:nvPr/>
          </p:nvSpPr>
          <p:spPr>
            <a:xfrm>
              <a:off x="7500028" y="3192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t7629"/>
            <p:cNvSpPr/>
            <p:nvPr/>
          </p:nvSpPr>
          <p:spPr>
            <a:xfrm>
              <a:off x="7461352" y="3167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t7630"/>
            <p:cNvSpPr/>
            <p:nvPr/>
          </p:nvSpPr>
          <p:spPr>
            <a:xfrm>
              <a:off x="7396896" y="32548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t7631"/>
            <p:cNvSpPr/>
            <p:nvPr/>
          </p:nvSpPr>
          <p:spPr>
            <a:xfrm>
              <a:off x="7449304" y="3275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t7632"/>
            <p:cNvSpPr/>
            <p:nvPr/>
          </p:nvSpPr>
          <p:spPr>
            <a:xfrm>
              <a:off x="7328953" y="3277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t7633"/>
            <p:cNvSpPr/>
            <p:nvPr/>
          </p:nvSpPr>
          <p:spPr>
            <a:xfrm>
              <a:off x="7372205" y="3295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t7634"/>
            <p:cNvSpPr/>
            <p:nvPr/>
          </p:nvSpPr>
          <p:spPr>
            <a:xfrm>
              <a:off x="7467222" y="3137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t7635"/>
            <p:cNvSpPr/>
            <p:nvPr/>
          </p:nvSpPr>
          <p:spPr>
            <a:xfrm>
              <a:off x="7460031" y="3224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t7636"/>
            <p:cNvSpPr/>
            <p:nvPr/>
          </p:nvSpPr>
          <p:spPr>
            <a:xfrm>
              <a:off x="7462519" y="3210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t7637"/>
            <p:cNvSpPr/>
            <p:nvPr/>
          </p:nvSpPr>
          <p:spPr>
            <a:xfrm>
              <a:off x="7427271" y="2985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t7638"/>
            <p:cNvSpPr/>
            <p:nvPr/>
          </p:nvSpPr>
          <p:spPr>
            <a:xfrm>
              <a:off x="7459382" y="3379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t7639"/>
            <p:cNvSpPr/>
            <p:nvPr/>
          </p:nvSpPr>
          <p:spPr>
            <a:xfrm>
              <a:off x="7412569" y="3169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t7640"/>
            <p:cNvSpPr/>
            <p:nvPr/>
          </p:nvSpPr>
          <p:spPr>
            <a:xfrm>
              <a:off x="7517356" y="30085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t7641"/>
            <p:cNvSpPr/>
            <p:nvPr/>
          </p:nvSpPr>
          <p:spPr>
            <a:xfrm>
              <a:off x="7439623" y="3175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t7642"/>
            <p:cNvSpPr/>
            <p:nvPr/>
          </p:nvSpPr>
          <p:spPr>
            <a:xfrm>
              <a:off x="7446734" y="33125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t7643"/>
            <p:cNvSpPr/>
            <p:nvPr/>
          </p:nvSpPr>
          <p:spPr>
            <a:xfrm>
              <a:off x="7474570" y="31055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t7644"/>
            <p:cNvSpPr/>
            <p:nvPr/>
          </p:nvSpPr>
          <p:spPr>
            <a:xfrm>
              <a:off x="7451671" y="3128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t7645"/>
            <p:cNvSpPr/>
            <p:nvPr/>
          </p:nvSpPr>
          <p:spPr>
            <a:xfrm>
              <a:off x="7477068" y="3165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t7646"/>
            <p:cNvSpPr/>
            <p:nvPr/>
          </p:nvSpPr>
          <p:spPr>
            <a:xfrm>
              <a:off x="7588162" y="3216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t7647"/>
            <p:cNvSpPr/>
            <p:nvPr/>
          </p:nvSpPr>
          <p:spPr>
            <a:xfrm>
              <a:off x="7507326" y="3237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t7648"/>
            <p:cNvSpPr/>
            <p:nvPr/>
          </p:nvSpPr>
          <p:spPr>
            <a:xfrm>
              <a:off x="7413456" y="3194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t7649"/>
            <p:cNvSpPr/>
            <p:nvPr/>
          </p:nvSpPr>
          <p:spPr>
            <a:xfrm>
              <a:off x="7479452" y="3044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t7650"/>
            <p:cNvSpPr/>
            <p:nvPr/>
          </p:nvSpPr>
          <p:spPr>
            <a:xfrm>
              <a:off x="7442587" y="3125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t7651"/>
            <p:cNvSpPr/>
            <p:nvPr/>
          </p:nvSpPr>
          <p:spPr>
            <a:xfrm>
              <a:off x="7463049" y="3326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t7652"/>
            <p:cNvSpPr/>
            <p:nvPr/>
          </p:nvSpPr>
          <p:spPr>
            <a:xfrm>
              <a:off x="7555954" y="32560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t7653"/>
            <p:cNvSpPr/>
            <p:nvPr/>
          </p:nvSpPr>
          <p:spPr>
            <a:xfrm>
              <a:off x="7356251" y="3259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t7654"/>
            <p:cNvSpPr/>
            <p:nvPr/>
          </p:nvSpPr>
          <p:spPr>
            <a:xfrm>
              <a:off x="7476535" y="31584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t7655"/>
            <p:cNvSpPr/>
            <p:nvPr/>
          </p:nvSpPr>
          <p:spPr>
            <a:xfrm>
              <a:off x="7591136" y="466947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t7656"/>
            <p:cNvSpPr/>
            <p:nvPr/>
          </p:nvSpPr>
          <p:spPr>
            <a:xfrm>
              <a:off x="7456107" y="3331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t7657"/>
            <p:cNvSpPr/>
            <p:nvPr/>
          </p:nvSpPr>
          <p:spPr>
            <a:xfrm>
              <a:off x="7429013" y="33051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t7658"/>
            <p:cNvSpPr/>
            <p:nvPr/>
          </p:nvSpPr>
          <p:spPr>
            <a:xfrm>
              <a:off x="7443481" y="3241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t7659"/>
            <p:cNvSpPr/>
            <p:nvPr/>
          </p:nvSpPr>
          <p:spPr>
            <a:xfrm>
              <a:off x="7510953" y="3251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t7660"/>
            <p:cNvSpPr/>
            <p:nvPr/>
          </p:nvSpPr>
          <p:spPr>
            <a:xfrm>
              <a:off x="7480619" y="3195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t7661"/>
            <p:cNvSpPr/>
            <p:nvPr/>
          </p:nvSpPr>
          <p:spPr>
            <a:xfrm>
              <a:off x="7464156" y="3055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t7662"/>
            <p:cNvSpPr/>
            <p:nvPr/>
          </p:nvSpPr>
          <p:spPr>
            <a:xfrm>
              <a:off x="7484802" y="3354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t7663"/>
            <p:cNvSpPr/>
            <p:nvPr/>
          </p:nvSpPr>
          <p:spPr>
            <a:xfrm>
              <a:off x="7431920" y="3246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t7664"/>
            <p:cNvSpPr/>
            <p:nvPr/>
          </p:nvSpPr>
          <p:spPr>
            <a:xfrm>
              <a:off x="7390476" y="3255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t7665"/>
            <p:cNvSpPr/>
            <p:nvPr/>
          </p:nvSpPr>
          <p:spPr>
            <a:xfrm>
              <a:off x="7499296" y="32622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t7666"/>
            <p:cNvSpPr/>
            <p:nvPr/>
          </p:nvSpPr>
          <p:spPr>
            <a:xfrm>
              <a:off x="7444296" y="3023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t7667"/>
            <p:cNvSpPr/>
            <p:nvPr/>
          </p:nvSpPr>
          <p:spPr>
            <a:xfrm>
              <a:off x="7414976" y="3287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t7668"/>
            <p:cNvSpPr/>
            <p:nvPr/>
          </p:nvSpPr>
          <p:spPr>
            <a:xfrm>
              <a:off x="7433083" y="3227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t7669"/>
            <p:cNvSpPr/>
            <p:nvPr/>
          </p:nvSpPr>
          <p:spPr>
            <a:xfrm>
              <a:off x="7473893" y="3129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t7670"/>
            <p:cNvSpPr/>
            <p:nvPr/>
          </p:nvSpPr>
          <p:spPr>
            <a:xfrm>
              <a:off x="7415816" y="3255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t7671"/>
            <p:cNvSpPr/>
            <p:nvPr/>
          </p:nvSpPr>
          <p:spPr>
            <a:xfrm>
              <a:off x="7454409" y="3083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t7672"/>
            <p:cNvSpPr/>
            <p:nvPr/>
          </p:nvSpPr>
          <p:spPr>
            <a:xfrm>
              <a:off x="7419813" y="3334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t7673"/>
            <p:cNvSpPr/>
            <p:nvPr/>
          </p:nvSpPr>
          <p:spPr>
            <a:xfrm>
              <a:off x="7485565" y="3125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t7674"/>
            <p:cNvSpPr/>
            <p:nvPr/>
          </p:nvSpPr>
          <p:spPr>
            <a:xfrm>
              <a:off x="7471697" y="3027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t7675"/>
            <p:cNvSpPr/>
            <p:nvPr/>
          </p:nvSpPr>
          <p:spPr>
            <a:xfrm>
              <a:off x="7570554" y="3245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t7676"/>
            <p:cNvSpPr/>
            <p:nvPr/>
          </p:nvSpPr>
          <p:spPr>
            <a:xfrm>
              <a:off x="7401015" y="3255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t7677"/>
            <p:cNvSpPr/>
            <p:nvPr/>
          </p:nvSpPr>
          <p:spPr>
            <a:xfrm>
              <a:off x="7508677" y="3293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t7678"/>
            <p:cNvSpPr/>
            <p:nvPr/>
          </p:nvSpPr>
          <p:spPr>
            <a:xfrm>
              <a:off x="7402075" y="3271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t7679"/>
            <p:cNvSpPr/>
            <p:nvPr/>
          </p:nvSpPr>
          <p:spPr>
            <a:xfrm>
              <a:off x="7468874" y="3268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t7680"/>
            <p:cNvSpPr/>
            <p:nvPr/>
          </p:nvSpPr>
          <p:spPr>
            <a:xfrm>
              <a:off x="7453126" y="3310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t7681"/>
            <p:cNvSpPr/>
            <p:nvPr/>
          </p:nvSpPr>
          <p:spPr>
            <a:xfrm>
              <a:off x="7484183" y="3108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t7682"/>
            <p:cNvSpPr/>
            <p:nvPr/>
          </p:nvSpPr>
          <p:spPr>
            <a:xfrm>
              <a:off x="7463399" y="3238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t7683"/>
            <p:cNvSpPr/>
            <p:nvPr/>
          </p:nvSpPr>
          <p:spPr>
            <a:xfrm>
              <a:off x="7486089" y="32631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t7684"/>
            <p:cNvSpPr/>
            <p:nvPr/>
          </p:nvSpPr>
          <p:spPr>
            <a:xfrm>
              <a:off x="7499546" y="3297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t7685"/>
            <p:cNvSpPr/>
            <p:nvPr/>
          </p:nvSpPr>
          <p:spPr>
            <a:xfrm>
              <a:off x="7378829" y="32712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t7686"/>
            <p:cNvSpPr/>
            <p:nvPr/>
          </p:nvSpPr>
          <p:spPr>
            <a:xfrm>
              <a:off x="7494708" y="32447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t7687"/>
            <p:cNvSpPr/>
            <p:nvPr/>
          </p:nvSpPr>
          <p:spPr>
            <a:xfrm>
              <a:off x="7477443" y="3097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t7688"/>
            <p:cNvSpPr/>
            <p:nvPr/>
          </p:nvSpPr>
          <p:spPr>
            <a:xfrm>
              <a:off x="7485493" y="3257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t7689"/>
            <p:cNvSpPr/>
            <p:nvPr/>
          </p:nvSpPr>
          <p:spPr>
            <a:xfrm>
              <a:off x="7393093" y="32503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t7690"/>
            <p:cNvSpPr/>
            <p:nvPr/>
          </p:nvSpPr>
          <p:spPr>
            <a:xfrm>
              <a:off x="7474881" y="3216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t7691"/>
            <p:cNvSpPr/>
            <p:nvPr/>
          </p:nvSpPr>
          <p:spPr>
            <a:xfrm>
              <a:off x="7520618" y="3247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t7692"/>
            <p:cNvSpPr/>
            <p:nvPr/>
          </p:nvSpPr>
          <p:spPr>
            <a:xfrm>
              <a:off x="7406094" y="3321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t7693"/>
            <p:cNvSpPr/>
            <p:nvPr/>
          </p:nvSpPr>
          <p:spPr>
            <a:xfrm>
              <a:off x="7410182" y="3237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t7694"/>
            <p:cNvSpPr/>
            <p:nvPr/>
          </p:nvSpPr>
          <p:spPr>
            <a:xfrm>
              <a:off x="7462634" y="31308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t7695"/>
            <p:cNvSpPr/>
            <p:nvPr/>
          </p:nvSpPr>
          <p:spPr>
            <a:xfrm>
              <a:off x="7446460" y="3195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t7696"/>
            <p:cNvSpPr/>
            <p:nvPr/>
          </p:nvSpPr>
          <p:spPr>
            <a:xfrm>
              <a:off x="7508556" y="3206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t7697"/>
            <p:cNvSpPr/>
            <p:nvPr/>
          </p:nvSpPr>
          <p:spPr>
            <a:xfrm>
              <a:off x="7466572" y="3296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t7698"/>
            <p:cNvSpPr/>
            <p:nvPr/>
          </p:nvSpPr>
          <p:spPr>
            <a:xfrm>
              <a:off x="7546628" y="3258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t7699"/>
            <p:cNvSpPr/>
            <p:nvPr/>
          </p:nvSpPr>
          <p:spPr>
            <a:xfrm>
              <a:off x="7472627" y="3236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t7700"/>
            <p:cNvSpPr/>
            <p:nvPr/>
          </p:nvSpPr>
          <p:spPr>
            <a:xfrm>
              <a:off x="7468555" y="3230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t7701"/>
            <p:cNvSpPr/>
            <p:nvPr/>
          </p:nvSpPr>
          <p:spPr>
            <a:xfrm>
              <a:off x="7366734" y="3261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t7702"/>
            <p:cNvSpPr/>
            <p:nvPr/>
          </p:nvSpPr>
          <p:spPr>
            <a:xfrm>
              <a:off x="7446510" y="3274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t7703"/>
            <p:cNvSpPr/>
            <p:nvPr/>
          </p:nvSpPr>
          <p:spPr>
            <a:xfrm>
              <a:off x="7486457" y="3292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t7704"/>
            <p:cNvSpPr/>
            <p:nvPr/>
          </p:nvSpPr>
          <p:spPr>
            <a:xfrm>
              <a:off x="7453950" y="3281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t7705"/>
            <p:cNvSpPr/>
            <p:nvPr/>
          </p:nvSpPr>
          <p:spPr>
            <a:xfrm>
              <a:off x="7478037" y="32714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t7706"/>
            <p:cNvSpPr/>
            <p:nvPr/>
          </p:nvSpPr>
          <p:spPr>
            <a:xfrm>
              <a:off x="7470886" y="32164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t7707"/>
            <p:cNvSpPr/>
            <p:nvPr/>
          </p:nvSpPr>
          <p:spPr>
            <a:xfrm>
              <a:off x="7436165" y="3266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t7708"/>
            <p:cNvSpPr/>
            <p:nvPr/>
          </p:nvSpPr>
          <p:spPr>
            <a:xfrm>
              <a:off x="7462915" y="32220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t7709"/>
            <p:cNvSpPr/>
            <p:nvPr/>
          </p:nvSpPr>
          <p:spPr>
            <a:xfrm>
              <a:off x="7534296" y="3239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t7710"/>
            <p:cNvSpPr/>
            <p:nvPr/>
          </p:nvSpPr>
          <p:spPr>
            <a:xfrm>
              <a:off x="7459465" y="3263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t7711"/>
            <p:cNvSpPr/>
            <p:nvPr/>
          </p:nvSpPr>
          <p:spPr>
            <a:xfrm>
              <a:off x="7481378" y="3272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t7712"/>
            <p:cNvSpPr/>
            <p:nvPr/>
          </p:nvSpPr>
          <p:spPr>
            <a:xfrm>
              <a:off x="7528014" y="3278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t7713"/>
            <p:cNvSpPr/>
            <p:nvPr/>
          </p:nvSpPr>
          <p:spPr>
            <a:xfrm>
              <a:off x="7483161" y="3053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t7714"/>
            <p:cNvSpPr/>
            <p:nvPr/>
          </p:nvSpPr>
          <p:spPr>
            <a:xfrm>
              <a:off x="7405283" y="3352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t7715"/>
            <p:cNvSpPr/>
            <p:nvPr/>
          </p:nvSpPr>
          <p:spPr>
            <a:xfrm>
              <a:off x="7441199" y="3279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t7716"/>
            <p:cNvSpPr/>
            <p:nvPr/>
          </p:nvSpPr>
          <p:spPr>
            <a:xfrm>
              <a:off x="7461022" y="32020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t7717"/>
            <p:cNvSpPr/>
            <p:nvPr/>
          </p:nvSpPr>
          <p:spPr>
            <a:xfrm>
              <a:off x="7177112" y="3256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t7718"/>
            <p:cNvSpPr/>
            <p:nvPr/>
          </p:nvSpPr>
          <p:spPr>
            <a:xfrm>
              <a:off x="7484387" y="32848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t7719"/>
            <p:cNvSpPr/>
            <p:nvPr/>
          </p:nvSpPr>
          <p:spPr>
            <a:xfrm>
              <a:off x="7455765" y="3145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t7720"/>
            <p:cNvSpPr/>
            <p:nvPr/>
          </p:nvSpPr>
          <p:spPr>
            <a:xfrm>
              <a:off x="7515041" y="3313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t7721"/>
            <p:cNvSpPr/>
            <p:nvPr/>
          </p:nvSpPr>
          <p:spPr>
            <a:xfrm>
              <a:off x="7509517" y="32846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t7722"/>
            <p:cNvSpPr/>
            <p:nvPr/>
          </p:nvSpPr>
          <p:spPr>
            <a:xfrm>
              <a:off x="7453793" y="3203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t7723"/>
            <p:cNvSpPr/>
            <p:nvPr/>
          </p:nvSpPr>
          <p:spPr>
            <a:xfrm>
              <a:off x="7409306" y="3147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t7724"/>
            <p:cNvSpPr/>
            <p:nvPr/>
          </p:nvSpPr>
          <p:spPr>
            <a:xfrm>
              <a:off x="7394612" y="32460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t7725"/>
            <p:cNvSpPr/>
            <p:nvPr/>
          </p:nvSpPr>
          <p:spPr>
            <a:xfrm>
              <a:off x="7531399" y="2846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t7726"/>
            <p:cNvSpPr/>
            <p:nvPr/>
          </p:nvSpPr>
          <p:spPr>
            <a:xfrm>
              <a:off x="7467161" y="3340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t7727"/>
            <p:cNvSpPr/>
            <p:nvPr/>
          </p:nvSpPr>
          <p:spPr>
            <a:xfrm>
              <a:off x="7446743" y="3261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t7728"/>
            <p:cNvSpPr/>
            <p:nvPr/>
          </p:nvSpPr>
          <p:spPr>
            <a:xfrm>
              <a:off x="7458224" y="3208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t7729"/>
            <p:cNvSpPr/>
            <p:nvPr/>
          </p:nvSpPr>
          <p:spPr>
            <a:xfrm>
              <a:off x="7536656" y="33097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t7730"/>
            <p:cNvSpPr/>
            <p:nvPr/>
          </p:nvSpPr>
          <p:spPr>
            <a:xfrm>
              <a:off x="7470207" y="32668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t7731"/>
            <p:cNvSpPr/>
            <p:nvPr/>
          </p:nvSpPr>
          <p:spPr>
            <a:xfrm>
              <a:off x="7430187" y="3289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t7732"/>
            <p:cNvSpPr/>
            <p:nvPr/>
          </p:nvSpPr>
          <p:spPr>
            <a:xfrm>
              <a:off x="7468284" y="2877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t7733"/>
            <p:cNvSpPr/>
            <p:nvPr/>
          </p:nvSpPr>
          <p:spPr>
            <a:xfrm>
              <a:off x="7446369" y="3264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t7734"/>
            <p:cNvSpPr/>
            <p:nvPr/>
          </p:nvSpPr>
          <p:spPr>
            <a:xfrm>
              <a:off x="7397378" y="32665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t7735"/>
            <p:cNvSpPr/>
            <p:nvPr/>
          </p:nvSpPr>
          <p:spPr>
            <a:xfrm>
              <a:off x="7544241" y="3268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t7736"/>
            <p:cNvSpPr/>
            <p:nvPr/>
          </p:nvSpPr>
          <p:spPr>
            <a:xfrm>
              <a:off x="7440125" y="3298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t7737"/>
            <p:cNvSpPr/>
            <p:nvPr/>
          </p:nvSpPr>
          <p:spPr>
            <a:xfrm>
              <a:off x="7438081" y="32889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t7738"/>
            <p:cNvSpPr/>
            <p:nvPr/>
          </p:nvSpPr>
          <p:spPr>
            <a:xfrm>
              <a:off x="7467307" y="32078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t7739"/>
            <p:cNvSpPr/>
            <p:nvPr/>
          </p:nvSpPr>
          <p:spPr>
            <a:xfrm>
              <a:off x="7511535" y="3300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t7740"/>
            <p:cNvSpPr/>
            <p:nvPr/>
          </p:nvSpPr>
          <p:spPr>
            <a:xfrm>
              <a:off x="7447828" y="3267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t7741"/>
            <p:cNvSpPr/>
            <p:nvPr/>
          </p:nvSpPr>
          <p:spPr>
            <a:xfrm>
              <a:off x="7454255" y="3277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t7742"/>
            <p:cNvSpPr/>
            <p:nvPr/>
          </p:nvSpPr>
          <p:spPr>
            <a:xfrm>
              <a:off x="7494307" y="3231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t7743"/>
            <p:cNvSpPr/>
            <p:nvPr/>
          </p:nvSpPr>
          <p:spPr>
            <a:xfrm>
              <a:off x="7403497" y="2780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t7744"/>
            <p:cNvSpPr/>
            <p:nvPr/>
          </p:nvSpPr>
          <p:spPr>
            <a:xfrm>
              <a:off x="7434402" y="3338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t7745"/>
            <p:cNvSpPr/>
            <p:nvPr/>
          </p:nvSpPr>
          <p:spPr>
            <a:xfrm>
              <a:off x="7451434" y="3027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t7746"/>
            <p:cNvSpPr/>
            <p:nvPr/>
          </p:nvSpPr>
          <p:spPr>
            <a:xfrm>
              <a:off x="7483735" y="3270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t7747"/>
            <p:cNvSpPr/>
            <p:nvPr/>
          </p:nvSpPr>
          <p:spPr>
            <a:xfrm>
              <a:off x="7461287" y="3192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t7748"/>
            <p:cNvSpPr/>
            <p:nvPr/>
          </p:nvSpPr>
          <p:spPr>
            <a:xfrm>
              <a:off x="7410907" y="3281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t7749"/>
            <p:cNvSpPr/>
            <p:nvPr/>
          </p:nvSpPr>
          <p:spPr>
            <a:xfrm>
              <a:off x="7513167" y="3247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t7750"/>
            <p:cNvSpPr/>
            <p:nvPr/>
          </p:nvSpPr>
          <p:spPr>
            <a:xfrm>
              <a:off x="7334116" y="3654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t7751"/>
            <p:cNvSpPr/>
            <p:nvPr/>
          </p:nvSpPr>
          <p:spPr>
            <a:xfrm>
              <a:off x="7481784" y="33414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t7752"/>
            <p:cNvSpPr/>
            <p:nvPr/>
          </p:nvSpPr>
          <p:spPr>
            <a:xfrm>
              <a:off x="7467971" y="3183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t7753"/>
            <p:cNvSpPr/>
            <p:nvPr/>
          </p:nvSpPr>
          <p:spPr>
            <a:xfrm>
              <a:off x="7458732" y="3265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t7754"/>
            <p:cNvSpPr/>
            <p:nvPr/>
          </p:nvSpPr>
          <p:spPr>
            <a:xfrm>
              <a:off x="7454518" y="3231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t7755"/>
            <p:cNvSpPr/>
            <p:nvPr/>
          </p:nvSpPr>
          <p:spPr>
            <a:xfrm>
              <a:off x="7473123" y="3264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t7756"/>
            <p:cNvSpPr/>
            <p:nvPr/>
          </p:nvSpPr>
          <p:spPr>
            <a:xfrm>
              <a:off x="7515113" y="32959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t7757"/>
            <p:cNvSpPr/>
            <p:nvPr/>
          </p:nvSpPr>
          <p:spPr>
            <a:xfrm>
              <a:off x="7151998" y="3288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t7758"/>
            <p:cNvSpPr/>
            <p:nvPr/>
          </p:nvSpPr>
          <p:spPr>
            <a:xfrm>
              <a:off x="7446226" y="3236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t7759"/>
            <p:cNvSpPr/>
            <p:nvPr/>
          </p:nvSpPr>
          <p:spPr>
            <a:xfrm>
              <a:off x="7432638" y="30518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t7760"/>
            <p:cNvSpPr/>
            <p:nvPr/>
          </p:nvSpPr>
          <p:spPr>
            <a:xfrm>
              <a:off x="7486122" y="3241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t7761"/>
            <p:cNvSpPr/>
            <p:nvPr/>
          </p:nvSpPr>
          <p:spPr>
            <a:xfrm>
              <a:off x="7442288" y="2973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t7762"/>
            <p:cNvSpPr/>
            <p:nvPr/>
          </p:nvSpPr>
          <p:spPr>
            <a:xfrm>
              <a:off x="7484767" y="3052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t7763"/>
            <p:cNvSpPr/>
            <p:nvPr/>
          </p:nvSpPr>
          <p:spPr>
            <a:xfrm>
              <a:off x="7546711" y="3299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t7764"/>
            <p:cNvSpPr/>
            <p:nvPr/>
          </p:nvSpPr>
          <p:spPr>
            <a:xfrm>
              <a:off x="7473728" y="31699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t7765"/>
            <p:cNvSpPr/>
            <p:nvPr/>
          </p:nvSpPr>
          <p:spPr>
            <a:xfrm>
              <a:off x="7441980" y="3200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t7766"/>
            <p:cNvSpPr/>
            <p:nvPr/>
          </p:nvSpPr>
          <p:spPr>
            <a:xfrm>
              <a:off x="7446385" y="31301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t7767"/>
            <p:cNvSpPr/>
            <p:nvPr/>
          </p:nvSpPr>
          <p:spPr>
            <a:xfrm>
              <a:off x="7469393" y="31693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t7768"/>
            <p:cNvSpPr/>
            <p:nvPr/>
          </p:nvSpPr>
          <p:spPr>
            <a:xfrm>
              <a:off x="7374206" y="3257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t7769"/>
            <p:cNvSpPr/>
            <p:nvPr/>
          </p:nvSpPr>
          <p:spPr>
            <a:xfrm>
              <a:off x="7380527" y="32674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t7770"/>
            <p:cNvSpPr/>
            <p:nvPr/>
          </p:nvSpPr>
          <p:spPr>
            <a:xfrm>
              <a:off x="7522234" y="33100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t7771"/>
            <p:cNvSpPr/>
            <p:nvPr/>
          </p:nvSpPr>
          <p:spPr>
            <a:xfrm>
              <a:off x="7559496" y="3267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t7772"/>
            <p:cNvSpPr/>
            <p:nvPr/>
          </p:nvSpPr>
          <p:spPr>
            <a:xfrm>
              <a:off x="7468529" y="3242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t7773"/>
            <p:cNvSpPr/>
            <p:nvPr/>
          </p:nvSpPr>
          <p:spPr>
            <a:xfrm>
              <a:off x="7485065" y="3149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t7774"/>
            <p:cNvSpPr/>
            <p:nvPr/>
          </p:nvSpPr>
          <p:spPr>
            <a:xfrm>
              <a:off x="7355243" y="3239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t7775"/>
            <p:cNvSpPr/>
            <p:nvPr/>
          </p:nvSpPr>
          <p:spPr>
            <a:xfrm>
              <a:off x="7395404" y="3332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t7776"/>
            <p:cNvSpPr/>
            <p:nvPr/>
          </p:nvSpPr>
          <p:spPr>
            <a:xfrm>
              <a:off x="7507146" y="32333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t7777"/>
            <p:cNvSpPr/>
            <p:nvPr/>
          </p:nvSpPr>
          <p:spPr>
            <a:xfrm>
              <a:off x="7487550" y="32822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t7778"/>
            <p:cNvSpPr/>
            <p:nvPr/>
          </p:nvSpPr>
          <p:spPr>
            <a:xfrm>
              <a:off x="7494611" y="3218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t7779"/>
            <p:cNvSpPr/>
            <p:nvPr/>
          </p:nvSpPr>
          <p:spPr>
            <a:xfrm>
              <a:off x="7366124" y="3274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t7780"/>
            <p:cNvSpPr/>
            <p:nvPr/>
          </p:nvSpPr>
          <p:spPr>
            <a:xfrm>
              <a:off x="7467115" y="3271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t7781"/>
            <p:cNvSpPr/>
            <p:nvPr/>
          </p:nvSpPr>
          <p:spPr>
            <a:xfrm>
              <a:off x="7348408" y="343031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t7782"/>
            <p:cNvSpPr/>
            <p:nvPr/>
          </p:nvSpPr>
          <p:spPr>
            <a:xfrm>
              <a:off x="7513498" y="3242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t7783"/>
            <p:cNvSpPr/>
            <p:nvPr/>
          </p:nvSpPr>
          <p:spPr>
            <a:xfrm>
              <a:off x="7458743" y="32757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t7784"/>
            <p:cNvSpPr/>
            <p:nvPr/>
          </p:nvSpPr>
          <p:spPr>
            <a:xfrm>
              <a:off x="7442425" y="32465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t7785"/>
            <p:cNvSpPr/>
            <p:nvPr/>
          </p:nvSpPr>
          <p:spPr>
            <a:xfrm>
              <a:off x="7453198" y="3245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t7786"/>
            <p:cNvSpPr/>
            <p:nvPr/>
          </p:nvSpPr>
          <p:spPr>
            <a:xfrm>
              <a:off x="7461453" y="32365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t7787"/>
            <p:cNvSpPr/>
            <p:nvPr/>
          </p:nvSpPr>
          <p:spPr>
            <a:xfrm>
              <a:off x="7474795" y="3273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t7788"/>
            <p:cNvSpPr/>
            <p:nvPr/>
          </p:nvSpPr>
          <p:spPr>
            <a:xfrm>
              <a:off x="7431748" y="3260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t7789"/>
            <p:cNvSpPr/>
            <p:nvPr/>
          </p:nvSpPr>
          <p:spPr>
            <a:xfrm>
              <a:off x="7467269" y="3241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t7790"/>
            <p:cNvSpPr/>
            <p:nvPr/>
          </p:nvSpPr>
          <p:spPr>
            <a:xfrm>
              <a:off x="7512491" y="3263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t7791"/>
            <p:cNvSpPr/>
            <p:nvPr/>
          </p:nvSpPr>
          <p:spPr>
            <a:xfrm>
              <a:off x="7458113" y="3036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t7792"/>
            <p:cNvSpPr/>
            <p:nvPr/>
          </p:nvSpPr>
          <p:spPr>
            <a:xfrm>
              <a:off x="7530119" y="32287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t7793"/>
            <p:cNvSpPr/>
            <p:nvPr/>
          </p:nvSpPr>
          <p:spPr>
            <a:xfrm>
              <a:off x="7521884" y="32443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t7794"/>
            <p:cNvSpPr/>
            <p:nvPr/>
          </p:nvSpPr>
          <p:spPr>
            <a:xfrm>
              <a:off x="7436811" y="32632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t7795"/>
            <p:cNvSpPr/>
            <p:nvPr/>
          </p:nvSpPr>
          <p:spPr>
            <a:xfrm>
              <a:off x="7489507" y="3196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t7796"/>
            <p:cNvSpPr/>
            <p:nvPr/>
          </p:nvSpPr>
          <p:spPr>
            <a:xfrm>
              <a:off x="7430781" y="3245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t7797"/>
            <p:cNvSpPr/>
            <p:nvPr/>
          </p:nvSpPr>
          <p:spPr>
            <a:xfrm>
              <a:off x="7404539" y="3321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t7798"/>
            <p:cNvSpPr/>
            <p:nvPr/>
          </p:nvSpPr>
          <p:spPr>
            <a:xfrm>
              <a:off x="7473675" y="3283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t7799"/>
            <p:cNvSpPr/>
            <p:nvPr/>
          </p:nvSpPr>
          <p:spPr>
            <a:xfrm>
              <a:off x="7464409" y="31989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t7800"/>
            <p:cNvSpPr/>
            <p:nvPr/>
          </p:nvSpPr>
          <p:spPr>
            <a:xfrm>
              <a:off x="7468197" y="3284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t7801"/>
            <p:cNvSpPr/>
            <p:nvPr/>
          </p:nvSpPr>
          <p:spPr>
            <a:xfrm>
              <a:off x="7385342" y="3290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t7802"/>
            <p:cNvSpPr/>
            <p:nvPr/>
          </p:nvSpPr>
          <p:spPr>
            <a:xfrm>
              <a:off x="7433182" y="3310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t7803"/>
            <p:cNvSpPr/>
            <p:nvPr/>
          </p:nvSpPr>
          <p:spPr>
            <a:xfrm>
              <a:off x="7445453" y="33032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t7804"/>
            <p:cNvSpPr/>
            <p:nvPr/>
          </p:nvSpPr>
          <p:spPr>
            <a:xfrm>
              <a:off x="7483968" y="3200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t7805"/>
            <p:cNvSpPr/>
            <p:nvPr/>
          </p:nvSpPr>
          <p:spPr>
            <a:xfrm>
              <a:off x="7518959" y="3286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t7806"/>
            <p:cNvSpPr/>
            <p:nvPr/>
          </p:nvSpPr>
          <p:spPr>
            <a:xfrm>
              <a:off x="7495314" y="3241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t7807"/>
            <p:cNvSpPr/>
            <p:nvPr/>
          </p:nvSpPr>
          <p:spPr>
            <a:xfrm>
              <a:off x="7412211" y="3252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t7808"/>
            <p:cNvSpPr/>
            <p:nvPr/>
          </p:nvSpPr>
          <p:spPr>
            <a:xfrm>
              <a:off x="7474120" y="3312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t7809"/>
            <p:cNvSpPr/>
            <p:nvPr/>
          </p:nvSpPr>
          <p:spPr>
            <a:xfrm>
              <a:off x="7422032" y="3596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t7810"/>
            <p:cNvSpPr/>
            <p:nvPr/>
          </p:nvSpPr>
          <p:spPr>
            <a:xfrm>
              <a:off x="7491058" y="3242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t7811"/>
            <p:cNvSpPr/>
            <p:nvPr/>
          </p:nvSpPr>
          <p:spPr>
            <a:xfrm>
              <a:off x="7485663" y="3162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t7812"/>
            <p:cNvSpPr/>
            <p:nvPr/>
          </p:nvSpPr>
          <p:spPr>
            <a:xfrm>
              <a:off x="7433962" y="24830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t7813"/>
            <p:cNvSpPr/>
            <p:nvPr/>
          </p:nvSpPr>
          <p:spPr>
            <a:xfrm>
              <a:off x="7520793" y="3209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t7814"/>
            <p:cNvSpPr/>
            <p:nvPr/>
          </p:nvSpPr>
          <p:spPr>
            <a:xfrm>
              <a:off x="7518909" y="3246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t7815"/>
            <p:cNvSpPr/>
            <p:nvPr/>
          </p:nvSpPr>
          <p:spPr>
            <a:xfrm>
              <a:off x="7449569" y="3154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t7816"/>
            <p:cNvSpPr/>
            <p:nvPr/>
          </p:nvSpPr>
          <p:spPr>
            <a:xfrm>
              <a:off x="7368227" y="3286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t7817"/>
            <p:cNvSpPr/>
            <p:nvPr/>
          </p:nvSpPr>
          <p:spPr>
            <a:xfrm>
              <a:off x="7466655" y="32173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t7818"/>
            <p:cNvSpPr/>
            <p:nvPr/>
          </p:nvSpPr>
          <p:spPr>
            <a:xfrm>
              <a:off x="7443641" y="3111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t7819"/>
            <p:cNvSpPr/>
            <p:nvPr/>
          </p:nvSpPr>
          <p:spPr>
            <a:xfrm>
              <a:off x="7458521" y="3196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t7820"/>
            <p:cNvSpPr/>
            <p:nvPr/>
          </p:nvSpPr>
          <p:spPr>
            <a:xfrm>
              <a:off x="7481578" y="30491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t7821"/>
            <p:cNvSpPr/>
            <p:nvPr/>
          </p:nvSpPr>
          <p:spPr>
            <a:xfrm>
              <a:off x="7464516" y="32090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t7822"/>
            <p:cNvSpPr/>
            <p:nvPr/>
          </p:nvSpPr>
          <p:spPr>
            <a:xfrm>
              <a:off x="7450119" y="3258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t7823"/>
            <p:cNvSpPr/>
            <p:nvPr/>
          </p:nvSpPr>
          <p:spPr>
            <a:xfrm>
              <a:off x="7488633" y="3258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t7824"/>
            <p:cNvSpPr/>
            <p:nvPr/>
          </p:nvSpPr>
          <p:spPr>
            <a:xfrm>
              <a:off x="7469048" y="3117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t7825"/>
            <p:cNvSpPr/>
            <p:nvPr/>
          </p:nvSpPr>
          <p:spPr>
            <a:xfrm>
              <a:off x="7373735" y="3203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t7826"/>
            <p:cNvSpPr/>
            <p:nvPr/>
          </p:nvSpPr>
          <p:spPr>
            <a:xfrm>
              <a:off x="7447626" y="3045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t7827"/>
            <p:cNvSpPr/>
            <p:nvPr/>
          </p:nvSpPr>
          <p:spPr>
            <a:xfrm>
              <a:off x="7447760" y="3288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t7828"/>
            <p:cNvSpPr/>
            <p:nvPr/>
          </p:nvSpPr>
          <p:spPr>
            <a:xfrm>
              <a:off x="7452942" y="3048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t7829"/>
            <p:cNvSpPr/>
            <p:nvPr/>
          </p:nvSpPr>
          <p:spPr>
            <a:xfrm>
              <a:off x="7467651" y="3303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t7830"/>
            <p:cNvSpPr/>
            <p:nvPr/>
          </p:nvSpPr>
          <p:spPr>
            <a:xfrm>
              <a:off x="7489673" y="36535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t7831"/>
            <p:cNvSpPr/>
            <p:nvPr/>
          </p:nvSpPr>
          <p:spPr>
            <a:xfrm>
              <a:off x="7490990" y="32506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t7832"/>
            <p:cNvSpPr/>
            <p:nvPr/>
          </p:nvSpPr>
          <p:spPr>
            <a:xfrm>
              <a:off x="7535105" y="32669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t7833"/>
            <p:cNvSpPr/>
            <p:nvPr/>
          </p:nvSpPr>
          <p:spPr>
            <a:xfrm>
              <a:off x="7466937" y="3251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t7834"/>
            <p:cNvSpPr/>
            <p:nvPr/>
          </p:nvSpPr>
          <p:spPr>
            <a:xfrm>
              <a:off x="7513649" y="3347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t7835"/>
            <p:cNvSpPr/>
            <p:nvPr/>
          </p:nvSpPr>
          <p:spPr>
            <a:xfrm>
              <a:off x="7501220" y="32552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t7836"/>
            <p:cNvSpPr/>
            <p:nvPr/>
          </p:nvSpPr>
          <p:spPr>
            <a:xfrm>
              <a:off x="7486768" y="3256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t7837"/>
            <p:cNvSpPr/>
            <p:nvPr/>
          </p:nvSpPr>
          <p:spPr>
            <a:xfrm>
              <a:off x="7590832" y="3235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t7838"/>
            <p:cNvSpPr/>
            <p:nvPr/>
          </p:nvSpPr>
          <p:spPr>
            <a:xfrm>
              <a:off x="7483939" y="3258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t7839"/>
            <p:cNvSpPr/>
            <p:nvPr/>
          </p:nvSpPr>
          <p:spPr>
            <a:xfrm>
              <a:off x="7436575" y="32889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t7840"/>
            <p:cNvSpPr/>
            <p:nvPr/>
          </p:nvSpPr>
          <p:spPr>
            <a:xfrm>
              <a:off x="7449223" y="3404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t7841"/>
            <p:cNvSpPr/>
            <p:nvPr/>
          </p:nvSpPr>
          <p:spPr>
            <a:xfrm>
              <a:off x="7451597" y="2973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t7842"/>
            <p:cNvSpPr/>
            <p:nvPr/>
          </p:nvSpPr>
          <p:spPr>
            <a:xfrm>
              <a:off x="7468668" y="3253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t7843"/>
            <p:cNvSpPr/>
            <p:nvPr/>
          </p:nvSpPr>
          <p:spPr>
            <a:xfrm>
              <a:off x="7572067" y="3235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t7844"/>
            <p:cNvSpPr/>
            <p:nvPr/>
          </p:nvSpPr>
          <p:spPr>
            <a:xfrm>
              <a:off x="7451924" y="3272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t7845"/>
            <p:cNvSpPr/>
            <p:nvPr/>
          </p:nvSpPr>
          <p:spPr>
            <a:xfrm>
              <a:off x="7588147" y="32469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t7846"/>
            <p:cNvSpPr/>
            <p:nvPr/>
          </p:nvSpPr>
          <p:spPr>
            <a:xfrm>
              <a:off x="7432731" y="3207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t7847"/>
            <p:cNvSpPr/>
            <p:nvPr/>
          </p:nvSpPr>
          <p:spPr>
            <a:xfrm>
              <a:off x="7490510" y="3233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t7848"/>
            <p:cNvSpPr/>
            <p:nvPr/>
          </p:nvSpPr>
          <p:spPr>
            <a:xfrm>
              <a:off x="7473246" y="3280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t7849"/>
            <p:cNvSpPr/>
            <p:nvPr/>
          </p:nvSpPr>
          <p:spPr>
            <a:xfrm>
              <a:off x="7426856" y="32656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t7850"/>
            <p:cNvSpPr/>
            <p:nvPr/>
          </p:nvSpPr>
          <p:spPr>
            <a:xfrm>
              <a:off x="7445163" y="3217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t7851"/>
            <p:cNvSpPr/>
            <p:nvPr/>
          </p:nvSpPr>
          <p:spPr>
            <a:xfrm>
              <a:off x="7484868" y="3186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t7852"/>
            <p:cNvSpPr/>
            <p:nvPr/>
          </p:nvSpPr>
          <p:spPr>
            <a:xfrm>
              <a:off x="7477886" y="3217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t7853"/>
            <p:cNvSpPr/>
            <p:nvPr/>
          </p:nvSpPr>
          <p:spPr>
            <a:xfrm>
              <a:off x="7460119" y="3227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t7854"/>
            <p:cNvSpPr/>
            <p:nvPr/>
          </p:nvSpPr>
          <p:spPr>
            <a:xfrm>
              <a:off x="7473568" y="3253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t7855"/>
            <p:cNvSpPr/>
            <p:nvPr/>
          </p:nvSpPr>
          <p:spPr>
            <a:xfrm>
              <a:off x="7433641" y="33054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t7856"/>
            <p:cNvSpPr/>
            <p:nvPr/>
          </p:nvSpPr>
          <p:spPr>
            <a:xfrm>
              <a:off x="7472944" y="3313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t7857"/>
            <p:cNvSpPr/>
            <p:nvPr/>
          </p:nvSpPr>
          <p:spPr>
            <a:xfrm>
              <a:off x="7446271" y="32569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t7858"/>
            <p:cNvSpPr/>
            <p:nvPr/>
          </p:nvSpPr>
          <p:spPr>
            <a:xfrm>
              <a:off x="7423417" y="32726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t7859"/>
            <p:cNvSpPr/>
            <p:nvPr/>
          </p:nvSpPr>
          <p:spPr>
            <a:xfrm>
              <a:off x="7411284" y="3272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t7860"/>
            <p:cNvSpPr/>
            <p:nvPr/>
          </p:nvSpPr>
          <p:spPr>
            <a:xfrm>
              <a:off x="7486429" y="30905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t7861"/>
            <p:cNvSpPr/>
            <p:nvPr/>
          </p:nvSpPr>
          <p:spPr>
            <a:xfrm>
              <a:off x="7353890" y="2906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t7862"/>
            <p:cNvSpPr/>
            <p:nvPr/>
          </p:nvSpPr>
          <p:spPr>
            <a:xfrm>
              <a:off x="7465721" y="32553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t7863"/>
            <p:cNvSpPr/>
            <p:nvPr/>
          </p:nvSpPr>
          <p:spPr>
            <a:xfrm>
              <a:off x="7503729" y="3290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t7864"/>
            <p:cNvSpPr/>
            <p:nvPr/>
          </p:nvSpPr>
          <p:spPr>
            <a:xfrm>
              <a:off x="7452361" y="3317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t7865"/>
            <p:cNvSpPr/>
            <p:nvPr/>
          </p:nvSpPr>
          <p:spPr>
            <a:xfrm>
              <a:off x="7396202" y="3258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t7866"/>
            <p:cNvSpPr/>
            <p:nvPr/>
          </p:nvSpPr>
          <p:spPr>
            <a:xfrm>
              <a:off x="7405179" y="3271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t7867"/>
            <p:cNvSpPr/>
            <p:nvPr/>
          </p:nvSpPr>
          <p:spPr>
            <a:xfrm>
              <a:off x="7457606" y="3000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t7868"/>
            <p:cNvSpPr/>
            <p:nvPr/>
          </p:nvSpPr>
          <p:spPr>
            <a:xfrm>
              <a:off x="7530753" y="32431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t7869"/>
            <p:cNvSpPr/>
            <p:nvPr/>
          </p:nvSpPr>
          <p:spPr>
            <a:xfrm>
              <a:off x="7439199" y="32263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t7870"/>
            <p:cNvSpPr/>
            <p:nvPr/>
          </p:nvSpPr>
          <p:spPr>
            <a:xfrm>
              <a:off x="7459184" y="32996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t7871"/>
            <p:cNvSpPr/>
            <p:nvPr/>
          </p:nvSpPr>
          <p:spPr>
            <a:xfrm>
              <a:off x="7493639" y="3225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t7872"/>
            <p:cNvSpPr/>
            <p:nvPr/>
          </p:nvSpPr>
          <p:spPr>
            <a:xfrm>
              <a:off x="7471562" y="3014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t7873"/>
            <p:cNvSpPr/>
            <p:nvPr/>
          </p:nvSpPr>
          <p:spPr>
            <a:xfrm>
              <a:off x="7425291" y="2885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t7874"/>
            <p:cNvSpPr/>
            <p:nvPr/>
          </p:nvSpPr>
          <p:spPr>
            <a:xfrm>
              <a:off x="7423456" y="32408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t7875"/>
            <p:cNvSpPr/>
            <p:nvPr/>
          </p:nvSpPr>
          <p:spPr>
            <a:xfrm>
              <a:off x="7384338" y="3088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t7876"/>
            <p:cNvSpPr/>
            <p:nvPr/>
          </p:nvSpPr>
          <p:spPr>
            <a:xfrm>
              <a:off x="7377190" y="3273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t7877"/>
            <p:cNvSpPr/>
            <p:nvPr/>
          </p:nvSpPr>
          <p:spPr>
            <a:xfrm>
              <a:off x="7372739" y="3144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t7878"/>
            <p:cNvSpPr/>
            <p:nvPr/>
          </p:nvSpPr>
          <p:spPr>
            <a:xfrm>
              <a:off x="7443907" y="3272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t7879"/>
            <p:cNvSpPr/>
            <p:nvPr/>
          </p:nvSpPr>
          <p:spPr>
            <a:xfrm>
              <a:off x="7477120" y="3290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t7880"/>
            <p:cNvSpPr/>
            <p:nvPr/>
          </p:nvSpPr>
          <p:spPr>
            <a:xfrm>
              <a:off x="7466290" y="3211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t7881"/>
            <p:cNvSpPr/>
            <p:nvPr/>
          </p:nvSpPr>
          <p:spPr>
            <a:xfrm>
              <a:off x="7508731" y="2991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t7882"/>
            <p:cNvSpPr/>
            <p:nvPr/>
          </p:nvSpPr>
          <p:spPr>
            <a:xfrm>
              <a:off x="7372653" y="3315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t7883"/>
            <p:cNvSpPr/>
            <p:nvPr/>
          </p:nvSpPr>
          <p:spPr>
            <a:xfrm>
              <a:off x="7493929" y="3239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t7884"/>
            <p:cNvSpPr/>
            <p:nvPr/>
          </p:nvSpPr>
          <p:spPr>
            <a:xfrm>
              <a:off x="7476236" y="3132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t7885"/>
            <p:cNvSpPr/>
            <p:nvPr/>
          </p:nvSpPr>
          <p:spPr>
            <a:xfrm>
              <a:off x="7497736" y="3165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t7886"/>
            <p:cNvSpPr/>
            <p:nvPr/>
          </p:nvSpPr>
          <p:spPr>
            <a:xfrm>
              <a:off x="7399620" y="32652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t7887"/>
            <p:cNvSpPr/>
            <p:nvPr/>
          </p:nvSpPr>
          <p:spPr>
            <a:xfrm>
              <a:off x="7456739" y="3273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t7888"/>
            <p:cNvSpPr/>
            <p:nvPr/>
          </p:nvSpPr>
          <p:spPr>
            <a:xfrm>
              <a:off x="7480437" y="3278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t7889"/>
            <p:cNvSpPr/>
            <p:nvPr/>
          </p:nvSpPr>
          <p:spPr>
            <a:xfrm>
              <a:off x="7433256" y="31964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t7890"/>
            <p:cNvSpPr/>
            <p:nvPr/>
          </p:nvSpPr>
          <p:spPr>
            <a:xfrm>
              <a:off x="7448827" y="3284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t7891"/>
            <p:cNvSpPr/>
            <p:nvPr/>
          </p:nvSpPr>
          <p:spPr>
            <a:xfrm>
              <a:off x="7446454" y="3252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t7892"/>
            <p:cNvSpPr/>
            <p:nvPr/>
          </p:nvSpPr>
          <p:spPr>
            <a:xfrm>
              <a:off x="7470901" y="3195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t7893"/>
            <p:cNvSpPr/>
            <p:nvPr/>
          </p:nvSpPr>
          <p:spPr>
            <a:xfrm>
              <a:off x="7519810" y="3278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t7894"/>
            <p:cNvSpPr/>
            <p:nvPr/>
          </p:nvSpPr>
          <p:spPr>
            <a:xfrm>
              <a:off x="7466752" y="3185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t7895"/>
            <p:cNvSpPr/>
            <p:nvPr/>
          </p:nvSpPr>
          <p:spPr>
            <a:xfrm>
              <a:off x="7465804" y="3298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t7896"/>
            <p:cNvSpPr/>
            <p:nvPr/>
          </p:nvSpPr>
          <p:spPr>
            <a:xfrm>
              <a:off x="7452348" y="3275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t7897"/>
            <p:cNvSpPr/>
            <p:nvPr/>
          </p:nvSpPr>
          <p:spPr>
            <a:xfrm>
              <a:off x="7461361" y="32028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t7898"/>
            <p:cNvSpPr/>
            <p:nvPr/>
          </p:nvSpPr>
          <p:spPr>
            <a:xfrm>
              <a:off x="7480342" y="3316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t7899"/>
            <p:cNvSpPr/>
            <p:nvPr/>
          </p:nvSpPr>
          <p:spPr>
            <a:xfrm>
              <a:off x="7420129" y="33632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t7900"/>
            <p:cNvSpPr/>
            <p:nvPr/>
          </p:nvSpPr>
          <p:spPr>
            <a:xfrm>
              <a:off x="7447436" y="3267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t7901"/>
            <p:cNvSpPr/>
            <p:nvPr/>
          </p:nvSpPr>
          <p:spPr>
            <a:xfrm>
              <a:off x="7381396" y="3295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t7902"/>
            <p:cNvSpPr/>
            <p:nvPr/>
          </p:nvSpPr>
          <p:spPr>
            <a:xfrm>
              <a:off x="7462061" y="3287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t7903"/>
            <p:cNvSpPr/>
            <p:nvPr/>
          </p:nvSpPr>
          <p:spPr>
            <a:xfrm>
              <a:off x="7399932" y="3278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t7904"/>
            <p:cNvSpPr/>
            <p:nvPr/>
          </p:nvSpPr>
          <p:spPr>
            <a:xfrm>
              <a:off x="7402184" y="3047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t7905"/>
            <p:cNvSpPr/>
            <p:nvPr/>
          </p:nvSpPr>
          <p:spPr>
            <a:xfrm>
              <a:off x="7486204" y="3243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t7906"/>
            <p:cNvSpPr/>
            <p:nvPr/>
          </p:nvSpPr>
          <p:spPr>
            <a:xfrm>
              <a:off x="7488378" y="3293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t7907"/>
            <p:cNvSpPr/>
            <p:nvPr/>
          </p:nvSpPr>
          <p:spPr>
            <a:xfrm>
              <a:off x="7580878" y="313639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t7908"/>
            <p:cNvSpPr/>
            <p:nvPr/>
          </p:nvSpPr>
          <p:spPr>
            <a:xfrm>
              <a:off x="7376176" y="3297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t7909"/>
            <p:cNvSpPr/>
            <p:nvPr/>
          </p:nvSpPr>
          <p:spPr>
            <a:xfrm>
              <a:off x="7485707" y="3197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t7910"/>
            <p:cNvSpPr/>
            <p:nvPr/>
          </p:nvSpPr>
          <p:spPr>
            <a:xfrm>
              <a:off x="7414534" y="3147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t7911"/>
            <p:cNvSpPr/>
            <p:nvPr/>
          </p:nvSpPr>
          <p:spPr>
            <a:xfrm>
              <a:off x="7415245" y="3279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t7912"/>
            <p:cNvSpPr/>
            <p:nvPr/>
          </p:nvSpPr>
          <p:spPr>
            <a:xfrm>
              <a:off x="7490967" y="3249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t7913"/>
            <p:cNvSpPr/>
            <p:nvPr/>
          </p:nvSpPr>
          <p:spPr>
            <a:xfrm>
              <a:off x="7475561" y="32410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t7914"/>
            <p:cNvSpPr/>
            <p:nvPr/>
          </p:nvSpPr>
          <p:spPr>
            <a:xfrm>
              <a:off x="7427762" y="3211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t7915"/>
            <p:cNvSpPr/>
            <p:nvPr/>
          </p:nvSpPr>
          <p:spPr>
            <a:xfrm>
              <a:off x="7487372" y="3184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t7916"/>
            <p:cNvSpPr/>
            <p:nvPr/>
          </p:nvSpPr>
          <p:spPr>
            <a:xfrm>
              <a:off x="7495033" y="3238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t7917"/>
            <p:cNvSpPr/>
            <p:nvPr/>
          </p:nvSpPr>
          <p:spPr>
            <a:xfrm>
              <a:off x="7508107" y="3248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t7918"/>
            <p:cNvSpPr/>
            <p:nvPr/>
          </p:nvSpPr>
          <p:spPr>
            <a:xfrm>
              <a:off x="7580759" y="3270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t7919"/>
            <p:cNvSpPr/>
            <p:nvPr/>
          </p:nvSpPr>
          <p:spPr>
            <a:xfrm>
              <a:off x="7433776" y="33011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t7920"/>
            <p:cNvSpPr/>
            <p:nvPr/>
          </p:nvSpPr>
          <p:spPr>
            <a:xfrm>
              <a:off x="7389434" y="3215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t7921"/>
            <p:cNvSpPr/>
            <p:nvPr/>
          </p:nvSpPr>
          <p:spPr>
            <a:xfrm>
              <a:off x="7426664" y="32690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t7922"/>
            <p:cNvSpPr/>
            <p:nvPr/>
          </p:nvSpPr>
          <p:spPr>
            <a:xfrm>
              <a:off x="7418453" y="3250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t7923"/>
            <p:cNvSpPr/>
            <p:nvPr/>
          </p:nvSpPr>
          <p:spPr>
            <a:xfrm>
              <a:off x="7563744" y="3254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t7924"/>
            <p:cNvSpPr/>
            <p:nvPr/>
          </p:nvSpPr>
          <p:spPr>
            <a:xfrm>
              <a:off x="7461523" y="32665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t7925"/>
            <p:cNvSpPr/>
            <p:nvPr/>
          </p:nvSpPr>
          <p:spPr>
            <a:xfrm>
              <a:off x="7472783" y="3296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t7926"/>
            <p:cNvSpPr/>
            <p:nvPr/>
          </p:nvSpPr>
          <p:spPr>
            <a:xfrm>
              <a:off x="7530335" y="3301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t7927"/>
            <p:cNvSpPr/>
            <p:nvPr/>
          </p:nvSpPr>
          <p:spPr>
            <a:xfrm>
              <a:off x="7494928" y="3244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t7928"/>
            <p:cNvSpPr/>
            <p:nvPr/>
          </p:nvSpPr>
          <p:spPr>
            <a:xfrm>
              <a:off x="7465055" y="26471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t7929"/>
            <p:cNvSpPr/>
            <p:nvPr/>
          </p:nvSpPr>
          <p:spPr>
            <a:xfrm>
              <a:off x="7617878" y="3263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t7930"/>
            <p:cNvSpPr/>
            <p:nvPr/>
          </p:nvSpPr>
          <p:spPr>
            <a:xfrm>
              <a:off x="7412524" y="3313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t7931"/>
            <p:cNvSpPr/>
            <p:nvPr/>
          </p:nvSpPr>
          <p:spPr>
            <a:xfrm>
              <a:off x="7458650" y="3223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t7932"/>
            <p:cNvSpPr/>
            <p:nvPr/>
          </p:nvSpPr>
          <p:spPr>
            <a:xfrm>
              <a:off x="7477050" y="3268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t7933"/>
            <p:cNvSpPr/>
            <p:nvPr/>
          </p:nvSpPr>
          <p:spPr>
            <a:xfrm>
              <a:off x="7492538" y="32213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t7934"/>
            <p:cNvSpPr/>
            <p:nvPr/>
          </p:nvSpPr>
          <p:spPr>
            <a:xfrm>
              <a:off x="7439148" y="3249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t7935"/>
            <p:cNvSpPr/>
            <p:nvPr/>
          </p:nvSpPr>
          <p:spPr>
            <a:xfrm>
              <a:off x="7516811" y="32429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t7936"/>
            <p:cNvSpPr/>
            <p:nvPr/>
          </p:nvSpPr>
          <p:spPr>
            <a:xfrm>
              <a:off x="7460000" y="32541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t7937"/>
            <p:cNvSpPr/>
            <p:nvPr/>
          </p:nvSpPr>
          <p:spPr>
            <a:xfrm>
              <a:off x="7453623" y="3252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t7938"/>
            <p:cNvSpPr/>
            <p:nvPr/>
          </p:nvSpPr>
          <p:spPr>
            <a:xfrm>
              <a:off x="7356917" y="32904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t7939"/>
            <p:cNvSpPr/>
            <p:nvPr/>
          </p:nvSpPr>
          <p:spPr>
            <a:xfrm>
              <a:off x="7468113" y="32438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t7940"/>
            <p:cNvSpPr/>
            <p:nvPr/>
          </p:nvSpPr>
          <p:spPr>
            <a:xfrm>
              <a:off x="7445869" y="3314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t7941"/>
            <p:cNvSpPr/>
            <p:nvPr/>
          </p:nvSpPr>
          <p:spPr>
            <a:xfrm>
              <a:off x="7533591" y="3272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t7942"/>
            <p:cNvSpPr/>
            <p:nvPr/>
          </p:nvSpPr>
          <p:spPr>
            <a:xfrm>
              <a:off x="7442467" y="3269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t7943"/>
            <p:cNvSpPr/>
            <p:nvPr/>
          </p:nvSpPr>
          <p:spPr>
            <a:xfrm>
              <a:off x="7398632" y="3359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t7944"/>
            <p:cNvSpPr/>
            <p:nvPr/>
          </p:nvSpPr>
          <p:spPr>
            <a:xfrm>
              <a:off x="7453731" y="3359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t7945"/>
            <p:cNvSpPr/>
            <p:nvPr/>
          </p:nvSpPr>
          <p:spPr>
            <a:xfrm>
              <a:off x="7489404" y="3165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t7946"/>
            <p:cNvSpPr/>
            <p:nvPr/>
          </p:nvSpPr>
          <p:spPr>
            <a:xfrm>
              <a:off x="7455029" y="3129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t7947"/>
            <p:cNvSpPr/>
            <p:nvPr/>
          </p:nvSpPr>
          <p:spPr>
            <a:xfrm>
              <a:off x="7328644" y="3278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t7948"/>
            <p:cNvSpPr/>
            <p:nvPr/>
          </p:nvSpPr>
          <p:spPr>
            <a:xfrm>
              <a:off x="7408039" y="3262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t7949"/>
            <p:cNvSpPr/>
            <p:nvPr/>
          </p:nvSpPr>
          <p:spPr>
            <a:xfrm>
              <a:off x="7453972" y="3277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t7950"/>
            <p:cNvSpPr/>
            <p:nvPr/>
          </p:nvSpPr>
          <p:spPr>
            <a:xfrm>
              <a:off x="7457373" y="3063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t7951"/>
            <p:cNvSpPr/>
            <p:nvPr/>
          </p:nvSpPr>
          <p:spPr>
            <a:xfrm>
              <a:off x="7515449" y="3186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t7952"/>
            <p:cNvSpPr/>
            <p:nvPr/>
          </p:nvSpPr>
          <p:spPr>
            <a:xfrm>
              <a:off x="7454745" y="3273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t7953"/>
            <p:cNvSpPr/>
            <p:nvPr/>
          </p:nvSpPr>
          <p:spPr>
            <a:xfrm>
              <a:off x="7582247" y="3239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t7954"/>
            <p:cNvSpPr/>
            <p:nvPr/>
          </p:nvSpPr>
          <p:spPr>
            <a:xfrm>
              <a:off x="7450800" y="3296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t7955"/>
            <p:cNvSpPr/>
            <p:nvPr/>
          </p:nvSpPr>
          <p:spPr>
            <a:xfrm>
              <a:off x="7400712" y="3252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t7956"/>
            <p:cNvSpPr/>
            <p:nvPr/>
          </p:nvSpPr>
          <p:spPr>
            <a:xfrm>
              <a:off x="7390406" y="3302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t7957"/>
            <p:cNvSpPr/>
            <p:nvPr/>
          </p:nvSpPr>
          <p:spPr>
            <a:xfrm>
              <a:off x="7408004" y="3295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t7958"/>
            <p:cNvSpPr/>
            <p:nvPr/>
          </p:nvSpPr>
          <p:spPr>
            <a:xfrm>
              <a:off x="7485858" y="3220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t7959"/>
            <p:cNvSpPr/>
            <p:nvPr/>
          </p:nvSpPr>
          <p:spPr>
            <a:xfrm>
              <a:off x="7466967" y="3271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t7960"/>
            <p:cNvSpPr/>
            <p:nvPr/>
          </p:nvSpPr>
          <p:spPr>
            <a:xfrm>
              <a:off x="7312611" y="3305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t7961"/>
            <p:cNvSpPr/>
            <p:nvPr/>
          </p:nvSpPr>
          <p:spPr>
            <a:xfrm>
              <a:off x="7447147" y="32805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t7962"/>
            <p:cNvSpPr/>
            <p:nvPr/>
          </p:nvSpPr>
          <p:spPr>
            <a:xfrm>
              <a:off x="7448028" y="3293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t7963"/>
            <p:cNvSpPr/>
            <p:nvPr/>
          </p:nvSpPr>
          <p:spPr>
            <a:xfrm>
              <a:off x="7310762" y="3272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t7964"/>
            <p:cNvSpPr/>
            <p:nvPr/>
          </p:nvSpPr>
          <p:spPr>
            <a:xfrm>
              <a:off x="7360261" y="3281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t7965"/>
            <p:cNvSpPr/>
            <p:nvPr/>
          </p:nvSpPr>
          <p:spPr>
            <a:xfrm>
              <a:off x="7591829" y="3277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t7966"/>
            <p:cNvSpPr/>
            <p:nvPr/>
          </p:nvSpPr>
          <p:spPr>
            <a:xfrm>
              <a:off x="7404262" y="3253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t7967"/>
            <p:cNvSpPr/>
            <p:nvPr/>
          </p:nvSpPr>
          <p:spPr>
            <a:xfrm>
              <a:off x="7471736" y="3261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t7968"/>
            <p:cNvSpPr/>
            <p:nvPr/>
          </p:nvSpPr>
          <p:spPr>
            <a:xfrm>
              <a:off x="7419021" y="3072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t7969"/>
            <p:cNvSpPr/>
            <p:nvPr/>
          </p:nvSpPr>
          <p:spPr>
            <a:xfrm>
              <a:off x="7367337" y="3291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t7970"/>
            <p:cNvSpPr/>
            <p:nvPr/>
          </p:nvSpPr>
          <p:spPr>
            <a:xfrm>
              <a:off x="7459415" y="32426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t7971"/>
            <p:cNvSpPr/>
            <p:nvPr/>
          </p:nvSpPr>
          <p:spPr>
            <a:xfrm>
              <a:off x="7481954" y="3193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t7972"/>
            <p:cNvSpPr/>
            <p:nvPr/>
          </p:nvSpPr>
          <p:spPr>
            <a:xfrm>
              <a:off x="7465383" y="32421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t7973"/>
            <p:cNvSpPr/>
            <p:nvPr/>
          </p:nvSpPr>
          <p:spPr>
            <a:xfrm>
              <a:off x="7410600" y="3094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t7974"/>
            <p:cNvSpPr/>
            <p:nvPr/>
          </p:nvSpPr>
          <p:spPr>
            <a:xfrm>
              <a:off x="7459433" y="3231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t7975"/>
            <p:cNvSpPr/>
            <p:nvPr/>
          </p:nvSpPr>
          <p:spPr>
            <a:xfrm>
              <a:off x="7442206" y="3292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t7976"/>
            <p:cNvSpPr/>
            <p:nvPr/>
          </p:nvSpPr>
          <p:spPr>
            <a:xfrm>
              <a:off x="7443005" y="3293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t7977"/>
            <p:cNvSpPr/>
            <p:nvPr/>
          </p:nvSpPr>
          <p:spPr>
            <a:xfrm>
              <a:off x="7501840" y="32886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t7978"/>
            <p:cNvSpPr/>
            <p:nvPr/>
          </p:nvSpPr>
          <p:spPr>
            <a:xfrm>
              <a:off x="7441095" y="3228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t7979"/>
            <p:cNvSpPr/>
            <p:nvPr/>
          </p:nvSpPr>
          <p:spPr>
            <a:xfrm>
              <a:off x="7443652" y="3327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t7980"/>
            <p:cNvSpPr/>
            <p:nvPr/>
          </p:nvSpPr>
          <p:spPr>
            <a:xfrm>
              <a:off x="7406356" y="3266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t7981"/>
            <p:cNvSpPr/>
            <p:nvPr/>
          </p:nvSpPr>
          <p:spPr>
            <a:xfrm>
              <a:off x="7324646" y="294759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t7982"/>
            <p:cNvSpPr/>
            <p:nvPr/>
          </p:nvSpPr>
          <p:spPr>
            <a:xfrm>
              <a:off x="7365987" y="3254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t7983"/>
            <p:cNvSpPr/>
            <p:nvPr/>
          </p:nvSpPr>
          <p:spPr>
            <a:xfrm>
              <a:off x="7481671" y="3302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t7984"/>
            <p:cNvSpPr/>
            <p:nvPr/>
          </p:nvSpPr>
          <p:spPr>
            <a:xfrm>
              <a:off x="7458732" y="3261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t7985"/>
            <p:cNvSpPr/>
            <p:nvPr/>
          </p:nvSpPr>
          <p:spPr>
            <a:xfrm>
              <a:off x="7540364" y="32208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t7986"/>
            <p:cNvSpPr/>
            <p:nvPr/>
          </p:nvSpPr>
          <p:spPr>
            <a:xfrm>
              <a:off x="7410940" y="3220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t7987"/>
            <p:cNvSpPr/>
            <p:nvPr/>
          </p:nvSpPr>
          <p:spPr>
            <a:xfrm>
              <a:off x="7451083" y="3298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t7988"/>
            <p:cNvSpPr/>
            <p:nvPr/>
          </p:nvSpPr>
          <p:spPr>
            <a:xfrm>
              <a:off x="7437942" y="3418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t7989"/>
            <p:cNvSpPr/>
            <p:nvPr/>
          </p:nvSpPr>
          <p:spPr>
            <a:xfrm>
              <a:off x="7398447" y="3324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t7990"/>
            <p:cNvSpPr/>
            <p:nvPr/>
          </p:nvSpPr>
          <p:spPr>
            <a:xfrm>
              <a:off x="7445211" y="3297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t7991"/>
            <p:cNvSpPr/>
            <p:nvPr/>
          </p:nvSpPr>
          <p:spPr>
            <a:xfrm>
              <a:off x="7477175" y="3294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t7992"/>
            <p:cNvSpPr/>
            <p:nvPr/>
          </p:nvSpPr>
          <p:spPr>
            <a:xfrm>
              <a:off x="7513692" y="3129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t7993"/>
            <p:cNvSpPr/>
            <p:nvPr/>
          </p:nvSpPr>
          <p:spPr>
            <a:xfrm>
              <a:off x="7407505" y="3272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t7994"/>
            <p:cNvSpPr/>
            <p:nvPr/>
          </p:nvSpPr>
          <p:spPr>
            <a:xfrm>
              <a:off x="7520974" y="3222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t7995"/>
            <p:cNvSpPr/>
            <p:nvPr/>
          </p:nvSpPr>
          <p:spPr>
            <a:xfrm>
              <a:off x="7486134" y="3223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t7996"/>
            <p:cNvSpPr/>
            <p:nvPr/>
          </p:nvSpPr>
          <p:spPr>
            <a:xfrm>
              <a:off x="7393282" y="3273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t7997"/>
            <p:cNvSpPr/>
            <p:nvPr/>
          </p:nvSpPr>
          <p:spPr>
            <a:xfrm>
              <a:off x="7466421" y="3095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t7998"/>
            <p:cNvSpPr/>
            <p:nvPr/>
          </p:nvSpPr>
          <p:spPr>
            <a:xfrm>
              <a:off x="7465812" y="3273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t7999"/>
            <p:cNvSpPr/>
            <p:nvPr/>
          </p:nvSpPr>
          <p:spPr>
            <a:xfrm>
              <a:off x="7452560" y="3263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t8000"/>
            <p:cNvSpPr/>
            <p:nvPr/>
          </p:nvSpPr>
          <p:spPr>
            <a:xfrm>
              <a:off x="7462149" y="3276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t8001"/>
            <p:cNvSpPr/>
            <p:nvPr/>
          </p:nvSpPr>
          <p:spPr>
            <a:xfrm>
              <a:off x="7576693" y="3280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t8002"/>
            <p:cNvSpPr/>
            <p:nvPr/>
          </p:nvSpPr>
          <p:spPr>
            <a:xfrm>
              <a:off x="7107828" y="411007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t8003"/>
            <p:cNvSpPr/>
            <p:nvPr/>
          </p:nvSpPr>
          <p:spPr>
            <a:xfrm>
              <a:off x="7478515" y="3211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t8004"/>
            <p:cNvSpPr/>
            <p:nvPr/>
          </p:nvSpPr>
          <p:spPr>
            <a:xfrm>
              <a:off x="7458210" y="3182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t8005"/>
            <p:cNvSpPr/>
            <p:nvPr/>
          </p:nvSpPr>
          <p:spPr>
            <a:xfrm>
              <a:off x="7674284" y="3249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t8006"/>
            <p:cNvSpPr/>
            <p:nvPr/>
          </p:nvSpPr>
          <p:spPr>
            <a:xfrm>
              <a:off x="7466511" y="3297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t8007"/>
            <p:cNvSpPr/>
            <p:nvPr/>
          </p:nvSpPr>
          <p:spPr>
            <a:xfrm>
              <a:off x="7427152" y="3198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t8008"/>
            <p:cNvSpPr/>
            <p:nvPr/>
          </p:nvSpPr>
          <p:spPr>
            <a:xfrm>
              <a:off x="7454534" y="2958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t8009"/>
            <p:cNvSpPr/>
            <p:nvPr/>
          </p:nvSpPr>
          <p:spPr>
            <a:xfrm>
              <a:off x="7444857" y="3207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t8010"/>
            <p:cNvSpPr/>
            <p:nvPr/>
          </p:nvSpPr>
          <p:spPr>
            <a:xfrm>
              <a:off x="7383356" y="3025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t8011"/>
            <p:cNvSpPr/>
            <p:nvPr/>
          </p:nvSpPr>
          <p:spPr>
            <a:xfrm>
              <a:off x="7315113" y="33099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t8012"/>
            <p:cNvSpPr/>
            <p:nvPr/>
          </p:nvSpPr>
          <p:spPr>
            <a:xfrm>
              <a:off x="7455038" y="3068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t8013"/>
            <p:cNvSpPr/>
            <p:nvPr/>
          </p:nvSpPr>
          <p:spPr>
            <a:xfrm>
              <a:off x="7391102" y="3369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t8014"/>
            <p:cNvSpPr/>
            <p:nvPr/>
          </p:nvSpPr>
          <p:spPr>
            <a:xfrm>
              <a:off x="7379727" y="3336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t8015"/>
            <p:cNvSpPr/>
            <p:nvPr/>
          </p:nvSpPr>
          <p:spPr>
            <a:xfrm>
              <a:off x="7491464" y="30918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t8016"/>
            <p:cNvSpPr/>
            <p:nvPr/>
          </p:nvSpPr>
          <p:spPr>
            <a:xfrm>
              <a:off x="7478571" y="33037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t8017"/>
            <p:cNvSpPr/>
            <p:nvPr/>
          </p:nvSpPr>
          <p:spPr>
            <a:xfrm>
              <a:off x="7465075" y="3301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t8018"/>
            <p:cNvSpPr/>
            <p:nvPr/>
          </p:nvSpPr>
          <p:spPr>
            <a:xfrm>
              <a:off x="7485880" y="3299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t8019"/>
            <p:cNvSpPr/>
            <p:nvPr/>
          </p:nvSpPr>
          <p:spPr>
            <a:xfrm>
              <a:off x="7468329" y="32503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t8020"/>
            <p:cNvSpPr/>
            <p:nvPr/>
          </p:nvSpPr>
          <p:spPr>
            <a:xfrm>
              <a:off x="7497263" y="31919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t8021"/>
            <p:cNvSpPr/>
            <p:nvPr/>
          </p:nvSpPr>
          <p:spPr>
            <a:xfrm>
              <a:off x="7413348" y="3278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t8022"/>
            <p:cNvSpPr/>
            <p:nvPr/>
          </p:nvSpPr>
          <p:spPr>
            <a:xfrm>
              <a:off x="7470522" y="3276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t8023"/>
            <p:cNvSpPr/>
            <p:nvPr/>
          </p:nvSpPr>
          <p:spPr>
            <a:xfrm>
              <a:off x="7497015" y="3062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t8024"/>
            <p:cNvSpPr/>
            <p:nvPr/>
          </p:nvSpPr>
          <p:spPr>
            <a:xfrm>
              <a:off x="7341853" y="3296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t8025"/>
            <p:cNvSpPr/>
            <p:nvPr/>
          </p:nvSpPr>
          <p:spPr>
            <a:xfrm>
              <a:off x="7452644" y="2738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t8026"/>
            <p:cNvSpPr/>
            <p:nvPr/>
          </p:nvSpPr>
          <p:spPr>
            <a:xfrm>
              <a:off x="6858886" y="3172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t8027"/>
            <p:cNvSpPr/>
            <p:nvPr/>
          </p:nvSpPr>
          <p:spPr>
            <a:xfrm>
              <a:off x="7437077" y="3293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t8028"/>
            <p:cNvSpPr/>
            <p:nvPr/>
          </p:nvSpPr>
          <p:spPr>
            <a:xfrm>
              <a:off x="7427842" y="32948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t8029"/>
            <p:cNvSpPr/>
            <p:nvPr/>
          </p:nvSpPr>
          <p:spPr>
            <a:xfrm>
              <a:off x="7406266" y="3216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t8030"/>
            <p:cNvSpPr/>
            <p:nvPr/>
          </p:nvSpPr>
          <p:spPr>
            <a:xfrm>
              <a:off x="7378288" y="32529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t8031"/>
            <p:cNvSpPr/>
            <p:nvPr/>
          </p:nvSpPr>
          <p:spPr>
            <a:xfrm>
              <a:off x="7455121" y="3302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t8032"/>
            <p:cNvSpPr/>
            <p:nvPr/>
          </p:nvSpPr>
          <p:spPr>
            <a:xfrm>
              <a:off x="7417922" y="3322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t8033"/>
            <p:cNvSpPr/>
            <p:nvPr/>
          </p:nvSpPr>
          <p:spPr>
            <a:xfrm>
              <a:off x="7498901" y="3269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t8034"/>
            <p:cNvSpPr/>
            <p:nvPr/>
          </p:nvSpPr>
          <p:spPr>
            <a:xfrm>
              <a:off x="7439708" y="3200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t8035"/>
            <p:cNvSpPr/>
            <p:nvPr/>
          </p:nvSpPr>
          <p:spPr>
            <a:xfrm>
              <a:off x="7493271" y="3310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t8036"/>
            <p:cNvSpPr/>
            <p:nvPr/>
          </p:nvSpPr>
          <p:spPr>
            <a:xfrm>
              <a:off x="7459687" y="2877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t8037"/>
            <p:cNvSpPr/>
            <p:nvPr/>
          </p:nvSpPr>
          <p:spPr>
            <a:xfrm>
              <a:off x="7425079" y="3252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t8038"/>
            <p:cNvSpPr/>
            <p:nvPr/>
          </p:nvSpPr>
          <p:spPr>
            <a:xfrm>
              <a:off x="7494514" y="3297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t8039"/>
            <p:cNvSpPr/>
            <p:nvPr/>
          </p:nvSpPr>
          <p:spPr>
            <a:xfrm>
              <a:off x="7503958" y="3257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t8040"/>
            <p:cNvSpPr/>
            <p:nvPr/>
          </p:nvSpPr>
          <p:spPr>
            <a:xfrm>
              <a:off x="7457905" y="3143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t8041"/>
            <p:cNvSpPr/>
            <p:nvPr/>
          </p:nvSpPr>
          <p:spPr>
            <a:xfrm>
              <a:off x="7494688" y="3242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t8042"/>
            <p:cNvSpPr/>
            <p:nvPr/>
          </p:nvSpPr>
          <p:spPr>
            <a:xfrm>
              <a:off x="7420473" y="3305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t8043"/>
            <p:cNvSpPr/>
            <p:nvPr/>
          </p:nvSpPr>
          <p:spPr>
            <a:xfrm>
              <a:off x="7490503" y="3228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t8044"/>
            <p:cNvSpPr/>
            <p:nvPr/>
          </p:nvSpPr>
          <p:spPr>
            <a:xfrm>
              <a:off x="7540426" y="3262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t8045"/>
            <p:cNvSpPr/>
            <p:nvPr/>
          </p:nvSpPr>
          <p:spPr>
            <a:xfrm>
              <a:off x="7421280" y="3251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t8046"/>
            <p:cNvSpPr/>
            <p:nvPr/>
          </p:nvSpPr>
          <p:spPr>
            <a:xfrm>
              <a:off x="7469174" y="3315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t8047"/>
            <p:cNvSpPr/>
            <p:nvPr/>
          </p:nvSpPr>
          <p:spPr>
            <a:xfrm>
              <a:off x="7408831" y="2932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t8048"/>
            <p:cNvSpPr/>
            <p:nvPr/>
          </p:nvSpPr>
          <p:spPr>
            <a:xfrm>
              <a:off x="7414117" y="3317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t8049"/>
            <p:cNvSpPr/>
            <p:nvPr/>
          </p:nvSpPr>
          <p:spPr>
            <a:xfrm>
              <a:off x="7476106" y="3282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t8050"/>
            <p:cNvSpPr/>
            <p:nvPr/>
          </p:nvSpPr>
          <p:spPr>
            <a:xfrm>
              <a:off x="7409465" y="3284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t8051"/>
            <p:cNvSpPr/>
            <p:nvPr/>
          </p:nvSpPr>
          <p:spPr>
            <a:xfrm>
              <a:off x="7409836" y="33134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t8052"/>
            <p:cNvSpPr/>
            <p:nvPr/>
          </p:nvSpPr>
          <p:spPr>
            <a:xfrm>
              <a:off x="7404168" y="3262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t8053"/>
            <p:cNvSpPr/>
            <p:nvPr/>
          </p:nvSpPr>
          <p:spPr>
            <a:xfrm>
              <a:off x="7428382" y="3285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t8054"/>
            <p:cNvSpPr/>
            <p:nvPr/>
          </p:nvSpPr>
          <p:spPr>
            <a:xfrm>
              <a:off x="7325999" y="336405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t8055"/>
            <p:cNvSpPr/>
            <p:nvPr/>
          </p:nvSpPr>
          <p:spPr>
            <a:xfrm>
              <a:off x="7427454" y="3279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t8056"/>
            <p:cNvSpPr/>
            <p:nvPr/>
          </p:nvSpPr>
          <p:spPr>
            <a:xfrm>
              <a:off x="7390526" y="3056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t8057"/>
            <p:cNvSpPr/>
            <p:nvPr/>
          </p:nvSpPr>
          <p:spPr>
            <a:xfrm>
              <a:off x="7481549" y="33555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t8058"/>
            <p:cNvSpPr/>
            <p:nvPr/>
          </p:nvSpPr>
          <p:spPr>
            <a:xfrm>
              <a:off x="7433883" y="3282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t8059"/>
            <p:cNvSpPr/>
            <p:nvPr/>
          </p:nvSpPr>
          <p:spPr>
            <a:xfrm>
              <a:off x="7492152" y="3093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t8060"/>
            <p:cNvSpPr/>
            <p:nvPr/>
          </p:nvSpPr>
          <p:spPr>
            <a:xfrm>
              <a:off x="7409370" y="3091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t8061"/>
            <p:cNvSpPr/>
            <p:nvPr/>
          </p:nvSpPr>
          <p:spPr>
            <a:xfrm>
              <a:off x="7405184" y="3296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t8062"/>
            <p:cNvSpPr/>
            <p:nvPr/>
          </p:nvSpPr>
          <p:spPr>
            <a:xfrm>
              <a:off x="7461031" y="3243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t8063"/>
            <p:cNvSpPr/>
            <p:nvPr/>
          </p:nvSpPr>
          <p:spPr>
            <a:xfrm>
              <a:off x="7512576" y="3264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t8064"/>
            <p:cNvSpPr/>
            <p:nvPr/>
          </p:nvSpPr>
          <p:spPr>
            <a:xfrm>
              <a:off x="7466288" y="32258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t8065"/>
            <p:cNvSpPr/>
            <p:nvPr/>
          </p:nvSpPr>
          <p:spPr>
            <a:xfrm>
              <a:off x="7428638" y="3262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t8066"/>
            <p:cNvSpPr/>
            <p:nvPr/>
          </p:nvSpPr>
          <p:spPr>
            <a:xfrm>
              <a:off x="7434203" y="3296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t8067"/>
            <p:cNvSpPr/>
            <p:nvPr/>
          </p:nvSpPr>
          <p:spPr>
            <a:xfrm>
              <a:off x="7531184" y="32940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t8068"/>
            <p:cNvSpPr/>
            <p:nvPr/>
          </p:nvSpPr>
          <p:spPr>
            <a:xfrm>
              <a:off x="7458244" y="32952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t8069"/>
            <p:cNvSpPr/>
            <p:nvPr/>
          </p:nvSpPr>
          <p:spPr>
            <a:xfrm>
              <a:off x="7334576" y="33182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t8070"/>
            <p:cNvSpPr/>
            <p:nvPr/>
          </p:nvSpPr>
          <p:spPr>
            <a:xfrm>
              <a:off x="7430506" y="32751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t8071"/>
            <p:cNvSpPr/>
            <p:nvPr/>
          </p:nvSpPr>
          <p:spPr>
            <a:xfrm>
              <a:off x="7492582" y="3291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t8072"/>
            <p:cNvSpPr/>
            <p:nvPr/>
          </p:nvSpPr>
          <p:spPr>
            <a:xfrm>
              <a:off x="7522528" y="3289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t8073"/>
            <p:cNvSpPr/>
            <p:nvPr/>
          </p:nvSpPr>
          <p:spPr>
            <a:xfrm>
              <a:off x="7486933" y="2958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t8074"/>
            <p:cNvSpPr/>
            <p:nvPr/>
          </p:nvSpPr>
          <p:spPr>
            <a:xfrm>
              <a:off x="7465157" y="3301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t8075"/>
            <p:cNvSpPr/>
            <p:nvPr/>
          </p:nvSpPr>
          <p:spPr>
            <a:xfrm>
              <a:off x="7346951" y="34660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t8076"/>
            <p:cNvSpPr/>
            <p:nvPr/>
          </p:nvSpPr>
          <p:spPr>
            <a:xfrm>
              <a:off x="7425773" y="32829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t8077"/>
            <p:cNvSpPr/>
            <p:nvPr/>
          </p:nvSpPr>
          <p:spPr>
            <a:xfrm>
              <a:off x="7506208" y="3267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t8078"/>
            <p:cNvSpPr/>
            <p:nvPr/>
          </p:nvSpPr>
          <p:spPr>
            <a:xfrm>
              <a:off x="7432830" y="32785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t8079"/>
            <p:cNvSpPr/>
            <p:nvPr/>
          </p:nvSpPr>
          <p:spPr>
            <a:xfrm>
              <a:off x="7461860" y="3157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t8080"/>
            <p:cNvSpPr/>
            <p:nvPr/>
          </p:nvSpPr>
          <p:spPr>
            <a:xfrm>
              <a:off x="7552285" y="320580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t8081"/>
            <p:cNvSpPr/>
            <p:nvPr/>
          </p:nvSpPr>
          <p:spPr>
            <a:xfrm>
              <a:off x="7424845" y="3225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t8082"/>
            <p:cNvSpPr/>
            <p:nvPr/>
          </p:nvSpPr>
          <p:spPr>
            <a:xfrm>
              <a:off x="7516496" y="3153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t8083"/>
            <p:cNvSpPr/>
            <p:nvPr/>
          </p:nvSpPr>
          <p:spPr>
            <a:xfrm>
              <a:off x="7500986" y="3261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t8084"/>
            <p:cNvSpPr/>
            <p:nvPr/>
          </p:nvSpPr>
          <p:spPr>
            <a:xfrm>
              <a:off x="6961140" y="3246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t8085"/>
            <p:cNvSpPr/>
            <p:nvPr/>
          </p:nvSpPr>
          <p:spPr>
            <a:xfrm>
              <a:off x="7522645" y="3217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t8086"/>
            <p:cNvSpPr/>
            <p:nvPr/>
          </p:nvSpPr>
          <p:spPr>
            <a:xfrm>
              <a:off x="7553538" y="3288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t8087"/>
            <p:cNvSpPr/>
            <p:nvPr/>
          </p:nvSpPr>
          <p:spPr>
            <a:xfrm>
              <a:off x="7447847" y="32684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t8088"/>
            <p:cNvSpPr/>
            <p:nvPr/>
          </p:nvSpPr>
          <p:spPr>
            <a:xfrm>
              <a:off x="7486953" y="3136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t8089"/>
            <p:cNvSpPr/>
            <p:nvPr/>
          </p:nvSpPr>
          <p:spPr>
            <a:xfrm>
              <a:off x="7421969" y="33226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t8090"/>
            <p:cNvSpPr/>
            <p:nvPr/>
          </p:nvSpPr>
          <p:spPr>
            <a:xfrm>
              <a:off x="7413347" y="3253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t8091"/>
            <p:cNvSpPr/>
            <p:nvPr/>
          </p:nvSpPr>
          <p:spPr>
            <a:xfrm>
              <a:off x="7496034" y="3267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t8092"/>
            <p:cNvSpPr/>
            <p:nvPr/>
          </p:nvSpPr>
          <p:spPr>
            <a:xfrm>
              <a:off x="7464872" y="33100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t8093"/>
            <p:cNvSpPr/>
            <p:nvPr/>
          </p:nvSpPr>
          <p:spPr>
            <a:xfrm>
              <a:off x="7458474" y="3257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t8094"/>
            <p:cNvSpPr/>
            <p:nvPr/>
          </p:nvSpPr>
          <p:spPr>
            <a:xfrm>
              <a:off x="7470286" y="3176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t8095"/>
            <p:cNvSpPr/>
            <p:nvPr/>
          </p:nvSpPr>
          <p:spPr>
            <a:xfrm>
              <a:off x="7357615" y="3273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t8096"/>
            <p:cNvSpPr/>
            <p:nvPr/>
          </p:nvSpPr>
          <p:spPr>
            <a:xfrm>
              <a:off x="7447194" y="3226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t8097"/>
            <p:cNvSpPr/>
            <p:nvPr/>
          </p:nvSpPr>
          <p:spPr>
            <a:xfrm>
              <a:off x="7497747" y="3019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t8098"/>
            <p:cNvSpPr/>
            <p:nvPr/>
          </p:nvSpPr>
          <p:spPr>
            <a:xfrm>
              <a:off x="7480237" y="3223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t8099"/>
            <p:cNvSpPr/>
            <p:nvPr/>
          </p:nvSpPr>
          <p:spPr>
            <a:xfrm>
              <a:off x="7456696" y="3240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t8100"/>
            <p:cNvSpPr/>
            <p:nvPr/>
          </p:nvSpPr>
          <p:spPr>
            <a:xfrm>
              <a:off x="7481644" y="3285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t8101"/>
            <p:cNvSpPr/>
            <p:nvPr/>
          </p:nvSpPr>
          <p:spPr>
            <a:xfrm>
              <a:off x="7369171" y="3258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t8102"/>
            <p:cNvSpPr/>
            <p:nvPr/>
          </p:nvSpPr>
          <p:spPr>
            <a:xfrm>
              <a:off x="7425526" y="3089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t8103"/>
            <p:cNvSpPr/>
            <p:nvPr/>
          </p:nvSpPr>
          <p:spPr>
            <a:xfrm>
              <a:off x="7496771" y="3325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t8104"/>
            <p:cNvSpPr/>
            <p:nvPr/>
          </p:nvSpPr>
          <p:spPr>
            <a:xfrm>
              <a:off x="7471444" y="30449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t8105"/>
            <p:cNvSpPr/>
            <p:nvPr/>
          </p:nvSpPr>
          <p:spPr>
            <a:xfrm>
              <a:off x="7450250" y="3297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t8106"/>
            <p:cNvSpPr/>
            <p:nvPr/>
          </p:nvSpPr>
          <p:spPr>
            <a:xfrm>
              <a:off x="7456356" y="3296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t8107"/>
            <p:cNvSpPr/>
            <p:nvPr/>
          </p:nvSpPr>
          <p:spPr>
            <a:xfrm>
              <a:off x="7423768" y="3374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t8108"/>
            <p:cNvSpPr/>
            <p:nvPr/>
          </p:nvSpPr>
          <p:spPr>
            <a:xfrm>
              <a:off x="7400130" y="3312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t8109"/>
            <p:cNvSpPr/>
            <p:nvPr/>
          </p:nvSpPr>
          <p:spPr>
            <a:xfrm>
              <a:off x="7492663" y="32627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t8110"/>
            <p:cNvSpPr/>
            <p:nvPr/>
          </p:nvSpPr>
          <p:spPr>
            <a:xfrm>
              <a:off x="7444602" y="3264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t8111"/>
            <p:cNvSpPr/>
            <p:nvPr/>
          </p:nvSpPr>
          <p:spPr>
            <a:xfrm>
              <a:off x="7488617" y="3281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t8112"/>
            <p:cNvSpPr/>
            <p:nvPr/>
          </p:nvSpPr>
          <p:spPr>
            <a:xfrm>
              <a:off x="7425108" y="3277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t8113"/>
            <p:cNvSpPr/>
            <p:nvPr/>
          </p:nvSpPr>
          <p:spPr>
            <a:xfrm>
              <a:off x="7387916" y="3350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t8114"/>
            <p:cNvSpPr/>
            <p:nvPr/>
          </p:nvSpPr>
          <p:spPr>
            <a:xfrm>
              <a:off x="7339614" y="32764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t8115"/>
            <p:cNvSpPr/>
            <p:nvPr/>
          </p:nvSpPr>
          <p:spPr>
            <a:xfrm>
              <a:off x="7420969" y="30476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t8116"/>
            <p:cNvSpPr/>
            <p:nvPr/>
          </p:nvSpPr>
          <p:spPr>
            <a:xfrm>
              <a:off x="7487836" y="32628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t8117"/>
            <p:cNvSpPr/>
            <p:nvPr/>
          </p:nvSpPr>
          <p:spPr>
            <a:xfrm>
              <a:off x="7444890" y="3291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t8118"/>
            <p:cNvSpPr/>
            <p:nvPr/>
          </p:nvSpPr>
          <p:spPr>
            <a:xfrm>
              <a:off x="7456130" y="33069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t8119"/>
            <p:cNvSpPr/>
            <p:nvPr/>
          </p:nvSpPr>
          <p:spPr>
            <a:xfrm>
              <a:off x="7453097" y="3151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t8120"/>
            <p:cNvSpPr/>
            <p:nvPr/>
          </p:nvSpPr>
          <p:spPr>
            <a:xfrm>
              <a:off x="7391130" y="3255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t8121"/>
            <p:cNvSpPr/>
            <p:nvPr/>
          </p:nvSpPr>
          <p:spPr>
            <a:xfrm>
              <a:off x="7396014" y="3209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t8122"/>
            <p:cNvSpPr/>
            <p:nvPr/>
          </p:nvSpPr>
          <p:spPr>
            <a:xfrm>
              <a:off x="7444513" y="3253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t8123"/>
            <p:cNvSpPr/>
            <p:nvPr/>
          </p:nvSpPr>
          <p:spPr>
            <a:xfrm>
              <a:off x="7529099" y="3258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t8124"/>
            <p:cNvSpPr/>
            <p:nvPr/>
          </p:nvSpPr>
          <p:spPr>
            <a:xfrm>
              <a:off x="7453162" y="32617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t8125"/>
            <p:cNvSpPr/>
            <p:nvPr/>
          </p:nvSpPr>
          <p:spPr>
            <a:xfrm>
              <a:off x="7484150" y="3226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t8126"/>
            <p:cNvSpPr/>
            <p:nvPr/>
          </p:nvSpPr>
          <p:spPr>
            <a:xfrm>
              <a:off x="7355000" y="3332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t8127"/>
            <p:cNvSpPr/>
            <p:nvPr/>
          </p:nvSpPr>
          <p:spPr>
            <a:xfrm>
              <a:off x="7479403" y="3289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t8128"/>
            <p:cNvSpPr/>
            <p:nvPr/>
          </p:nvSpPr>
          <p:spPr>
            <a:xfrm>
              <a:off x="7423634" y="3278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t8129"/>
            <p:cNvSpPr/>
            <p:nvPr/>
          </p:nvSpPr>
          <p:spPr>
            <a:xfrm>
              <a:off x="7481224" y="3231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t8130"/>
            <p:cNvSpPr/>
            <p:nvPr/>
          </p:nvSpPr>
          <p:spPr>
            <a:xfrm>
              <a:off x="7433516" y="32836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t8131"/>
            <p:cNvSpPr/>
            <p:nvPr/>
          </p:nvSpPr>
          <p:spPr>
            <a:xfrm>
              <a:off x="7472665" y="3290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t8132"/>
            <p:cNvSpPr/>
            <p:nvPr/>
          </p:nvSpPr>
          <p:spPr>
            <a:xfrm>
              <a:off x="7404102" y="3294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t8133"/>
            <p:cNvSpPr/>
            <p:nvPr/>
          </p:nvSpPr>
          <p:spPr>
            <a:xfrm>
              <a:off x="7424881" y="3332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t8134"/>
            <p:cNvSpPr/>
            <p:nvPr/>
          </p:nvSpPr>
          <p:spPr>
            <a:xfrm>
              <a:off x="7500247" y="3268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t8135"/>
            <p:cNvSpPr/>
            <p:nvPr/>
          </p:nvSpPr>
          <p:spPr>
            <a:xfrm>
              <a:off x="7443210" y="3313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t8136"/>
            <p:cNvSpPr/>
            <p:nvPr/>
          </p:nvSpPr>
          <p:spPr>
            <a:xfrm>
              <a:off x="7462072" y="3248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t8137"/>
            <p:cNvSpPr/>
            <p:nvPr/>
          </p:nvSpPr>
          <p:spPr>
            <a:xfrm>
              <a:off x="7390244" y="3304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t8138"/>
            <p:cNvSpPr/>
            <p:nvPr/>
          </p:nvSpPr>
          <p:spPr>
            <a:xfrm>
              <a:off x="7487688" y="33287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t8139"/>
            <p:cNvSpPr/>
            <p:nvPr/>
          </p:nvSpPr>
          <p:spPr>
            <a:xfrm>
              <a:off x="7460884" y="3295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t8140"/>
            <p:cNvSpPr/>
            <p:nvPr/>
          </p:nvSpPr>
          <p:spPr>
            <a:xfrm>
              <a:off x="7460186" y="3290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t8141"/>
            <p:cNvSpPr/>
            <p:nvPr/>
          </p:nvSpPr>
          <p:spPr>
            <a:xfrm>
              <a:off x="7558249" y="3293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t8142"/>
            <p:cNvSpPr/>
            <p:nvPr/>
          </p:nvSpPr>
          <p:spPr>
            <a:xfrm>
              <a:off x="7408539" y="32779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t8143"/>
            <p:cNvSpPr/>
            <p:nvPr/>
          </p:nvSpPr>
          <p:spPr>
            <a:xfrm>
              <a:off x="7489461" y="3289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t8144"/>
            <p:cNvSpPr/>
            <p:nvPr/>
          </p:nvSpPr>
          <p:spPr>
            <a:xfrm>
              <a:off x="7507614" y="3216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t8145"/>
            <p:cNvSpPr/>
            <p:nvPr/>
          </p:nvSpPr>
          <p:spPr>
            <a:xfrm>
              <a:off x="7397571" y="3203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t8146"/>
            <p:cNvSpPr/>
            <p:nvPr/>
          </p:nvSpPr>
          <p:spPr>
            <a:xfrm>
              <a:off x="7463111" y="3197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t8147"/>
            <p:cNvSpPr/>
            <p:nvPr/>
          </p:nvSpPr>
          <p:spPr>
            <a:xfrm>
              <a:off x="7456507" y="3283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t8148"/>
            <p:cNvSpPr/>
            <p:nvPr/>
          </p:nvSpPr>
          <p:spPr>
            <a:xfrm>
              <a:off x="7497621" y="3214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t8149"/>
            <p:cNvSpPr/>
            <p:nvPr/>
          </p:nvSpPr>
          <p:spPr>
            <a:xfrm>
              <a:off x="7388842" y="3299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t8150"/>
            <p:cNvSpPr/>
            <p:nvPr/>
          </p:nvSpPr>
          <p:spPr>
            <a:xfrm>
              <a:off x="7470637" y="3284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t8151"/>
            <p:cNvSpPr/>
            <p:nvPr/>
          </p:nvSpPr>
          <p:spPr>
            <a:xfrm>
              <a:off x="7411074" y="3309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t8152"/>
            <p:cNvSpPr/>
            <p:nvPr/>
          </p:nvSpPr>
          <p:spPr>
            <a:xfrm>
              <a:off x="7450606" y="3288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t8153"/>
            <p:cNvSpPr/>
            <p:nvPr/>
          </p:nvSpPr>
          <p:spPr>
            <a:xfrm>
              <a:off x="7551421" y="3270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t8154"/>
            <p:cNvSpPr/>
            <p:nvPr/>
          </p:nvSpPr>
          <p:spPr>
            <a:xfrm>
              <a:off x="7452176" y="37242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t8155"/>
            <p:cNvSpPr/>
            <p:nvPr/>
          </p:nvSpPr>
          <p:spPr>
            <a:xfrm>
              <a:off x="7627919" y="3214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t8156"/>
            <p:cNvSpPr/>
            <p:nvPr/>
          </p:nvSpPr>
          <p:spPr>
            <a:xfrm>
              <a:off x="7458071" y="32607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t8157"/>
            <p:cNvSpPr/>
            <p:nvPr/>
          </p:nvSpPr>
          <p:spPr>
            <a:xfrm>
              <a:off x="7452218" y="3217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t8158"/>
            <p:cNvSpPr/>
            <p:nvPr/>
          </p:nvSpPr>
          <p:spPr>
            <a:xfrm>
              <a:off x="7481809" y="3195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t8159"/>
            <p:cNvSpPr/>
            <p:nvPr/>
          </p:nvSpPr>
          <p:spPr>
            <a:xfrm>
              <a:off x="7410463" y="3290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t8160"/>
            <p:cNvSpPr/>
            <p:nvPr/>
          </p:nvSpPr>
          <p:spPr>
            <a:xfrm>
              <a:off x="7450270" y="3284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t8161"/>
            <p:cNvSpPr/>
            <p:nvPr/>
          </p:nvSpPr>
          <p:spPr>
            <a:xfrm>
              <a:off x="7424783" y="32899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t8162"/>
            <p:cNvSpPr/>
            <p:nvPr/>
          </p:nvSpPr>
          <p:spPr>
            <a:xfrm>
              <a:off x="7446078" y="3219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t8163"/>
            <p:cNvSpPr/>
            <p:nvPr/>
          </p:nvSpPr>
          <p:spPr>
            <a:xfrm>
              <a:off x="7383107" y="3297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t8164"/>
            <p:cNvSpPr/>
            <p:nvPr/>
          </p:nvSpPr>
          <p:spPr>
            <a:xfrm>
              <a:off x="7429818" y="32714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t8165"/>
            <p:cNvSpPr/>
            <p:nvPr/>
          </p:nvSpPr>
          <p:spPr>
            <a:xfrm>
              <a:off x="7474481" y="3245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t8166"/>
            <p:cNvSpPr/>
            <p:nvPr/>
          </p:nvSpPr>
          <p:spPr>
            <a:xfrm>
              <a:off x="7524878" y="32428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t8167"/>
            <p:cNvSpPr/>
            <p:nvPr/>
          </p:nvSpPr>
          <p:spPr>
            <a:xfrm>
              <a:off x="7462858" y="32861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t8168"/>
            <p:cNvSpPr/>
            <p:nvPr/>
          </p:nvSpPr>
          <p:spPr>
            <a:xfrm>
              <a:off x="7477639" y="3227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t8169"/>
            <p:cNvSpPr/>
            <p:nvPr/>
          </p:nvSpPr>
          <p:spPr>
            <a:xfrm>
              <a:off x="7471072" y="3182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t8170"/>
            <p:cNvSpPr/>
            <p:nvPr/>
          </p:nvSpPr>
          <p:spPr>
            <a:xfrm>
              <a:off x="7462187" y="3237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t8171"/>
            <p:cNvSpPr/>
            <p:nvPr/>
          </p:nvSpPr>
          <p:spPr>
            <a:xfrm>
              <a:off x="7459939" y="3241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t8172"/>
            <p:cNvSpPr/>
            <p:nvPr/>
          </p:nvSpPr>
          <p:spPr>
            <a:xfrm>
              <a:off x="7492840" y="2981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t8173"/>
            <p:cNvSpPr/>
            <p:nvPr/>
          </p:nvSpPr>
          <p:spPr>
            <a:xfrm>
              <a:off x="7504501" y="3227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t8174"/>
            <p:cNvSpPr/>
            <p:nvPr/>
          </p:nvSpPr>
          <p:spPr>
            <a:xfrm>
              <a:off x="7400358" y="3303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t8175"/>
            <p:cNvSpPr/>
            <p:nvPr/>
          </p:nvSpPr>
          <p:spPr>
            <a:xfrm>
              <a:off x="7555367" y="3215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t8176"/>
            <p:cNvSpPr/>
            <p:nvPr/>
          </p:nvSpPr>
          <p:spPr>
            <a:xfrm>
              <a:off x="7422866" y="32863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t8177"/>
            <p:cNvSpPr/>
            <p:nvPr/>
          </p:nvSpPr>
          <p:spPr>
            <a:xfrm>
              <a:off x="7502168" y="3131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t8178"/>
            <p:cNvSpPr/>
            <p:nvPr/>
          </p:nvSpPr>
          <p:spPr>
            <a:xfrm>
              <a:off x="7409401" y="2953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t8179"/>
            <p:cNvSpPr/>
            <p:nvPr/>
          </p:nvSpPr>
          <p:spPr>
            <a:xfrm>
              <a:off x="7425232" y="3114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t8180"/>
            <p:cNvSpPr/>
            <p:nvPr/>
          </p:nvSpPr>
          <p:spPr>
            <a:xfrm>
              <a:off x="7506601" y="3242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t8181"/>
            <p:cNvSpPr/>
            <p:nvPr/>
          </p:nvSpPr>
          <p:spPr>
            <a:xfrm>
              <a:off x="7505420" y="3258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t8182"/>
            <p:cNvSpPr/>
            <p:nvPr/>
          </p:nvSpPr>
          <p:spPr>
            <a:xfrm>
              <a:off x="7422863" y="33595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t8183"/>
            <p:cNvSpPr/>
            <p:nvPr/>
          </p:nvSpPr>
          <p:spPr>
            <a:xfrm>
              <a:off x="7434415" y="3448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t8184"/>
            <p:cNvSpPr/>
            <p:nvPr/>
          </p:nvSpPr>
          <p:spPr>
            <a:xfrm>
              <a:off x="7438876" y="3155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t8185"/>
            <p:cNvSpPr/>
            <p:nvPr/>
          </p:nvSpPr>
          <p:spPr>
            <a:xfrm>
              <a:off x="7424120" y="3286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t8186"/>
            <p:cNvSpPr/>
            <p:nvPr/>
          </p:nvSpPr>
          <p:spPr>
            <a:xfrm>
              <a:off x="7436061" y="3304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t8187"/>
            <p:cNvSpPr/>
            <p:nvPr/>
          </p:nvSpPr>
          <p:spPr>
            <a:xfrm>
              <a:off x="7404540" y="3125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t8188"/>
            <p:cNvSpPr/>
            <p:nvPr/>
          </p:nvSpPr>
          <p:spPr>
            <a:xfrm>
              <a:off x="7429615" y="3290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t8189"/>
            <p:cNvSpPr/>
            <p:nvPr/>
          </p:nvSpPr>
          <p:spPr>
            <a:xfrm>
              <a:off x="7450890" y="32849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t8190"/>
            <p:cNvSpPr/>
            <p:nvPr/>
          </p:nvSpPr>
          <p:spPr>
            <a:xfrm>
              <a:off x="7344775" y="3236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t8191"/>
            <p:cNvSpPr/>
            <p:nvPr/>
          </p:nvSpPr>
          <p:spPr>
            <a:xfrm>
              <a:off x="7464260" y="3231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t8192"/>
            <p:cNvSpPr/>
            <p:nvPr/>
          </p:nvSpPr>
          <p:spPr>
            <a:xfrm>
              <a:off x="7511117" y="3753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t8193"/>
            <p:cNvSpPr/>
            <p:nvPr/>
          </p:nvSpPr>
          <p:spPr>
            <a:xfrm>
              <a:off x="7508760" y="3276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t8194"/>
            <p:cNvSpPr/>
            <p:nvPr/>
          </p:nvSpPr>
          <p:spPr>
            <a:xfrm>
              <a:off x="7415086" y="3278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t8195"/>
            <p:cNvSpPr/>
            <p:nvPr/>
          </p:nvSpPr>
          <p:spPr>
            <a:xfrm>
              <a:off x="7432188" y="3182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t8196"/>
            <p:cNvSpPr/>
            <p:nvPr/>
          </p:nvSpPr>
          <p:spPr>
            <a:xfrm>
              <a:off x="7569845" y="32147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t8197"/>
            <p:cNvSpPr/>
            <p:nvPr/>
          </p:nvSpPr>
          <p:spPr>
            <a:xfrm>
              <a:off x="7542635" y="3355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t8198"/>
            <p:cNvSpPr/>
            <p:nvPr/>
          </p:nvSpPr>
          <p:spPr>
            <a:xfrm>
              <a:off x="7450092" y="3234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t8199"/>
            <p:cNvSpPr/>
            <p:nvPr/>
          </p:nvSpPr>
          <p:spPr>
            <a:xfrm>
              <a:off x="7444873" y="3313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t8200"/>
            <p:cNvSpPr/>
            <p:nvPr/>
          </p:nvSpPr>
          <p:spPr>
            <a:xfrm>
              <a:off x="7494337" y="32688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t8201"/>
            <p:cNvSpPr/>
            <p:nvPr/>
          </p:nvSpPr>
          <p:spPr>
            <a:xfrm>
              <a:off x="7511149" y="3189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t8202"/>
            <p:cNvSpPr/>
            <p:nvPr/>
          </p:nvSpPr>
          <p:spPr>
            <a:xfrm>
              <a:off x="7421815" y="3206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t8203"/>
            <p:cNvSpPr/>
            <p:nvPr/>
          </p:nvSpPr>
          <p:spPr>
            <a:xfrm>
              <a:off x="7569432" y="3276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t8204"/>
            <p:cNvSpPr/>
            <p:nvPr/>
          </p:nvSpPr>
          <p:spPr>
            <a:xfrm>
              <a:off x="7442085" y="3274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t8205"/>
            <p:cNvSpPr/>
            <p:nvPr/>
          </p:nvSpPr>
          <p:spPr>
            <a:xfrm>
              <a:off x="7454548" y="32576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t8206"/>
            <p:cNvSpPr/>
            <p:nvPr/>
          </p:nvSpPr>
          <p:spPr>
            <a:xfrm>
              <a:off x="7422709" y="3281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t8207"/>
            <p:cNvSpPr/>
            <p:nvPr/>
          </p:nvSpPr>
          <p:spPr>
            <a:xfrm>
              <a:off x="7530321" y="3241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t8208"/>
            <p:cNvSpPr/>
            <p:nvPr/>
          </p:nvSpPr>
          <p:spPr>
            <a:xfrm>
              <a:off x="7419975" y="3271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t8209"/>
            <p:cNvSpPr/>
            <p:nvPr/>
          </p:nvSpPr>
          <p:spPr>
            <a:xfrm>
              <a:off x="7459670" y="2983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t8210"/>
            <p:cNvSpPr/>
            <p:nvPr/>
          </p:nvSpPr>
          <p:spPr>
            <a:xfrm>
              <a:off x="7433629" y="3253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t8211"/>
            <p:cNvSpPr/>
            <p:nvPr/>
          </p:nvSpPr>
          <p:spPr>
            <a:xfrm>
              <a:off x="7397385" y="32687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t8212"/>
            <p:cNvSpPr/>
            <p:nvPr/>
          </p:nvSpPr>
          <p:spPr>
            <a:xfrm>
              <a:off x="7425353" y="32956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t8213"/>
            <p:cNvSpPr/>
            <p:nvPr/>
          </p:nvSpPr>
          <p:spPr>
            <a:xfrm>
              <a:off x="7615044" y="294761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t8214"/>
            <p:cNvSpPr/>
            <p:nvPr/>
          </p:nvSpPr>
          <p:spPr>
            <a:xfrm>
              <a:off x="7438294" y="3270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t8215"/>
            <p:cNvSpPr/>
            <p:nvPr/>
          </p:nvSpPr>
          <p:spPr>
            <a:xfrm>
              <a:off x="7491464" y="3243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t8216"/>
            <p:cNvSpPr/>
            <p:nvPr/>
          </p:nvSpPr>
          <p:spPr>
            <a:xfrm>
              <a:off x="7582465" y="3269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t8217"/>
            <p:cNvSpPr/>
            <p:nvPr/>
          </p:nvSpPr>
          <p:spPr>
            <a:xfrm>
              <a:off x="7575439" y="32978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t8218"/>
            <p:cNvSpPr/>
            <p:nvPr/>
          </p:nvSpPr>
          <p:spPr>
            <a:xfrm>
              <a:off x="7479102" y="32660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t8219"/>
            <p:cNvSpPr/>
            <p:nvPr/>
          </p:nvSpPr>
          <p:spPr>
            <a:xfrm>
              <a:off x="7415353" y="3284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t8220"/>
            <p:cNvSpPr/>
            <p:nvPr/>
          </p:nvSpPr>
          <p:spPr>
            <a:xfrm>
              <a:off x="7488963" y="3350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t8221"/>
            <p:cNvSpPr/>
            <p:nvPr/>
          </p:nvSpPr>
          <p:spPr>
            <a:xfrm>
              <a:off x="7467804" y="3274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t8222"/>
            <p:cNvSpPr/>
            <p:nvPr/>
          </p:nvSpPr>
          <p:spPr>
            <a:xfrm>
              <a:off x="7498164" y="3200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t8223"/>
            <p:cNvSpPr/>
            <p:nvPr/>
          </p:nvSpPr>
          <p:spPr>
            <a:xfrm>
              <a:off x="7441636" y="32086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t8224"/>
            <p:cNvSpPr/>
            <p:nvPr/>
          </p:nvSpPr>
          <p:spPr>
            <a:xfrm>
              <a:off x="7478408" y="2924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t8225"/>
            <p:cNvSpPr/>
            <p:nvPr/>
          </p:nvSpPr>
          <p:spPr>
            <a:xfrm>
              <a:off x="7399891" y="3079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t8226"/>
            <p:cNvSpPr/>
            <p:nvPr/>
          </p:nvSpPr>
          <p:spPr>
            <a:xfrm>
              <a:off x="7474222" y="3152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t8227"/>
            <p:cNvSpPr/>
            <p:nvPr/>
          </p:nvSpPr>
          <p:spPr>
            <a:xfrm>
              <a:off x="7581011" y="3277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t8228"/>
            <p:cNvSpPr/>
            <p:nvPr/>
          </p:nvSpPr>
          <p:spPr>
            <a:xfrm>
              <a:off x="7463804" y="3075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t8229"/>
            <p:cNvSpPr/>
            <p:nvPr/>
          </p:nvSpPr>
          <p:spPr>
            <a:xfrm>
              <a:off x="7476480" y="3344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t8230"/>
            <p:cNvSpPr/>
            <p:nvPr/>
          </p:nvSpPr>
          <p:spPr>
            <a:xfrm>
              <a:off x="7397696" y="3233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t8231"/>
            <p:cNvSpPr/>
            <p:nvPr/>
          </p:nvSpPr>
          <p:spPr>
            <a:xfrm>
              <a:off x="7340122" y="32371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t8232"/>
            <p:cNvSpPr/>
            <p:nvPr/>
          </p:nvSpPr>
          <p:spPr>
            <a:xfrm>
              <a:off x="7452211" y="3143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t8233"/>
            <p:cNvSpPr/>
            <p:nvPr/>
          </p:nvSpPr>
          <p:spPr>
            <a:xfrm>
              <a:off x="7513424" y="33022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t8234"/>
            <p:cNvSpPr/>
            <p:nvPr/>
          </p:nvSpPr>
          <p:spPr>
            <a:xfrm>
              <a:off x="7463618" y="3182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t8235"/>
            <p:cNvSpPr/>
            <p:nvPr/>
          </p:nvSpPr>
          <p:spPr>
            <a:xfrm>
              <a:off x="7454189" y="3268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t8236"/>
            <p:cNvSpPr/>
            <p:nvPr/>
          </p:nvSpPr>
          <p:spPr>
            <a:xfrm>
              <a:off x="7479815" y="3194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t8237"/>
            <p:cNvSpPr/>
            <p:nvPr/>
          </p:nvSpPr>
          <p:spPr>
            <a:xfrm>
              <a:off x="7436262" y="32857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t8238"/>
            <p:cNvSpPr/>
            <p:nvPr/>
          </p:nvSpPr>
          <p:spPr>
            <a:xfrm>
              <a:off x="7455143" y="3186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t8239"/>
            <p:cNvSpPr/>
            <p:nvPr/>
          </p:nvSpPr>
          <p:spPr>
            <a:xfrm>
              <a:off x="7472518" y="3251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t8240"/>
            <p:cNvSpPr/>
            <p:nvPr/>
          </p:nvSpPr>
          <p:spPr>
            <a:xfrm>
              <a:off x="7438058" y="3275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t8241"/>
            <p:cNvSpPr/>
            <p:nvPr/>
          </p:nvSpPr>
          <p:spPr>
            <a:xfrm>
              <a:off x="7477224" y="3375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t8242"/>
            <p:cNvSpPr/>
            <p:nvPr/>
          </p:nvSpPr>
          <p:spPr>
            <a:xfrm>
              <a:off x="7436387" y="3318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t8243"/>
            <p:cNvSpPr/>
            <p:nvPr/>
          </p:nvSpPr>
          <p:spPr>
            <a:xfrm>
              <a:off x="7483292" y="3241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t8244"/>
            <p:cNvSpPr/>
            <p:nvPr/>
          </p:nvSpPr>
          <p:spPr>
            <a:xfrm>
              <a:off x="7505242" y="3274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t8245"/>
            <p:cNvSpPr/>
            <p:nvPr/>
          </p:nvSpPr>
          <p:spPr>
            <a:xfrm>
              <a:off x="7474967" y="3293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t8246"/>
            <p:cNvSpPr/>
            <p:nvPr/>
          </p:nvSpPr>
          <p:spPr>
            <a:xfrm>
              <a:off x="7525276" y="32847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t8247"/>
            <p:cNvSpPr/>
            <p:nvPr/>
          </p:nvSpPr>
          <p:spPr>
            <a:xfrm>
              <a:off x="7432967" y="32735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t8248"/>
            <p:cNvSpPr/>
            <p:nvPr/>
          </p:nvSpPr>
          <p:spPr>
            <a:xfrm>
              <a:off x="7360367" y="3308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t8249"/>
            <p:cNvSpPr/>
            <p:nvPr/>
          </p:nvSpPr>
          <p:spPr>
            <a:xfrm>
              <a:off x="7383936" y="3254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t8250"/>
            <p:cNvSpPr/>
            <p:nvPr/>
          </p:nvSpPr>
          <p:spPr>
            <a:xfrm>
              <a:off x="7587367" y="32412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t8251"/>
            <p:cNvSpPr/>
            <p:nvPr/>
          </p:nvSpPr>
          <p:spPr>
            <a:xfrm>
              <a:off x="7527268" y="3093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t8252"/>
            <p:cNvSpPr/>
            <p:nvPr/>
          </p:nvSpPr>
          <p:spPr>
            <a:xfrm>
              <a:off x="7464655" y="3232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t8253"/>
            <p:cNvSpPr/>
            <p:nvPr/>
          </p:nvSpPr>
          <p:spPr>
            <a:xfrm>
              <a:off x="7461700" y="32575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t8254"/>
            <p:cNvSpPr/>
            <p:nvPr/>
          </p:nvSpPr>
          <p:spPr>
            <a:xfrm>
              <a:off x="7493817" y="3246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t8255"/>
            <p:cNvSpPr/>
            <p:nvPr/>
          </p:nvSpPr>
          <p:spPr>
            <a:xfrm>
              <a:off x="7366001" y="3267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t8256"/>
            <p:cNvSpPr/>
            <p:nvPr/>
          </p:nvSpPr>
          <p:spPr>
            <a:xfrm>
              <a:off x="7501091" y="3278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t8257"/>
            <p:cNvSpPr/>
            <p:nvPr/>
          </p:nvSpPr>
          <p:spPr>
            <a:xfrm>
              <a:off x="7377404" y="3276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t8258"/>
            <p:cNvSpPr/>
            <p:nvPr/>
          </p:nvSpPr>
          <p:spPr>
            <a:xfrm>
              <a:off x="7446214" y="3160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t8259"/>
            <p:cNvSpPr/>
            <p:nvPr/>
          </p:nvSpPr>
          <p:spPr>
            <a:xfrm>
              <a:off x="7424355" y="3301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t8260"/>
            <p:cNvSpPr/>
            <p:nvPr/>
          </p:nvSpPr>
          <p:spPr>
            <a:xfrm>
              <a:off x="7396304" y="3263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t8261"/>
            <p:cNvSpPr/>
            <p:nvPr/>
          </p:nvSpPr>
          <p:spPr>
            <a:xfrm>
              <a:off x="7489032" y="3098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t8262"/>
            <p:cNvSpPr/>
            <p:nvPr/>
          </p:nvSpPr>
          <p:spPr>
            <a:xfrm>
              <a:off x="7541226" y="3262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t8263"/>
            <p:cNvSpPr/>
            <p:nvPr/>
          </p:nvSpPr>
          <p:spPr>
            <a:xfrm>
              <a:off x="7482068" y="3267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t8264"/>
            <p:cNvSpPr/>
            <p:nvPr/>
          </p:nvSpPr>
          <p:spPr>
            <a:xfrm>
              <a:off x="7367775" y="31579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t8265"/>
            <p:cNvSpPr/>
            <p:nvPr/>
          </p:nvSpPr>
          <p:spPr>
            <a:xfrm>
              <a:off x="7393037" y="3267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t8266"/>
            <p:cNvSpPr/>
            <p:nvPr/>
          </p:nvSpPr>
          <p:spPr>
            <a:xfrm>
              <a:off x="7349223" y="3284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t8267"/>
            <p:cNvSpPr/>
            <p:nvPr/>
          </p:nvSpPr>
          <p:spPr>
            <a:xfrm>
              <a:off x="7443743" y="3282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t8268"/>
            <p:cNvSpPr/>
            <p:nvPr/>
          </p:nvSpPr>
          <p:spPr>
            <a:xfrm>
              <a:off x="7482013" y="3079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t8269"/>
            <p:cNvSpPr/>
            <p:nvPr/>
          </p:nvSpPr>
          <p:spPr>
            <a:xfrm>
              <a:off x="7416677" y="2989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t8270"/>
            <p:cNvSpPr/>
            <p:nvPr/>
          </p:nvSpPr>
          <p:spPr>
            <a:xfrm>
              <a:off x="7436720" y="3270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t8271"/>
            <p:cNvSpPr/>
            <p:nvPr/>
          </p:nvSpPr>
          <p:spPr>
            <a:xfrm>
              <a:off x="7471561" y="3258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t8272"/>
            <p:cNvSpPr/>
            <p:nvPr/>
          </p:nvSpPr>
          <p:spPr>
            <a:xfrm>
              <a:off x="7559793" y="3313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t8273"/>
            <p:cNvSpPr/>
            <p:nvPr/>
          </p:nvSpPr>
          <p:spPr>
            <a:xfrm>
              <a:off x="7481794" y="3253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t8274"/>
            <p:cNvSpPr/>
            <p:nvPr/>
          </p:nvSpPr>
          <p:spPr>
            <a:xfrm>
              <a:off x="7444527" y="3013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t8275"/>
            <p:cNvSpPr/>
            <p:nvPr/>
          </p:nvSpPr>
          <p:spPr>
            <a:xfrm>
              <a:off x="7456924" y="30230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t8276"/>
            <p:cNvSpPr/>
            <p:nvPr/>
          </p:nvSpPr>
          <p:spPr>
            <a:xfrm>
              <a:off x="7512451" y="3164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t8277"/>
            <p:cNvSpPr/>
            <p:nvPr/>
          </p:nvSpPr>
          <p:spPr>
            <a:xfrm>
              <a:off x="7459623" y="29831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t8278"/>
            <p:cNvSpPr/>
            <p:nvPr/>
          </p:nvSpPr>
          <p:spPr>
            <a:xfrm>
              <a:off x="7458985" y="3586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t8279"/>
            <p:cNvSpPr/>
            <p:nvPr/>
          </p:nvSpPr>
          <p:spPr>
            <a:xfrm>
              <a:off x="7424443" y="3287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t8280"/>
            <p:cNvSpPr/>
            <p:nvPr/>
          </p:nvSpPr>
          <p:spPr>
            <a:xfrm>
              <a:off x="7480938" y="3241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t8281"/>
            <p:cNvSpPr/>
            <p:nvPr/>
          </p:nvSpPr>
          <p:spPr>
            <a:xfrm>
              <a:off x="7514846" y="3217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t8282"/>
            <p:cNvSpPr/>
            <p:nvPr/>
          </p:nvSpPr>
          <p:spPr>
            <a:xfrm>
              <a:off x="7475277" y="3285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t8283"/>
            <p:cNvSpPr/>
            <p:nvPr/>
          </p:nvSpPr>
          <p:spPr>
            <a:xfrm>
              <a:off x="7433197" y="3140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t8284"/>
            <p:cNvSpPr/>
            <p:nvPr/>
          </p:nvSpPr>
          <p:spPr>
            <a:xfrm>
              <a:off x="7418866" y="3195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t8285"/>
            <p:cNvSpPr/>
            <p:nvPr/>
          </p:nvSpPr>
          <p:spPr>
            <a:xfrm>
              <a:off x="7466889" y="3107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t8286"/>
            <p:cNvSpPr/>
            <p:nvPr/>
          </p:nvSpPr>
          <p:spPr>
            <a:xfrm>
              <a:off x="7449062" y="33311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t8287"/>
            <p:cNvSpPr/>
            <p:nvPr/>
          </p:nvSpPr>
          <p:spPr>
            <a:xfrm>
              <a:off x="7448904" y="3318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t8288"/>
            <p:cNvSpPr/>
            <p:nvPr/>
          </p:nvSpPr>
          <p:spPr>
            <a:xfrm>
              <a:off x="7526011" y="31917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t8289"/>
            <p:cNvSpPr/>
            <p:nvPr/>
          </p:nvSpPr>
          <p:spPr>
            <a:xfrm>
              <a:off x="7420386" y="3918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t8290"/>
            <p:cNvSpPr/>
            <p:nvPr/>
          </p:nvSpPr>
          <p:spPr>
            <a:xfrm>
              <a:off x="7463584" y="3286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t8291"/>
            <p:cNvSpPr/>
            <p:nvPr/>
          </p:nvSpPr>
          <p:spPr>
            <a:xfrm>
              <a:off x="7465649" y="3222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t8292"/>
            <p:cNvSpPr/>
            <p:nvPr/>
          </p:nvSpPr>
          <p:spPr>
            <a:xfrm>
              <a:off x="7397288" y="3275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t8293"/>
            <p:cNvSpPr/>
            <p:nvPr/>
          </p:nvSpPr>
          <p:spPr>
            <a:xfrm>
              <a:off x="7438707" y="3027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t8294"/>
            <p:cNvSpPr/>
            <p:nvPr/>
          </p:nvSpPr>
          <p:spPr>
            <a:xfrm>
              <a:off x="7481406" y="3249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t8295"/>
            <p:cNvSpPr/>
            <p:nvPr/>
          </p:nvSpPr>
          <p:spPr>
            <a:xfrm>
              <a:off x="7394010" y="32913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t8296"/>
            <p:cNvSpPr/>
            <p:nvPr/>
          </p:nvSpPr>
          <p:spPr>
            <a:xfrm>
              <a:off x="7458305" y="31439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t8297"/>
            <p:cNvSpPr/>
            <p:nvPr/>
          </p:nvSpPr>
          <p:spPr>
            <a:xfrm>
              <a:off x="7262738" y="3324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t8298"/>
            <p:cNvSpPr/>
            <p:nvPr/>
          </p:nvSpPr>
          <p:spPr>
            <a:xfrm>
              <a:off x="7492516" y="32156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t8299"/>
            <p:cNvSpPr/>
            <p:nvPr/>
          </p:nvSpPr>
          <p:spPr>
            <a:xfrm>
              <a:off x="7573530" y="3230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t8300"/>
            <p:cNvSpPr/>
            <p:nvPr/>
          </p:nvSpPr>
          <p:spPr>
            <a:xfrm>
              <a:off x="7479214" y="32519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t8301"/>
            <p:cNvSpPr/>
            <p:nvPr/>
          </p:nvSpPr>
          <p:spPr>
            <a:xfrm>
              <a:off x="7418261" y="3240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t8302"/>
            <p:cNvSpPr/>
            <p:nvPr/>
          </p:nvSpPr>
          <p:spPr>
            <a:xfrm>
              <a:off x="7441129" y="33034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t8303"/>
            <p:cNvSpPr/>
            <p:nvPr/>
          </p:nvSpPr>
          <p:spPr>
            <a:xfrm>
              <a:off x="7505139" y="3266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t8304"/>
            <p:cNvSpPr/>
            <p:nvPr/>
          </p:nvSpPr>
          <p:spPr>
            <a:xfrm>
              <a:off x="7469778" y="3235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t8305"/>
            <p:cNvSpPr/>
            <p:nvPr/>
          </p:nvSpPr>
          <p:spPr>
            <a:xfrm>
              <a:off x="7498504" y="3267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t8306"/>
            <p:cNvSpPr/>
            <p:nvPr/>
          </p:nvSpPr>
          <p:spPr>
            <a:xfrm>
              <a:off x="7381642" y="3298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t8307"/>
            <p:cNvSpPr/>
            <p:nvPr/>
          </p:nvSpPr>
          <p:spPr>
            <a:xfrm>
              <a:off x="7469265" y="3175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t8308"/>
            <p:cNvSpPr/>
            <p:nvPr/>
          </p:nvSpPr>
          <p:spPr>
            <a:xfrm>
              <a:off x="7437273" y="3260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t8309"/>
            <p:cNvSpPr/>
            <p:nvPr/>
          </p:nvSpPr>
          <p:spPr>
            <a:xfrm>
              <a:off x="7464742" y="3322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t8310"/>
            <p:cNvSpPr/>
            <p:nvPr/>
          </p:nvSpPr>
          <p:spPr>
            <a:xfrm>
              <a:off x="7504167" y="3265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t8311"/>
            <p:cNvSpPr/>
            <p:nvPr/>
          </p:nvSpPr>
          <p:spPr>
            <a:xfrm>
              <a:off x="7423358" y="32156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t8312"/>
            <p:cNvSpPr/>
            <p:nvPr/>
          </p:nvSpPr>
          <p:spPr>
            <a:xfrm>
              <a:off x="7358507" y="32627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t8313"/>
            <p:cNvSpPr/>
            <p:nvPr/>
          </p:nvSpPr>
          <p:spPr>
            <a:xfrm>
              <a:off x="7519205" y="3239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t8314"/>
            <p:cNvSpPr/>
            <p:nvPr/>
          </p:nvSpPr>
          <p:spPr>
            <a:xfrm>
              <a:off x="7364528" y="3363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t8315"/>
            <p:cNvSpPr/>
            <p:nvPr/>
          </p:nvSpPr>
          <p:spPr>
            <a:xfrm>
              <a:off x="7464638" y="3241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t8316"/>
            <p:cNvSpPr/>
            <p:nvPr/>
          </p:nvSpPr>
          <p:spPr>
            <a:xfrm>
              <a:off x="7515494" y="3159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t8317"/>
            <p:cNvSpPr/>
            <p:nvPr/>
          </p:nvSpPr>
          <p:spPr>
            <a:xfrm>
              <a:off x="7452176" y="2925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t8318"/>
            <p:cNvSpPr/>
            <p:nvPr/>
          </p:nvSpPr>
          <p:spPr>
            <a:xfrm>
              <a:off x="7447358" y="3334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t8319"/>
            <p:cNvSpPr/>
            <p:nvPr/>
          </p:nvSpPr>
          <p:spPr>
            <a:xfrm>
              <a:off x="7483199" y="3268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t8320"/>
            <p:cNvSpPr/>
            <p:nvPr/>
          </p:nvSpPr>
          <p:spPr>
            <a:xfrm>
              <a:off x="7509146" y="32980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t8321"/>
            <p:cNvSpPr/>
            <p:nvPr/>
          </p:nvSpPr>
          <p:spPr>
            <a:xfrm>
              <a:off x="7450397" y="3211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t8322"/>
            <p:cNvSpPr/>
            <p:nvPr/>
          </p:nvSpPr>
          <p:spPr>
            <a:xfrm>
              <a:off x="7558521" y="3244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t8323"/>
            <p:cNvSpPr/>
            <p:nvPr/>
          </p:nvSpPr>
          <p:spPr>
            <a:xfrm>
              <a:off x="7465147" y="3246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t8324"/>
            <p:cNvSpPr/>
            <p:nvPr/>
          </p:nvSpPr>
          <p:spPr>
            <a:xfrm>
              <a:off x="7345786" y="3311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t8325"/>
            <p:cNvSpPr/>
            <p:nvPr/>
          </p:nvSpPr>
          <p:spPr>
            <a:xfrm>
              <a:off x="7438010" y="3184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t8326"/>
            <p:cNvSpPr/>
            <p:nvPr/>
          </p:nvSpPr>
          <p:spPr>
            <a:xfrm>
              <a:off x="7439698" y="3279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t8327"/>
            <p:cNvSpPr/>
            <p:nvPr/>
          </p:nvSpPr>
          <p:spPr>
            <a:xfrm>
              <a:off x="7465071" y="3234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t8328"/>
            <p:cNvSpPr/>
            <p:nvPr/>
          </p:nvSpPr>
          <p:spPr>
            <a:xfrm>
              <a:off x="7491849" y="32779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t8329"/>
            <p:cNvSpPr/>
            <p:nvPr/>
          </p:nvSpPr>
          <p:spPr>
            <a:xfrm>
              <a:off x="7450911" y="3034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t8330"/>
            <p:cNvSpPr/>
            <p:nvPr/>
          </p:nvSpPr>
          <p:spPr>
            <a:xfrm>
              <a:off x="7453539" y="3329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t8331"/>
            <p:cNvSpPr/>
            <p:nvPr/>
          </p:nvSpPr>
          <p:spPr>
            <a:xfrm>
              <a:off x="7534851" y="3196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t8332"/>
            <p:cNvSpPr/>
            <p:nvPr/>
          </p:nvSpPr>
          <p:spPr>
            <a:xfrm>
              <a:off x="7444813" y="3255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t8333"/>
            <p:cNvSpPr/>
            <p:nvPr/>
          </p:nvSpPr>
          <p:spPr>
            <a:xfrm>
              <a:off x="7450632" y="3256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t8334"/>
            <p:cNvSpPr/>
            <p:nvPr/>
          </p:nvSpPr>
          <p:spPr>
            <a:xfrm>
              <a:off x="7506493" y="32786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t8335"/>
            <p:cNvSpPr/>
            <p:nvPr/>
          </p:nvSpPr>
          <p:spPr>
            <a:xfrm>
              <a:off x="7426256" y="3271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t8336"/>
            <p:cNvSpPr/>
            <p:nvPr/>
          </p:nvSpPr>
          <p:spPr>
            <a:xfrm>
              <a:off x="7478217" y="3312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t8337"/>
            <p:cNvSpPr/>
            <p:nvPr/>
          </p:nvSpPr>
          <p:spPr>
            <a:xfrm>
              <a:off x="7459031" y="3325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t8338"/>
            <p:cNvSpPr/>
            <p:nvPr/>
          </p:nvSpPr>
          <p:spPr>
            <a:xfrm>
              <a:off x="7481475" y="3364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t8339"/>
            <p:cNvSpPr/>
            <p:nvPr/>
          </p:nvSpPr>
          <p:spPr>
            <a:xfrm>
              <a:off x="7468969" y="3268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t8340"/>
            <p:cNvSpPr/>
            <p:nvPr/>
          </p:nvSpPr>
          <p:spPr>
            <a:xfrm>
              <a:off x="7429431" y="3295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t8341"/>
            <p:cNvSpPr/>
            <p:nvPr/>
          </p:nvSpPr>
          <p:spPr>
            <a:xfrm>
              <a:off x="7446159" y="3138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t8342"/>
            <p:cNvSpPr/>
            <p:nvPr/>
          </p:nvSpPr>
          <p:spPr>
            <a:xfrm>
              <a:off x="7485075" y="3267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t8343"/>
            <p:cNvSpPr/>
            <p:nvPr/>
          </p:nvSpPr>
          <p:spPr>
            <a:xfrm>
              <a:off x="7340984" y="3220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t8344"/>
            <p:cNvSpPr/>
            <p:nvPr/>
          </p:nvSpPr>
          <p:spPr>
            <a:xfrm>
              <a:off x="7511576" y="32153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t8345"/>
            <p:cNvSpPr/>
            <p:nvPr/>
          </p:nvSpPr>
          <p:spPr>
            <a:xfrm>
              <a:off x="7378323" y="3310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t8346"/>
            <p:cNvSpPr/>
            <p:nvPr/>
          </p:nvSpPr>
          <p:spPr>
            <a:xfrm>
              <a:off x="7460135" y="2919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t8347"/>
            <p:cNvSpPr/>
            <p:nvPr/>
          </p:nvSpPr>
          <p:spPr>
            <a:xfrm>
              <a:off x="7428325" y="3242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t8348"/>
            <p:cNvSpPr/>
            <p:nvPr/>
          </p:nvSpPr>
          <p:spPr>
            <a:xfrm>
              <a:off x="7498948" y="32993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t8349"/>
            <p:cNvSpPr/>
            <p:nvPr/>
          </p:nvSpPr>
          <p:spPr>
            <a:xfrm>
              <a:off x="7444384" y="3347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t8350"/>
            <p:cNvSpPr/>
            <p:nvPr/>
          </p:nvSpPr>
          <p:spPr>
            <a:xfrm>
              <a:off x="7523930" y="3361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t8351"/>
            <p:cNvSpPr/>
            <p:nvPr/>
          </p:nvSpPr>
          <p:spPr>
            <a:xfrm>
              <a:off x="7457059" y="3263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t8352"/>
            <p:cNvSpPr/>
            <p:nvPr/>
          </p:nvSpPr>
          <p:spPr>
            <a:xfrm>
              <a:off x="7482033" y="33338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t8353"/>
            <p:cNvSpPr/>
            <p:nvPr/>
          </p:nvSpPr>
          <p:spPr>
            <a:xfrm>
              <a:off x="7467392" y="3277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t8354"/>
            <p:cNvSpPr/>
            <p:nvPr/>
          </p:nvSpPr>
          <p:spPr>
            <a:xfrm>
              <a:off x="7452847" y="3252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t8355"/>
            <p:cNvSpPr/>
            <p:nvPr/>
          </p:nvSpPr>
          <p:spPr>
            <a:xfrm>
              <a:off x="7425741" y="3246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t8356"/>
            <p:cNvSpPr/>
            <p:nvPr/>
          </p:nvSpPr>
          <p:spPr>
            <a:xfrm>
              <a:off x="7490975" y="3210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t8357"/>
            <p:cNvSpPr/>
            <p:nvPr/>
          </p:nvSpPr>
          <p:spPr>
            <a:xfrm>
              <a:off x="7473282" y="3282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t8358"/>
            <p:cNvSpPr/>
            <p:nvPr/>
          </p:nvSpPr>
          <p:spPr>
            <a:xfrm>
              <a:off x="7522917" y="3276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t8359"/>
            <p:cNvSpPr/>
            <p:nvPr/>
          </p:nvSpPr>
          <p:spPr>
            <a:xfrm>
              <a:off x="7452109" y="3272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t8360"/>
            <p:cNvSpPr/>
            <p:nvPr/>
          </p:nvSpPr>
          <p:spPr>
            <a:xfrm>
              <a:off x="7507169" y="32189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t8361"/>
            <p:cNvSpPr/>
            <p:nvPr/>
          </p:nvSpPr>
          <p:spPr>
            <a:xfrm>
              <a:off x="7650025" y="318364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t8362"/>
            <p:cNvSpPr/>
            <p:nvPr/>
          </p:nvSpPr>
          <p:spPr>
            <a:xfrm>
              <a:off x="7454819" y="3253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t8363"/>
            <p:cNvSpPr/>
            <p:nvPr/>
          </p:nvSpPr>
          <p:spPr>
            <a:xfrm>
              <a:off x="7466621" y="3049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t8364"/>
            <p:cNvSpPr/>
            <p:nvPr/>
          </p:nvSpPr>
          <p:spPr>
            <a:xfrm>
              <a:off x="7504583" y="32396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t8365"/>
            <p:cNvSpPr/>
            <p:nvPr/>
          </p:nvSpPr>
          <p:spPr>
            <a:xfrm>
              <a:off x="7482860" y="3254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t8366"/>
            <p:cNvSpPr/>
            <p:nvPr/>
          </p:nvSpPr>
          <p:spPr>
            <a:xfrm>
              <a:off x="7519380" y="3253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t8367"/>
            <p:cNvSpPr/>
            <p:nvPr/>
          </p:nvSpPr>
          <p:spPr>
            <a:xfrm>
              <a:off x="7436364" y="3280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t8368"/>
            <p:cNvSpPr/>
            <p:nvPr/>
          </p:nvSpPr>
          <p:spPr>
            <a:xfrm>
              <a:off x="7593890" y="3305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t8369"/>
            <p:cNvSpPr/>
            <p:nvPr/>
          </p:nvSpPr>
          <p:spPr>
            <a:xfrm>
              <a:off x="7523900" y="3311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t8370"/>
            <p:cNvSpPr/>
            <p:nvPr/>
          </p:nvSpPr>
          <p:spPr>
            <a:xfrm>
              <a:off x="7420054" y="3270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t8371"/>
            <p:cNvSpPr/>
            <p:nvPr/>
          </p:nvSpPr>
          <p:spPr>
            <a:xfrm>
              <a:off x="7498064" y="3259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t8372"/>
            <p:cNvSpPr/>
            <p:nvPr/>
          </p:nvSpPr>
          <p:spPr>
            <a:xfrm>
              <a:off x="7370340" y="3318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t8373"/>
            <p:cNvSpPr/>
            <p:nvPr/>
          </p:nvSpPr>
          <p:spPr>
            <a:xfrm>
              <a:off x="7550747" y="3246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t8374"/>
            <p:cNvSpPr/>
            <p:nvPr/>
          </p:nvSpPr>
          <p:spPr>
            <a:xfrm>
              <a:off x="7502707" y="3281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t8375"/>
            <p:cNvSpPr/>
            <p:nvPr/>
          </p:nvSpPr>
          <p:spPr>
            <a:xfrm>
              <a:off x="7380728" y="32613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t8376"/>
            <p:cNvSpPr/>
            <p:nvPr/>
          </p:nvSpPr>
          <p:spPr>
            <a:xfrm>
              <a:off x="7443867" y="3163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t8377"/>
            <p:cNvSpPr/>
            <p:nvPr/>
          </p:nvSpPr>
          <p:spPr>
            <a:xfrm>
              <a:off x="7500503" y="3232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t8378"/>
            <p:cNvSpPr/>
            <p:nvPr/>
          </p:nvSpPr>
          <p:spPr>
            <a:xfrm>
              <a:off x="7411136" y="32599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t8379"/>
            <p:cNvSpPr/>
            <p:nvPr/>
          </p:nvSpPr>
          <p:spPr>
            <a:xfrm>
              <a:off x="7409138" y="33297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t8380"/>
            <p:cNvSpPr/>
            <p:nvPr/>
          </p:nvSpPr>
          <p:spPr>
            <a:xfrm>
              <a:off x="7497719" y="3282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t8381"/>
            <p:cNvSpPr/>
            <p:nvPr/>
          </p:nvSpPr>
          <p:spPr>
            <a:xfrm>
              <a:off x="7455211" y="3306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t8382"/>
            <p:cNvSpPr/>
            <p:nvPr/>
          </p:nvSpPr>
          <p:spPr>
            <a:xfrm>
              <a:off x="7403343" y="32566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t8383"/>
            <p:cNvSpPr/>
            <p:nvPr/>
          </p:nvSpPr>
          <p:spPr>
            <a:xfrm>
              <a:off x="7541311" y="3230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t8384"/>
            <p:cNvSpPr/>
            <p:nvPr/>
          </p:nvSpPr>
          <p:spPr>
            <a:xfrm>
              <a:off x="7584814" y="314702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t8385"/>
            <p:cNvSpPr/>
            <p:nvPr/>
          </p:nvSpPr>
          <p:spPr>
            <a:xfrm>
              <a:off x="7480764" y="3257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t8386"/>
            <p:cNvSpPr/>
            <p:nvPr/>
          </p:nvSpPr>
          <p:spPr>
            <a:xfrm>
              <a:off x="7426550" y="3268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t8387"/>
            <p:cNvSpPr/>
            <p:nvPr/>
          </p:nvSpPr>
          <p:spPr>
            <a:xfrm>
              <a:off x="7496094" y="32825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t8388"/>
            <p:cNvSpPr/>
            <p:nvPr/>
          </p:nvSpPr>
          <p:spPr>
            <a:xfrm>
              <a:off x="7528775" y="3286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t8389"/>
            <p:cNvSpPr/>
            <p:nvPr/>
          </p:nvSpPr>
          <p:spPr>
            <a:xfrm>
              <a:off x="7398900" y="3034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t8390"/>
            <p:cNvSpPr/>
            <p:nvPr/>
          </p:nvSpPr>
          <p:spPr>
            <a:xfrm>
              <a:off x="7474105" y="3199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t8391"/>
            <p:cNvSpPr/>
            <p:nvPr/>
          </p:nvSpPr>
          <p:spPr>
            <a:xfrm>
              <a:off x="7449986" y="32404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t8392"/>
            <p:cNvSpPr/>
            <p:nvPr/>
          </p:nvSpPr>
          <p:spPr>
            <a:xfrm>
              <a:off x="7460031" y="3182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t8393"/>
            <p:cNvSpPr/>
            <p:nvPr/>
          </p:nvSpPr>
          <p:spPr>
            <a:xfrm>
              <a:off x="7433367" y="3292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t8394"/>
            <p:cNvSpPr/>
            <p:nvPr/>
          </p:nvSpPr>
          <p:spPr>
            <a:xfrm>
              <a:off x="7447513" y="3215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t8395"/>
            <p:cNvSpPr/>
            <p:nvPr/>
          </p:nvSpPr>
          <p:spPr>
            <a:xfrm>
              <a:off x="7504353" y="3178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t8396"/>
            <p:cNvSpPr/>
            <p:nvPr/>
          </p:nvSpPr>
          <p:spPr>
            <a:xfrm>
              <a:off x="7405045" y="32291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t8397"/>
            <p:cNvSpPr/>
            <p:nvPr/>
          </p:nvSpPr>
          <p:spPr>
            <a:xfrm>
              <a:off x="7532879" y="3246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t8398"/>
            <p:cNvSpPr/>
            <p:nvPr/>
          </p:nvSpPr>
          <p:spPr>
            <a:xfrm>
              <a:off x="7468313" y="3202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t8399"/>
            <p:cNvSpPr/>
            <p:nvPr/>
          </p:nvSpPr>
          <p:spPr>
            <a:xfrm>
              <a:off x="7524281" y="3283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t8400"/>
            <p:cNvSpPr/>
            <p:nvPr/>
          </p:nvSpPr>
          <p:spPr>
            <a:xfrm>
              <a:off x="7466632" y="3248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t8401"/>
            <p:cNvSpPr/>
            <p:nvPr/>
          </p:nvSpPr>
          <p:spPr>
            <a:xfrm>
              <a:off x="7401011" y="3344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t8402"/>
            <p:cNvSpPr/>
            <p:nvPr/>
          </p:nvSpPr>
          <p:spPr>
            <a:xfrm>
              <a:off x="7485797" y="3242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t8403"/>
            <p:cNvSpPr/>
            <p:nvPr/>
          </p:nvSpPr>
          <p:spPr>
            <a:xfrm>
              <a:off x="7472910" y="32690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t8404"/>
            <p:cNvSpPr/>
            <p:nvPr/>
          </p:nvSpPr>
          <p:spPr>
            <a:xfrm>
              <a:off x="7450255" y="3243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t8405"/>
            <p:cNvSpPr/>
            <p:nvPr/>
          </p:nvSpPr>
          <p:spPr>
            <a:xfrm>
              <a:off x="7452482" y="32878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t8406"/>
            <p:cNvSpPr/>
            <p:nvPr/>
          </p:nvSpPr>
          <p:spPr>
            <a:xfrm>
              <a:off x="7477676" y="3272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t8407"/>
            <p:cNvSpPr/>
            <p:nvPr/>
          </p:nvSpPr>
          <p:spPr>
            <a:xfrm>
              <a:off x="7435736" y="32866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t8408"/>
            <p:cNvSpPr/>
            <p:nvPr/>
          </p:nvSpPr>
          <p:spPr>
            <a:xfrm>
              <a:off x="7511263" y="3287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t8409"/>
            <p:cNvSpPr/>
            <p:nvPr/>
          </p:nvSpPr>
          <p:spPr>
            <a:xfrm>
              <a:off x="7514944" y="3294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t8410"/>
            <p:cNvSpPr/>
            <p:nvPr/>
          </p:nvSpPr>
          <p:spPr>
            <a:xfrm>
              <a:off x="7489583" y="32351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t8411"/>
            <p:cNvSpPr/>
            <p:nvPr/>
          </p:nvSpPr>
          <p:spPr>
            <a:xfrm>
              <a:off x="7502274" y="3329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t8412"/>
            <p:cNvSpPr/>
            <p:nvPr/>
          </p:nvSpPr>
          <p:spPr>
            <a:xfrm>
              <a:off x="7456415" y="3278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t8413"/>
            <p:cNvSpPr/>
            <p:nvPr/>
          </p:nvSpPr>
          <p:spPr>
            <a:xfrm>
              <a:off x="7379682" y="3272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t8414"/>
            <p:cNvSpPr/>
            <p:nvPr/>
          </p:nvSpPr>
          <p:spPr>
            <a:xfrm>
              <a:off x="7441489" y="32776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t8415"/>
            <p:cNvSpPr/>
            <p:nvPr/>
          </p:nvSpPr>
          <p:spPr>
            <a:xfrm>
              <a:off x="7430119" y="3267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t8416"/>
            <p:cNvSpPr/>
            <p:nvPr/>
          </p:nvSpPr>
          <p:spPr>
            <a:xfrm>
              <a:off x="7325043" y="32825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t8417"/>
            <p:cNvSpPr/>
            <p:nvPr/>
          </p:nvSpPr>
          <p:spPr>
            <a:xfrm>
              <a:off x="7546538" y="3256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t8418"/>
            <p:cNvSpPr/>
            <p:nvPr/>
          </p:nvSpPr>
          <p:spPr>
            <a:xfrm>
              <a:off x="7437742" y="3186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t8419"/>
            <p:cNvSpPr/>
            <p:nvPr/>
          </p:nvSpPr>
          <p:spPr>
            <a:xfrm>
              <a:off x="7512113" y="32577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t8420"/>
            <p:cNvSpPr/>
            <p:nvPr/>
          </p:nvSpPr>
          <p:spPr>
            <a:xfrm>
              <a:off x="7492691" y="31118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t8421"/>
            <p:cNvSpPr/>
            <p:nvPr/>
          </p:nvSpPr>
          <p:spPr>
            <a:xfrm>
              <a:off x="7505916" y="3281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t8422"/>
            <p:cNvSpPr/>
            <p:nvPr/>
          </p:nvSpPr>
          <p:spPr>
            <a:xfrm>
              <a:off x="7082708" y="3311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t8423"/>
            <p:cNvSpPr/>
            <p:nvPr/>
          </p:nvSpPr>
          <p:spPr>
            <a:xfrm>
              <a:off x="7493765" y="3288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t8424"/>
            <p:cNvSpPr/>
            <p:nvPr/>
          </p:nvSpPr>
          <p:spPr>
            <a:xfrm>
              <a:off x="7416548" y="32910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t8425"/>
            <p:cNvSpPr/>
            <p:nvPr/>
          </p:nvSpPr>
          <p:spPr>
            <a:xfrm>
              <a:off x="7400531" y="3270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t8426"/>
            <p:cNvSpPr/>
            <p:nvPr/>
          </p:nvSpPr>
          <p:spPr>
            <a:xfrm>
              <a:off x="7470719" y="3237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t8427"/>
            <p:cNvSpPr/>
            <p:nvPr/>
          </p:nvSpPr>
          <p:spPr>
            <a:xfrm>
              <a:off x="7429881" y="32525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t8428"/>
            <p:cNvSpPr/>
            <p:nvPr/>
          </p:nvSpPr>
          <p:spPr>
            <a:xfrm>
              <a:off x="7465469" y="3287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t8429"/>
            <p:cNvSpPr/>
            <p:nvPr/>
          </p:nvSpPr>
          <p:spPr>
            <a:xfrm>
              <a:off x="7405689" y="3244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t8430"/>
            <p:cNvSpPr/>
            <p:nvPr/>
          </p:nvSpPr>
          <p:spPr>
            <a:xfrm>
              <a:off x="7439374" y="32264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t8431"/>
            <p:cNvSpPr/>
            <p:nvPr/>
          </p:nvSpPr>
          <p:spPr>
            <a:xfrm>
              <a:off x="7499035" y="3266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t8432"/>
            <p:cNvSpPr/>
            <p:nvPr/>
          </p:nvSpPr>
          <p:spPr>
            <a:xfrm>
              <a:off x="7457767" y="3414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t8433"/>
            <p:cNvSpPr/>
            <p:nvPr/>
          </p:nvSpPr>
          <p:spPr>
            <a:xfrm>
              <a:off x="7444658" y="3140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t8434"/>
            <p:cNvSpPr/>
            <p:nvPr/>
          </p:nvSpPr>
          <p:spPr>
            <a:xfrm>
              <a:off x="7426992" y="3317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t8435"/>
            <p:cNvSpPr/>
            <p:nvPr/>
          </p:nvSpPr>
          <p:spPr>
            <a:xfrm>
              <a:off x="7429847" y="33118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t8436"/>
            <p:cNvSpPr/>
            <p:nvPr/>
          </p:nvSpPr>
          <p:spPr>
            <a:xfrm>
              <a:off x="7545338" y="32467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t8437"/>
            <p:cNvSpPr/>
            <p:nvPr/>
          </p:nvSpPr>
          <p:spPr>
            <a:xfrm>
              <a:off x="7449602" y="3339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t8438"/>
            <p:cNvSpPr/>
            <p:nvPr/>
          </p:nvSpPr>
          <p:spPr>
            <a:xfrm>
              <a:off x="7467583" y="3278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t8439"/>
            <p:cNvSpPr/>
            <p:nvPr/>
          </p:nvSpPr>
          <p:spPr>
            <a:xfrm>
              <a:off x="7413144" y="3236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t8440"/>
            <p:cNvSpPr/>
            <p:nvPr/>
          </p:nvSpPr>
          <p:spPr>
            <a:xfrm>
              <a:off x="7339388" y="3291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t8441"/>
            <p:cNvSpPr/>
            <p:nvPr/>
          </p:nvSpPr>
          <p:spPr>
            <a:xfrm>
              <a:off x="7390514" y="3293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t8442"/>
            <p:cNvSpPr/>
            <p:nvPr/>
          </p:nvSpPr>
          <p:spPr>
            <a:xfrm>
              <a:off x="7453676" y="3249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t8443"/>
            <p:cNvSpPr/>
            <p:nvPr/>
          </p:nvSpPr>
          <p:spPr>
            <a:xfrm>
              <a:off x="7503737" y="3258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t8444"/>
            <p:cNvSpPr/>
            <p:nvPr/>
          </p:nvSpPr>
          <p:spPr>
            <a:xfrm>
              <a:off x="7545450" y="32977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t8445"/>
            <p:cNvSpPr/>
            <p:nvPr/>
          </p:nvSpPr>
          <p:spPr>
            <a:xfrm>
              <a:off x="7451530" y="3280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t8446"/>
            <p:cNvSpPr/>
            <p:nvPr/>
          </p:nvSpPr>
          <p:spPr>
            <a:xfrm>
              <a:off x="7424522" y="3344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t8447"/>
            <p:cNvSpPr/>
            <p:nvPr/>
          </p:nvSpPr>
          <p:spPr>
            <a:xfrm>
              <a:off x="7451618" y="31853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t8448"/>
            <p:cNvSpPr/>
            <p:nvPr/>
          </p:nvSpPr>
          <p:spPr>
            <a:xfrm>
              <a:off x="7513641" y="32614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t8449"/>
            <p:cNvSpPr/>
            <p:nvPr/>
          </p:nvSpPr>
          <p:spPr>
            <a:xfrm>
              <a:off x="7450777" y="3293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t8450"/>
            <p:cNvSpPr/>
            <p:nvPr/>
          </p:nvSpPr>
          <p:spPr>
            <a:xfrm>
              <a:off x="7594018" y="3296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t8451"/>
            <p:cNvSpPr/>
            <p:nvPr/>
          </p:nvSpPr>
          <p:spPr>
            <a:xfrm>
              <a:off x="7482824" y="3201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t8452"/>
            <p:cNvSpPr/>
            <p:nvPr/>
          </p:nvSpPr>
          <p:spPr>
            <a:xfrm>
              <a:off x="7451469" y="32053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t8453"/>
            <p:cNvSpPr/>
            <p:nvPr/>
          </p:nvSpPr>
          <p:spPr>
            <a:xfrm>
              <a:off x="7445433" y="3277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t8454"/>
            <p:cNvSpPr/>
            <p:nvPr/>
          </p:nvSpPr>
          <p:spPr>
            <a:xfrm>
              <a:off x="7428515" y="3221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t8455"/>
            <p:cNvSpPr/>
            <p:nvPr/>
          </p:nvSpPr>
          <p:spPr>
            <a:xfrm>
              <a:off x="7443766" y="3264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t8456"/>
            <p:cNvSpPr/>
            <p:nvPr/>
          </p:nvSpPr>
          <p:spPr>
            <a:xfrm>
              <a:off x="7529824" y="3233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t8457"/>
            <p:cNvSpPr/>
            <p:nvPr/>
          </p:nvSpPr>
          <p:spPr>
            <a:xfrm>
              <a:off x="7457911" y="3294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t8458"/>
            <p:cNvSpPr/>
            <p:nvPr/>
          </p:nvSpPr>
          <p:spPr>
            <a:xfrm>
              <a:off x="7474041" y="3264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t8459"/>
            <p:cNvSpPr/>
            <p:nvPr/>
          </p:nvSpPr>
          <p:spPr>
            <a:xfrm>
              <a:off x="7487105" y="3235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t8460"/>
            <p:cNvSpPr/>
            <p:nvPr/>
          </p:nvSpPr>
          <p:spPr>
            <a:xfrm>
              <a:off x="7375992" y="32844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t8461"/>
            <p:cNvSpPr/>
            <p:nvPr/>
          </p:nvSpPr>
          <p:spPr>
            <a:xfrm>
              <a:off x="7490909" y="32665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t8462"/>
            <p:cNvSpPr/>
            <p:nvPr/>
          </p:nvSpPr>
          <p:spPr>
            <a:xfrm>
              <a:off x="7483537" y="3290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t8463"/>
            <p:cNvSpPr/>
            <p:nvPr/>
          </p:nvSpPr>
          <p:spPr>
            <a:xfrm>
              <a:off x="7489878" y="3261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t8464"/>
            <p:cNvSpPr/>
            <p:nvPr/>
          </p:nvSpPr>
          <p:spPr>
            <a:xfrm>
              <a:off x="7534544" y="3313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t8465"/>
            <p:cNvSpPr/>
            <p:nvPr/>
          </p:nvSpPr>
          <p:spPr>
            <a:xfrm>
              <a:off x="7500057" y="3223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t8466"/>
            <p:cNvSpPr/>
            <p:nvPr/>
          </p:nvSpPr>
          <p:spPr>
            <a:xfrm>
              <a:off x="7468261" y="32874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t8467"/>
            <p:cNvSpPr/>
            <p:nvPr/>
          </p:nvSpPr>
          <p:spPr>
            <a:xfrm>
              <a:off x="7372642" y="3236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t8468"/>
            <p:cNvSpPr/>
            <p:nvPr/>
          </p:nvSpPr>
          <p:spPr>
            <a:xfrm>
              <a:off x="7390847" y="3282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t8469"/>
            <p:cNvSpPr/>
            <p:nvPr/>
          </p:nvSpPr>
          <p:spPr>
            <a:xfrm>
              <a:off x="7417028" y="3257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t8470"/>
            <p:cNvSpPr/>
            <p:nvPr/>
          </p:nvSpPr>
          <p:spPr>
            <a:xfrm>
              <a:off x="7440255" y="32892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t8471"/>
            <p:cNvSpPr/>
            <p:nvPr/>
          </p:nvSpPr>
          <p:spPr>
            <a:xfrm>
              <a:off x="7419278" y="3293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t8472"/>
            <p:cNvSpPr/>
            <p:nvPr/>
          </p:nvSpPr>
          <p:spPr>
            <a:xfrm>
              <a:off x="7379774" y="3213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t8473"/>
            <p:cNvSpPr/>
            <p:nvPr/>
          </p:nvSpPr>
          <p:spPr>
            <a:xfrm>
              <a:off x="7466950" y="3263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t8474"/>
            <p:cNvSpPr/>
            <p:nvPr/>
          </p:nvSpPr>
          <p:spPr>
            <a:xfrm>
              <a:off x="7565958" y="32706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t8475"/>
            <p:cNvSpPr/>
            <p:nvPr/>
          </p:nvSpPr>
          <p:spPr>
            <a:xfrm>
              <a:off x="7379707" y="3288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t8476"/>
            <p:cNvSpPr/>
            <p:nvPr/>
          </p:nvSpPr>
          <p:spPr>
            <a:xfrm>
              <a:off x="7441486" y="3297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t8477"/>
            <p:cNvSpPr/>
            <p:nvPr/>
          </p:nvSpPr>
          <p:spPr>
            <a:xfrm>
              <a:off x="7474277" y="3218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t8478"/>
            <p:cNvSpPr/>
            <p:nvPr/>
          </p:nvSpPr>
          <p:spPr>
            <a:xfrm>
              <a:off x="7408055" y="33060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t8479"/>
            <p:cNvSpPr/>
            <p:nvPr/>
          </p:nvSpPr>
          <p:spPr>
            <a:xfrm>
              <a:off x="7456563" y="3296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t8480"/>
            <p:cNvSpPr/>
            <p:nvPr/>
          </p:nvSpPr>
          <p:spPr>
            <a:xfrm>
              <a:off x="7519854" y="3299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t8481"/>
            <p:cNvSpPr/>
            <p:nvPr/>
          </p:nvSpPr>
          <p:spPr>
            <a:xfrm>
              <a:off x="7418442" y="3289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t8482"/>
            <p:cNvSpPr/>
            <p:nvPr/>
          </p:nvSpPr>
          <p:spPr>
            <a:xfrm>
              <a:off x="7518751" y="3025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t8483"/>
            <p:cNvSpPr/>
            <p:nvPr/>
          </p:nvSpPr>
          <p:spPr>
            <a:xfrm>
              <a:off x="7471245" y="30980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t8484"/>
            <p:cNvSpPr/>
            <p:nvPr/>
          </p:nvSpPr>
          <p:spPr>
            <a:xfrm>
              <a:off x="7556632" y="3271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t8485"/>
            <p:cNvSpPr/>
            <p:nvPr/>
          </p:nvSpPr>
          <p:spPr>
            <a:xfrm>
              <a:off x="7403155" y="3299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t8486"/>
            <p:cNvSpPr/>
            <p:nvPr/>
          </p:nvSpPr>
          <p:spPr>
            <a:xfrm>
              <a:off x="7389048" y="33674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t8487"/>
            <p:cNvSpPr/>
            <p:nvPr/>
          </p:nvSpPr>
          <p:spPr>
            <a:xfrm>
              <a:off x="7461112" y="3245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t8488"/>
            <p:cNvSpPr/>
            <p:nvPr/>
          </p:nvSpPr>
          <p:spPr>
            <a:xfrm>
              <a:off x="7340782" y="3263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t8489"/>
            <p:cNvSpPr/>
            <p:nvPr/>
          </p:nvSpPr>
          <p:spPr>
            <a:xfrm>
              <a:off x="7421343" y="2952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t8490"/>
            <p:cNvSpPr/>
            <p:nvPr/>
          </p:nvSpPr>
          <p:spPr>
            <a:xfrm>
              <a:off x="7491398" y="3232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t8491"/>
            <p:cNvSpPr/>
            <p:nvPr/>
          </p:nvSpPr>
          <p:spPr>
            <a:xfrm>
              <a:off x="7512360" y="3271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t8492"/>
            <p:cNvSpPr/>
            <p:nvPr/>
          </p:nvSpPr>
          <p:spPr>
            <a:xfrm>
              <a:off x="7417489" y="3296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t8493"/>
            <p:cNvSpPr/>
            <p:nvPr/>
          </p:nvSpPr>
          <p:spPr>
            <a:xfrm>
              <a:off x="7561471" y="32767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t8494"/>
            <p:cNvSpPr/>
            <p:nvPr/>
          </p:nvSpPr>
          <p:spPr>
            <a:xfrm>
              <a:off x="7449945" y="32992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t8495"/>
            <p:cNvSpPr/>
            <p:nvPr/>
          </p:nvSpPr>
          <p:spPr>
            <a:xfrm>
              <a:off x="7487490" y="3382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t8496"/>
            <p:cNvSpPr/>
            <p:nvPr/>
          </p:nvSpPr>
          <p:spPr>
            <a:xfrm>
              <a:off x="7462752" y="3223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t8497"/>
            <p:cNvSpPr/>
            <p:nvPr/>
          </p:nvSpPr>
          <p:spPr>
            <a:xfrm>
              <a:off x="7436907" y="3271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t8498"/>
            <p:cNvSpPr/>
            <p:nvPr/>
          </p:nvSpPr>
          <p:spPr>
            <a:xfrm>
              <a:off x="7511744" y="3216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t8499"/>
            <p:cNvSpPr/>
            <p:nvPr/>
          </p:nvSpPr>
          <p:spPr>
            <a:xfrm>
              <a:off x="7449143" y="3266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t8500"/>
            <p:cNvSpPr/>
            <p:nvPr/>
          </p:nvSpPr>
          <p:spPr>
            <a:xfrm>
              <a:off x="7449169" y="3281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t8501"/>
            <p:cNvSpPr/>
            <p:nvPr/>
          </p:nvSpPr>
          <p:spPr>
            <a:xfrm>
              <a:off x="7487696" y="3353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t8502"/>
            <p:cNvSpPr/>
            <p:nvPr/>
          </p:nvSpPr>
          <p:spPr>
            <a:xfrm>
              <a:off x="7401753" y="3313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t8503"/>
            <p:cNvSpPr/>
            <p:nvPr/>
          </p:nvSpPr>
          <p:spPr>
            <a:xfrm>
              <a:off x="7360970" y="33525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t8504"/>
            <p:cNvSpPr/>
            <p:nvPr/>
          </p:nvSpPr>
          <p:spPr>
            <a:xfrm>
              <a:off x="7411820" y="3085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t8505"/>
            <p:cNvSpPr/>
            <p:nvPr/>
          </p:nvSpPr>
          <p:spPr>
            <a:xfrm>
              <a:off x="7451173" y="3271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t8506"/>
            <p:cNvSpPr/>
            <p:nvPr/>
          </p:nvSpPr>
          <p:spPr>
            <a:xfrm>
              <a:off x="7514678" y="3233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t8507"/>
            <p:cNvSpPr/>
            <p:nvPr/>
          </p:nvSpPr>
          <p:spPr>
            <a:xfrm>
              <a:off x="7546019" y="32255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t8508"/>
            <p:cNvSpPr/>
            <p:nvPr/>
          </p:nvSpPr>
          <p:spPr>
            <a:xfrm>
              <a:off x="7426010" y="3214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t8509"/>
            <p:cNvSpPr/>
            <p:nvPr/>
          </p:nvSpPr>
          <p:spPr>
            <a:xfrm>
              <a:off x="7442323" y="3267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t8510"/>
            <p:cNvSpPr/>
            <p:nvPr/>
          </p:nvSpPr>
          <p:spPr>
            <a:xfrm>
              <a:off x="7338166" y="3275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t8511"/>
            <p:cNvSpPr/>
            <p:nvPr/>
          </p:nvSpPr>
          <p:spPr>
            <a:xfrm>
              <a:off x="7524637" y="3266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t8512"/>
            <p:cNvSpPr/>
            <p:nvPr/>
          </p:nvSpPr>
          <p:spPr>
            <a:xfrm>
              <a:off x="7510656" y="32505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t8513"/>
            <p:cNvSpPr/>
            <p:nvPr/>
          </p:nvSpPr>
          <p:spPr>
            <a:xfrm>
              <a:off x="7426457" y="3312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t8514"/>
            <p:cNvSpPr/>
            <p:nvPr/>
          </p:nvSpPr>
          <p:spPr>
            <a:xfrm>
              <a:off x="7450594" y="32449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t8515"/>
            <p:cNvSpPr/>
            <p:nvPr/>
          </p:nvSpPr>
          <p:spPr>
            <a:xfrm>
              <a:off x="7350929" y="32776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t8516"/>
            <p:cNvSpPr/>
            <p:nvPr/>
          </p:nvSpPr>
          <p:spPr>
            <a:xfrm>
              <a:off x="7362558" y="3273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t8517"/>
            <p:cNvSpPr/>
            <p:nvPr/>
          </p:nvSpPr>
          <p:spPr>
            <a:xfrm>
              <a:off x="7450536" y="3260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t8518"/>
            <p:cNvSpPr/>
            <p:nvPr/>
          </p:nvSpPr>
          <p:spPr>
            <a:xfrm>
              <a:off x="7454113" y="3281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t8519"/>
            <p:cNvSpPr/>
            <p:nvPr/>
          </p:nvSpPr>
          <p:spPr>
            <a:xfrm>
              <a:off x="7428054" y="3289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t8520"/>
            <p:cNvSpPr/>
            <p:nvPr/>
          </p:nvSpPr>
          <p:spPr>
            <a:xfrm>
              <a:off x="7392301" y="3292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t8521"/>
            <p:cNvSpPr/>
            <p:nvPr/>
          </p:nvSpPr>
          <p:spPr>
            <a:xfrm>
              <a:off x="7497478" y="32829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t8522"/>
            <p:cNvSpPr/>
            <p:nvPr/>
          </p:nvSpPr>
          <p:spPr>
            <a:xfrm>
              <a:off x="7459603" y="3317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t8523"/>
            <p:cNvSpPr/>
            <p:nvPr/>
          </p:nvSpPr>
          <p:spPr>
            <a:xfrm>
              <a:off x="7470530" y="32165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t8524"/>
            <p:cNvSpPr/>
            <p:nvPr/>
          </p:nvSpPr>
          <p:spPr>
            <a:xfrm>
              <a:off x="7445222" y="3258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t8525"/>
            <p:cNvSpPr/>
            <p:nvPr/>
          </p:nvSpPr>
          <p:spPr>
            <a:xfrm>
              <a:off x="7444057" y="3260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t8526"/>
            <p:cNvSpPr/>
            <p:nvPr/>
          </p:nvSpPr>
          <p:spPr>
            <a:xfrm>
              <a:off x="7505024" y="3244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t8527"/>
            <p:cNvSpPr/>
            <p:nvPr/>
          </p:nvSpPr>
          <p:spPr>
            <a:xfrm>
              <a:off x="7550720" y="3272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t8528"/>
            <p:cNvSpPr/>
            <p:nvPr/>
          </p:nvSpPr>
          <p:spPr>
            <a:xfrm>
              <a:off x="7452236" y="3313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t8529"/>
            <p:cNvSpPr/>
            <p:nvPr/>
          </p:nvSpPr>
          <p:spPr>
            <a:xfrm>
              <a:off x="7449205" y="3269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t8530"/>
            <p:cNvSpPr/>
            <p:nvPr/>
          </p:nvSpPr>
          <p:spPr>
            <a:xfrm>
              <a:off x="7419087" y="3351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t8531"/>
            <p:cNvSpPr/>
            <p:nvPr/>
          </p:nvSpPr>
          <p:spPr>
            <a:xfrm>
              <a:off x="7471201" y="3280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t8532"/>
            <p:cNvSpPr/>
            <p:nvPr/>
          </p:nvSpPr>
          <p:spPr>
            <a:xfrm>
              <a:off x="7538219" y="3273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t8533"/>
            <p:cNvSpPr/>
            <p:nvPr/>
          </p:nvSpPr>
          <p:spPr>
            <a:xfrm>
              <a:off x="7437416" y="3302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t8534"/>
            <p:cNvSpPr/>
            <p:nvPr/>
          </p:nvSpPr>
          <p:spPr>
            <a:xfrm>
              <a:off x="7447321" y="3280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t8535"/>
            <p:cNvSpPr/>
            <p:nvPr/>
          </p:nvSpPr>
          <p:spPr>
            <a:xfrm>
              <a:off x="7472954" y="3265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t8536"/>
            <p:cNvSpPr/>
            <p:nvPr/>
          </p:nvSpPr>
          <p:spPr>
            <a:xfrm>
              <a:off x="7392784" y="3226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t8537"/>
            <p:cNvSpPr/>
            <p:nvPr/>
          </p:nvSpPr>
          <p:spPr>
            <a:xfrm>
              <a:off x="7445622" y="3272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t8538"/>
            <p:cNvSpPr/>
            <p:nvPr/>
          </p:nvSpPr>
          <p:spPr>
            <a:xfrm>
              <a:off x="7408984" y="3259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t8539"/>
            <p:cNvSpPr/>
            <p:nvPr/>
          </p:nvSpPr>
          <p:spPr>
            <a:xfrm>
              <a:off x="7449554" y="3106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t8540"/>
            <p:cNvSpPr/>
            <p:nvPr/>
          </p:nvSpPr>
          <p:spPr>
            <a:xfrm>
              <a:off x="7480610" y="32445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t8541"/>
            <p:cNvSpPr/>
            <p:nvPr/>
          </p:nvSpPr>
          <p:spPr>
            <a:xfrm>
              <a:off x="7410842" y="3328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t8542"/>
            <p:cNvSpPr/>
            <p:nvPr/>
          </p:nvSpPr>
          <p:spPr>
            <a:xfrm>
              <a:off x="7363647" y="3325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t8543"/>
            <p:cNvSpPr/>
            <p:nvPr/>
          </p:nvSpPr>
          <p:spPr>
            <a:xfrm>
              <a:off x="7503627" y="3250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t8544"/>
            <p:cNvSpPr/>
            <p:nvPr/>
          </p:nvSpPr>
          <p:spPr>
            <a:xfrm>
              <a:off x="7352648" y="3304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t8545"/>
            <p:cNvSpPr/>
            <p:nvPr/>
          </p:nvSpPr>
          <p:spPr>
            <a:xfrm>
              <a:off x="7481673" y="3254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t8546"/>
            <p:cNvSpPr/>
            <p:nvPr/>
          </p:nvSpPr>
          <p:spPr>
            <a:xfrm>
              <a:off x="7452778" y="3231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t8547"/>
            <p:cNvSpPr/>
            <p:nvPr/>
          </p:nvSpPr>
          <p:spPr>
            <a:xfrm>
              <a:off x="7418416" y="3296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t8548"/>
            <p:cNvSpPr/>
            <p:nvPr/>
          </p:nvSpPr>
          <p:spPr>
            <a:xfrm>
              <a:off x="7502162" y="3248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t8549"/>
            <p:cNvSpPr/>
            <p:nvPr/>
          </p:nvSpPr>
          <p:spPr>
            <a:xfrm>
              <a:off x="7423791" y="3243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t8550"/>
            <p:cNvSpPr/>
            <p:nvPr/>
          </p:nvSpPr>
          <p:spPr>
            <a:xfrm>
              <a:off x="7500148" y="3198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t8551"/>
            <p:cNvSpPr/>
            <p:nvPr/>
          </p:nvSpPr>
          <p:spPr>
            <a:xfrm>
              <a:off x="7429243" y="3218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t8552"/>
            <p:cNvSpPr/>
            <p:nvPr/>
          </p:nvSpPr>
          <p:spPr>
            <a:xfrm>
              <a:off x="7465723" y="3243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t8553"/>
            <p:cNvSpPr/>
            <p:nvPr/>
          </p:nvSpPr>
          <p:spPr>
            <a:xfrm>
              <a:off x="7376547" y="3297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t8554"/>
            <p:cNvSpPr/>
            <p:nvPr/>
          </p:nvSpPr>
          <p:spPr>
            <a:xfrm>
              <a:off x="7444408" y="3259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t8555"/>
            <p:cNvSpPr/>
            <p:nvPr/>
          </p:nvSpPr>
          <p:spPr>
            <a:xfrm>
              <a:off x="7548311" y="3280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t8556"/>
            <p:cNvSpPr/>
            <p:nvPr/>
          </p:nvSpPr>
          <p:spPr>
            <a:xfrm>
              <a:off x="7384182" y="3277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t8557"/>
            <p:cNvSpPr/>
            <p:nvPr/>
          </p:nvSpPr>
          <p:spPr>
            <a:xfrm>
              <a:off x="7479468" y="32384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t8558"/>
            <p:cNvSpPr/>
            <p:nvPr/>
          </p:nvSpPr>
          <p:spPr>
            <a:xfrm>
              <a:off x="7455024" y="3324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t8559"/>
            <p:cNvSpPr/>
            <p:nvPr/>
          </p:nvSpPr>
          <p:spPr>
            <a:xfrm>
              <a:off x="7505534" y="3191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t8560"/>
            <p:cNvSpPr/>
            <p:nvPr/>
          </p:nvSpPr>
          <p:spPr>
            <a:xfrm>
              <a:off x="7429454" y="3169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t8561"/>
            <p:cNvSpPr/>
            <p:nvPr/>
          </p:nvSpPr>
          <p:spPr>
            <a:xfrm>
              <a:off x="7425435" y="32439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t8562"/>
            <p:cNvSpPr/>
            <p:nvPr/>
          </p:nvSpPr>
          <p:spPr>
            <a:xfrm>
              <a:off x="7443309" y="3291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t8563"/>
            <p:cNvSpPr/>
            <p:nvPr/>
          </p:nvSpPr>
          <p:spPr>
            <a:xfrm>
              <a:off x="7452072" y="32445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t8564"/>
            <p:cNvSpPr/>
            <p:nvPr/>
          </p:nvSpPr>
          <p:spPr>
            <a:xfrm>
              <a:off x="7386894" y="3292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t8565"/>
            <p:cNvSpPr/>
            <p:nvPr/>
          </p:nvSpPr>
          <p:spPr>
            <a:xfrm>
              <a:off x="7492005" y="3190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t8566"/>
            <p:cNvSpPr/>
            <p:nvPr/>
          </p:nvSpPr>
          <p:spPr>
            <a:xfrm>
              <a:off x="7467230" y="3247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t8567"/>
            <p:cNvSpPr/>
            <p:nvPr/>
          </p:nvSpPr>
          <p:spPr>
            <a:xfrm>
              <a:off x="7473700" y="3328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t8568"/>
            <p:cNvSpPr/>
            <p:nvPr/>
          </p:nvSpPr>
          <p:spPr>
            <a:xfrm>
              <a:off x="7372611" y="32325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t8569"/>
            <p:cNvSpPr/>
            <p:nvPr/>
          </p:nvSpPr>
          <p:spPr>
            <a:xfrm>
              <a:off x="7505366" y="2944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t8570"/>
            <p:cNvSpPr/>
            <p:nvPr/>
          </p:nvSpPr>
          <p:spPr>
            <a:xfrm>
              <a:off x="7422730" y="3434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t8571"/>
            <p:cNvSpPr/>
            <p:nvPr/>
          </p:nvSpPr>
          <p:spPr>
            <a:xfrm>
              <a:off x="7508042" y="3267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t8572"/>
            <p:cNvSpPr/>
            <p:nvPr/>
          </p:nvSpPr>
          <p:spPr>
            <a:xfrm>
              <a:off x="7502343" y="32597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t8573"/>
            <p:cNvSpPr/>
            <p:nvPr/>
          </p:nvSpPr>
          <p:spPr>
            <a:xfrm>
              <a:off x="7564819" y="3214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t8574"/>
            <p:cNvSpPr/>
            <p:nvPr/>
          </p:nvSpPr>
          <p:spPr>
            <a:xfrm>
              <a:off x="7467161" y="3237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t8575"/>
            <p:cNvSpPr/>
            <p:nvPr/>
          </p:nvSpPr>
          <p:spPr>
            <a:xfrm>
              <a:off x="7417383" y="3321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t8576"/>
            <p:cNvSpPr/>
            <p:nvPr/>
          </p:nvSpPr>
          <p:spPr>
            <a:xfrm>
              <a:off x="7487429" y="33498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t8577"/>
            <p:cNvSpPr/>
            <p:nvPr/>
          </p:nvSpPr>
          <p:spPr>
            <a:xfrm>
              <a:off x="7458577" y="3304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t8578"/>
            <p:cNvSpPr/>
            <p:nvPr/>
          </p:nvSpPr>
          <p:spPr>
            <a:xfrm>
              <a:off x="7398779" y="3272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t8579"/>
            <p:cNvSpPr/>
            <p:nvPr/>
          </p:nvSpPr>
          <p:spPr>
            <a:xfrm>
              <a:off x="7444236" y="3255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t8580"/>
            <p:cNvSpPr/>
            <p:nvPr/>
          </p:nvSpPr>
          <p:spPr>
            <a:xfrm>
              <a:off x="7523870" y="32774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t8581"/>
            <p:cNvSpPr/>
            <p:nvPr/>
          </p:nvSpPr>
          <p:spPr>
            <a:xfrm>
              <a:off x="7429231" y="33322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t8582"/>
            <p:cNvSpPr/>
            <p:nvPr/>
          </p:nvSpPr>
          <p:spPr>
            <a:xfrm>
              <a:off x="7495657" y="3260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t8583"/>
            <p:cNvSpPr/>
            <p:nvPr/>
          </p:nvSpPr>
          <p:spPr>
            <a:xfrm>
              <a:off x="7470300" y="32785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t8584"/>
            <p:cNvSpPr/>
            <p:nvPr/>
          </p:nvSpPr>
          <p:spPr>
            <a:xfrm>
              <a:off x="7445877" y="3203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t8585"/>
            <p:cNvSpPr/>
            <p:nvPr/>
          </p:nvSpPr>
          <p:spPr>
            <a:xfrm>
              <a:off x="7597623" y="3327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t8586"/>
            <p:cNvSpPr/>
            <p:nvPr/>
          </p:nvSpPr>
          <p:spPr>
            <a:xfrm>
              <a:off x="7458988" y="3269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t8587"/>
            <p:cNvSpPr/>
            <p:nvPr/>
          </p:nvSpPr>
          <p:spPr>
            <a:xfrm>
              <a:off x="7496236" y="3309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t8588"/>
            <p:cNvSpPr/>
            <p:nvPr/>
          </p:nvSpPr>
          <p:spPr>
            <a:xfrm>
              <a:off x="7474757" y="3180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t8589"/>
            <p:cNvSpPr/>
            <p:nvPr/>
          </p:nvSpPr>
          <p:spPr>
            <a:xfrm>
              <a:off x="7417602" y="33423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t8590"/>
            <p:cNvSpPr/>
            <p:nvPr/>
          </p:nvSpPr>
          <p:spPr>
            <a:xfrm>
              <a:off x="7516132" y="3259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t8591"/>
            <p:cNvSpPr/>
            <p:nvPr/>
          </p:nvSpPr>
          <p:spPr>
            <a:xfrm>
              <a:off x="7472486" y="3298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t8592"/>
            <p:cNvSpPr/>
            <p:nvPr/>
          </p:nvSpPr>
          <p:spPr>
            <a:xfrm>
              <a:off x="7575286" y="3299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t8593"/>
            <p:cNvSpPr/>
            <p:nvPr/>
          </p:nvSpPr>
          <p:spPr>
            <a:xfrm>
              <a:off x="7440862" y="32890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t8594"/>
            <p:cNvSpPr/>
            <p:nvPr/>
          </p:nvSpPr>
          <p:spPr>
            <a:xfrm>
              <a:off x="7543330" y="3240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t8595"/>
            <p:cNvSpPr/>
            <p:nvPr/>
          </p:nvSpPr>
          <p:spPr>
            <a:xfrm>
              <a:off x="7367178" y="3301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t8596"/>
            <p:cNvSpPr/>
            <p:nvPr/>
          </p:nvSpPr>
          <p:spPr>
            <a:xfrm>
              <a:off x="7401283" y="32717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t8597"/>
            <p:cNvSpPr/>
            <p:nvPr/>
          </p:nvSpPr>
          <p:spPr>
            <a:xfrm>
              <a:off x="7460684" y="3208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t8598"/>
            <p:cNvSpPr/>
            <p:nvPr/>
          </p:nvSpPr>
          <p:spPr>
            <a:xfrm>
              <a:off x="7463815" y="3273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t8599"/>
            <p:cNvSpPr/>
            <p:nvPr/>
          </p:nvSpPr>
          <p:spPr>
            <a:xfrm>
              <a:off x="7457984" y="3270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t8600"/>
            <p:cNvSpPr/>
            <p:nvPr/>
          </p:nvSpPr>
          <p:spPr>
            <a:xfrm>
              <a:off x="7573999" y="3242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t8601"/>
            <p:cNvSpPr/>
            <p:nvPr/>
          </p:nvSpPr>
          <p:spPr>
            <a:xfrm>
              <a:off x="7471122" y="3281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t8602"/>
            <p:cNvSpPr/>
            <p:nvPr/>
          </p:nvSpPr>
          <p:spPr>
            <a:xfrm>
              <a:off x="7422391" y="3251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t8603"/>
            <p:cNvSpPr/>
            <p:nvPr/>
          </p:nvSpPr>
          <p:spPr>
            <a:xfrm>
              <a:off x="7464116" y="32004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t8604"/>
            <p:cNvSpPr/>
            <p:nvPr/>
          </p:nvSpPr>
          <p:spPr>
            <a:xfrm>
              <a:off x="7482904" y="2985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t8605"/>
            <p:cNvSpPr/>
            <p:nvPr/>
          </p:nvSpPr>
          <p:spPr>
            <a:xfrm>
              <a:off x="7469738" y="31537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t8606"/>
            <p:cNvSpPr/>
            <p:nvPr/>
          </p:nvSpPr>
          <p:spPr>
            <a:xfrm>
              <a:off x="7439605" y="3129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t8607"/>
            <p:cNvSpPr/>
            <p:nvPr/>
          </p:nvSpPr>
          <p:spPr>
            <a:xfrm>
              <a:off x="7470249" y="3154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t8608"/>
            <p:cNvSpPr/>
            <p:nvPr/>
          </p:nvSpPr>
          <p:spPr>
            <a:xfrm>
              <a:off x="7476748" y="3210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t8609"/>
            <p:cNvSpPr/>
            <p:nvPr/>
          </p:nvSpPr>
          <p:spPr>
            <a:xfrm>
              <a:off x="7448739" y="31918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t8610"/>
            <p:cNvSpPr/>
            <p:nvPr/>
          </p:nvSpPr>
          <p:spPr>
            <a:xfrm>
              <a:off x="7403151" y="3262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t8611"/>
            <p:cNvSpPr/>
            <p:nvPr/>
          </p:nvSpPr>
          <p:spPr>
            <a:xfrm>
              <a:off x="7465076" y="3172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t8612"/>
            <p:cNvSpPr/>
            <p:nvPr/>
          </p:nvSpPr>
          <p:spPr>
            <a:xfrm>
              <a:off x="7474825" y="3068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t8613"/>
            <p:cNvSpPr/>
            <p:nvPr/>
          </p:nvSpPr>
          <p:spPr>
            <a:xfrm>
              <a:off x="7495185" y="3312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t8614"/>
            <p:cNvSpPr/>
            <p:nvPr/>
          </p:nvSpPr>
          <p:spPr>
            <a:xfrm>
              <a:off x="7466426" y="3264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t8615"/>
            <p:cNvSpPr/>
            <p:nvPr/>
          </p:nvSpPr>
          <p:spPr>
            <a:xfrm>
              <a:off x="7442321" y="3262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t8616"/>
            <p:cNvSpPr/>
            <p:nvPr/>
          </p:nvSpPr>
          <p:spPr>
            <a:xfrm>
              <a:off x="7471696" y="31692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t8617"/>
            <p:cNvSpPr/>
            <p:nvPr/>
          </p:nvSpPr>
          <p:spPr>
            <a:xfrm>
              <a:off x="7488920" y="3239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t8618"/>
            <p:cNvSpPr/>
            <p:nvPr/>
          </p:nvSpPr>
          <p:spPr>
            <a:xfrm>
              <a:off x="7489248" y="3237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t8619"/>
            <p:cNvSpPr/>
            <p:nvPr/>
          </p:nvSpPr>
          <p:spPr>
            <a:xfrm>
              <a:off x="7409825" y="3180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t8620"/>
            <p:cNvSpPr/>
            <p:nvPr/>
          </p:nvSpPr>
          <p:spPr>
            <a:xfrm>
              <a:off x="7495122" y="3265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t8621"/>
            <p:cNvSpPr/>
            <p:nvPr/>
          </p:nvSpPr>
          <p:spPr>
            <a:xfrm>
              <a:off x="7426017" y="3227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t8622"/>
            <p:cNvSpPr/>
            <p:nvPr/>
          </p:nvSpPr>
          <p:spPr>
            <a:xfrm>
              <a:off x="7494202" y="3188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t8623"/>
            <p:cNvSpPr/>
            <p:nvPr/>
          </p:nvSpPr>
          <p:spPr>
            <a:xfrm>
              <a:off x="7401058" y="3248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t8624"/>
            <p:cNvSpPr/>
            <p:nvPr/>
          </p:nvSpPr>
          <p:spPr>
            <a:xfrm>
              <a:off x="7503312" y="3235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t8625"/>
            <p:cNvSpPr/>
            <p:nvPr/>
          </p:nvSpPr>
          <p:spPr>
            <a:xfrm>
              <a:off x="7458470" y="3336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t8626"/>
            <p:cNvSpPr/>
            <p:nvPr/>
          </p:nvSpPr>
          <p:spPr>
            <a:xfrm>
              <a:off x="7439776" y="3247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t8627"/>
            <p:cNvSpPr/>
            <p:nvPr/>
          </p:nvSpPr>
          <p:spPr>
            <a:xfrm>
              <a:off x="7472269" y="3261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t8628"/>
            <p:cNvSpPr/>
            <p:nvPr/>
          </p:nvSpPr>
          <p:spPr>
            <a:xfrm>
              <a:off x="7444933" y="3260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t8629"/>
            <p:cNvSpPr/>
            <p:nvPr/>
          </p:nvSpPr>
          <p:spPr>
            <a:xfrm>
              <a:off x="7480228" y="32104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t8630"/>
            <p:cNvSpPr/>
            <p:nvPr/>
          </p:nvSpPr>
          <p:spPr>
            <a:xfrm>
              <a:off x="7518189" y="3373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1" name="pt8631"/>
            <p:cNvSpPr/>
            <p:nvPr/>
          </p:nvSpPr>
          <p:spPr>
            <a:xfrm>
              <a:off x="7430853" y="3232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2" name="pt8632"/>
            <p:cNvSpPr/>
            <p:nvPr/>
          </p:nvSpPr>
          <p:spPr>
            <a:xfrm>
              <a:off x="7465732" y="33048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3" name="pt8633"/>
            <p:cNvSpPr/>
            <p:nvPr/>
          </p:nvSpPr>
          <p:spPr>
            <a:xfrm>
              <a:off x="7463185" y="3273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4" name="pt8634"/>
            <p:cNvSpPr/>
            <p:nvPr/>
          </p:nvSpPr>
          <p:spPr>
            <a:xfrm>
              <a:off x="7457772" y="3117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5" name="pt8635"/>
            <p:cNvSpPr/>
            <p:nvPr/>
          </p:nvSpPr>
          <p:spPr>
            <a:xfrm>
              <a:off x="7462926" y="32804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6" name="pt8636"/>
            <p:cNvSpPr/>
            <p:nvPr/>
          </p:nvSpPr>
          <p:spPr>
            <a:xfrm>
              <a:off x="7424082" y="3308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7" name="pt8637"/>
            <p:cNvSpPr/>
            <p:nvPr/>
          </p:nvSpPr>
          <p:spPr>
            <a:xfrm>
              <a:off x="7437870" y="3303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8" name="pt8638"/>
            <p:cNvSpPr/>
            <p:nvPr/>
          </p:nvSpPr>
          <p:spPr>
            <a:xfrm>
              <a:off x="7469325" y="32828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39" name="pt8639"/>
            <p:cNvSpPr/>
            <p:nvPr/>
          </p:nvSpPr>
          <p:spPr>
            <a:xfrm>
              <a:off x="7446598" y="3210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0" name="pt8640"/>
            <p:cNvSpPr/>
            <p:nvPr/>
          </p:nvSpPr>
          <p:spPr>
            <a:xfrm>
              <a:off x="7452167" y="3239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1" name="pt8641"/>
            <p:cNvSpPr/>
            <p:nvPr/>
          </p:nvSpPr>
          <p:spPr>
            <a:xfrm>
              <a:off x="7444670" y="3271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2" name="pt8642"/>
            <p:cNvSpPr/>
            <p:nvPr/>
          </p:nvSpPr>
          <p:spPr>
            <a:xfrm>
              <a:off x="7450177" y="3296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3" name="pt8643"/>
            <p:cNvSpPr/>
            <p:nvPr/>
          </p:nvSpPr>
          <p:spPr>
            <a:xfrm>
              <a:off x="7510024" y="3218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4" name="pt8644"/>
            <p:cNvSpPr/>
            <p:nvPr/>
          </p:nvSpPr>
          <p:spPr>
            <a:xfrm>
              <a:off x="7405968" y="3292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5" name="pt8645"/>
            <p:cNvSpPr/>
            <p:nvPr/>
          </p:nvSpPr>
          <p:spPr>
            <a:xfrm>
              <a:off x="7458610" y="3269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6" name="pt8646"/>
            <p:cNvSpPr/>
            <p:nvPr/>
          </p:nvSpPr>
          <p:spPr>
            <a:xfrm>
              <a:off x="7449073" y="3176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7" name="pt8647"/>
            <p:cNvSpPr/>
            <p:nvPr/>
          </p:nvSpPr>
          <p:spPr>
            <a:xfrm>
              <a:off x="7452952" y="3284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8" name="pt8648"/>
            <p:cNvSpPr/>
            <p:nvPr/>
          </p:nvSpPr>
          <p:spPr>
            <a:xfrm>
              <a:off x="7463666" y="3306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49" name="pt8649"/>
            <p:cNvSpPr/>
            <p:nvPr/>
          </p:nvSpPr>
          <p:spPr>
            <a:xfrm>
              <a:off x="7410345" y="32688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0" name="pt8650"/>
            <p:cNvSpPr/>
            <p:nvPr/>
          </p:nvSpPr>
          <p:spPr>
            <a:xfrm>
              <a:off x="7424556" y="3290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1" name="pt8651"/>
            <p:cNvSpPr/>
            <p:nvPr/>
          </p:nvSpPr>
          <p:spPr>
            <a:xfrm>
              <a:off x="7444673" y="3259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2" name="pt8652"/>
            <p:cNvSpPr/>
            <p:nvPr/>
          </p:nvSpPr>
          <p:spPr>
            <a:xfrm>
              <a:off x="7403868" y="31317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3" name="pt8653"/>
            <p:cNvSpPr/>
            <p:nvPr/>
          </p:nvSpPr>
          <p:spPr>
            <a:xfrm>
              <a:off x="7478999" y="3190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4" name="pt8654"/>
            <p:cNvSpPr/>
            <p:nvPr/>
          </p:nvSpPr>
          <p:spPr>
            <a:xfrm>
              <a:off x="7376059" y="3271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5" name="pt8655"/>
            <p:cNvSpPr/>
            <p:nvPr/>
          </p:nvSpPr>
          <p:spPr>
            <a:xfrm>
              <a:off x="7424538" y="3006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6" name="pt8656"/>
            <p:cNvSpPr/>
            <p:nvPr/>
          </p:nvSpPr>
          <p:spPr>
            <a:xfrm>
              <a:off x="7469317" y="2891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7" name="pt8657"/>
            <p:cNvSpPr/>
            <p:nvPr/>
          </p:nvSpPr>
          <p:spPr>
            <a:xfrm>
              <a:off x="7457501" y="3153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8" name="pt8658"/>
            <p:cNvSpPr/>
            <p:nvPr/>
          </p:nvSpPr>
          <p:spPr>
            <a:xfrm>
              <a:off x="7414185" y="3281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59" name="pt8659"/>
            <p:cNvSpPr/>
            <p:nvPr/>
          </p:nvSpPr>
          <p:spPr>
            <a:xfrm>
              <a:off x="7354991" y="3300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0" name="pt8660"/>
            <p:cNvSpPr/>
            <p:nvPr/>
          </p:nvSpPr>
          <p:spPr>
            <a:xfrm>
              <a:off x="7397845" y="3225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1" name="pt8661"/>
            <p:cNvSpPr/>
            <p:nvPr/>
          </p:nvSpPr>
          <p:spPr>
            <a:xfrm>
              <a:off x="7447228" y="3045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2" name="pt8662"/>
            <p:cNvSpPr/>
            <p:nvPr/>
          </p:nvSpPr>
          <p:spPr>
            <a:xfrm>
              <a:off x="7450977" y="32485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3" name="pt8663"/>
            <p:cNvSpPr/>
            <p:nvPr/>
          </p:nvSpPr>
          <p:spPr>
            <a:xfrm>
              <a:off x="7408881" y="31943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4" name="pt8664"/>
            <p:cNvSpPr/>
            <p:nvPr/>
          </p:nvSpPr>
          <p:spPr>
            <a:xfrm>
              <a:off x="7424985" y="3288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5" name="pt8665"/>
            <p:cNvSpPr/>
            <p:nvPr/>
          </p:nvSpPr>
          <p:spPr>
            <a:xfrm>
              <a:off x="7480731" y="32883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6" name="pt8666"/>
            <p:cNvSpPr/>
            <p:nvPr/>
          </p:nvSpPr>
          <p:spPr>
            <a:xfrm>
              <a:off x="7470291" y="3241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7" name="pt8667"/>
            <p:cNvSpPr/>
            <p:nvPr/>
          </p:nvSpPr>
          <p:spPr>
            <a:xfrm>
              <a:off x="7472197" y="3280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8" name="pt8668"/>
            <p:cNvSpPr/>
            <p:nvPr/>
          </p:nvSpPr>
          <p:spPr>
            <a:xfrm>
              <a:off x="7532618" y="3208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69" name="pt8669"/>
            <p:cNvSpPr/>
            <p:nvPr/>
          </p:nvSpPr>
          <p:spPr>
            <a:xfrm>
              <a:off x="7467669" y="3279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0" name="pt8670"/>
            <p:cNvSpPr/>
            <p:nvPr/>
          </p:nvSpPr>
          <p:spPr>
            <a:xfrm>
              <a:off x="7405572" y="3358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1" name="pt8671"/>
            <p:cNvSpPr/>
            <p:nvPr/>
          </p:nvSpPr>
          <p:spPr>
            <a:xfrm>
              <a:off x="7512071" y="32316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2" name="pt8672"/>
            <p:cNvSpPr/>
            <p:nvPr/>
          </p:nvSpPr>
          <p:spPr>
            <a:xfrm>
              <a:off x="7449251" y="3291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3" name="pt8673"/>
            <p:cNvSpPr/>
            <p:nvPr/>
          </p:nvSpPr>
          <p:spPr>
            <a:xfrm>
              <a:off x="7477335" y="3269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4" name="pt8674"/>
            <p:cNvSpPr/>
            <p:nvPr/>
          </p:nvSpPr>
          <p:spPr>
            <a:xfrm>
              <a:off x="7504744" y="3270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5" name="pt8675"/>
            <p:cNvSpPr/>
            <p:nvPr/>
          </p:nvSpPr>
          <p:spPr>
            <a:xfrm>
              <a:off x="7489082" y="3304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6" name="pt8676"/>
            <p:cNvSpPr/>
            <p:nvPr/>
          </p:nvSpPr>
          <p:spPr>
            <a:xfrm>
              <a:off x="7155841" y="3263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7" name="pt8677"/>
            <p:cNvSpPr/>
            <p:nvPr/>
          </p:nvSpPr>
          <p:spPr>
            <a:xfrm>
              <a:off x="7401968" y="3298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8" name="pt8678"/>
            <p:cNvSpPr/>
            <p:nvPr/>
          </p:nvSpPr>
          <p:spPr>
            <a:xfrm>
              <a:off x="7448511" y="32587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79" name="pt8679"/>
            <p:cNvSpPr/>
            <p:nvPr/>
          </p:nvSpPr>
          <p:spPr>
            <a:xfrm>
              <a:off x="7450037" y="3222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0" name="pt8680"/>
            <p:cNvSpPr/>
            <p:nvPr/>
          </p:nvSpPr>
          <p:spPr>
            <a:xfrm>
              <a:off x="7521811" y="31697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1" name="pt8681"/>
            <p:cNvSpPr/>
            <p:nvPr/>
          </p:nvSpPr>
          <p:spPr>
            <a:xfrm>
              <a:off x="7423077" y="3335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2" name="pt8682"/>
            <p:cNvSpPr/>
            <p:nvPr/>
          </p:nvSpPr>
          <p:spPr>
            <a:xfrm>
              <a:off x="7506412" y="3335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3" name="pt8683"/>
            <p:cNvSpPr/>
            <p:nvPr/>
          </p:nvSpPr>
          <p:spPr>
            <a:xfrm>
              <a:off x="7375801" y="3293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4" name="pt8684"/>
            <p:cNvSpPr/>
            <p:nvPr/>
          </p:nvSpPr>
          <p:spPr>
            <a:xfrm>
              <a:off x="7462144" y="3304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5" name="pt8685"/>
            <p:cNvSpPr/>
            <p:nvPr/>
          </p:nvSpPr>
          <p:spPr>
            <a:xfrm>
              <a:off x="7477480" y="32996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6" name="pt8686"/>
            <p:cNvSpPr/>
            <p:nvPr/>
          </p:nvSpPr>
          <p:spPr>
            <a:xfrm>
              <a:off x="7506964" y="32026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7" name="pt8687"/>
            <p:cNvSpPr/>
            <p:nvPr/>
          </p:nvSpPr>
          <p:spPr>
            <a:xfrm>
              <a:off x="7539297" y="3237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8" name="pt8688"/>
            <p:cNvSpPr/>
            <p:nvPr/>
          </p:nvSpPr>
          <p:spPr>
            <a:xfrm>
              <a:off x="7471412" y="3238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89" name="pt8689"/>
            <p:cNvSpPr/>
            <p:nvPr/>
          </p:nvSpPr>
          <p:spPr>
            <a:xfrm>
              <a:off x="7469634" y="3302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0" name="pt8690"/>
            <p:cNvSpPr/>
            <p:nvPr/>
          </p:nvSpPr>
          <p:spPr>
            <a:xfrm>
              <a:off x="7318087" y="32840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1" name="pt8691"/>
            <p:cNvSpPr/>
            <p:nvPr/>
          </p:nvSpPr>
          <p:spPr>
            <a:xfrm>
              <a:off x="7360973" y="3330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2" name="pt8692"/>
            <p:cNvSpPr/>
            <p:nvPr/>
          </p:nvSpPr>
          <p:spPr>
            <a:xfrm>
              <a:off x="7539727" y="32811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3" name="pt8693"/>
            <p:cNvSpPr/>
            <p:nvPr/>
          </p:nvSpPr>
          <p:spPr>
            <a:xfrm>
              <a:off x="7478109" y="3284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4" name="pt8694"/>
            <p:cNvSpPr/>
            <p:nvPr/>
          </p:nvSpPr>
          <p:spPr>
            <a:xfrm>
              <a:off x="7430549" y="31957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5" name="pt8695"/>
            <p:cNvSpPr/>
            <p:nvPr/>
          </p:nvSpPr>
          <p:spPr>
            <a:xfrm>
              <a:off x="7525697" y="32411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6" name="pt8696"/>
            <p:cNvSpPr/>
            <p:nvPr/>
          </p:nvSpPr>
          <p:spPr>
            <a:xfrm>
              <a:off x="7462743" y="3242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7" name="pt8697"/>
            <p:cNvSpPr/>
            <p:nvPr/>
          </p:nvSpPr>
          <p:spPr>
            <a:xfrm>
              <a:off x="7406283" y="33120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8" name="pt8698"/>
            <p:cNvSpPr/>
            <p:nvPr/>
          </p:nvSpPr>
          <p:spPr>
            <a:xfrm>
              <a:off x="7456000" y="3334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699" name="pt8699"/>
            <p:cNvSpPr/>
            <p:nvPr/>
          </p:nvSpPr>
          <p:spPr>
            <a:xfrm>
              <a:off x="7544812" y="3289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0" name="pt8700"/>
            <p:cNvSpPr/>
            <p:nvPr/>
          </p:nvSpPr>
          <p:spPr>
            <a:xfrm>
              <a:off x="7411805" y="3262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1" name="pt8701"/>
            <p:cNvSpPr/>
            <p:nvPr/>
          </p:nvSpPr>
          <p:spPr>
            <a:xfrm>
              <a:off x="7453522" y="3270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2" name="pt8702"/>
            <p:cNvSpPr/>
            <p:nvPr/>
          </p:nvSpPr>
          <p:spPr>
            <a:xfrm>
              <a:off x="7319258" y="319668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03" name="pt8703"/>
            <p:cNvSpPr/>
            <p:nvPr/>
          </p:nvSpPr>
          <p:spPr>
            <a:xfrm>
              <a:off x="7397315" y="3292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4" name="pt8704"/>
            <p:cNvSpPr/>
            <p:nvPr/>
          </p:nvSpPr>
          <p:spPr>
            <a:xfrm>
              <a:off x="7519009" y="3311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5" name="pt8705"/>
            <p:cNvSpPr/>
            <p:nvPr/>
          </p:nvSpPr>
          <p:spPr>
            <a:xfrm>
              <a:off x="7431182" y="3296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6" name="pt8706"/>
            <p:cNvSpPr/>
            <p:nvPr/>
          </p:nvSpPr>
          <p:spPr>
            <a:xfrm>
              <a:off x="7397167" y="33327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7" name="pt8707"/>
            <p:cNvSpPr/>
            <p:nvPr/>
          </p:nvSpPr>
          <p:spPr>
            <a:xfrm>
              <a:off x="7500177" y="3298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8" name="pt8708"/>
            <p:cNvSpPr/>
            <p:nvPr/>
          </p:nvSpPr>
          <p:spPr>
            <a:xfrm>
              <a:off x="7471606" y="3280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09" name="pt8709"/>
            <p:cNvSpPr/>
            <p:nvPr/>
          </p:nvSpPr>
          <p:spPr>
            <a:xfrm>
              <a:off x="7470687" y="32771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0" name="pt8710"/>
            <p:cNvSpPr/>
            <p:nvPr/>
          </p:nvSpPr>
          <p:spPr>
            <a:xfrm>
              <a:off x="7459435" y="32843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1" name="pt8711"/>
            <p:cNvSpPr/>
            <p:nvPr/>
          </p:nvSpPr>
          <p:spPr>
            <a:xfrm>
              <a:off x="7442522" y="3095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2" name="pt8712"/>
            <p:cNvSpPr/>
            <p:nvPr/>
          </p:nvSpPr>
          <p:spPr>
            <a:xfrm>
              <a:off x="7493246" y="32971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3" name="pt8713"/>
            <p:cNvSpPr/>
            <p:nvPr/>
          </p:nvSpPr>
          <p:spPr>
            <a:xfrm>
              <a:off x="7478195" y="3290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4" name="pt8714"/>
            <p:cNvSpPr/>
            <p:nvPr/>
          </p:nvSpPr>
          <p:spPr>
            <a:xfrm>
              <a:off x="7462615" y="3259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5" name="pt8715"/>
            <p:cNvSpPr/>
            <p:nvPr/>
          </p:nvSpPr>
          <p:spPr>
            <a:xfrm>
              <a:off x="7466908" y="32549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6" name="pt8716"/>
            <p:cNvSpPr/>
            <p:nvPr/>
          </p:nvSpPr>
          <p:spPr>
            <a:xfrm>
              <a:off x="7490659" y="3281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7" name="pt8717"/>
            <p:cNvSpPr/>
            <p:nvPr/>
          </p:nvSpPr>
          <p:spPr>
            <a:xfrm>
              <a:off x="7511501" y="3225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8" name="pt8718"/>
            <p:cNvSpPr/>
            <p:nvPr/>
          </p:nvSpPr>
          <p:spPr>
            <a:xfrm>
              <a:off x="7501495" y="32523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19" name="pt8719"/>
            <p:cNvSpPr/>
            <p:nvPr/>
          </p:nvSpPr>
          <p:spPr>
            <a:xfrm>
              <a:off x="7468972" y="3195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0" name="pt8720"/>
            <p:cNvSpPr/>
            <p:nvPr/>
          </p:nvSpPr>
          <p:spPr>
            <a:xfrm>
              <a:off x="7496952" y="32962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1" name="pt8721"/>
            <p:cNvSpPr/>
            <p:nvPr/>
          </p:nvSpPr>
          <p:spPr>
            <a:xfrm>
              <a:off x="7452602" y="3368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2" name="pt8722"/>
            <p:cNvSpPr/>
            <p:nvPr/>
          </p:nvSpPr>
          <p:spPr>
            <a:xfrm>
              <a:off x="7459402" y="32673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3" name="pt8723"/>
            <p:cNvSpPr/>
            <p:nvPr/>
          </p:nvSpPr>
          <p:spPr>
            <a:xfrm>
              <a:off x="7523220" y="3301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4" name="pt8724"/>
            <p:cNvSpPr/>
            <p:nvPr/>
          </p:nvSpPr>
          <p:spPr>
            <a:xfrm>
              <a:off x="7503534" y="3260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5" name="pt8725"/>
            <p:cNvSpPr/>
            <p:nvPr/>
          </p:nvSpPr>
          <p:spPr>
            <a:xfrm>
              <a:off x="7479601" y="31239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6" name="pt8726"/>
            <p:cNvSpPr/>
            <p:nvPr/>
          </p:nvSpPr>
          <p:spPr>
            <a:xfrm>
              <a:off x="7444473" y="3278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7" name="pt8727"/>
            <p:cNvSpPr/>
            <p:nvPr/>
          </p:nvSpPr>
          <p:spPr>
            <a:xfrm>
              <a:off x="7466282" y="3316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8" name="pt8728"/>
            <p:cNvSpPr/>
            <p:nvPr/>
          </p:nvSpPr>
          <p:spPr>
            <a:xfrm>
              <a:off x="7472482" y="3288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29" name="pt8729"/>
            <p:cNvSpPr/>
            <p:nvPr/>
          </p:nvSpPr>
          <p:spPr>
            <a:xfrm>
              <a:off x="7552813" y="3225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0" name="pt8730"/>
            <p:cNvSpPr/>
            <p:nvPr/>
          </p:nvSpPr>
          <p:spPr>
            <a:xfrm>
              <a:off x="7461001" y="3301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1" name="pt8731"/>
            <p:cNvSpPr/>
            <p:nvPr/>
          </p:nvSpPr>
          <p:spPr>
            <a:xfrm>
              <a:off x="7494034" y="3227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2" name="pt8732"/>
            <p:cNvSpPr/>
            <p:nvPr/>
          </p:nvSpPr>
          <p:spPr>
            <a:xfrm>
              <a:off x="7502474" y="3291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3" name="pt8733"/>
            <p:cNvSpPr/>
            <p:nvPr/>
          </p:nvSpPr>
          <p:spPr>
            <a:xfrm>
              <a:off x="7204643" y="318911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34" name="pt8734"/>
            <p:cNvSpPr/>
            <p:nvPr/>
          </p:nvSpPr>
          <p:spPr>
            <a:xfrm>
              <a:off x="7415591" y="32768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5" name="pt8735"/>
            <p:cNvSpPr/>
            <p:nvPr/>
          </p:nvSpPr>
          <p:spPr>
            <a:xfrm>
              <a:off x="7411754" y="3315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6" name="pt8736"/>
            <p:cNvSpPr/>
            <p:nvPr/>
          </p:nvSpPr>
          <p:spPr>
            <a:xfrm>
              <a:off x="7478195" y="3244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7" name="pt8737"/>
            <p:cNvSpPr/>
            <p:nvPr/>
          </p:nvSpPr>
          <p:spPr>
            <a:xfrm>
              <a:off x="7468832" y="33590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8" name="pt8738"/>
            <p:cNvSpPr/>
            <p:nvPr/>
          </p:nvSpPr>
          <p:spPr>
            <a:xfrm>
              <a:off x="7474630" y="3265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39" name="pt8739"/>
            <p:cNvSpPr/>
            <p:nvPr/>
          </p:nvSpPr>
          <p:spPr>
            <a:xfrm>
              <a:off x="7497222" y="32446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0" name="pt8740"/>
            <p:cNvSpPr/>
            <p:nvPr/>
          </p:nvSpPr>
          <p:spPr>
            <a:xfrm>
              <a:off x="7537002" y="33309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1" name="pt8741"/>
            <p:cNvSpPr/>
            <p:nvPr/>
          </p:nvSpPr>
          <p:spPr>
            <a:xfrm>
              <a:off x="7413876" y="32466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2" name="pt8742"/>
            <p:cNvSpPr/>
            <p:nvPr/>
          </p:nvSpPr>
          <p:spPr>
            <a:xfrm>
              <a:off x="7452444" y="33044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3" name="pt8743"/>
            <p:cNvSpPr/>
            <p:nvPr/>
          </p:nvSpPr>
          <p:spPr>
            <a:xfrm>
              <a:off x="7411933" y="32799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4" name="pt8744"/>
            <p:cNvSpPr/>
            <p:nvPr/>
          </p:nvSpPr>
          <p:spPr>
            <a:xfrm>
              <a:off x="7475133" y="3304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5" name="pt8745"/>
            <p:cNvSpPr/>
            <p:nvPr/>
          </p:nvSpPr>
          <p:spPr>
            <a:xfrm>
              <a:off x="7444377" y="3275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6" name="pt8746"/>
            <p:cNvSpPr/>
            <p:nvPr/>
          </p:nvSpPr>
          <p:spPr>
            <a:xfrm>
              <a:off x="7442968" y="3021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7" name="pt8747"/>
            <p:cNvSpPr/>
            <p:nvPr/>
          </p:nvSpPr>
          <p:spPr>
            <a:xfrm>
              <a:off x="7498281" y="3288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8" name="pt8748"/>
            <p:cNvSpPr/>
            <p:nvPr/>
          </p:nvSpPr>
          <p:spPr>
            <a:xfrm>
              <a:off x="7376740" y="3301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49" name="pt8749"/>
            <p:cNvSpPr/>
            <p:nvPr/>
          </p:nvSpPr>
          <p:spPr>
            <a:xfrm>
              <a:off x="7472702" y="31647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0" name="pt8750"/>
            <p:cNvSpPr/>
            <p:nvPr/>
          </p:nvSpPr>
          <p:spPr>
            <a:xfrm>
              <a:off x="7440881" y="32730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1" name="pt8751"/>
            <p:cNvSpPr/>
            <p:nvPr/>
          </p:nvSpPr>
          <p:spPr>
            <a:xfrm>
              <a:off x="7282002" y="3279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2" name="pt8752"/>
            <p:cNvSpPr/>
            <p:nvPr/>
          </p:nvSpPr>
          <p:spPr>
            <a:xfrm>
              <a:off x="7446203" y="3379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3" name="pt8753"/>
            <p:cNvSpPr/>
            <p:nvPr/>
          </p:nvSpPr>
          <p:spPr>
            <a:xfrm>
              <a:off x="7518630" y="3236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4" name="pt8754"/>
            <p:cNvSpPr/>
            <p:nvPr/>
          </p:nvSpPr>
          <p:spPr>
            <a:xfrm>
              <a:off x="7427902" y="3292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5" name="pt8755"/>
            <p:cNvSpPr/>
            <p:nvPr/>
          </p:nvSpPr>
          <p:spPr>
            <a:xfrm>
              <a:off x="7423643" y="3237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6" name="pt8756"/>
            <p:cNvSpPr/>
            <p:nvPr/>
          </p:nvSpPr>
          <p:spPr>
            <a:xfrm>
              <a:off x="7528521" y="3239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7" name="pt8757"/>
            <p:cNvSpPr/>
            <p:nvPr/>
          </p:nvSpPr>
          <p:spPr>
            <a:xfrm>
              <a:off x="7525909" y="3246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8" name="pt8758"/>
            <p:cNvSpPr/>
            <p:nvPr/>
          </p:nvSpPr>
          <p:spPr>
            <a:xfrm>
              <a:off x="7423339" y="3282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59" name="pt8759"/>
            <p:cNvSpPr/>
            <p:nvPr/>
          </p:nvSpPr>
          <p:spPr>
            <a:xfrm>
              <a:off x="7440225" y="3219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0" name="pt8760"/>
            <p:cNvSpPr/>
            <p:nvPr/>
          </p:nvSpPr>
          <p:spPr>
            <a:xfrm>
              <a:off x="7532636" y="3261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1" name="pt8761"/>
            <p:cNvSpPr/>
            <p:nvPr/>
          </p:nvSpPr>
          <p:spPr>
            <a:xfrm>
              <a:off x="7477188" y="3197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2" name="pt8762"/>
            <p:cNvSpPr/>
            <p:nvPr/>
          </p:nvSpPr>
          <p:spPr>
            <a:xfrm>
              <a:off x="7445613" y="33061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3" name="pt8763"/>
            <p:cNvSpPr/>
            <p:nvPr/>
          </p:nvSpPr>
          <p:spPr>
            <a:xfrm>
              <a:off x="7504893" y="3212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4" name="pt8764"/>
            <p:cNvSpPr/>
            <p:nvPr/>
          </p:nvSpPr>
          <p:spPr>
            <a:xfrm>
              <a:off x="7474814" y="3294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5" name="pt8765"/>
            <p:cNvSpPr/>
            <p:nvPr/>
          </p:nvSpPr>
          <p:spPr>
            <a:xfrm>
              <a:off x="7499880" y="32485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6" name="pt8766"/>
            <p:cNvSpPr/>
            <p:nvPr/>
          </p:nvSpPr>
          <p:spPr>
            <a:xfrm>
              <a:off x="7378893" y="3275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7" name="pt8767"/>
            <p:cNvSpPr/>
            <p:nvPr/>
          </p:nvSpPr>
          <p:spPr>
            <a:xfrm>
              <a:off x="7441822" y="3255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8" name="pt8768"/>
            <p:cNvSpPr/>
            <p:nvPr/>
          </p:nvSpPr>
          <p:spPr>
            <a:xfrm>
              <a:off x="7426044" y="3287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69" name="pt8769"/>
            <p:cNvSpPr/>
            <p:nvPr/>
          </p:nvSpPr>
          <p:spPr>
            <a:xfrm>
              <a:off x="7395112" y="3314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0" name="pt8770"/>
            <p:cNvSpPr/>
            <p:nvPr/>
          </p:nvSpPr>
          <p:spPr>
            <a:xfrm>
              <a:off x="7423021" y="3258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1" name="pt8771"/>
            <p:cNvSpPr/>
            <p:nvPr/>
          </p:nvSpPr>
          <p:spPr>
            <a:xfrm>
              <a:off x="7565115" y="3228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2" name="pt8772"/>
            <p:cNvSpPr/>
            <p:nvPr/>
          </p:nvSpPr>
          <p:spPr>
            <a:xfrm>
              <a:off x="7338804" y="3231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3" name="pt8773"/>
            <p:cNvSpPr/>
            <p:nvPr/>
          </p:nvSpPr>
          <p:spPr>
            <a:xfrm>
              <a:off x="7456169" y="3232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4" name="pt8774"/>
            <p:cNvSpPr/>
            <p:nvPr/>
          </p:nvSpPr>
          <p:spPr>
            <a:xfrm>
              <a:off x="7519324" y="3264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5" name="pt8775"/>
            <p:cNvSpPr/>
            <p:nvPr/>
          </p:nvSpPr>
          <p:spPr>
            <a:xfrm>
              <a:off x="7473582" y="3243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6" name="pt8776"/>
            <p:cNvSpPr/>
            <p:nvPr/>
          </p:nvSpPr>
          <p:spPr>
            <a:xfrm>
              <a:off x="7467205" y="3202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7" name="pt8777"/>
            <p:cNvSpPr/>
            <p:nvPr/>
          </p:nvSpPr>
          <p:spPr>
            <a:xfrm>
              <a:off x="7476794" y="32516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8" name="pt8778"/>
            <p:cNvSpPr/>
            <p:nvPr/>
          </p:nvSpPr>
          <p:spPr>
            <a:xfrm>
              <a:off x="7485043" y="3269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79" name="pt8779"/>
            <p:cNvSpPr/>
            <p:nvPr/>
          </p:nvSpPr>
          <p:spPr>
            <a:xfrm>
              <a:off x="7447581" y="32606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0" name="pt8780"/>
            <p:cNvSpPr/>
            <p:nvPr/>
          </p:nvSpPr>
          <p:spPr>
            <a:xfrm>
              <a:off x="7390967" y="3267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1" name="pt8781"/>
            <p:cNvSpPr/>
            <p:nvPr/>
          </p:nvSpPr>
          <p:spPr>
            <a:xfrm>
              <a:off x="7480098" y="3272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2" name="pt8782"/>
            <p:cNvSpPr/>
            <p:nvPr/>
          </p:nvSpPr>
          <p:spPr>
            <a:xfrm>
              <a:off x="7504387" y="30445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3" name="pt8783"/>
            <p:cNvSpPr/>
            <p:nvPr/>
          </p:nvSpPr>
          <p:spPr>
            <a:xfrm>
              <a:off x="7477918" y="32038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4" name="pt8784"/>
            <p:cNvSpPr/>
            <p:nvPr/>
          </p:nvSpPr>
          <p:spPr>
            <a:xfrm>
              <a:off x="7444639" y="3258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5" name="pt8785"/>
            <p:cNvSpPr/>
            <p:nvPr/>
          </p:nvSpPr>
          <p:spPr>
            <a:xfrm>
              <a:off x="7557309" y="3270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6" name="pt8786"/>
            <p:cNvSpPr/>
            <p:nvPr/>
          </p:nvSpPr>
          <p:spPr>
            <a:xfrm>
              <a:off x="7500144" y="3245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7" name="pt8787"/>
            <p:cNvSpPr/>
            <p:nvPr/>
          </p:nvSpPr>
          <p:spPr>
            <a:xfrm>
              <a:off x="7556137" y="3259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8" name="pt8788"/>
            <p:cNvSpPr/>
            <p:nvPr/>
          </p:nvSpPr>
          <p:spPr>
            <a:xfrm>
              <a:off x="7448958" y="32953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89" name="pt8789"/>
            <p:cNvSpPr/>
            <p:nvPr/>
          </p:nvSpPr>
          <p:spPr>
            <a:xfrm>
              <a:off x="7516786" y="3250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0" name="pt8790"/>
            <p:cNvSpPr/>
            <p:nvPr/>
          </p:nvSpPr>
          <p:spPr>
            <a:xfrm>
              <a:off x="7495486" y="32777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1" name="pt8791"/>
            <p:cNvSpPr/>
            <p:nvPr/>
          </p:nvSpPr>
          <p:spPr>
            <a:xfrm>
              <a:off x="7444349" y="31954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2" name="pt8792"/>
            <p:cNvSpPr/>
            <p:nvPr/>
          </p:nvSpPr>
          <p:spPr>
            <a:xfrm>
              <a:off x="7490465" y="32447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3" name="pt8793"/>
            <p:cNvSpPr/>
            <p:nvPr/>
          </p:nvSpPr>
          <p:spPr>
            <a:xfrm>
              <a:off x="7423706" y="3283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4" name="pt8794"/>
            <p:cNvSpPr/>
            <p:nvPr/>
          </p:nvSpPr>
          <p:spPr>
            <a:xfrm>
              <a:off x="7482921" y="34126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5" name="pt8795"/>
            <p:cNvSpPr/>
            <p:nvPr/>
          </p:nvSpPr>
          <p:spPr>
            <a:xfrm>
              <a:off x="7449451" y="3278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6" name="pt8796"/>
            <p:cNvSpPr/>
            <p:nvPr/>
          </p:nvSpPr>
          <p:spPr>
            <a:xfrm>
              <a:off x="7465215" y="3290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7" name="pt8797"/>
            <p:cNvSpPr/>
            <p:nvPr/>
          </p:nvSpPr>
          <p:spPr>
            <a:xfrm>
              <a:off x="7451277" y="3220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8" name="pt8798"/>
            <p:cNvSpPr/>
            <p:nvPr/>
          </p:nvSpPr>
          <p:spPr>
            <a:xfrm>
              <a:off x="7443176" y="3297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799" name="pt8799"/>
            <p:cNvSpPr/>
            <p:nvPr/>
          </p:nvSpPr>
          <p:spPr>
            <a:xfrm>
              <a:off x="7065800" y="296056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00" name="pt8800"/>
            <p:cNvSpPr/>
            <p:nvPr/>
          </p:nvSpPr>
          <p:spPr>
            <a:xfrm>
              <a:off x="7452499" y="3274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1" name="pt8801"/>
            <p:cNvSpPr/>
            <p:nvPr/>
          </p:nvSpPr>
          <p:spPr>
            <a:xfrm>
              <a:off x="7545730" y="32833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2" name="pt8802"/>
            <p:cNvSpPr/>
            <p:nvPr/>
          </p:nvSpPr>
          <p:spPr>
            <a:xfrm>
              <a:off x="7423564" y="3274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3" name="pt8803"/>
            <p:cNvSpPr/>
            <p:nvPr/>
          </p:nvSpPr>
          <p:spPr>
            <a:xfrm>
              <a:off x="7490440" y="32489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4" name="pt8804"/>
            <p:cNvSpPr/>
            <p:nvPr/>
          </p:nvSpPr>
          <p:spPr>
            <a:xfrm>
              <a:off x="7525496" y="3251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5" name="pt8805"/>
            <p:cNvSpPr/>
            <p:nvPr/>
          </p:nvSpPr>
          <p:spPr>
            <a:xfrm>
              <a:off x="7435511" y="3436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6" name="pt8806"/>
            <p:cNvSpPr/>
            <p:nvPr/>
          </p:nvSpPr>
          <p:spPr>
            <a:xfrm>
              <a:off x="7403122" y="33457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7" name="pt8807"/>
            <p:cNvSpPr/>
            <p:nvPr/>
          </p:nvSpPr>
          <p:spPr>
            <a:xfrm>
              <a:off x="7467862" y="3285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8" name="pt8808"/>
            <p:cNvSpPr/>
            <p:nvPr/>
          </p:nvSpPr>
          <p:spPr>
            <a:xfrm>
              <a:off x="7435874" y="3246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09" name="pt8809"/>
            <p:cNvSpPr/>
            <p:nvPr/>
          </p:nvSpPr>
          <p:spPr>
            <a:xfrm>
              <a:off x="7505302" y="3302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0" name="pt8810"/>
            <p:cNvSpPr/>
            <p:nvPr/>
          </p:nvSpPr>
          <p:spPr>
            <a:xfrm>
              <a:off x="7435549" y="3291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1" name="pt8811"/>
            <p:cNvSpPr/>
            <p:nvPr/>
          </p:nvSpPr>
          <p:spPr>
            <a:xfrm>
              <a:off x="7387281" y="3287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2" name="pt8812"/>
            <p:cNvSpPr/>
            <p:nvPr/>
          </p:nvSpPr>
          <p:spPr>
            <a:xfrm>
              <a:off x="7421637" y="3271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3" name="pt8813"/>
            <p:cNvSpPr/>
            <p:nvPr/>
          </p:nvSpPr>
          <p:spPr>
            <a:xfrm>
              <a:off x="7447777" y="3262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4" name="pt8814"/>
            <p:cNvSpPr/>
            <p:nvPr/>
          </p:nvSpPr>
          <p:spPr>
            <a:xfrm>
              <a:off x="7453431" y="3323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5" name="pt8815"/>
            <p:cNvSpPr/>
            <p:nvPr/>
          </p:nvSpPr>
          <p:spPr>
            <a:xfrm>
              <a:off x="7464607" y="3259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6" name="pt8816"/>
            <p:cNvSpPr/>
            <p:nvPr/>
          </p:nvSpPr>
          <p:spPr>
            <a:xfrm>
              <a:off x="7412170" y="32673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7" name="pt8817"/>
            <p:cNvSpPr/>
            <p:nvPr/>
          </p:nvSpPr>
          <p:spPr>
            <a:xfrm>
              <a:off x="7356679" y="3236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8" name="pt8818"/>
            <p:cNvSpPr/>
            <p:nvPr/>
          </p:nvSpPr>
          <p:spPr>
            <a:xfrm>
              <a:off x="7278006" y="32692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19" name="pt8819"/>
            <p:cNvSpPr/>
            <p:nvPr/>
          </p:nvSpPr>
          <p:spPr>
            <a:xfrm>
              <a:off x="7501169" y="32722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0" name="pt8820"/>
            <p:cNvSpPr/>
            <p:nvPr/>
          </p:nvSpPr>
          <p:spPr>
            <a:xfrm>
              <a:off x="7452755" y="3074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1" name="pt8821"/>
            <p:cNvSpPr/>
            <p:nvPr/>
          </p:nvSpPr>
          <p:spPr>
            <a:xfrm>
              <a:off x="7399518" y="32569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2" name="pt8822"/>
            <p:cNvSpPr/>
            <p:nvPr/>
          </p:nvSpPr>
          <p:spPr>
            <a:xfrm>
              <a:off x="7452683" y="3107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3" name="pt8823"/>
            <p:cNvSpPr/>
            <p:nvPr/>
          </p:nvSpPr>
          <p:spPr>
            <a:xfrm>
              <a:off x="7434714" y="32565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4" name="pt8824"/>
            <p:cNvSpPr/>
            <p:nvPr/>
          </p:nvSpPr>
          <p:spPr>
            <a:xfrm>
              <a:off x="7497987" y="3263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5" name="pt8825"/>
            <p:cNvSpPr/>
            <p:nvPr/>
          </p:nvSpPr>
          <p:spPr>
            <a:xfrm>
              <a:off x="7446858" y="3264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6" name="pt8826"/>
            <p:cNvSpPr/>
            <p:nvPr/>
          </p:nvSpPr>
          <p:spPr>
            <a:xfrm>
              <a:off x="7440006" y="3206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7" name="pt8827"/>
            <p:cNvSpPr/>
            <p:nvPr/>
          </p:nvSpPr>
          <p:spPr>
            <a:xfrm>
              <a:off x="7475323" y="3281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8" name="pt8828"/>
            <p:cNvSpPr/>
            <p:nvPr/>
          </p:nvSpPr>
          <p:spPr>
            <a:xfrm>
              <a:off x="7382181" y="3259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29" name="pt8829"/>
            <p:cNvSpPr/>
            <p:nvPr/>
          </p:nvSpPr>
          <p:spPr>
            <a:xfrm>
              <a:off x="7422664" y="3269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0" name="pt8830"/>
            <p:cNvSpPr/>
            <p:nvPr/>
          </p:nvSpPr>
          <p:spPr>
            <a:xfrm>
              <a:off x="7484106" y="32759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1" name="pt8831"/>
            <p:cNvSpPr/>
            <p:nvPr/>
          </p:nvSpPr>
          <p:spPr>
            <a:xfrm>
              <a:off x="7355558" y="3278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2" name="pt8832"/>
            <p:cNvSpPr/>
            <p:nvPr/>
          </p:nvSpPr>
          <p:spPr>
            <a:xfrm>
              <a:off x="7567065" y="3212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3" name="pt8833"/>
            <p:cNvSpPr/>
            <p:nvPr/>
          </p:nvSpPr>
          <p:spPr>
            <a:xfrm>
              <a:off x="7472017" y="32344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4" name="pt8834"/>
            <p:cNvSpPr/>
            <p:nvPr/>
          </p:nvSpPr>
          <p:spPr>
            <a:xfrm>
              <a:off x="7399187" y="32813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5" name="pt8835"/>
            <p:cNvSpPr/>
            <p:nvPr/>
          </p:nvSpPr>
          <p:spPr>
            <a:xfrm>
              <a:off x="7463755" y="3297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6" name="pt8836"/>
            <p:cNvSpPr/>
            <p:nvPr/>
          </p:nvSpPr>
          <p:spPr>
            <a:xfrm>
              <a:off x="7454106" y="3219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7" name="pt8837"/>
            <p:cNvSpPr/>
            <p:nvPr/>
          </p:nvSpPr>
          <p:spPr>
            <a:xfrm>
              <a:off x="7475050" y="3266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8" name="pt8838"/>
            <p:cNvSpPr/>
            <p:nvPr/>
          </p:nvSpPr>
          <p:spPr>
            <a:xfrm>
              <a:off x="7437642" y="3317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39" name="pt8839"/>
            <p:cNvSpPr/>
            <p:nvPr/>
          </p:nvSpPr>
          <p:spPr>
            <a:xfrm>
              <a:off x="7321703" y="3297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0" name="pt8840"/>
            <p:cNvSpPr/>
            <p:nvPr/>
          </p:nvSpPr>
          <p:spPr>
            <a:xfrm>
              <a:off x="7490158" y="33178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1" name="pt8841"/>
            <p:cNvSpPr/>
            <p:nvPr/>
          </p:nvSpPr>
          <p:spPr>
            <a:xfrm>
              <a:off x="7458222" y="3160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2" name="pt8842"/>
            <p:cNvSpPr/>
            <p:nvPr/>
          </p:nvSpPr>
          <p:spPr>
            <a:xfrm>
              <a:off x="7472553" y="3270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3" name="pt8843"/>
            <p:cNvSpPr/>
            <p:nvPr/>
          </p:nvSpPr>
          <p:spPr>
            <a:xfrm>
              <a:off x="7459714" y="3267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4" name="pt8844"/>
            <p:cNvSpPr/>
            <p:nvPr/>
          </p:nvSpPr>
          <p:spPr>
            <a:xfrm>
              <a:off x="7461747" y="32713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5" name="pt8845"/>
            <p:cNvSpPr/>
            <p:nvPr/>
          </p:nvSpPr>
          <p:spPr>
            <a:xfrm>
              <a:off x="7441837" y="3287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6" name="pt8846"/>
            <p:cNvSpPr/>
            <p:nvPr/>
          </p:nvSpPr>
          <p:spPr>
            <a:xfrm>
              <a:off x="7451274" y="3276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7" name="pt8847"/>
            <p:cNvSpPr/>
            <p:nvPr/>
          </p:nvSpPr>
          <p:spPr>
            <a:xfrm>
              <a:off x="7416643" y="3294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8" name="pt8848"/>
            <p:cNvSpPr/>
            <p:nvPr/>
          </p:nvSpPr>
          <p:spPr>
            <a:xfrm>
              <a:off x="7444658" y="32497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49" name="pt8849"/>
            <p:cNvSpPr/>
            <p:nvPr/>
          </p:nvSpPr>
          <p:spPr>
            <a:xfrm>
              <a:off x="7508768" y="3265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0" name="pt8850"/>
            <p:cNvSpPr/>
            <p:nvPr/>
          </p:nvSpPr>
          <p:spPr>
            <a:xfrm>
              <a:off x="7464599" y="32314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1" name="pt8851"/>
            <p:cNvSpPr/>
            <p:nvPr/>
          </p:nvSpPr>
          <p:spPr>
            <a:xfrm>
              <a:off x="7509738" y="3282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2" name="pt8852"/>
            <p:cNvSpPr/>
            <p:nvPr/>
          </p:nvSpPr>
          <p:spPr>
            <a:xfrm>
              <a:off x="7447886" y="3260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3" name="pt8853"/>
            <p:cNvSpPr/>
            <p:nvPr/>
          </p:nvSpPr>
          <p:spPr>
            <a:xfrm>
              <a:off x="7497929" y="3254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4" name="pt8854"/>
            <p:cNvSpPr/>
            <p:nvPr/>
          </p:nvSpPr>
          <p:spPr>
            <a:xfrm>
              <a:off x="7465378" y="3281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5" name="pt8855"/>
            <p:cNvSpPr/>
            <p:nvPr/>
          </p:nvSpPr>
          <p:spPr>
            <a:xfrm>
              <a:off x="7445770" y="32978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6" name="pt8856"/>
            <p:cNvSpPr/>
            <p:nvPr/>
          </p:nvSpPr>
          <p:spPr>
            <a:xfrm>
              <a:off x="7454623" y="3255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7" name="pt8857"/>
            <p:cNvSpPr/>
            <p:nvPr/>
          </p:nvSpPr>
          <p:spPr>
            <a:xfrm>
              <a:off x="7581059" y="32705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8" name="pt8858"/>
            <p:cNvSpPr/>
            <p:nvPr/>
          </p:nvSpPr>
          <p:spPr>
            <a:xfrm>
              <a:off x="7468609" y="3281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59" name="pt8859"/>
            <p:cNvSpPr/>
            <p:nvPr/>
          </p:nvSpPr>
          <p:spPr>
            <a:xfrm>
              <a:off x="7440570" y="3291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0" name="pt8860"/>
            <p:cNvSpPr/>
            <p:nvPr/>
          </p:nvSpPr>
          <p:spPr>
            <a:xfrm>
              <a:off x="7481208" y="3222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1" name="pt8861"/>
            <p:cNvSpPr/>
            <p:nvPr/>
          </p:nvSpPr>
          <p:spPr>
            <a:xfrm>
              <a:off x="7463838" y="3278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2" name="pt8862"/>
            <p:cNvSpPr/>
            <p:nvPr/>
          </p:nvSpPr>
          <p:spPr>
            <a:xfrm>
              <a:off x="7470799" y="3262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3" name="pt8863"/>
            <p:cNvSpPr/>
            <p:nvPr/>
          </p:nvSpPr>
          <p:spPr>
            <a:xfrm>
              <a:off x="7525836" y="3288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4" name="pt8864"/>
            <p:cNvSpPr/>
            <p:nvPr/>
          </p:nvSpPr>
          <p:spPr>
            <a:xfrm>
              <a:off x="7418164" y="3307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5" name="pt8865"/>
            <p:cNvSpPr/>
            <p:nvPr/>
          </p:nvSpPr>
          <p:spPr>
            <a:xfrm>
              <a:off x="7412096" y="3267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6" name="pt8866"/>
            <p:cNvSpPr/>
            <p:nvPr/>
          </p:nvSpPr>
          <p:spPr>
            <a:xfrm>
              <a:off x="7432688" y="32557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7" name="pt8867"/>
            <p:cNvSpPr/>
            <p:nvPr/>
          </p:nvSpPr>
          <p:spPr>
            <a:xfrm>
              <a:off x="7446432" y="3333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8" name="pt8868"/>
            <p:cNvSpPr/>
            <p:nvPr/>
          </p:nvSpPr>
          <p:spPr>
            <a:xfrm>
              <a:off x="7451651" y="3287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69" name="pt8869"/>
            <p:cNvSpPr/>
            <p:nvPr/>
          </p:nvSpPr>
          <p:spPr>
            <a:xfrm>
              <a:off x="7494195" y="32189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0" name="pt8870"/>
            <p:cNvSpPr/>
            <p:nvPr/>
          </p:nvSpPr>
          <p:spPr>
            <a:xfrm>
              <a:off x="7575477" y="3240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1" name="pt8871"/>
            <p:cNvSpPr/>
            <p:nvPr/>
          </p:nvSpPr>
          <p:spPr>
            <a:xfrm>
              <a:off x="7496828" y="3175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2" name="pt8872"/>
            <p:cNvSpPr/>
            <p:nvPr/>
          </p:nvSpPr>
          <p:spPr>
            <a:xfrm>
              <a:off x="7528171" y="32422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3" name="pt8873"/>
            <p:cNvSpPr/>
            <p:nvPr/>
          </p:nvSpPr>
          <p:spPr>
            <a:xfrm>
              <a:off x="7338474" y="3198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4" name="pt8874"/>
            <p:cNvSpPr/>
            <p:nvPr/>
          </p:nvSpPr>
          <p:spPr>
            <a:xfrm>
              <a:off x="7419490" y="32413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5" name="pt8875"/>
            <p:cNvSpPr/>
            <p:nvPr/>
          </p:nvSpPr>
          <p:spPr>
            <a:xfrm>
              <a:off x="7384404" y="3248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6" name="pt8876"/>
            <p:cNvSpPr/>
            <p:nvPr/>
          </p:nvSpPr>
          <p:spPr>
            <a:xfrm>
              <a:off x="7432935" y="3238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7" name="pt8877"/>
            <p:cNvSpPr/>
            <p:nvPr/>
          </p:nvSpPr>
          <p:spPr>
            <a:xfrm>
              <a:off x="7472585" y="31397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8" name="pt8878"/>
            <p:cNvSpPr/>
            <p:nvPr/>
          </p:nvSpPr>
          <p:spPr>
            <a:xfrm>
              <a:off x="7470077" y="3217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79" name="pt8879"/>
            <p:cNvSpPr/>
            <p:nvPr/>
          </p:nvSpPr>
          <p:spPr>
            <a:xfrm>
              <a:off x="7423983" y="3236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0" name="pt8880"/>
            <p:cNvSpPr/>
            <p:nvPr/>
          </p:nvSpPr>
          <p:spPr>
            <a:xfrm>
              <a:off x="7432123" y="3253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1" name="pt8881"/>
            <p:cNvSpPr/>
            <p:nvPr/>
          </p:nvSpPr>
          <p:spPr>
            <a:xfrm>
              <a:off x="7546704" y="3250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2" name="pt8882"/>
            <p:cNvSpPr/>
            <p:nvPr/>
          </p:nvSpPr>
          <p:spPr>
            <a:xfrm>
              <a:off x="7446195" y="3240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3" name="pt8883"/>
            <p:cNvSpPr/>
            <p:nvPr/>
          </p:nvSpPr>
          <p:spPr>
            <a:xfrm>
              <a:off x="7471796" y="32367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4" name="pt8884"/>
            <p:cNvSpPr/>
            <p:nvPr/>
          </p:nvSpPr>
          <p:spPr>
            <a:xfrm>
              <a:off x="7453046" y="3284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5" name="pt8885"/>
            <p:cNvSpPr/>
            <p:nvPr/>
          </p:nvSpPr>
          <p:spPr>
            <a:xfrm>
              <a:off x="7469315" y="31346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6" name="pt8886"/>
            <p:cNvSpPr/>
            <p:nvPr/>
          </p:nvSpPr>
          <p:spPr>
            <a:xfrm>
              <a:off x="7473483" y="3262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7" name="pt8887"/>
            <p:cNvSpPr/>
            <p:nvPr/>
          </p:nvSpPr>
          <p:spPr>
            <a:xfrm>
              <a:off x="7475108" y="3272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8" name="pt8888"/>
            <p:cNvSpPr/>
            <p:nvPr/>
          </p:nvSpPr>
          <p:spPr>
            <a:xfrm>
              <a:off x="7478344" y="3268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89" name="pt8889"/>
            <p:cNvSpPr/>
            <p:nvPr/>
          </p:nvSpPr>
          <p:spPr>
            <a:xfrm>
              <a:off x="7441157" y="3205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0" name="pt8890"/>
            <p:cNvSpPr/>
            <p:nvPr/>
          </p:nvSpPr>
          <p:spPr>
            <a:xfrm>
              <a:off x="7427248" y="32723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1" name="pt8891"/>
            <p:cNvSpPr/>
            <p:nvPr/>
          </p:nvSpPr>
          <p:spPr>
            <a:xfrm>
              <a:off x="7385654" y="3292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2" name="pt8892"/>
            <p:cNvSpPr/>
            <p:nvPr/>
          </p:nvSpPr>
          <p:spPr>
            <a:xfrm>
              <a:off x="7484632" y="3240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3" name="pt8893"/>
            <p:cNvSpPr/>
            <p:nvPr/>
          </p:nvSpPr>
          <p:spPr>
            <a:xfrm>
              <a:off x="7407422" y="3229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4" name="pt8894"/>
            <p:cNvSpPr/>
            <p:nvPr/>
          </p:nvSpPr>
          <p:spPr>
            <a:xfrm>
              <a:off x="7433698" y="3108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5" name="pt8895"/>
            <p:cNvSpPr/>
            <p:nvPr/>
          </p:nvSpPr>
          <p:spPr>
            <a:xfrm>
              <a:off x="7442264" y="2887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6" name="pt8896"/>
            <p:cNvSpPr/>
            <p:nvPr/>
          </p:nvSpPr>
          <p:spPr>
            <a:xfrm>
              <a:off x="7468227" y="33495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7" name="pt8897"/>
            <p:cNvSpPr/>
            <p:nvPr/>
          </p:nvSpPr>
          <p:spPr>
            <a:xfrm>
              <a:off x="7431596" y="3299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8" name="pt8898"/>
            <p:cNvSpPr/>
            <p:nvPr/>
          </p:nvSpPr>
          <p:spPr>
            <a:xfrm>
              <a:off x="7456819" y="3293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899" name="pt8899"/>
            <p:cNvSpPr/>
            <p:nvPr/>
          </p:nvSpPr>
          <p:spPr>
            <a:xfrm>
              <a:off x="7467249" y="3258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0" name="pt8900"/>
            <p:cNvSpPr/>
            <p:nvPr/>
          </p:nvSpPr>
          <p:spPr>
            <a:xfrm>
              <a:off x="7513106" y="32712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1" name="pt8901"/>
            <p:cNvSpPr/>
            <p:nvPr/>
          </p:nvSpPr>
          <p:spPr>
            <a:xfrm>
              <a:off x="7449309" y="3215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2" name="pt8902"/>
            <p:cNvSpPr/>
            <p:nvPr/>
          </p:nvSpPr>
          <p:spPr>
            <a:xfrm>
              <a:off x="7439598" y="32990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3" name="pt8903"/>
            <p:cNvSpPr/>
            <p:nvPr/>
          </p:nvSpPr>
          <p:spPr>
            <a:xfrm>
              <a:off x="7643086" y="32767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4" name="pt8904"/>
            <p:cNvSpPr/>
            <p:nvPr/>
          </p:nvSpPr>
          <p:spPr>
            <a:xfrm>
              <a:off x="7448356" y="32747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5" name="pt8905"/>
            <p:cNvSpPr/>
            <p:nvPr/>
          </p:nvSpPr>
          <p:spPr>
            <a:xfrm>
              <a:off x="7456561" y="32702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6" name="pt8906"/>
            <p:cNvSpPr/>
            <p:nvPr/>
          </p:nvSpPr>
          <p:spPr>
            <a:xfrm>
              <a:off x="7445982" y="3215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7" name="pt8907"/>
            <p:cNvSpPr/>
            <p:nvPr/>
          </p:nvSpPr>
          <p:spPr>
            <a:xfrm>
              <a:off x="7392042" y="3259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8" name="pt8908"/>
            <p:cNvSpPr/>
            <p:nvPr/>
          </p:nvSpPr>
          <p:spPr>
            <a:xfrm>
              <a:off x="7437623" y="32833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09" name="pt8909"/>
            <p:cNvSpPr/>
            <p:nvPr/>
          </p:nvSpPr>
          <p:spPr>
            <a:xfrm>
              <a:off x="7414081" y="3255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0" name="pt8910"/>
            <p:cNvSpPr/>
            <p:nvPr/>
          </p:nvSpPr>
          <p:spPr>
            <a:xfrm>
              <a:off x="7506592" y="3314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1" name="pt8911"/>
            <p:cNvSpPr/>
            <p:nvPr/>
          </p:nvSpPr>
          <p:spPr>
            <a:xfrm>
              <a:off x="7456179" y="31832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2" name="pt8912"/>
            <p:cNvSpPr/>
            <p:nvPr/>
          </p:nvSpPr>
          <p:spPr>
            <a:xfrm>
              <a:off x="7422227" y="31572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3" name="pt8913"/>
            <p:cNvSpPr/>
            <p:nvPr/>
          </p:nvSpPr>
          <p:spPr>
            <a:xfrm>
              <a:off x="7450231" y="3252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4" name="pt8914"/>
            <p:cNvSpPr/>
            <p:nvPr/>
          </p:nvSpPr>
          <p:spPr>
            <a:xfrm>
              <a:off x="7466977" y="32811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5" name="pt8915"/>
            <p:cNvSpPr/>
            <p:nvPr/>
          </p:nvSpPr>
          <p:spPr>
            <a:xfrm>
              <a:off x="7461578" y="3269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6" name="pt8916"/>
            <p:cNvSpPr/>
            <p:nvPr/>
          </p:nvSpPr>
          <p:spPr>
            <a:xfrm>
              <a:off x="7395863" y="3264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7" name="pt8917"/>
            <p:cNvSpPr/>
            <p:nvPr/>
          </p:nvSpPr>
          <p:spPr>
            <a:xfrm>
              <a:off x="7458320" y="3278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8" name="pt8918"/>
            <p:cNvSpPr/>
            <p:nvPr/>
          </p:nvSpPr>
          <p:spPr>
            <a:xfrm>
              <a:off x="7398757" y="3274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19" name="pt8919"/>
            <p:cNvSpPr/>
            <p:nvPr/>
          </p:nvSpPr>
          <p:spPr>
            <a:xfrm>
              <a:off x="7529743" y="3285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0" name="pt8920"/>
            <p:cNvSpPr/>
            <p:nvPr/>
          </p:nvSpPr>
          <p:spPr>
            <a:xfrm>
              <a:off x="7481367" y="32518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1" name="pt8921"/>
            <p:cNvSpPr/>
            <p:nvPr/>
          </p:nvSpPr>
          <p:spPr>
            <a:xfrm>
              <a:off x="7458166" y="31730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2" name="pt8922"/>
            <p:cNvSpPr/>
            <p:nvPr/>
          </p:nvSpPr>
          <p:spPr>
            <a:xfrm>
              <a:off x="7377157" y="33426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3" name="pt8923"/>
            <p:cNvSpPr/>
            <p:nvPr/>
          </p:nvSpPr>
          <p:spPr>
            <a:xfrm>
              <a:off x="7472310" y="3156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4" name="pt8924"/>
            <p:cNvSpPr/>
            <p:nvPr/>
          </p:nvSpPr>
          <p:spPr>
            <a:xfrm>
              <a:off x="7443798" y="3314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5" name="pt8925"/>
            <p:cNvSpPr/>
            <p:nvPr/>
          </p:nvSpPr>
          <p:spPr>
            <a:xfrm>
              <a:off x="7502992" y="3247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6" name="pt8926"/>
            <p:cNvSpPr/>
            <p:nvPr/>
          </p:nvSpPr>
          <p:spPr>
            <a:xfrm>
              <a:off x="7493301" y="3251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7" name="pt8927"/>
            <p:cNvSpPr/>
            <p:nvPr/>
          </p:nvSpPr>
          <p:spPr>
            <a:xfrm>
              <a:off x="7449924" y="3267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8" name="pt8928"/>
            <p:cNvSpPr/>
            <p:nvPr/>
          </p:nvSpPr>
          <p:spPr>
            <a:xfrm>
              <a:off x="7368735" y="3288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29" name="pt8929"/>
            <p:cNvSpPr/>
            <p:nvPr/>
          </p:nvSpPr>
          <p:spPr>
            <a:xfrm>
              <a:off x="7405193" y="3323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0" name="pt8930"/>
            <p:cNvSpPr/>
            <p:nvPr/>
          </p:nvSpPr>
          <p:spPr>
            <a:xfrm>
              <a:off x="7484739" y="3262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1" name="pt8931"/>
            <p:cNvSpPr/>
            <p:nvPr/>
          </p:nvSpPr>
          <p:spPr>
            <a:xfrm>
              <a:off x="7460017" y="3245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2" name="pt8932"/>
            <p:cNvSpPr/>
            <p:nvPr/>
          </p:nvSpPr>
          <p:spPr>
            <a:xfrm>
              <a:off x="7452289" y="32669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3" name="pt8933"/>
            <p:cNvSpPr/>
            <p:nvPr/>
          </p:nvSpPr>
          <p:spPr>
            <a:xfrm>
              <a:off x="7474543" y="31982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4" name="pt8934"/>
            <p:cNvSpPr/>
            <p:nvPr/>
          </p:nvSpPr>
          <p:spPr>
            <a:xfrm>
              <a:off x="7567843" y="3308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5" name="pt8935"/>
            <p:cNvSpPr/>
            <p:nvPr/>
          </p:nvSpPr>
          <p:spPr>
            <a:xfrm>
              <a:off x="7466816" y="33240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6" name="pt8936"/>
            <p:cNvSpPr/>
            <p:nvPr/>
          </p:nvSpPr>
          <p:spPr>
            <a:xfrm>
              <a:off x="7433286" y="3286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7" name="pt8937"/>
            <p:cNvSpPr/>
            <p:nvPr/>
          </p:nvSpPr>
          <p:spPr>
            <a:xfrm>
              <a:off x="7511497" y="3234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8" name="pt8938"/>
            <p:cNvSpPr/>
            <p:nvPr/>
          </p:nvSpPr>
          <p:spPr>
            <a:xfrm>
              <a:off x="7444762" y="2994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39" name="pt8939"/>
            <p:cNvSpPr/>
            <p:nvPr/>
          </p:nvSpPr>
          <p:spPr>
            <a:xfrm>
              <a:off x="7498958" y="3272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0" name="pt8940"/>
            <p:cNvSpPr/>
            <p:nvPr/>
          </p:nvSpPr>
          <p:spPr>
            <a:xfrm>
              <a:off x="7422356" y="3244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1" name="pt8941"/>
            <p:cNvSpPr/>
            <p:nvPr/>
          </p:nvSpPr>
          <p:spPr>
            <a:xfrm>
              <a:off x="7420504" y="3294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2" name="pt8942"/>
            <p:cNvSpPr/>
            <p:nvPr/>
          </p:nvSpPr>
          <p:spPr>
            <a:xfrm>
              <a:off x="7444271" y="3286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3" name="pt8943"/>
            <p:cNvSpPr/>
            <p:nvPr/>
          </p:nvSpPr>
          <p:spPr>
            <a:xfrm>
              <a:off x="7474281" y="3246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4" name="pt8944"/>
            <p:cNvSpPr/>
            <p:nvPr/>
          </p:nvSpPr>
          <p:spPr>
            <a:xfrm>
              <a:off x="7503533" y="3265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5" name="pt8945"/>
            <p:cNvSpPr/>
            <p:nvPr/>
          </p:nvSpPr>
          <p:spPr>
            <a:xfrm>
              <a:off x="7424100" y="32953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6" name="pt8946"/>
            <p:cNvSpPr/>
            <p:nvPr/>
          </p:nvSpPr>
          <p:spPr>
            <a:xfrm>
              <a:off x="7413434" y="32966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7" name="pt8947"/>
            <p:cNvSpPr/>
            <p:nvPr/>
          </p:nvSpPr>
          <p:spPr>
            <a:xfrm>
              <a:off x="7399222" y="3322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8" name="pt8948"/>
            <p:cNvSpPr/>
            <p:nvPr/>
          </p:nvSpPr>
          <p:spPr>
            <a:xfrm>
              <a:off x="7392925" y="3284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49" name="pt8949"/>
            <p:cNvSpPr/>
            <p:nvPr/>
          </p:nvSpPr>
          <p:spPr>
            <a:xfrm>
              <a:off x="7449533" y="3218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0" name="pt8950"/>
            <p:cNvSpPr/>
            <p:nvPr/>
          </p:nvSpPr>
          <p:spPr>
            <a:xfrm>
              <a:off x="7482299" y="3241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1" name="pt8951"/>
            <p:cNvSpPr/>
            <p:nvPr/>
          </p:nvSpPr>
          <p:spPr>
            <a:xfrm>
              <a:off x="7472885" y="3218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2" name="pt8952"/>
            <p:cNvSpPr/>
            <p:nvPr/>
          </p:nvSpPr>
          <p:spPr>
            <a:xfrm>
              <a:off x="7386638" y="3319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3" name="pt8953"/>
            <p:cNvSpPr/>
            <p:nvPr/>
          </p:nvSpPr>
          <p:spPr>
            <a:xfrm>
              <a:off x="7452836" y="32840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4" name="pt8954"/>
            <p:cNvSpPr/>
            <p:nvPr/>
          </p:nvSpPr>
          <p:spPr>
            <a:xfrm>
              <a:off x="7466744" y="32778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5" name="pt8955"/>
            <p:cNvSpPr/>
            <p:nvPr/>
          </p:nvSpPr>
          <p:spPr>
            <a:xfrm>
              <a:off x="7505542" y="3322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6" name="pt8956"/>
            <p:cNvSpPr/>
            <p:nvPr/>
          </p:nvSpPr>
          <p:spPr>
            <a:xfrm>
              <a:off x="7518035" y="3341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7" name="pt8957"/>
            <p:cNvSpPr/>
            <p:nvPr/>
          </p:nvSpPr>
          <p:spPr>
            <a:xfrm>
              <a:off x="7385164" y="3306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8" name="pt8958"/>
            <p:cNvSpPr/>
            <p:nvPr/>
          </p:nvSpPr>
          <p:spPr>
            <a:xfrm>
              <a:off x="7498252" y="3292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59" name="pt8959"/>
            <p:cNvSpPr/>
            <p:nvPr/>
          </p:nvSpPr>
          <p:spPr>
            <a:xfrm>
              <a:off x="7450704" y="3268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0" name="pt8960"/>
            <p:cNvSpPr/>
            <p:nvPr/>
          </p:nvSpPr>
          <p:spPr>
            <a:xfrm>
              <a:off x="7491011" y="3262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1" name="pt8961"/>
            <p:cNvSpPr/>
            <p:nvPr/>
          </p:nvSpPr>
          <p:spPr>
            <a:xfrm>
              <a:off x="7405482" y="32820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2" name="pt8962"/>
            <p:cNvSpPr/>
            <p:nvPr/>
          </p:nvSpPr>
          <p:spPr>
            <a:xfrm>
              <a:off x="7505129" y="3283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3" name="pt8963"/>
            <p:cNvSpPr/>
            <p:nvPr/>
          </p:nvSpPr>
          <p:spPr>
            <a:xfrm>
              <a:off x="7392055" y="3263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4" name="pt8964"/>
            <p:cNvSpPr/>
            <p:nvPr/>
          </p:nvSpPr>
          <p:spPr>
            <a:xfrm>
              <a:off x="7466337" y="3687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5" name="pt8965"/>
            <p:cNvSpPr/>
            <p:nvPr/>
          </p:nvSpPr>
          <p:spPr>
            <a:xfrm>
              <a:off x="7487589" y="32596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6" name="pt8966"/>
            <p:cNvSpPr/>
            <p:nvPr/>
          </p:nvSpPr>
          <p:spPr>
            <a:xfrm>
              <a:off x="7470531" y="34014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7" name="pt8967"/>
            <p:cNvSpPr/>
            <p:nvPr/>
          </p:nvSpPr>
          <p:spPr>
            <a:xfrm>
              <a:off x="7395296" y="3302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8" name="pt8968"/>
            <p:cNvSpPr/>
            <p:nvPr/>
          </p:nvSpPr>
          <p:spPr>
            <a:xfrm>
              <a:off x="7467724" y="3255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69" name="pt8969"/>
            <p:cNvSpPr/>
            <p:nvPr/>
          </p:nvSpPr>
          <p:spPr>
            <a:xfrm>
              <a:off x="7416975" y="2998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0" name="pt8970"/>
            <p:cNvSpPr/>
            <p:nvPr/>
          </p:nvSpPr>
          <p:spPr>
            <a:xfrm>
              <a:off x="7438693" y="3225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1" name="pt8971"/>
            <p:cNvSpPr/>
            <p:nvPr/>
          </p:nvSpPr>
          <p:spPr>
            <a:xfrm>
              <a:off x="7496983" y="3287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2" name="pt8972"/>
            <p:cNvSpPr/>
            <p:nvPr/>
          </p:nvSpPr>
          <p:spPr>
            <a:xfrm>
              <a:off x="7505769" y="3245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3" name="pt8973"/>
            <p:cNvSpPr/>
            <p:nvPr/>
          </p:nvSpPr>
          <p:spPr>
            <a:xfrm>
              <a:off x="7449792" y="3291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4" name="pt8974"/>
            <p:cNvSpPr/>
            <p:nvPr/>
          </p:nvSpPr>
          <p:spPr>
            <a:xfrm>
              <a:off x="7528873" y="32062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5" name="pt8975"/>
            <p:cNvSpPr/>
            <p:nvPr/>
          </p:nvSpPr>
          <p:spPr>
            <a:xfrm>
              <a:off x="7447781" y="3286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6" name="pt8976"/>
            <p:cNvSpPr/>
            <p:nvPr/>
          </p:nvSpPr>
          <p:spPr>
            <a:xfrm>
              <a:off x="7457927" y="32678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7" name="pt8977"/>
            <p:cNvSpPr/>
            <p:nvPr/>
          </p:nvSpPr>
          <p:spPr>
            <a:xfrm>
              <a:off x="7429217" y="30103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8" name="pt8978"/>
            <p:cNvSpPr/>
            <p:nvPr/>
          </p:nvSpPr>
          <p:spPr>
            <a:xfrm>
              <a:off x="7523900" y="32880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79" name="pt8979"/>
            <p:cNvSpPr/>
            <p:nvPr/>
          </p:nvSpPr>
          <p:spPr>
            <a:xfrm>
              <a:off x="7440550" y="30405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0" name="pt8980"/>
            <p:cNvSpPr/>
            <p:nvPr/>
          </p:nvSpPr>
          <p:spPr>
            <a:xfrm>
              <a:off x="7445749" y="30474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1" name="pt8981"/>
            <p:cNvSpPr/>
            <p:nvPr/>
          </p:nvSpPr>
          <p:spPr>
            <a:xfrm>
              <a:off x="7389188" y="2927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2" name="pt8982"/>
            <p:cNvSpPr/>
            <p:nvPr/>
          </p:nvSpPr>
          <p:spPr>
            <a:xfrm>
              <a:off x="7491046" y="32295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3" name="pt8983"/>
            <p:cNvSpPr/>
            <p:nvPr/>
          </p:nvSpPr>
          <p:spPr>
            <a:xfrm>
              <a:off x="7486460" y="32624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4" name="pt8984"/>
            <p:cNvSpPr/>
            <p:nvPr/>
          </p:nvSpPr>
          <p:spPr>
            <a:xfrm>
              <a:off x="7342489" y="33033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5" name="pt8985"/>
            <p:cNvSpPr/>
            <p:nvPr/>
          </p:nvSpPr>
          <p:spPr>
            <a:xfrm>
              <a:off x="7469474" y="3119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6" name="pt8986"/>
            <p:cNvSpPr/>
            <p:nvPr/>
          </p:nvSpPr>
          <p:spPr>
            <a:xfrm>
              <a:off x="7487857" y="3331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7" name="pt8987"/>
            <p:cNvSpPr/>
            <p:nvPr/>
          </p:nvSpPr>
          <p:spPr>
            <a:xfrm>
              <a:off x="7439346" y="3301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8" name="pt8988"/>
            <p:cNvSpPr/>
            <p:nvPr/>
          </p:nvSpPr>
          <p:spPr>
            <a:xfrm>
              <a:off x="7480338" y="3303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89" name="pt8989"/>
            <p:cNvSpPr/>
            <p:nvPr/>
          </p:nvSpPr>
          <p:spPr>
            <a:xfrm>
              <a:off x="7421235" y="3185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0" name="pt8990"/>
            <p:cNvSpPr/>
            <p:nvPr/>
          </p:nvSpPr>
          <p:spPr>
            <a:xfrm>
              <a:off x="7487059" y="3194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1" name="pt8991"/>
            <p:cNvSpPr/>
            <p:nvPr/>
          </p:nvSpPr>
          <p:spPr>
            <a:xfrm>
              <a:off x="7465436" y="32573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2" name="pt8992"/>
            <p:cNvSpPr/>
            <p:nvPr/>
          </p:nvSpPr>
          <p:spPr>
            <a:xfrm>
              <a:off x="7466762" y="3253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3" name="pt8993"/>
            <p:cNvSpPr/>
            <p:nvPr/>
          </p:nvSpPr>
          <p:spPr>
            <a:xfrm>
              <a:off x="7449807" y="3283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4" name="pt8994"/>
            <p:cNvSpPr/>
            <p:nvPr/>
          </p:nvSpPr>
          <p:spPr>
            <a:xfrm>
              <a:off x="7460735" y="3264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5" name="pt8995"/>
            <p:cNvSpPr/>
            <p:nvPr/>
          </p:nvSpPr>
          <p:spPr>
            <a:xfrm>
              <a:off x="7402708" y="3225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6" name="pt8996"/>
            <p:cNvSpPr/>
            <p:nvPr/>
          </p:nvSpPr>
          <p:spPr>
            <a:xfrm>
              <a:off x="7376216" y="32934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7" name="pt8997"/>
            <p:cNvSpPr/>
            <p:nvPr/>
          </p:nvSpPr>
          <p:spPr>
            <a:xfrm>
              <a:off x="7396394" y="3282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8" name="pt8998"/>
            <p:cNvSpPr/>
            <p:nvPr/>
          </p:nvSpPr>
          <p:spPr>
            <a:xfrm>
              <a:off x="7448038" y="3255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8999" name="pt8999"/>
            <p:cNvSpPr/>
            <p:nvPr/>
          </p:nvSpPr>
          <p:spPr>
            <a:xfrm>
              <a:off x="7516889" y="32192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0" name="pt9000"/>
            <p:cNvSpPr/>
            <p:nvPr/>
          </p:nvSpPr>
          <p:spPr>
            <a:xfrm>
              <a:off x="7395021" y="3274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1" name="pt9001"/>
            <p:cNvSpPr/>
            <p:nvPr/>
          </p:nvSpPr>
          <p:spPr>
            <a:xfrm>
              <a:off x="7418607" y="3302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2" name="pt9002"/>
            <p:cNvSpPr/>
            <p:nvPr/>
          </p:nvSpPr>
          <p:spPr>
            <a:xfrm>
              <a:off x="7388954" y="32879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3" name="pt9003"/>
            <p:cNvSpPr/>
            <p:nvPr/>
          </p:nvSpPr>
          <p:spPr>
            <a:xfrm>
              <a:off x="7524411" y="3225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4" name="pt9004"/>
            <p:cNvSpPr/>
            <p:nvPr/>
          </p:nvSpPr>
          <p:spPr>
            <a:xfrm>
              <a:off x="7474305" y="3298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5" name="pt9005"/>
            <p:cNvSpPr/>
            <p:nvPr/>
          </p:nvSpPr>
          <p:spPr>
            <a:xfrm>
              <a:off x="7537030" y="3021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6" name="pt9006"/>
            <p:cNvSpPr/>
            <p:nvPr/>
          </p:nvSpPr>
          <p:spPr>
            <a:xfrm>
              <a:off x="7479767" y="3282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7" name="pt9007"/>
            <p:cNvSpPr/>
            <p:nvPr/>
          </p:nvSpPr>
          <p:spPr>
            <a:xfrm>
              <a:off x="7398626" y="3293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8" name="pt9008"/>
            <p:cNvSpPr/>
            <p:nvPr/>
          </p:nvSpPr>
          <p:spPr>
            <a:xfrm>
              <a:off x="7430220" y="3359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09" name="pt9009"/>
            <p:cNvSpPr/>
            <p:nvPr/>
          </p:nvSpPr>
          <p:spPr>
            <a:xfrm>
              <a:off x="7467319" y="3238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0" name="pt9010"/>
            <p:cNvSpPr/>
            <p:nvPr/>
          </p:nvSpPr>
          <p:spPr>
            <a:xfrm>
              <a:off x="7527054" y="32680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1" name="pt9011"/>
            <p:cNvSpPr/>
            <p:nvPr/>
          </p:nvSpPr>
          <p:spPr>
            <a:xfrm>
              <a:off x="7425428" y="3292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2" name="pt9012"/>
            <p:cNvSpPr/>
            <p:nvPr/>
          </p:nvSpPr>
          <p:spPr>
            <a:xfrm>
              <a:off x="7451150" y="3288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3" name="pt9013"/>
            <p:cNvSpPr/>
            <p:nvPr/>
          </p:nvSpPr>
          <p:spPr>
            <a:xfrm>
              <a:off x="7444309" y="3236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4" name="pt9014"/>
            <p:cNvSpPr/>
            <p:nvPr/>
          </p:nvSpPr>
          <p:spPr>
            <a:xfrm>
              <a:off x="7462852" y="3261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5" name="pt9015"/>
            <p:cNvSpPr/>
            <p:nvPr/>
          </p:nvSpPr>
          <p:spPr>
            <a:xfrm>
              <a:off x="7466377" y="3189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6" name="pt9016"/>
            <p:cNvSpPr/>
            <p:nvPr/>
          </p:nvSpPr>
          <p:spPr>
            <a:xfrm>
              <a:off x="7461607" y="2956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7" name="pt9017"/>
            <p:cNvSpPr/>
            <p:nvPr/>
          </p:nvSpPr>
          <p:spPr>
            <a:xfrm>
              <a:off x="7430290" y="34299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8" name="pt9018"/>
            <p:cNvSpPr/>
            <p:nvPr/>
          </p:nvSpPr>
          <p:spPr>
            <a:xfrm>
              <a:off x="7272901" y="32409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19" name="pt9019"/>
            <p:cNvSpPr/>
            <p:nvPr/>
          </p:nvSpPr>
          <p:spPr>
            <a:xfrm>
              <a:off x="7494711" y="3336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0" name="pt9020"/>
            <p:cNvSpPr/>
            <p:nvPr/>
          </p:nvSpPr>
          <p:spPr>
            <a:xfrm>
              <a:off x="7454021" y="3238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1" name="pt9021"/>
            <p:cNvSpPr/>
            <p:nvPr/>
          </p:nvSpPr>
          <p:spPr>
            <a:xfrm>
              <a:off x="7399613" y="3309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2" name="pt9022"/>
            <p:cNvSpPr/>
            <p:nvPr/>
          </p:nvSpPr>
          <p:spPr>
            <a:xfrm>
              <a:off x="7440924" y="3278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3" name="pt9023"/>
            <p:cNvSpPr/>
            <p:nvPr/>
          </p:nvSpPr>
          <p:spPr>
            <a:xfrm>
              <a:off x="7399023" y="3253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4" name="pt9024"/>
            <p:cNvSpPr/>
            <p:nvPr/>
          </p:nvSpPr>
          <p:spPr>
            <a:xfrm>
              <a:off x="7433570" y="3284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5" name="pt9025"/>
            <p:cNvSpPr/>
            <p:nvPr/>
          </p:nvSpPr>
          <p:spPr>
            <a:xfrm>
              <a:off x="7424062" y="3273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6" name="pt9026"/>
            <p:cNvSpPr/>
            <p:nvPr/>
          </p:nvSpPr>
          <p:spPr>
            <a:xfrm>
              <a:off x="7435651" y="3227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7" name="pt9027"/>
            <p:cNvSpPr/>
            <p:nvPr/>
          </p:nvSpPr>
          <p:spPr>
            <a:xfrm>
              <a:off x="7413785" y="3258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8" name="pt9028"/>
            <p:cNvSpPr/>
            <p:nvPr/>
          </p:nvSpPr>
          <p:spPr>
            <a:xfrm>
              <a:off x="7464688" y="3301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29" name="pt9029"/>
            <p:cNvSpPr/>
            <p:nvPr/>
          </p:nvSpPr>
          <p:spPr>
            <a:xfrm>
              <a:off x="7411787" y="32008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0" name="pt9030"/>
            <p:cNvSpPr/>
            <p:nvPr/>
          </p:nvSpPr>
          <p:spPr>
            <a:xfrm>
              <a:off x="7478416" y="3110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1" name="pt9031"/>
            <p:cNvSpPr/>
            <p:nvPr/>
          </p:nvSpPr>
          <p:spPr>
            <a:xfrm>
              <a:off x="7398624" y="3155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2" name="pt9032"/>
            <p:cNvSpPr/>
            <p:nvPr/>
          </p:nvSpPr>
          <p:spPr>
            <a:xfrm>
              <a:off x="7469562" y="32637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3" name="pt9033"/>
            <p:cNvSpPr/>
            <p:nvPr/>
          </p:nvSpPr>
          <p:spPr>
            <a:xfrm>
              <a:off x="7434992" y="33617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4" name="pt9034"/>
            <p:cNvSpPr/>
            <p:nvPr/>
          </p:nvSpPr>
          <p:spPr>
            <a:xfrm>
              <a:off x="7500889" y="32831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5" name="pt9035"/>
            <p:cNvSpPr/>
            <p:nvPr/>
          </p:nvSpPr>
          <p:spPr>
            <a:xfrm>
              <a:off x="7491769" y="3276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6" name="pt9036"/>
            <p:cNvSpPr/>
            <p:nvPr/>
          </p:nvSpPr>
          <p:spPr>
            <a:xfrm>
              <a:off x="7446001" y="3264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7" name="pt9037"/>
            <p:cNvSpPr/>
            <p:nvPr/>
          </p:nvSpPr>
          <p:spPr>
            <a:xfrm>
              <a:off x="7447500" y="3281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8" name="pt9038"/>
            <p:cNvSpPr/>
            <p:nvPr/>
          </p:nvSpPr>
          <p:spPr>
            <a:xfrm>
              <a:off x="7526485" y="3262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39" name="pt9039"/>
            <p:cNvSpPr/>
            <p:nvPr/>
          </p:nvSpPr>
          <p:spPr>
            <a:xfrm>
              <a:off x="7476769" y="3247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0" name="pt9040"/>
            <p:cNvSpPr/>
            <p:nvPr/>
          </p:nvSpPr>
          <p:spPr>
            <a:xfrm>
              <a:off x="7346725" y="3250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1" name="pt9041"/>
            <p:cNvSpPr/>
            <p:nvPr/>
          </p:nvSpPr>
          <p:spPr>
            <a:xfrm>
              <a:off x="7473573" y="3217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2" name="pt9042"/>
            <p:cNvSpPr/>
            <p:nvPr/>
          </p:nvSpPr>
          <p:spPr>
            <a:xfrm>
              <a:off x="7461761" y="3221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3" name="pt9043"/>
            <p:cNvSpPr/>
            <p:nvPr/>
          </p:nvSpPr>
          <p:spPr>
            <a:xfrm>
              <a:off x="7314959" y="333672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44" name="pt9044"/>
            <p:cNvSpPr/>
            <p:nvPr/>
          </p:nvSpPr>
          <p:spPr>
            <a:xfrm>
              <a:off x="7463732" y="32716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5" name="pt9045"/>
            <p:cNvSpPr/>
            <p:nvPr/>
          </p:nvSpPr>
          <p:spPr>
            <a:xfrm>
              <a:off x="7460832" y="3240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6" name="pt9046"/>
            <p:cNvSpPr/>
            <p:nvPr/>
          </p:nvSpPr>
          <p:spPr>
            <a:xfrm>
              <a:off x="7428800" y="3321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7" name="pt9047"/>
            <p:cNvSpPr/>
            <p:nvPr/>
          </p:nvSpPr>
          <p:spPr>
            <a:xfrm>
              <a:off x="7423288" y="3309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8" name="pt9048"/>
            <p:cNvSpPr/>
            <p:nvPr/>
          </p:nvSpPr>
          <p:spPr>
            <a:xfrm>
              <a:off x="7508810" y="3279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49" name="pt9049"/>
            <p:cNvSpPr/>
            <p:nvPr/>
          </p:nvSpPr>
          <p:spPr>
            <a:xfrm>
              <a:off x="7447545" y="3094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0" name="pt9050"/>
            <p:cNvSpPr/>
            <p:nvPr/>
          </p:nvSpPr>
          <p:spPr>
            <a:xfrm>
              <a:off x="7453411" y="3313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1" name="pt9051"/>
            <p:cNvSpPr/>
            <p:nvPr/>
          </p:nvSpPr>
          <p:spPr>
            <a:xfrm>
              <a:off x="7434534" y="3336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2" name="pt9052"/>
            <p:cNvSpPr/>
            <p:nvPr/>
          </p:nvSpPr>
          <p:spPr>
            <a:xfrm>
              <a:off x="7442517" y="32712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3" name="pt9053"/>
            <p:cNvSpPr/>
            <p:nvPr/>
          </p:nvSpPr>
          <p:spPr>
            <a:xfrm>
              <a:off x="7399874" y="3252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4" name="pt9054"/>
            <p:cNvSpPr/>
            <p:nvPr/>
          </p:nvSpPr>
          <p:spPr>
            <a:xfrm>
              <a:off x="7530249" y="3305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5" name="pt9055"/>
            <p:cNvSpPr/>
            <p:nvPr/>
          </p:nvSpPr>
          <p:spPr>
            <a:xfrm>
              <a:off x="7446159" y="3305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6" name="pt9056"/>
            <p:cNvSpPr/>
            <p:nvPr/>
          </p:nvSpPr>
          <p:spPr>
            <a:xfrm>
              <a:off x="7362554" y="32039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7" name="pt9057"/>
            <p:cNvSpPr/>
            <p:nvPr/>
          </p:nvSpPr>
          <p:spPr>
            <a:xfrm>
              <a:off x="7469252" y="3157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8" name="pt9058"/>
            <p:cNvSpPr/>
            <p:nvPr/>
          </p:nvSpPr>
          <p:spPr>
            <a:xfrm>
              <a:off x="7480418" y="3259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59" name="pt9059"/>
            <p:cNvSpPr/>
            <p:nvPr/>
          </p:nvSpPr>
          <p:spPr>
            <a:xfrm>
              <a:off x="7390613" y="3261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0" name="pt9060"/>
            <p:cNvSpPr/>
            <p:nvPr/>
          </p:nvSpPr>
          <p:spPr>
            <a:xfrm>
              <a:off x="7498672" y="3084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1" name="pt9061"/>
            <p:cNvSpPr/>
            <p:nvPr/>
          </p:nvSpPr>
          <p:spPr>
            <a:xfrm>
              <a:off x="7464777" y="3184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2" name="pt9062"/>
            <p:cNvSpPr/>
            <p:nvPr/>
          </p:nvSpPr>
          <p:spPr>
            <a:xfrm>
              <a:off x="7442527" y="3503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3" name="pt9063"/>
            <p:cNvSpPr/>
            <p:nvPr/>
          </p:nvSpPr>
          <p:spPr>
            <a:xfrm>
              <a:off x="7495372" y="3270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4" name="pt9064"/>
            <p:cNvSpPr/>
            <p:nvPr/>
          </p:nvSpPr>
          <p:spPr>
            <a:xfrm>
              <a:off x="7486325" y="3246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5" name="pt9065"/>
            <p:cNvSpPr/>
            <p:nvPr/>
          </p:nvSpPr>
          <p:spPr>
            <a:xfrm>
              <a:off x="7470850" y="32533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6" name="pt9066"/>
            <p:cNvSpPr/>
            <p:nvPr/>
          </p:nvSpPr>
          <p:spPr>
            <a:xfrm>
              <a:off x="7511793" y="32499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7" name="pt9067"/>
            <p:cNvSpPr/>
            <p:nvPr/>
          </p:nvSpPr>
          <p:spPr>
            <a:xfrm>
              <a:off x="7415633" y="3280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8" name="pt9068"/>
            <p:cNvSpPr/>
            <p:nvPr/>
          </p:nvSpPr>
          <p:spPr>
            <a:xfrm>
              <a:off x="7481852" y="3191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69" name="pt9069"/>
            <p:cNvSpPr/>
            <p:nvPr/>
          </p:nvSpPr>
          <p:spPr>
            <a:xfrm>
              <a:off x="7425486" y="32537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0" name="pt9070"/>
            <p:cNvSpPr/>
            <p:nvPr/>
          </p:nvSpPr>
          <p:spPr>
            <a:xfrm>
              <a:off x="7493667" y="3283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1" name="pt9071"/>
            <p:cNvSpPr/>
            <p:nvPr/>
          </p:nvSpPr>
          <p:spPr>
            <a:xfrm>
              <a:off x="7421560" y="32635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2" name="pt9072"/>
            <p:cNvSpPr/>
            <p:nvPr/>
          </p:nvSpPr>
          <p:spPr>
            <a:xfrm>
              <a:off x="7503256" y="31636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3" name="pt9073"/>
            <p:cNvSpPr/>
            <p:nvPr/>
          </p:nvSpPr>
          <p:spPr>
            <a:xfrm>
              <a:off x="7440251" y="3266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4" name="pt9074"/>
            <p:cNvSpPr/>
            <p:nvPr/>
          </p:nvSpPr>
          <p:spPr>
            <a:xfrm>
              <a:off x="7478065" y="3298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5" name="pt9075"/>
            <p:cNvSpPr/>
            <p:nvPr/>
          </p:nvSpPr>
          <p:spPr>
            <a:xfrm>
              <a:off x="7475226" y="3229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6" name="pt9076"/>
            <p:cNvSpPr/>
            <p:nvPr/>
          </p:nvSpPr>
          <p:spPr>
            <a:xfrm>
              <a:off x="7407851" y="33305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7" name="pt9077"/>
            <p:cNvSpPr/>
            <p:nvPr/>
          </p:nvSpPr>
          <p:spPr>
            <a:xfrm>
              <a:off x="7503785" y="3221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8" name="pt9078"/>
            <p:cNvSpPr/>
            <p:nvPr/>
          </p:nvSpPr>
          <p:spPr>
            <a:xfrm>
              <a:off x="7477209" y="32474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79" name="pt9079"/>
            <p:cNvSpPr/>
            <p:nvPr/>
          </p:nvSpPr>
          <p:spPr>
            <a:xfrm>
              <a:off x="7478399" y="33204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0" name="pt9080"/>
            <p:cNvSpPr/>
            <p:nvPr/>
          </p:nvSpPr>
          <p:spPr>
            <a:xfrm>
              <a:off x="7410718" y="3273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1" name="pt9081"/>
            <p:cNvSpPr/>
            <p:nvPr/>
          </p:nvSpPr>
          <p:spPr>
            <a:xfrm>
              <a:off x="7496530" y="3227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2" name="pt9082"/>
            <p:cNvSpPr/>
            <p:nvPr/>
          </p:nvSpPr>
          <p:spPr>
            <a:xfrm>
              <a:off x="7497233" y="31793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3" name="pt9083"/>
            <p:cNvSpPr/>
            <p:nvPr/>
          </p:nvSpPr>
          <p:spPr>
            <a:xfrm>
              <a:off x="7518140" y="3198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4" name="pt9084"/>
            <p:cNvSpPr/>
            <p:nvPr/>
          </p:nvSpPr>
          <p:spPr>
            <a:xfrm>
              <a:off x="7505151" y="31539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5" name="pt9085"/>
            <p:cNvSpPr/>
            <p:nvPr/>
          </p:nvSpPr>
          <p:spPr>
            <a:xfrm>
              <a:off x="7458376" y="3241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6" name="pt9086"/>
            <p:cNvSpPr/>
            <p:nvPr/>
          </p:nvSpPr>
          <p:spPr>
            <a:xfrm>
              <a:off x="7422630" y="34054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7" name="pt9087"/>
            <p:cNvSpPr/>
            <p:nvPr/>
          </p:nvSpPr>
          <p:spPr>
            <a:xfrm>
              <a:off x="7529872" y="3205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8" name="pt9088"/>
            <p:cNvSpPr/>
            <p:nvPr/>
          </p:nvSpPr>
          <p:spPr>
            <a:xfrm>
              <a:off x="7539693" y="3262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89" name="pt9089"/>
            <p:cNvSpPr/>
            <p:nvPr/>
          </p:nvSpPr>
          <p:spPr>
            <a:xfrm>
              <a:off x="7544768" y="3286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0" name="pt9090"/>
            <p:cNvSpPr/>
            <p:nvPr/>
          </p:nvSpPr>
          <p:spPr>
            <a:xfrm>
              <a:off x="7458287" y="3273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1" name="pt9091"/>
            <p:cNvSpPr/>
            <p:nvPr/>
          </p:nvSpPr>
          <p:spPr>
            <a:xfrm>
              <a:off x="7474383" y="3294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2" name="pt9092"/>
            <p:cNvSpPr/>
            <p:nvPr/>
          </p:nvSpPr>
          <p:spPr>
            <a:xfrm>
              <a:off x="7508524" y="3374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3" name="pt9093"/>
            <p:cNvSpPr/>
            <p:nvPr/>
          </p:nvSpPr>
          <p:spPr>
            <a:xfrm>
              <a:off x="7485080" y="3303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4" name="pt9094"/>
            <p:cNvSpPr/>
            <p:nvPr/>
          </p:nvSpPr>
          <p:spPr>
            <a:xfrm>
              <a:off x="7455198" y="32406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5" name="pt9095"/>
            <p:cNvSpPr/>
            <p:nvPr/>
          </p:nvSpPr>
          <p:spPr>
            <a:xfrm>
              <a:off x="7531605" y="32401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6" name="pt9096"/>
            <p:cNvSpPr/>
            <p:nvPr/>
          </p:nvSpPr>
          <p:spPr>
            <a:xfrm>
              <a:off x="7391720" y="32665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7" name="pt9097"/>
            <p:cNvSpPr/>
            <p:nvPr/>
          </p:nvSpPr>
          <p:spPr>
            <a:xfrm>
              <a:off x="7505858" y="3244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8" name="pt9098"/>
            <p:cNvSpPr/>
            <p:nvPr/>
          </p:nvSpPr>
          <p:spPr>
            <a:xfrm>
              <a:off x="7522726" y="3279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099" name="pt9099"/>
            <p:cNvSpPr/>
            <p:nvPr/>
          </p:nvSpPr>
          <p:spPr>
            <a:xfrm>
              <a:off x="7448479" y="32513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0" name="pt9100"/>
            <p:cNvSpPr/>
            <p:nvPr/>
          </p:nvSpPr>
          <p:spPr>
            <a:xfrm>
              <a:off x="7472931" y="3278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1" name="pt9101"/>
            <p:cNvSpPr/>
            <p:nvPr/>
          </p:nvSpPr>
          <p:spPr>
            <a:xfrm>
              <a:off x="7419882" y="3291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2" name="pt9102"/>
            <p:cNvSpPr/>
            <p:nvPr/>
          </p:nvSpPr>
          <p:spPr>
            <a:xfrm>
              <a:off x="7407332" y="30228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3" name="pt9103"/>
            <p:cNvSpPr/>
            <p:nvPr/>
          </p:nvSpPr>
          <p:spPr>
            <a:xfrm>
              <a:off x="7441966" y="3259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4" name="pt9104"/>
            <p:cNvSpPr/>
            <p:nvPr/>
          </p:nvSpPr>
          <p:spPr>
            <a:xfrm>
              <a:off x="7480767" y="3301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5" name="pt9105"/>
            <p:cNvSpPr/>
            <p:nvPr/>
          </p:nvSpPr>
          <p:spPr>
            <a:xfrm>
              <a:off x="7359781" y="32903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6" name="pt9106"/>
            <p:cNvSpPr/>
            <p:nvPr/>
          </p:nvSpPr>
          <p:spPr>
            <a:xfrm>
              <a:off x="7410034" y="3357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7" name="pt9107"/>
            <p:cNvSpPr/>
            <p:nvPr/>
          </p:nvSpPr>
          <p:spPr>
            <a:xfrm>
              <a:off x="7502062" y="30073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8" name="pt9108"/>
            <p:cNvSpPr/>
            <p:nvPr/>
          </p:nvSpPr>
          <p:spPr>
            <a:xfrm>
              <a:off x="7548362" y="32955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09" name="pt9109"/>
            <p:cNvSpPr/>
            <p:nvPr/>
          </p:nvSpPr>
          <p:spPr>
            <a:xfrm>
              <a:off x="7422931" y="2927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0" name="pt9110"/>
            <p:cNvSpPr/>
            <p:nvPr/>
          </p:nvSpPr>
          <p:spPr>
            <a:xfrm>
              <a:off x="7560290" y="3227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1" name="pt9111"/>
            <p:cNvSpPr/>
            <p:nvPr/>
          </p:nvSpPr>
          <p:spPr>
            <a:xfrm>
              <a:off x="7453485" y="32849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7417289" y="32554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7401681" y="32969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7377251" y="3276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7471354" y="32214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7496047" y="3255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7471519" y="3196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7480364" y="32658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7469950" y="3321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0" name="pt9120"/>
            <p:cNvSpPr/>
            <p:nvPr/>
          </p:nvSpPr>
          <p:spPr>
            <a:xfrm>
              <a:off x="7356399" y="3277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1" name="pt9121"/>
            <p:cNvSpPr/>
            <p:nvPr/>
          </p:nvSpPr>
          <p:spPr>
            <a:xfrm>
              <a:off x="7384530" y="3282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2" name="pt9122"/>
            <p:cNvSpPr/>
            <p:nvPr/>
          </p:nvSpPr>
          <p:spPr>
            <a:xfrm>
              <a:off x="7457141" y="3277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3" name="pt9123"/>
            <p:cNvSpPr/>
            <p:nvPr/>
          </p:nvSpPr>
          <p:spPr>
            <a:xfrm>
              <a:off x="7531795" y="32582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4" name="pt9124"/>
            <p:cNvSpPr/>
            <p:nvPr/>
          </p:nvSpPr>
          <p:spPr>
            <a:xfrm>
              <a:off x="7450979" y="3273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5" name="pt9125"/>
            <p:cNvSpPr/>
            <p:nvPr/>
          </p:nvSpPr>
          <p:spPr>
            <a:xfrm>
              <a:off x="7451043" y="32346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6" name="pt9126"/>
            <p:cNvSpPr/>
            <p:nvPr/>
          </p:nvSpPr>
          <p:spPr>
            <a:xfrm>
              <a:off x="6983071" y="3238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7" name="pt9127"/>
            <p:cNvSpPr/>
            <p:nvPr/>
          </p:nvSpPr>
          <p:spPr>
            <a:xfrm>
              <a:off x="7499890" y="31760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8" name="pt9128"/>
            <p:cNvSpPr/>
            <p:nvPr/>
          </p:nvSpPr>
          <p:spPr>
            <a:xfrm>
              <a:off x="7378043" y="3300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29" name="pt9129"/>
            <p:cNvSpPr/>
            <p:nvPr/>
          </p:nvSpPr>
          <p:spPr>
            <a:xfrm>
              <a:off x="7490715" y="3303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0" name="pt9130"/>
            <p:cNvSpPr/>
            <p:nvPr/>
          </p:nvSpPr>
          <p:spPr>
            <a:xfrm>
              <a:off x="7440993" y="32712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1" name="pt9131"/>
            <p:cNvSpPr/>
            <p:nvPr/>
          </p:nvSpPr>
          <p:spPr>
            <a:xfrm>
              <a:off x="7466800" y="3134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2" name="pt9132"/>
            <p:cNvSpPr/>
            <p:nvPr/>
          </p:nvSpPr>
          <p:spPr>
            <a:xfrm>
              <a:off x="7498264" y="3063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3" name="pt9133"/>
            <p:cNvSpPr/>
            <p:nvPr/>
          </p:nvSpPr>
          <p:spPr>
            <a:xfrm>
              <a:off x="7443793" y="3227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4" name="pt9134"/>
            <p:cNvSpPr/>
            <p:nvPr/>
          </p:nvSpPr>
          <p:spPr>
            <a:xfrm>
              <a:off x="7486470" y="33134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5" name="pt9135"/>
            <p:cNvSpPr/>
            <p:nvPr/>
          </p:nvSpPr>
          <p:spPr>
            <a:xfrm>
              <a:off x="7448145" y="3298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6" name="pt9136"/>
            <p:cNvSpPr/>
            <p:nvPr/>
          </p:nvSpPr>
          <p:spPr>
            <a:xfrm>
              <a:off x="7368937" y="3252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7" name="pt9137"/>
            <p:cNvSpPr/>
            <p:nvPr/>
          </p:nvSpPr>
          <p:spPr>
            <a:xfrm>
              <a:off x="7465389" y="3230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8" name="pt9138"/>
            <p:cNvSpPr/>
            <p:nvPr/>
          </p:nvSpPr>
          <p:spPr>
            <a:xfrm>
              <a:off x="7455048" y="32602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39" name="pt9139"/>
            <p:cNvSpPr/>
            <p:nvPr/>
          </p:nvSpPr>
          <p:spPr>
            <a:xfrm>
              <a:off x="7522361" y="3300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0" name="pt9140"/>
            <p:cNvSpPr/>
            <p:nvPr/>
          </p:nvSpPr>
          <p:spPr>
            <a:xfrm>
              <a:off x="7457429" y="3300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1" name="pt9141"/>
            <p:cNvSpPr/>
            <p:nvPr/>
          </p:nvSpPr>
          <p:spPr>
            <a:xfrm>
              <a:off x="7446012" y="32431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2" name="pt9142"/>
            <p:cNvSpPr/>
            <p:nvPr/>
          </p:nvSpPr>
          <p:spPr>
            <a:xfrm>
              <a:off x="7417790" y="3278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3" name="pt9143"/>
            <p:cNvSpPr/>
            <p:nvPr/>
          </p:nvSpPr>
          <p:spPr>
            <a:xfrm>
              <a:off x="7498658" y="3253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4" name="pt9144"/>
            <p:cNvSpPr/>
            <p:nvPr/>
          </p:nvSpPr>
          <p:spPr>
            <a:xfrm>
              <a:off x="7427042" y="3281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5" name="pt9145"/>
            <p:cNvSpPr/>
            <p:nvPr/>
          </p:nvSpPr>
          <p:spPr>
            <a:xfrm>
              <a:off x="7481902" y="3220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6" name="pt9146"/>
            <p:cNvSpPr/>
            <p:nvPr/>
          </p:nvSpPr>
          <p:spPr>
            <a:xfrm>
              <a:off x="7432785" y="32862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7" name="pt9147"/>
            <p:cNvSpPr/>
            <p:nvPr/>
          </p:nvSpPr>
          <p:spPr>
            <a:xfrm>
              <a:off x="7489426" y="3248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8" name="pt9148"/>
            <p:cNvSpPr/>
            <p:nvPr/>
          </p:nvSpPr>
          <p:spPr>
            <a:xfrm>
              <a:off x="7365682" y="33021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49" name="pt9149"/>
            <p:cNvSpPr/>
            <p:nvPr/>
          </p:nvSpPr>
          <p:spPr>
            <a:xfrm>
              <a:off x="7413562" y="3266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0" name="pt9150"/>
            <p:cNvSpPr/>
            <p:nvPr/>
          </p:nvSpPr>
          <p:spPr>
            <a:xfrm>
              <a:off x="7454873" y="32593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1" name="pt9151"/>
            <p:cNvSpPr/>
            <p:nvPr/>
          </p:nvSpPr>
          <p:spPr>
            <a:xfrm>
              <a:off x="7445684" y="3280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2" name="pt9152"/>
            <p:cNvSpPr/>
            <p:nvPr/>
          </p:nvSpPr>
          <p:spPr>
            <a:xfrm>
              <a:off x="7452473" y="3280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3" name="pt9153"/>
            <p:cNvSpPr/>
            <p:nvPr/>
          </p:nvSpPr>
          <p:spPr>
            <a:xfrm>
              <a:off x="7459753" y="33579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4" name="pt9154"/>
            <p:cNvSpPr/>
            <p:nvPr/>
          </p:nvSpPr>
          <p:spPr>
            <a:xfrm>
              <a:off x="7458635" y="3303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5" name="pt9155"/>
            <p:cNvSpPr/>
            <p:nvPr/>
          </p:nvSpPr>
          <p:spPr>
            <a:xfrm>
              <a:off x="7500297" y="31753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6" name="pt9156"/>
            <p:cNvSpPr/>
            <p:nvPr/>
          </p:nvSpPr>
          <p:spPr>
            <a:xfrm>
              <a:off x="7375390" y="33381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7" name="pt9157"/>
            <p:cNvSpPr/>
            <p:nvPr/>
          </p:nvSpPr>
          <p:spPr>
            <a:xfrm>
              <a:off x="7508940" y="3289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8" name="pt9158"/>
            <p:cNvSpPr/>
            <p:nvPr/>
          </p:nvSpPr>
          <p:spPr>
            <a:xfrm>
              <a:off x="7431568" y="33043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59" name="pt9159"/>
            <p:cNvSpPr/>
            <p:nvPr/>
          </p:nvSpPr>
          <p:spPr>
            <a:xfrm>
              <a:off x="7474733" y="3255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0" name="pt9160"/>
            <p:cNvSpPr/>
            <p:nvPr/>
          </p:nvSpPr>
          <p:spPr>
            <a:xfrm>
              <a:off x="7404738" y="3258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1" name="pt9161"/>
            <p:cNvSpPr/>
            <p:nvPr/>
          </p:nvSpPr>
          <p:spPr>
            <a:xfrm>
              <a:off x="7432330" y="32658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2" name="pt9162"/>
            <p:cNvSpPr/>
            <p:nvPr/>
          </p:nvSpPr>
          <p:spPr>
            <a:xfrm>
              <a:off x="7299274" y="32788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3" name="pt9163"/>
            <p:cNvSpPr/>
            <p:nvPr/>
          </p:nvSpPr>
          <p:spPr>
            <a:xfrm>
              <a:off x="7409944" y="3313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4" name="pt9164"/>
            <p:cNvSpPr/>
            <p:nvPr/>
          </p:nvSpPr>
          <p:spPr>
            <a:xfrm>
              <a:off x="7393363" y="3290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5" name="pt9165"/>
            <p:cNvSpPr/>
            <p:nvPr/>
          </p:nvSpPr>
          <p:spPr>
            <a:xfrm>
              <a:off x="7469763" y="33299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6" name="pt9166"/>
            <p:cNvSpPr/>
            <p:nvPr/>
          </p:nvSpPr>
          <p:spPr>
            <a:xfrm>
              <a:off x="7558658" y="3246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7" name="pt9167"/>
            <p:cNvSpPr/>
            <p:nvPr/>
          </p:nvSpPr>
          <p:spPr>
            <a:xfrm>
              <a:off x="7464471" y="3262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8" name="pt9168"/>
            <p:cNvSpPr/>
            <p:nvPr/>
          </p:nvSpPr>
          <p:spPr>
            <a:xfrm>
              <a:off x="7448210" y="32262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69" name="pt9169"/>
            <p:cNvSpPr/>
            <p:nvPr/>
          </p:nvSpPr>
          <p:spPr>
            <a:xfrm>
              <a:off x="7476347" y="3267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0" name="pt9170"/>
            <p:cNvSpPr/>
            <p:nvPr/>
          </p:nvSpPr>
          <p:spPr>
            <a:xfrm>
              <a:off x="7451767" y="33087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1" name="pt9171"/>
            <p:cNvSpPr/>
            <p:nvPr/>
          </p:nvSpPr>
          <p:spPr>
            <a:xfrm>
              <a:off x="7405995" y="3284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2" name="pt9172"/>
            <p:cNvSpPr/>
            <p:nvPr/>
          </p:nvSpPr>
          <p:spPr>
            <a:xfrm>
              <a:off x="7466155" y="3228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3" name="pt9173"/>
            <p:cNvSpPr/>
            <p:nvPr/>
          </p:nvSpPr>
          <p:spPr>
            <a:xfrm>
              <a:off x="7444622" y="3195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4" name="pt9174"/>
            <p:cNvSpPr/>
            <p:nvPr/>
          </p:nvSpPr>
          <p:spPr>
            <a:xfrm>
              <a:off x="7485728" y="3260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5" name="pt9175"/>
            <p:cNvSpPr/>
            <p:nvPr/>
          </p:nvSpPr>
          <p:spPr>
            <a:xfrm>
              <a:off x="7393897" y="33234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6" name="pt9176"/>
            <p:cNvSpPr/>
            <p:nvPr/>
          </p:nvSpPr>
          <p:spPr>
            <a:xfrm>
              <a:off x="7471977" y="3132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7" name="pt9177"/>
            <p:cNvSpPr/>
            <p:nvPr/>
          </p:nvSpPr>
          <p:spPr>
            <a:xfrm>
              <a:off x="7435432" y="32560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8" name="pt9178"/>
            <p:cNvSpPr/>
            <p:nvPr/>
          </p:nvSpPr>
          <p:spPr>
            <a:xfrm>
              <a:off x="7475728" y="3304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79" name="pt9179"/>
            <p:cNvSpPr/>
            <p:nvPr/>
          </p:nvSpPr>
          <p:spPr>
            <a:xfrm>
              <a:off x="7419216" y="31446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0" name="pt9180"/>
            <p:cNvSpPr/>
            <p:nvPr/>
          </p:nvSpPr>
          <p:spPr>
            <a:xfrm>
              <a:off x="7544968" y="3253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1" name="pt9181"/>
            <p:cNvSpPr/>
            <p:nvPr/>
          </p:nvSpPr>
          <p:spPr>
            <a:xfrm>
              <a:off x="7489915" y="32560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2" name="pt9182"/>
            <p:cNvSpPr/>
            <p:nvPr/>
          </p:nvSpPr>
          <p:spPr>
            <a:xfrm>
              <a:off x="7514701" y="3224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3" name="pt9183"/>
            <p:cNvSpPr/>
            <p:nvPr/>
          </p:nvSpPr>
          <p:spPr>
            <a:xfrm>
              <a:off x="7519087" y="3262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4" name="pt9184"/>
            <p:cNvSpPr/>
            <p:nvPr/>
          </p:nvSpPr>
          <p:spPr>
            <a:xfrm>
              <a:off x="7372054" y="3291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5" name="pt9185"/>
            <p:cNvSpPr/>
            <p:nvPr/>
          </p:nvSpPr>
          <p:spPr>
            <a:xfrm>
              <a:off x="7471846" y="3363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6" name="pt9186"/>
            <p:cNvSpPr/>
            <p:nvPr/>
          </p:nvSpPr>
          <p:spPr>
            <a:xfrm>
              <a:off x="7543042" y="32146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7" name="pt9187"/>
            <p:cNvSpPr/>
            <p:nvPr/>
          </p:nvSpPr>
          <p:spPr>
            <a:xfrm>
              <a:off x="7426930" y="3363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8" name="pt9188"/>
            <p:cNvSpPr/>
            <p:nvPr/>
          </p:nvSpPr>
          <p:spPr>
            <a:xfrm>
              <a:off x="7447943" y="3316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89" name="pt9189"/>
            <p:cNvSpPr/>
            <p:nvPr/>
          </p:nvSpPr>
          <p:spPr>
            <a:xfrm>
              <a:off x="7451233" y="3267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0" name="pt9190"/>
            <p:cNvSpPr/>
            <p:nvPr/>
          </p:nvSpPr>
          <p:spPr>
            <a:xfrm>
              <a:off x="7426128" y="3280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1" name="pt9191"/>
            <p:cNvSpPr/>
            <p:nvPr/>
          </p:nvSpPr>
          <p:spPr>
            <a:xfrm>
              <a:off x="7521577" y="32751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2" name="pt9192"/>
            <p:cNvSpPr/>
            <p:nvPr/>
          </p:nvSpPr>
          <p:spPr>
            <a:xfrm>
              <a:off x="7477043" y="32639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3" name="pt9193"/>
            <p:cNvSpPr/>
            <p:nvPr/>
          </p:nvSpPr>
          <p:spPr>
            <a:xfrm>
              <a:off x="7365799" y="32806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4" name="pt9194"/>
            <p:cNvSpPr/>
            <p:nvPr/>
          </p:nvSpPr>
          <p:spPr>
            <a:xfrm>
              <a:off x="7433570" y="3275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5" name="pt9195"/>
            <p:cNvSpPr/>
            <p:nvPr/>
          </p:nvSpPr>
          <p:spPr>
            <a:xfrm>
              <a:off x="7418824" y="3269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6" name="pt9196"/>
            <p:cNvSpPr/>
            <p:nvPr/>
          </p:nvSpPr>
          <p:spPr>
            <a:xfrm>
              <a:off x="7480610" y="3206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7" name="pt9197"/>
            <p:cNvSpPr/>
            <p:nvPr/>
          </p:nvSpPr>
          <p:spPr>
            <a:xfrm>
              <a:off x="7441903" y="32920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8" name="pt9198"/>
            <p:cNvSpPr/>
            <p:nvPr/>
          </p:nvSpPr>
          <p:spPr>
            <a:xfrm>
              <a:off x="7496241" y="3222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199" name="pt9199"/>
            <p:cNvSpPr/>
            <p:nvPr/>
          </p:nvSpPr>
          <p:spPr>
            <a:xfrm>
              <a:off x="7365430" y="3279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0" name="pt9200"/>
            <p:cNvSpPr/>
            <p:nvPr/>
          </p:nvSpPr>
          <p:spPr>
            <a:xfrm>
              <a:off x="7434688" y="3240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1" name="pt9201"/>
            <p:cNvSpPr/>
            <p:nvPr/>
          </p:nvSpPr>
          <p:spPr>
            <a:xfrm>
              <a:off x="7395966" y="33725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2" name="pt9202"/>
            <p:cNvSpPr/>
            <p:nvPr/>
          </p:nvSpPr>
          <p:spPr>
            <a:xfrm>
              <a:off x="7441842" y="3296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3" name="pt9203"/>
            <p:cNvSpPr/>
            <p:nvPr/>
          </p:nvSpPr>
          <p:spPr>
            <a:xfrm>
              <a:off x="7428778" y="32791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4" name="pt9204"/>
            <p:cNvSpPr/>
            <p:nvPr/>
          </p:nvSpPr>
          <p:spPr>
            <a:xfrm>
              <a:off x="7560179" y="3225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5" name="pt9205"/>
            <p:cNvSpPr/>
            <p:nvPr/>
          </p:nvSpPr>
          <p:spPr>
            <a:xfrm>
              <a:off x="7460681" y="33170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6" name="pt9206"/>
            <p:cNvSpPr/>
            <p:nvPr/>
          </p:nvSpPr>
          <p:spPr>
            <a:xfrm>
              <a:off x="7432352" y="32773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7" name="pt9207"/>
            <p:cNvSpPr/>
            <p:nvPr/>
          </p:nvSpPr>
          <p:spPr>
            <a:xfrm>
              <a:off x="7475888" y="3291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8" name="pt9208"/>
            <p:cNvSpPr/>
            <p:nvPr/>
          </p:nvSpPr>
          <p:spPr>
            <a:xfrm>
              <a:off x="7420821" y="3273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09" name="pt9209"/>
            <p:cNvSpPr/>
            <p:nvPr/>
          </p:nvSpPr>
          <p:spPr>
            <a:xfrm>
              <a:off x="7412301" y="3287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0" name="pt9210"/>
            <p:cNvSpPr/>
            <p:nvPr/>
          </p:nvSpPr>
          <p:spPr>
            <a:xfrm>
              <a:off x="7465197" y="3290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1" name="pt9211"/>
            <p:cNvSpPr/>
            <p:nvPr/>
          </p:nvSpPr>
          <p:spPr>
            <a:xfrm>
              <a:off x="7490501" y="3366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2" name="pt9212"/>
            <p:cNvSpPr/>
            <p:nvPr/>
          </p:nvSpPr>
          <p:spPr>
            <a:xfrm>
              <a:off x="7472796" y="30848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3" name="pt9213"/>
            <p:cNvSpPr/>
            <p:nvPr/>
          </p:nvSpPr>
          <p:spPr>
            <a:xfrm>
              <a:off x="7463205" y="3298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4" name="pt9214"/>
            <p:cNvSpPr/>
            <p:nvPr/>
          </p:nvSpPr>
          <p:spPr>
            <a:xfrm>
              <a:off x="7451763" y="3302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5" name="pt9215"/>
            <p:cNvSpPr/>
            <p:nvPr/>
          </p:nvSpPr>
          <p:spPr>
            <a:xfrm>
              <a:off x="7439121" y="3236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6" name="pt9216"/>
            <p:cNvSpPr/>
            <p:nvPr/>
          </p:nvSpPr>
          <p:spPr>
            <a:xfrm>
              <a:off x="7417486" y="33142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7" name="pt9217"/>
            <p:cNvSpPr/>
            <p:nvPr/>
          </p:nvSpPr>
          <p:spPr>
            <a:xfrm>
              <a:off x="7436111" y="3287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8" name="pt9218"/>
            <p:cNvSpPr/>
            <p:nvPr/>
          </p:nvSpPr>
          <p:spPr>
            <a:xfrm>
              <a:off x="7417075" y="3315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19" name="pt9219"/>
            <p:cNvSpPr/>
            <p:nvPr/>
          </p:nvSpPr>
          <p:spPr>
            <a:xfrm>
              <a:off x="7489175" y="3291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0" name="pt9220"/>
            <p:cNvSpPr/>
            <p:nvPr/>
          </p:nvSpPr>
          <p:spPr>
            <a:xfrm>
              <a:off x="7434783" y="32682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1" name="pt9221"/>
            <p:cNvSpPr/>
            <p:nvPr/>
          </p:nvSpPr>
          <p:spPr>
            <a:xfrm>
              <a:off x="7511490" y="3245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2" name="pt9222"/>
            <p:cNvSpPr/>
            <p:nvPr/>
          </p:nvSpPr>
          <p:spPr>
            <a:xfrm>
              <a:off x="7359610" y="33063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3" name="pt9223"/>
            <p:cNvSpPr/>
            <p:nvPr/>
          </p:nvSpPr>
          <p:spPr>
            <a:xfrm>
              <a:off x="7445684" y="3190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4" name="pt9224"/>
            <p:cNvSpPr/>
            <p:nvPr/>
          </p:nvSpPr>
          <p:spPr>
            <a:xfrm>
              <a:off x="7445091" y="3178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5" name="pt9225"/>
            <p:cNvSpPr/>
            <p:nvPr/>
          </p:nvSpPr>
          <p:spPr>
            <a:xfrm>
              <a:off x="7467339" y="3330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6" name="pt9226"/>
            <p:cNvSpPr/>
            <p:nvPr/>
          </p:nvSpPr>
          <p:spPr>
            <a:xfrm>
              <a:off x="7429024" y="3247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7" name="pt9227"/>
            <p:cNvSpPr/>
            <p:nvPr/>
          </p:nvSpPr>
          <p:spPr>
            <a:xfrm>
              <a:off x="7458706" y="3290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8" name="pt9228"/>
            <p:cNvSpPr/>
            <p:nvPr/>
          </p:nvSpPr>
          <p:spPr>
            <a:xfrm>
              <a:off x="7451106" y="3152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29" name="pt9229"/>
            <p:cNvSpPr/>
            <p:nvPr/>
          </p:nvSpPr>
          <p:spPr>
            <a:xfrm>
              <a:off x="7344416" y="32833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0" name="pt9230"/>
            <p:cNvSpPr/>
            <p:nvPr/>
          </p:nvSpPr>
          <p:spPr>
            <a:xfrm>
              <a:off x="7411945" y="3245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1" name="pt9231"/>
            <p:cNvSpPr/>
            <p:nvPr/>
          </p:nvSpPr>
          <p:spPr>
            <a:xfrm>
              <a:off x="7458282" y="3283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2" name="pt9232"/>
            <p:cNvSpPr/>
            <p:nvPr/>
          </p:nvSpPr>
          <p:spPr>
            <a:xfrm>
              <a:off x="7453550" y="3332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3" name="pt9233"/>
            <p:cNvSpPr/>
            <p:nvPr/>
          </p:nvSpPr>
          <p:spPr>
            <a:xfrm>
              <a:off x="7472606" y="3336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4" name="pt9234"/>
            <p:cNvSpPr/>
            <p:nvPr/>
          </p:nvSpPr>
          <p:spPr>
            <a:xfrm>
              <a:off x="7480230" y="3281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5" name="pt9235"/>
            <p:cNvSpPr/>
            <p:nvPr/>
          </p:nvSpPr>
          <p:spPr>
            <a:xfrm>
              <a:off x="7547231" y="3227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6" name="pt9236"/>
            <p:cNvSpPr/>
            <p:nvPr/>
          </p:nvSpPr>
          <p:spPr>
            <a:xfrm>
              <a:off x="7448923" y="3333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7" name="pt9237"/>
            <p:cNvSpPr/>
            <p:nvPr/>
          </p:nvSpPr>
          <p:spPr>
            <a:xfrm>
              <a:off x="7484280" y="3258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8" name="pt9238"/>
            <p:cNvSpPr/>
            <p:nvPr/>
          </p:nvSpPr>
          <p:spPr>
            <a:xfrm>
              <a:off x="7368326" y="3251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39" name="pt9239"/>
            <p:cNvSpPr/>
            <p:nvPr/>
          </p:nvSpPr>
          <p:spPr>
            <a:xfrm>
              <a:off x="7395194" y="3306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0" name="pt9240"/>
            <p:cNvSpPr/>
            <p:nvPr/>
          </p:nvSpPr>
          <p:spPr>
            <a:xfrm>
              <a:off x="7367644" y="3275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1" name="pt9241"/>
            <p:cNvSpPr/>
            <p:nvPr/>
          </p:nvSpPr>
          <p:spPr>
            <a:xfrm>
              <a:off x="7446412" y="32859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2" name="pt9242"/>
            <p:cNvSpPr/>
            <p:nvPr/>
          </p:nvSpPr>
          <p:spPr>
            <a:xfrm>
              <a:off x="7542774" y="3239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3" name="pt9243"/>
            <p:cNvSpPr/>
            <p:nvPr/>
          </p:nvSpPr>
          <p:spPr>
            <a:xfrm>
              <a:off x="7472791" y="32914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4" name="pt9244"/>
            <p:cNvSpPr/>
            <p:nvPr/>
          </p:nvSpPr>
          <p:spPr>
            <a:xfrm>
              <a:off x="7399337" y="3301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5" name="pt9245"/>
            <p:cNvSpPr/>
            <p:nvPr/>
          </p:nvSpPr>
          <p:spPr>
            <a:xfrm>
              <a:off x="7441082" y="32081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6" name="pt9246"/>
            <p:cNvSpPr/>
            <p:nvPr/>
          </p:nvSpPr>
          <p:spPr>
            <a:xfrm>
              <a:off x="7454623" y="30956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7" name="pt9247"/>
            <p:cNvSpPr/>
            <p:nvPr/>
          </p:nvSpPr>
          <p:spPr>
            <a:xfrm>
              <a:off x="7366744" y="3290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8" name="pt9248"/>
            <p:cNvSpPr/>
            <p:nvPr/>
          </p:nvSpPr>
          <p:spPr>
            <a:xfrm>
              <a:off x="7357203" y="3283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49" name="pt9249"/>
            <p:cNvSpPr/>
            <p:nvPr/>
          </p:nvSpPr>
          <p:spPr>
            <a:xfrm>
              <a:off x="7391839" y="3293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0" name="pt9250"/>
            <p:cNvSpPr/>
            <p:nvPr/>
          </p:nvSpPr>
          <p:spPr>
            <a:xfrm>
              <a:off x="7473523" y="3348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1" name="pt9251"/>
            <p:cNvSpPr/>
            <p:nvPr/>
          </p:nvSpPr>
          <p:spPr>
            <a:xfrm>
              <a:off x="7485026" y="32696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2" name="pt9252"/>
            <p:cNvSpPr/>
            <p:nvPr/>
          </p:nvSpPr>
          <p:spPr>
            <a:xfrm>
              <a:off x="7417261" y="3236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3" name="pt9253"/>
            <p:cNvSpPr/>
            <p:nvPr/>
          </p:nvSpPr>
          <p:spPr>
            <a:xfrm>
              <a:off x="7397788" y="3134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4" name="pt9254"/>
            <p:cNvSpPr/>
            <p:nvPr/>
          </p:nvSpPr>
          <p:spPr>
            <a:xfrm>
              <a:off x="7494758" y="3260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5" name="pt9255"/>
            <p:cNvSpPr/>
            <p:nvPr/>
          </p:nvSpPr>
          <p:spPr>
            <a:xfrm>
              <a:off x="7396964" y="3255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6" name="pt9256"/>
            <p:cNvSpPr/>
            <p:nvPr/>
          </p:nvSpPr>
          <p:spPr>
            <a:xfrm>
              <a:off x="7440778" y="32543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7" name="pt9257"/>
            <p:cNvSpPr/>
            <p:nvPr/>
          </p:nvSpPr>
          <p:spPr>
            <a:xfrm>
              <a:off x="7370711" y="3229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8" name="pt9258"/>
            <p:cNvSpPr/>
            <p:nvPr/>
          </p:nvSpPr>
          <p:spPr>
            <a:xfrm>
              <a:off x="7490668" y="3255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59" name="pt9259"/>
            <p:cNvSpPr/>
            <p:nvPr/>
          </p:nvSpPr>
          <p:spPr>
            <a:xfrm>
              <a:off x="7392283" y="34372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0" name="pt9260"/>
            <p:cNvSpPr/>
            <p:nvPr/>
          </p:nvSpPr>
          <p:spPr>
            <a:xfrm>
              <a:off x="7428798" y="3300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1" name="pt9261"/>
            <p:cNvSpPr/>
            <p:nvPr/>
          </p:nvSpPr>
          <p:spPr>
            <a:xfrm>
              <a:off x="7455210" y="3270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2" name="pt9262"/>
            <p:cNvSpPr/>
            <p:nvPr/>
          </p:nvSpPr>
          <p:spPr>
            <a:xfrm>
              <a:off x="7447858" y="32558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3" name="pt9263"/>
            <p:cNvSpPr/>
            <p:nvPr/>
          </p:nvSpPr>
          <p:spPr>
            <a:xfrm>
              <a:off x="7466635" y="32943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4" name="pt9264"/>
            <p:cNvSpPr/>
            <p:nvPr/>
          </p:nvSpPr>
          <p:spPr>
            <a:xfrm>
              <a:off x="7393866" y="3258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5" name="pt9265"/>
            <p:cNvSpPr/>
            <p:nvPr/>
          </p:nvSpPr>
          <p:spPr>
            <a:xfrm>
              <a:off x="7485594" y="3281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6" name="pt9266"/>
            <p:cNvSpPr/>
            <p:nvPr/>
          </p:nvSpPr>
          <p:spPr>
            <a:xfrm>
              <a:off x="7453319" y="32524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7" name="pt9267"/>
            <p:cNvSpPr/>
            <p:nvPr/>
          </p:nvSpPr>
          <p:spPr>
            <a:xfrm>
              <a:off x="7439198" y="3327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8" name="pt9268"/>
            <p:cNvSpPr/>
            <p:nvPr/>
          </p:nvSpPr>
          <p:spPr>
            <a:xfrm>
              <a:off x="7425959" y="3254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69" name="pt9269"/>
            <p:cNvSpPr/>
            <p:nvPr/>
          </p:nvSpPr>
          <p:spPr>
            <a:xfrm>
              <a:off x="7463342" y="3258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0" name="pt9270"/>
            <p:cNvSpPr/>
            <p:nvPr/>
          </p:nvSpPr>
          <p:spPr>
            <a:xfrm>
              <a:off x="7428734" y="3380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1" name="pt9271"/>
            <p:cNvSpPr/>
            <p:nvPr/>
          </p:nvSpPr>
          <p:spPr>
            <a:xfrm>
              <a:off x="7437723" y="3275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2" name="pt9272"/>
            <p:cNvSpPr/>
            <p:nvPr/>
          </p:nvSpPr>
          <p:spPr>
            <a:xfrm>
              <a:off x="7428953" y="3300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3" name="pt9273"/>
            <p:cNvSpPr/>
            <p:nvPr/>
          </p:nvSpPr>
          <p:spPr>
            <a:xfrm>
              <a:off x="7433203" y="3285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4" name="pt9274"/>
            <p:cNvSpPr/>
            <p:nvPr/>
          </p:nvSpPr>
          <p:spPr>
            <a:xfrm>
              <a:off x="7426398" y="32972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5" name="pt9275"/>
            <p:cNvSpPr/>
            <p:nvPr/>
          </p:nvSpPr>
          <p:spPr>
            <a:xfrm>
              <a:off x="7396742" y="3274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6" name="pt9276"/>
            <p:cNvSpPr/>
            <p:nvPr/>
          </p:nvSpPr>
          <p:spPr>
            <a:xfrm>
              <a:off x="7463121" y="33083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7" name="pt9277"/>
            <p:cNvSpPr/>
            <p:nvPr/>
          </p:nvSpPr>
          <p:spPr>
            <a:xfrm>
              <a:off x="7430975" y="3304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8" name="pt9278"/>
            <p:cNvSpPr/>
            <p:nvPr/>
          </p:nvSpPr>
          <p:spPr>
            <a:xfrm>
              <a:off x="7487713" y="3283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79" name="pt9279"/>
            <p:cNvSpPr/>
            <p:nvPr/>
          </p:nvSpPr>
          <p:spPr>
            <a:xfrm>
              <a:off x="7445768" y="32785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0" name="pt9280"/>
            <p:cNvSpPr/>
            <p:nvPr/>
          </p:nvSpPr>
          <p:spPr>
            <a:xfrm>
              <a:off x="7432446" y="3048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1" name="pt9281"/>
            <p:cNvSpPr/>
            <p:nvPr/>
          </p:nvSpPr>
          <p:spPr>
            <a:xfrm>
              <a:off x="7480974" y="3095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2" name="pt9282"/>
            <p:cNvSpPr/>
            <p:nvPr/>
          </p:nvSpPr>
          <p:spPr>
            <a:xfrm>
              <a:off x="7460367" y="3236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3" name="pt9283"/>
            <p:cNvSpPr/>
            <p:nvPr/>
          </p:nvSpPr>
          <p:spPr>
            <a:xfrm>
              <a:off x="7487300" y="3196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4" name="pt9284"/>
            <p:cNvSpPr/>
            <p:nvPr/>
          </p:nvSpPr>
          <p:spPr>
            <a:xfrm>
              <a:off x="7420415" y="3313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5" name="pt9285"/>
            <p:cNvSpPr/>
            <p:nvPr/>
          </p:nvSpPr>
          <p:spPr>
            <a:xfrm>
              <a:off x="7462060" y="33297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6" name="pt9286"/>
            <p:cNvSpPr/>
            <p:nvPr/>
          </p:nvSpPr>
          <p:spPr>
            <a:xfrm>
              <a:off x="7482250" y="3339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7" name="pt9287"/>
            <p:cNvSpPr/>
            <p:nvPr/>
          </p:nvSpPr>
          <p:spPr>
            <a:xfrm>
              <a:off x="7450715" y="33426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8" name="pt9288"/>
            <p:cNvSpPr/>
            <p:nvPr/>
          </p:nvSpPr>
          <p:spPr>
            <a:xfrm>
              <a:off x="7445188" y="3267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89" name="pt9289"/>
            <p:cNvSpPr/>
            <p:nvPr/>
          </p:nvSpPr>
          <p:spPr>
            <a:xfrm>
              <a:off x="7474899" y="3215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0" name="pt9290"/>
            <p:cNvSpPr/>
            <p:nvPr/>
          </p:nvSpPr>
          <p:spPr>
            <a:xfrm>
              <a:off x="7476535" y="32912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1" name="pt9291"/>
            <p:cNvSpPr/>
            <p:nvPr/>
          </p:nvSpPr>
          <p:spPr>
            <a:xfrm>
              <a:off x="7480594" y="32065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2" name="pt9292"/>
            <p:cNvSpPr/>
            <p:nvPr/>
          </p:nvSpPr>
          <p:spPr>
            <a:xfrm>
              <a:off x="7471396" y="32492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3" name="pt9293"/>
            <p:cNvSpPr/>
            <p:nvPr/>
          </p:nvSpPr>
          <p:spPr>
            <a:xfrm>
              <a:off x="7527651" y="3236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4" name="pt9294"/>
            <p:cNvSpPr/>
            <p:nvPr/>
          </p:nvSpPr>
          <p:spPr>
            <a:xfrm>
              <a:off x="7395086" y="3308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5" name="pt9295"/>
            <p:cNvSpPr/>
            <p:nvPr/>
          </p:nvSpPr>
          <p:spPr>
            <a:xfrm>
              <a:off x="7471924" y="3271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6" name="pt9296"/>
            <p:cNvSpPr/>
            <p:nvPr/>
          </p:nvSpPr>
          <p:spPr>
            <a:xfrm>
              <a:off x="7457350" y="3256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7" name="pt9297"/>
            <p:cNvSpPr/>
            <p:nvPr/>
          </p:nvSpPr>
          <p:spPr>
            <a:xfrm>
              <a:off x="7442542" y="33209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8" name="pt9298"/>
            <p:cNvSpPr/>
            <p:nvPr/>
          </p:nvSpPr>
          <p:spPr>
            <a:xfrm>
              <a:off x="7436902" y="3225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299" name="pt9299"/>
            <p:cNvSpPr/>
            <p:nvPr/>
          </p:nvSpPr>
          <p:spPr>
            <a:xfrm>
              <a:off x="7431579" y="3293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0" name="pt9300"/>
            <p:cNvSpPr/>
            <p:nvPr/>
          </p:nvSpPr>
          <p:spPr>
            <a:xfrm>
              <a:off x="7423934" y="3262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1" name="pt9301"/>
            <p:cNvSpPr/>
            <p:nvPr/>
          </p:nvSpPr>
          <p:spPr>
            <a:xfrm>
              <a:off x="7471478" y="31305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2" name="pt9302"/>
            <p:cNvSpPr/>
            <p:nvPr/>
          </p:nvSpPr>
          <p:spPr>
            <a:xfrm>
              <a:off x="7517421" y="3128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3" name="pt9303"/>
            <p:cNvSpPr/>
            <p:nvPr/>
          </p:nvSpPr>
          <p:spPr>
            <a:xfrm>
              <a:off x="7470742" y="3250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4" name="pt9304"/>
            <p:cNvSpPr/>
            <p:nvPr/>
          </p:nvSpPr>
          <p:spPr>
            <a:xfrm>
              <a:off x="7455536" y="3272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5" name="pt9305"/>
            <p:cNvSpPr/>
            <p:nvPr/>
          </p:nvSpPr>
          <p:spPr>
            <a:xfrm>
              <a:off x="7408844" y="3255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6" name="pt9306"/>
            <p:cNvSpPr/>
            <p:nvPr/>
          </p:nvSpPr>
          <p:spPr>
            <a:xfrm>
              <a:off x="7478477" y="32430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7" name="pt9307"/>
            <p:cNvSpPr/>
            <p:nvPr/>
          </p:nvSpPr>
          <p:spPr>
            <a:xfrm>
              <a:off x="7477299" y="3257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8" name="pt9308"/>
            <p:cNvSpPr/>
            <p:nvPr/>
          </p:nvSpPr>
          <p:spPr>
            <a:xfrm>
              <a:off x="7460018" y="3241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09" name="pt9309"/>
            <p:cNvSpPr/>
            <p:nvPr/>
          </p:nvSpPr>
          <p:spPr>
            <a:xfrm>
              <a:off x="7476869" y="32684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0" name="pt9310"/>
            <p:cNvSpPr/>
            <p:nvPr/>
          </p:nvSpPr>
          <p:spPr>
            <a:xfrm>
              <a:off x="7434065" y="3324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1" name="pt9311"/>
            <p:cNvSpPr/>
            <p:nvPr/>
          </p:nvSpPr>
          <p:spPr>
            <a:xfrm>
              <a:off x="7470677" y="32707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2" name="pt9312"/>
            <p:cNvSpPr/>
            <p:nvPr/>
          </p:nvSpPr>
          <p:spPr>
            <a:xfrm>
              <a:off x="7403028" y="3268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3" name="pt9313"/>
            <p:cNvSpPr/>
            <p:nvPr/>
          </p:nvSpPr>
          <p:spPr>
            <a:xfrm>
              <a:off x="7482386" y="3231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4" name="pt9314"/>
            <p:cNvSpPr/>
            <p:nvPr/>
          </p:nvSpPr>
          <p:spPr>
            <a:xfrm>
              <a:off x="7496555" y="3260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5" name="pt9315"/>
            <p:cNvSpPr/>
            <p:nvPr/>
          </p:nvSpPr>
          <p:spPr>
            <a:xfrm>
              <a:off x="7416760" y="3091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6" name="pt9316"/>
            <p:cNvSpPr/>
            <p:nvPr/>
          </p:nvSpPr>
          <p:spPr>
            <a:xfrm>
              <a:off x="7475647" y="3260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7" name="pt9317"/>
            <p:cNvSpPr/>
            <p:nvPr/>
          </p:nvSpPr>
          <p:spPr>
            <a:xfrm>
              <a:off x="7451205" y="3223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8" name="pt9318"/>
            <p:cNvSpPr/>
            <p:nvPr/>
          </p:nvSpPr>
          <p:spPr>
            <a:xfrm>
              <a:off x="7508553" y="3180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19" name="pt9319"/>
            <p:cNvSpPr/>
            <p:nvPr/>
          </p:nvSpPr>
          <p:spPr>
            <a:xfrm>
              <a:off x="7502213" y="3295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0" name="pt9320"/>
            <p:cNvSpPr/>
            <p:nvPr/>
          </p:nvSpPr>
          <p:spPr>
            <a:xfrm>
              <a:off x="7414913" y="33398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1" name="pt9321"/>
            <p:cNvSpPr/>
            <p:nvPr/>
          </p:nvSpPr>
          <p:spPr>
            <a:xfrm>
              <a:off x="7458883" y="3241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2" name="pt9322"/>
            <p:cNvSpPr/>
            <p:nvPr/>
          </p:nvSpPr>
          <p:spPr>
            <a:xfrm>
              <a:off x="7468353" y="3243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3" name="pt9323"/>
            <p:cNvSpPr/>
            <p:nvPr/>
          </p:nvSpPr>
          <p:spPr>
            <a:xfrm>
              <a:off x="7499488" y="3324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4" name="pt9324"/>
            <p:cNvSpPr/>
            <p:nvPr/>
          </p:nvSpPr>
          <p:spPr>
            <a:xfrm>
              <a:off x="7415771" y="3310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5" name="pt9325"/>
            <p:cNvSpPr/>
            <p:nvPr/>
          </p:nvSpPr>
          <p:spPr>
            <a:xfrm>
              <a:off x="7466505" y="3225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6" name="pt9326"/>
            <p:cNvSpPr/>
            <p:nvPr/>
          </p:nvSpPr>
          <p:spPr>
            <a:xfrm>
              <a:off x="7421814" y="3320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7" name="pt9327"/>
            <p:cNvSpPr/>
            <p:nvPr/>
          </p:nvSpPr>
          <p:spPr>
            <a:xfrm>
              <a:off x="7536420" y="3174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8" name="pt9328"/>
            <p:cNvSpPr/>
            <p:nvPr/>
          </p:nvSpPr>
          <p:spPr>
            <a:xfrm>
              <a:off x="7463895" y="3255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29" name="pt9329"/>
            <p:cNvSpPr/>
            <p:nvPr/>
          </p:nvSpPr>
          <p:spPr>
            <a:xfrm>
              <a:off x="7371954" y="3125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0" name="pt9330"/>
            <p:cNvSpPr/>
            <p:nvPr/>
          </p:nvSpPr>
          <p:spPr>
            <a:xfrm>
              <a:off x="7470252" y="3217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1" name="pt9331"/>
            <p:cNvSpPr/>
            <p:nvPr/>
          </p:nvSpPr>
          <p:spPr>
            <a:xfrm>
              <a:off x="7479261" y="3276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2" name="pt9332"/>
            <p:cNvSpPr/>
            <p:nvPr/>
          </p:nvSpPr>
          <p:spPr>
            <a:xfrm>
              <a:off x="7434272" y="32986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3" name="pt9333"/>
            <p:cNvSpPr/>
            <p:nvPr/>
          </p:nvSpPr>
          <p:spPr>
            <a:xfrm>
              <a:off x="7434538" y="3255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4" name="pt9334"/>
            <p:cNvSpPr/>
            <p:nvPr/>
          </p:nvSpPr>
          <p:spPr>
            <a:xfrm>
              <a:off x="7487901" y="32470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5" name="pt9335"/>
            <p:cNvSpPr/>
            <p:nvPr/>
          </p:nvSpPr>
          <p:spPr>
            <a:xfrm>
              <a:off x="7400270" y="3281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6" name="pt9336"/>
            <p:cNvSpPr/>
            <p:nvPr/>
          </p:nvSpPr>
          <p:spPr>
            <a:xfrm>
              <a:off x="7477856" y="3076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7" name="pt9337"/>
            <p:cNvSpPr/>
            <p:nvPr/>
          </p:nvSpPr>
          <p:spPr>
            <a:xfrm>
              <a:off x="7428007" y="3259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8" name="pt9338"/>
            <p:cNvSpPr/>
            <p:nvPr/>
          </p:nvSpPr>
          <p:spPr>
            <a:xfrm>
              <a:off x="7426902" y="3298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39" name="pt9339"/>
            <p:cNvSpPr/>
            <p:nvPr/>
          </p:nvSpPr>
          <p:spPr>
            <a:xfrm>
              <a:off x="7483829" y="3290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0" name="pt9340"/>
            <p:cNvSpPr/>
            <p:nvPr/>
          </p:nvSpPr>
          <p:spPr>
            <a:xfrm>
              <a:off x="7534681" y="3242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1" name="pt9341"/>
            <p:cNvSpPr/>
            <p:nvPr/>
          </p:nvSpPr>
          <p:spPr>
            <a:xfrm>
              <a:off x="7616148" y="3274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2" name="pt9342"/>
            <p:cNvSpPr/>
            <p:nvPr/>
          </p:nvSpPr>
          <p:spPr>
            <a:xfrm>
              <a:off x="7529440" y="32426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3" name="pt9343"/>
            <p:cNvSpPr/>
            <p:nvPr/>
          </p:nvSpPr>
          <p:spPr>
            <a:xfrm>
              <a:off x="7420102" y="3308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4" name="pt9344"/>
            <p:cNvSpPr/>
            <p:nvPr/>
          </p:nvSpPr>
          <p:spPr>
            <a:xfrm>
              <a:off x="7452783" y="3281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5" name="pt9345"/>
            <p:cNvSpPr/>
            <p:nvPr/>
          </p:nvSpPr>
          <p:spPr>
            <a:xfrm>
              <a:off x="7473861" y="32607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6" name="pt9346"/>
            <p:cNvSpPr/>
            <p:nvPr/>
          </p:nvSpPr>
          <p:spPr>
            <a:xfrm>
              <a:off x="7451678" y="30438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7" name="pt9347"/>
            <p:cNvSpPr/>
            <p:nvPr/>
          </p:nvSpPr>
          <p:spPr>
            <a:xfrm>
              <a:off x="7379663" y="32681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8" name="pt9348"/>
            <p:cNvSpPr/>
            <p:nvPr/>
          </p:nvSpPr>
          <p:spPr>
            <a:xfrm>
              <a:off x="7441761" y="3236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49" name="pt9349"/>
            <p:cNvSpPr/>
            <p:nvPr/>
          </p:nvSpPr>
          <p:spPr>
            <a:xfrm>
              <a:off x="7426848" y="3281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0" name="pt9350"/>
            <p:cNvSpPr/>
            <p:nvPr/>
          </p:nvSpPr>
          <p:spPr>
            <a:xfrm>
              <a:off x="7443185" y="31964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1" name="pt9351"/>
            <p:cNvSpPr/>
            <p:nvPr/>
          </p:nvSpPr>
          <p:spPr>
            <a:xfrm>
              <a:off x="7410814" y="32595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2" name="pt9352"/>
            <p:cNvSpPr/>
            <p:nvPr/>
          </p:nvSpPr>
          <p:spPr>
            <a:xfrm>
              <a:off x="7470564" y="3298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3" name="pt9353"/>
            <p:cNvSpPr/>
            <p:nvPr/>
          </p:nvSpPr>
          <p:spPr>
            <a:xfrm>
              <a:off x="7519061" y="32858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4" name="pt9354"/>
            <p:cNvSpPr/>
            <p:nvPr/>
          </p:nvSpPr>
          <p:spPr>
            <a:xfrm>
              <a:off x="7415981" y="3260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5" name="pt9355"/>
            <p:cNvSpPr/>
            <p:nvPr/>
          </p:nvSpPr>
          <p:spPr>
            <a:xfrm>
              <a:off x="7480024" y="3107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6" name="pt9356"/>
            <p:cNvSpPr/>
            <p:nvPr/>
          </p:nvSpPr>
          <p:spPr>
            <a:xfrm>
              <a:off x="7480947" y="3226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7" name="pt9357"/>
            <p:cNvSpPr/>
            <p:nvPr/>
          </p:nvSpPr>
          <p:spPr>
            <a:xfrm>
              <a:off x="7538005" y="3268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8" name="pt9358"/>
            <p:cNvSpPr/>
            <p:nvPr/>
          </p:nvSpPr>
          <p:spPr>
            <a:xfrm>
              <a:off x="7438603" y="3264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59" name="pt9359"/>
            <p:cNvSpPr/>
            <p:nvPr/>
          </p:nvSpPr>
          <p:spPr>
            <a:xfrm>
              <a:off x="7385164" y="3670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0" name="pt9360"/>
            <p:cNvSpPr/>
            <p:nvPr/>
          </p:nvSpPr>
          <p:spPr>
            <a:xfrm>
              <a:off x="7462877" y="3231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1" name="pt9361"/>
            <p:cNvSpPr/>
            <p:nvPr/>
          </p:nvSpPr>
          <p:spPr>
            <a:xfrm>
              <a:off x="7516067" y="3201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2" name="pt9362"/>
            <p:cNvSpPr/>
            <p:nvPr/>
          </p:nvSpPr>
          <p:spPr>
            <a:xfrm>
              <a:off x="7369852" y="3266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3" name="pt9363"/>
            <p:cNvSpPr/>
            <p:nvPr/>
          </p:nvSpPr>
          <p:spPr>
            <a:xfrm>
              <a:off x="7470185" y="3240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4" name="pt9364"/>
            <p:cNvSpPr/>
            <p:nvPr/>
          </p:nvSpPr>
          <p:spPr>
            <a:xfrm>
              <a:off x="7483652" y="3165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5" name="pt9365"/>
            <p:cNvSpPr/>
            <p:nvPr/>
          </p:nvSpPr>
          <p:spPr>
            <a:xfrm>
              <a:off x="7411118" y="31572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6" name="pt9366"/>
            <p:cNvSpPr/>
            <p:nvPr/>
          </p:nvSpPr>
          <p:spPr>
            <a:xfrm>
              <a:off x="7490239" y="3276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7" name="pt9367"/>
            <p:cNvSpPr/>
            <p:nvPr/>
          </p:nvSpPr>
          <p:spPr>
            <a:xfrm>
              <a:off x="7450904" y="3297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8" name="pt9368"/>
            <p:cNvSpPr/>
            <p:nvPr/>
          </p:nvSpPr>
          <p:spPr>
            <a:xfrm>
              <a:off x="7464853" y="3290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69" name="pt9369"/>
            <p:cNvSpPr/>
            <p:nvPr/>
          </p:nvSpPr>
          <p:spPr>
            <a:xfrm>
              <a:off x="7474583" y="3319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0" name="pt9370"/>
            <p:cNvSpPr/>
            <p:nvPr/>
          </p:nvSpPr>
          <p:spPr>
            <a:xfrm>
              <a:off x="7402252" y="3275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1" name="pt9371"/>
            <p:cNvSpPr/>
            <p:nvPr/>
          </p:nvSpPr>
          <p:spPr>
            <a:xfrm>
              <a:off x="7383608" y="32978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2" name="pt9372"/>
            <p:cNvSpPr/>
            <p:nvPr/>
          </p:nvSpPr>
          <p:spPr>
            <a:xfrm>
              <a:off x="7455125" y="3234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3" name="pt9373"/>
            <p:cNvSpPr/>
            <p:nvPr/>
          </p:nvSpPr>
          <p:spPr>
            <a:xfrm>
              <a:off x="7339525" y="3305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4" name="pt9374"/>
            <p:cNvSpPr/>
            <p:nvPr/>
          </p:nvSpPr>
          <p:spPr>
            <a:xfrm>
              <a:off x="7495196" y="3272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5" name="pt9375"/>
            <p:cNvSpPr/>
            <p:nvPr/>
          </p:nvSpPr>
          <p:spPr>
            <a:xfrm>
              <a:off x="7380328" y="3280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6" name="pt9376"/>
            <p:cNvSpPr/>
            <p:nvPr/>
          </p:nvSpPr>
          <p:spPr>
            <a:xfrm>
              <a:off x="7509479" y="3228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7" name="pt9377"/>
            <p:cNvSpPr/>
            <p:nvPr/>
          </p:nvSpPr>
          <p:spPr>
            <a:xfrm>
              <a:off x="7418301" y="3266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8" name="pt9378"/>
            <p:cNvSpPr/>
            <p:nvPr/>
          </p:nvSpPr>
          <p:spPr>
            <a:xfrm>
              <a:off x="7570446" y="3274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79" name="pt9379"/>
            <p:cNvSpPr/>
            <p:nvPr/>
          </p:nvSpPr>
          <p:spPr>
            <a:xfrm>
              <a:off x="7433546" y="32480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0" name="pt9380"/>
            <p:cNvSpPr/>
            <p:nvPr/>
          </p:nvSpPr>
          <p:spPr>
            <a:xfrm>
              <a:off x="7446680" y="3287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1" name="pt9381"/>
            <p:cNvSpPr/>
            <p:nvPr/>
          </p:nvSpPr>
          <p:spPr>
            <a:xfrm>
              <a:off x="7522758" y="3295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2" name="pt9382"/>
            <p:cNvSpPr/>
            <p:nvPr/>
          </p:nvSpPr>
          <p:spPr>
            <a:xfrm>
              <a:off x="7438943" y="3275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3" name="pt9383"/>
            <p:cNvSpPr/>
            <p:nvPr/>
          </p:nvSpPr>
          <p:spPr>
            <a:xfrm>
              <a:off x="7394113" y="32565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4" name="pt9384"/>
            <p:cNvSpPr/>
            <p:nvPr/>
          </p:nvSpPr>
          <p:spPr>
            <a:xfrm>
              <a:off x="7440487" y="3317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5" name="pt9385"/>
            <p:cNvSpPr/>
            <p:nvPr/>
          </p:nvSpPr>
          <p:spPr>
            <a:xfrm>
              <a:off x="7467101" y="2717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6" name="pt9386"/>
            <p:cNvSpPr/>
            <p:nvPr/>
          </p:nvSpPr>
          <p:spPr>
            <a:xfrm>
              <a:off x="7474436" y="32197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7" name="pt9387"/>
            <p:cNvSpPr/>
            <p:nvPr/>
          </p:nvSpPr>
          <p:spPr>
            <a:xfrm>
              <a:off x="7503535" y="3259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8" name="pt9388"/>
            <p:cNvSpPr/>
            <p:nvPr/>
          </p:nvSpPr>
          <p:spPr>
            <a:xfrm>
              <a:off x="7531483" y="3238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89" name="pt9389"/>
            <p:cNvSpPr/>
            <p:nvPr/>
          </p:nvSpPr>
          <p:spPr>
            <a:xfrm>
              <a:off x="7488699" y="3251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0" name="pt9390"/>
            <p:cNvSpPr/>
            <p:nvPr/>
          </p:nvSpPr>
          <p:spPr>
            <a:xfrm>
              <a:off x="7522070" y="32596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1" name="pt9391"/>
            <p:cNvSpPr/>
            <p:nvPr/>
          </p:nvSpPr>
          <p:spPr>
            <a:xfrm>
              <a:off x="7474078" y="3238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2" name="pt9392"/>
            <p:cNvSpPr/>
            <p:nvPr/>
          </p:nvSpPr>
          <p:spPr>
            <a:xfrm>
              <a:off x="7289602" y="3296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3" name="pt9393"/>
            <p:cNvSpPr/>
            <p:nvPr/>
          </p:nvSpPr>
          <p:spPr>
            <a:xfrm>
              <a:off x="7442263" y="3179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4" name="pt9394"/>
            <p:cNvSpPr/>
            <p:nvPr/>
          </p:nvSpPr>
          <p:spPr>
            <a:xfrm>
              <a:off x="7496617" y="3261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5" name="pt9395"/>
            <p:cNvSpPr/>
            <p:nvPr/>
          </p:nvSpPr>
          <p:spPr>
            <a:xfrm>
              <a:off x="7406311" y="3264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6" name="pt9396"/>
            <p:cNvSpPr/>
            <p:nvPr/>
          </p:nvSpPr>
          <p:spPr>
            <a:xfrm>
              <a:off x="7446315" y="3106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7" name="pt9397"/>
            <p:cNvSpPr/>
            <p:nvPr/>
          </p:nvSpPr>
          <p:spPr>
            <a:xfrm>
              <a:off x="7421680" y="3298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8" name="pt9398"/>
            <p:cNvSpPr/>
            <p:nvPr/>
          </p:nvSpPr>
          <p:spPr>
            <a:xfrm>
              <a:off x="7456446" y="3216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399" name="pt9399"/>
            <p:cNvSpPr/>
            <p:nvPr/>
          </p:nvSpPr>
          <p:spPr>
            <a:xfrm>
              <a:off x="7416433" y="32853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0" name="pt9400"/>
            <p:cNvSpPr/>
            <p:nvPr/>
          </p:nvSpPr>
          <p:spPr>
            <a:xfrm>
              <a:off x="7436111" y="3273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1" name="pt9401"/>
            <p:cNvSpPr/>
            <p:nvPr/>
          </p:nvSpPr>
          <p:spPr>
            <a:xfrm>
              <a:off x="7474142" y="3259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2" name="pt9402"/>
            <p:cNvSpPr/>
            <p:nvPr/>
          </p:nvSpPr>
          <p:spPr>
            <a:xfrm>
              <a:off x="7461279" y="3210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3" name="pt9403"/>
            <p:cNvSpPr/>
            <p:nvPr/>
          </p:nvSpPr>
          <p:spPr>
            <a:xfrm>
              <a:off x="7452009" y="3287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4" name="pt9404"/>
            <p:cNvSpPr/>
            <p:nvPr/>
          </p:nvSpPr>
          <p:spPr>
            <a:xfrm>
              <a:off x="7449059" y="3278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5" name="pt9405"/>
            <p:cNvSpPr/>
            <p:nvPr/>
          </p:nvSpPr>
          <p:spPr>
            <a:xfrm>
              <a:off x="7364243" y="3299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6" name="pt9406"/>
            <p:cNvSpPr/>
            <p:nvPr/>
          </p:nvSpPr>
          <p:spPr>
            <a:xfrm>
              <a:off x="7459928" y="3254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7" name="pt9407"/>
            <p:cNvSpPr/>
            <p:nvPr/>
          </p:nvSpPr>
          <p:spPr>
            <a:xfrm>
              <a:off x="7362294" y="3332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8" name="pt9408"/>
            <p:cNvSpPr/>
            <p:nvPr/>
          </p:nvSpPr>
          <p:spPr>
            <a:xfrm>
              <a:off x="7448235" y="32895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09" name="pt9409"/>
            <p:cNvSpPr/>
            <p:nvPr/>
          </p:nvSpPr>
          <p:spPr>
            <a:xfrm>
              <a:off x="7524451" y="3175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0" name="pt9410"/>
            <p:cNvSpPr/>
            <p:nvPr/>
          </p:nvSpPr>
          <p:spPr>
            <a:xfrm>
              <a:off x="7427260" y="3275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1" name="pt9411"/>
            <p:cNvSpPr/>
            <p:nvPr/>
          </p:nvSpPr>
          <p:spPr>
            <a:xfrm>
              <a:off x="7461760" y="3249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2" name="pt9412"/>
            <p:cNvSpPr/>
            <p:nvPr/>
          </p:nvSpPr>
          <p:spPr>
            <a:xfrm>
              <a:off x="7418764" y="3263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3" name="pt9413"/>
            <p:cNvSpPr/>
            <p:nvPr/>
          </p:nvSpPr>
          <p:spPr>
            <a:xfrm>
              <a:off x="7406863" y="3279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4" name="pt9414"/>
            <p:cNvSpPr/>
            <p:nvPr/>
          </p:nvSpPr>
          <p:spPr>
            <a:xfrm>
              <a:off x="7481952" y="3147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5" name="pt9415"/>
            <p:cNvSpPr/>
            <p:nvPr/>
          </p:nvSpPr>
          <p:spPr>
            <a:xfrm>
              <a:off x="7576326" y="3256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6" name="pt9416"/>
            <p:cNvSpPr/>
            <p:nvPr/>
          </p:nvSpPr>
          <p:spPr>
            <a:xfrm>
              <a:off x="7464385" y="3250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7" name="pt9417"/>
            <p:cNvSpPr/>
            <p:nvPr/>
          </p:nvSpPr>
          <p:spPr>
            <a:xfrm>
              <a:off x="7454876" y="3269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8" name="pt9418"/>
            <p:cNvSpPr/>
            <p:nvPr/>
          </p:nvSpPr>
          <p:spPr>
            <a:xfrm>
              <a:off x="7374064" y="33154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19" name="pt9419"/>
            <p:cNvSpPr/>
            <p:nvPr/>
          </p:nvSpPr>
          <p:spPr>
            <a:xfrm>
              <a:off x="7423002" y="33026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0" name="pt9420"/>
            <p:cNvSpPr/>
            <p:nvPr/>
          </p:nvSpPr>
          <p:spPr>
            <a:xfrm>
              <a:off x="7392048" y="33109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1" name="pt9421"/>
            <p:cNvSpPr/>
            <p:nvPr/>
          </p:nvSpPr>
          <p:spPr>
            <a:xfrm>
              <a:off x="7412283" y="32723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2" name="pt9422"/>
            <p:cNvSpPr/>
            <p:nvPr/>
          </p:nvSpPr>
          <p:spPr>
            <a:xfrm>
              <a:off x="7444735" y="3271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3" name="pt9423"/>
            <p:cNvSpPr/>
            <p:nvPr/>
          </p:nvSpPr>
          <p:spPr>
            <a:xfrm>
              <a:off x="7421153" y="3329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4" name="pt9424"/>
            <p:cNvSpPr/>
            <p:nvPr/>
          </p:nvSpPr>
          <p:spPr>
            <a:xfrm>
              <a:off x="7399690" y="3304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5" name="pt9425"/>
            <p:cNvSpPr/>
            <p:nvPr/>
          </p:nvSpPr>
          <p:spPr>
            <a:xfrm>
              <a:off x="7394342" y="3305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6" name="pt9426"/>
            <p:cNvSpPr/>
            <p:nvPr/>
          </p:nvSpPr>
          <p:spPr>
            <a:xfrm>
              <a:off x="7502610" y="3219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7" name="pt9427"/>
            <p:cNvSpPr/>
            <p:nvPr/>
          </p:nvSpPr>
          <p:spPr>
            <a:xfrm>
              <a:off x="7468226" y="3283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8" name="pt9428"/>
            <p:cNvSpPr/>
            <p:nvPr/>
          </p:nvSpPr>
          <p:spPr>
            <a:xfrm>
              <a:off x="7468909" y="3249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29" name="pt9429"/>
            <p:cNvSpPr/>
            <p:nvPr/>
          </p:nvSpPr>
          <p:spPr>
            <a:xfrm>
              <a:off x="7466835" y="3300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0" name="pt9430"/>
            <p:cNvSpPr/>
            <p:nvPr/>
          </p:nvSpPr>
          <p:spPr>
            <a:xfrm>
              <a:off x="7417089" y="3267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1" name="pt9431"/>
            <p:cNvSpPr/>
            <p:nvPr/>
          </p:nvSpPr>
          <p:spPr>
            <a:xfrm>
              <a:off x="7428786" y="3229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2" name="pt9432"/>
            <p:cNvSpPr/>
            <p:nvPr/>
          </p:nvSpPr>
          <p:spPr>
            <a:xfrm>
              <a:off x="7511950" y="3248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3" name="pt9433"/>
            <p:cNvSpPr/>
            <p:nvPr/>
          </p:nvSpPr>
          <p:spPr>
            <a:xfrm>
              <a:off x="7414372" y="3235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4" name="pt9434"/>
            <p:cNvSpPr/>
            <p:nvPr/>
          </p:nvSpPr>
          <p:spPr>
            <a:xfrm>
              <a:off x="7410977" y="3295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5" name="pt9435"/>
            <p:cNvSpPr/>
            <p:nvPr/>
          </p:nvSpPr>
          <p:spPr>
            <a:xfrm>
              <a:off x="7430602" y="32648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6" name="pt9436"/>
            <p:cNvSpPr/>
            <p:nvPr/>
          </p:nvSpPr>
          <p:spPr>
            <a:xfrm>
              <a:off x="7472061" y="3263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7" name="pt9437"/>
            <p:cNvSpPr/>
            <p:nvPr/>
          </p:nvSpPr>
          <p:spPr>
            <a:xfrm>
              <a:off x="7435061" y="3305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8" name="pt9438"/>
            <p:cNvSpPr/>
            <p:nvPr/>
          </p:nvSpPr>
          <p:spPr>
            <a:xfrm>
              <a:off x="7518716" y="3127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39" name="pt9439"/>
            <p:cNvSpPr/>
            <p:nvPr/>
          </p:nvSpPr>
          <p:spPr>
            <a:xfrm>
              <a:off x="7468220" y="3213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0" name="pt9440"/>
            <p:cNvSpPr/>
            <p:nvPr/>
          </p:nvSpPr>
          <p:spPr>
            <a:xfrm>
              <a:off x="7520825" y="3169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1" name="pt9441"/>
            <p:cNvSpPr/>
            <p:nvPr/>
          </p:nvSpPr>
          <p:spPr>
            <a:xfrm>
              <a:off x="7472003" y="3259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2" name="pt9442"/>
            <p:cNvSpPr/>
            <p:nvPr/>
          </p:nvSpPr>
          <p:spPr>
            <a:xfrm>
              <a:off x="7486197" y="3278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3" name="pt9443"/>
            <p:cNvSpPr/>
            <p:nvPr/>
          </p:nvSpPr>
          <p:spPr>
            <a:xfrm>
              <a:off x="7404897" y="3353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4" name="pt9444"/>
            <p:cNvSpPr/>
            <p:nvPr/>
          </p:nvSpPr>
          <p:spPr>
            <a:xfrm>
              <a:off x="7363254" y="3265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5" name="pt9445"/>
            <p:cNvSpPr/>
            <p:nvPr/>
          </p:nvSpPr>
          <p:spPr>
            <a:xfrm>
              <a:off x="7517439" y="3207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6" name="pt9446"/>
            <p:cNvSpPr/>
            <p:nvPr/>
          </p:nvSpPr>
          <p:spPr>
            <a:xfrm>
              <a:off x="7353153" y="3302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7" name="pt9447"/>
            <p:cNvSpPr/>
            <p:nvPr/>
          </p:nvSpPr>
          <p:spPr>
            <a:xfrm>
              <a:off x="7503857" y="3249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8" name="pt9448"/>
            <p:cNvSpPr/>
            <p:nvPr/>
          </p:nvSpPr>
          <p:spPr>
            <a:xfrm>
              <a:off x="7431370" y="3305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49" name="pt9449"/>
            <p:cNvSpPr/>
            <p:nvPr/>
          </p:nvSpPr>
          <p:spPr>
            <a:xfrm>
              <a:off x="7420265" y="33085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0" name="pt9450"/>
            <p:cNvSpPr/>
            <p:nvPr/>
          </p:nvSpPr>
          <p:spPr>
            <a:xfrm>
              <a:off x="7450436" y="33263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1" name="pt9451"/>
            <p:cNvSpPr/>
            <p:nvPr/>
          </p:nvSpPr>
          <p:spPr>
            <a:xfrm>
              <a:off x="7444569" y="3222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2" name="pt9452"/>
            <p:cNvSpPr/>
            <p:nvPr/>
          </p:nvSpPr>
          <p:spPr>
            <a:xfrm>
              <a:off x="7485260" y="3410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3" name="pt9453"/>
            <p:cNvSpPr/>
            <p:nvPr/>
          </p:nvSpPr>
          <p:spPr>
            <a:xfrm>
              <a:off x="7350357" y="32721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4" name="pt9454"/>
            <p:cNvSpPr/>
            <p:nvPr/>
          </p:nvSpPr>
          <p:spPr>
            <a:xfrm>
              <a:off x="7548010" y="3186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5" name="pt9455"/>
            <p:cNvSpPr/>
            <p:nvPr/>
          </p:nvSpPr>
          <p:spPr>
            <a:xfrm>
              <a:off x="7493361" y="3287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6" name="pt9456"/>
            <p:cNvSpPr/>
            <p:nvPr/>
          </p:nvSpPr>
          <p:spPr>
            <a:xfrm>
              <a:off x="7411272" y="32413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7" name="pt9457"/>
            <p:cNvSpPr/>
            <p:nvPr/>
          </p:nvSpPr>
          <p:spPr>
            <a:xfrm>
              <a:off x="7410744" y="33132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8" name="pt9458"/>
            <p:cNvSpPr/>
            <p:nvPr/>
          </p:nvSpPr>
          <p:spPr>
            <a:xfrm>
              <a:off x="7438106" y="3181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59" name="pt9459"/>
            <p:cNvSpPr/>
            <p:nvPr/>
          </p:nvSpPr>
          <p:spPr>
            <a:xfrm>
              <a:off x="7393652" y="3273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0" name="pt9460"/>
            <p:cNvSpPr/>
            <p:nvPr/>
          </p:nvSpPr>
          <p:spPr>
            <a:xfrm>
              <a:off x="7531476" y="3240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1" name="pt9461"/>
            <p:cNvSpPr/>
            <p:nvPr/>
          </p:nvSpPr>
          <p:spPr>
            <a:xfrm>
              <a:off x="7504336" y="3285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2" name="pt9462"/>
            <p:cNvSpPr/>
            <p:nvPr/>
          </p:nvSpPr>
          <p:spPr>
            <a:xfrm>
              <a:off x="7427947" y="32670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3" name="pt9463"/>
            <p:cNvSpPr/>
            <p:nvPr/>
          </p:nvSpPr>
          <p:spPr>
            <a:xfrm>
              <a:off x="7486762" y="3035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4" name="pt9464"/>
            <p:cNvSpPr/>
            <p:nvPr/>
          </p:nvSpPr>
          <p:spPr>
            <a:xfrm>
              <a:off x="7441164" y="3263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5" name="pt9465"/>
            <p:cNvSpPr/>
            <p:nvPr/>
          </p:nvSpPr>
          <p:spPr>
            <a:xfrm>
              <a:off x="7360662" y="33734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6" name="pt9466"/>
            <p:cNvSpPr/>
            <p:nvPr/>
          </p:nvSpPr>
          <p:spPr>
            <a:xfrm>
              <a:off x="7469333" y="3271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7" name="pt9467"/>
            <p:cNvSpPr/>
            <p:nvPr/>
          </p:nvSpPr>
          <p:spPr>
            <a:xfrm>
              <a:off x="7398765" y="3313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8" name="pt9468"/>
            <p:cNvSpPr/>
            <p:nvPr/>
          </p:nvSpPr>
          <p:spPr>
            <a:xfrm>
              <a:off x="7362211" y="3274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69" name="pt9469"/>
            <p:cNvSpPr/>
            <p:nvPr/>
          </p:nvSpPr>
          <p:spPr>
            <a:xfrm>
              <a:off x="7430028" y="32984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0" name="pt9470"/>
            <p:cNvSpPr/>
            <p:nvPr/>
          </p:nvSpPr>
          <p:spPr>
            <a:xfrm>
              <a:off x="7440306" y="31924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1" name="pt9471"/>
            <p:cNvSpPr/>
            <p:nvPr/>
          </p:nvSpPr>
          <p:spPr>
            <a:xfrm>
              <a:off x="7450358" y="3296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2" name="pt9472"/>
            <p:cNvSpPr/>
            <p:nvPr/>
          </p:nvSpPr>
          <p:spPr>
            <a:xfrm>
              <a:off x="7467671" y="3277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3" name="pt9473"/>
            <p:cNvSpPr/>
            <p:nvPr/>
          </p:nvSpPr>
          <p:spPr>
            <a:xfrm>
              <a:off x="7402378" y="32906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4" name="pt9474"/>
            <p:cNvSpPr/>
            <p:nvPr/>
          </p:nvSpPr>
          <p:spPr>
            <a:xfrm>
              <a:off x="7398330" y="3282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5" name="pt9475"/>
            <p:cNvSpPr/>
            <p:nvPr/>
          </p:nvSpPr>
          <p:spPr>
            <a:xfrm>
              <a:off x="7491472" y="3262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6" name="pt9476"/>
            <p:cNvSpPr/>
            <p:nvPr/>
          </p:nvSpPr>
          <p:spPr>
            <a:xfrm>
              <a:off x="7479777" y="3262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7" name="pt9477"/>
            <p:cNvSpPr/>
            <p:nvPr/>
          </p:nvSpPr>
          <p:spPr>
            <a:xfrm>
              <a:off x="7448453" y="4338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8" name="pt9478"/>
            <p:cNvSpPr/>
            <p:nvPr/>
          </p:nvSpPr>
          <p:spPr>
            <a:xfrm>
              <a:off x="7369452" y="3299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79" name="pt9479"/>
            <p:cNvSpPr/>
            <p:nvPr/>
          </p:nvSpPr>
          <p:spPr>
            <a:xfrm>
              <a:off x="7396034" y="3221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0" name="pt9480"/>
            <p:cNvSpPr/>
            <p:nvPr/>
          </p:nvSpPr>
          <p:spPr>
            <a:xfrm>
              <a:off x="7474382" y="3270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1" name="pt9481"/>
            <p:cNvSpPr/>
            <p:nvPr/>
          </p:nvSpPr>
          <p:spPr>
            <a:xfrm>
              <a:off x="7433271" y="3293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2" name="pt9482"/>
            <p:cNvSpPr/>
            <p:nvPr/>
          </p:nvSpPr>
          <p:spPr>
            <a:xfrm>
              <a:off x="7424596" y="3222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3" name="pt9483"/>
            <p:cNvSpPr/>
            <p:nvPr/>
          </p:nvSpPr>
          <p:spPr>
            <a:xfrm>
              <a:off x="7477349" y="32840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4" name="pt9484"/>
            <p:cNvSpPr/>
            <p:nvPr/>
          </p:nvSpPr>
          <p:spPr>
            <a:xfrm>
              <a:off x="7083744" y="2830430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85" name="pt9485"/>
            <p:cNvSpPr/>
            <p:nvPr/>
          </p:nvSpPr>
          <p:spPr>
            <a:xfrm>
              <a:off x="7492558" y="3259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6" name="pt9486"/>
            <p:cNvSpPr/>
            <p:nvPr/>
          </p:nvSpPr>
          <p:spPr>
            <a:xfrm>
              <a:off x="7535596" y="32889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7" name="pt9487"/>
            <p:cNvSpPr/>
            <p:nvPr/>
          </p:nvSpPr>
          <p:spPr>
            <a:xfrm>
              <a:off x="7456993" y="3265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88" name="pt9488"/>
            <p:cNvSpPr/>
            <p:nvPr/>
          </p:nvSpPr>
          <p:spPr>
            <a:xfrm>
              <a:off x="7121448" y="297447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89" name="pt9489"/>
            <p:cNvSpPr/>
            <p:nvPr/>
          </p:nvSpPr>
          <p:spPr>
            <a:xfrm>
              <a:off x="7441199" y="32808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0" name="pt9490"/>
            <p:cNvSpPr/>
            <p:nvPr/>
          </p:nvSpPr>
          <p:spPr>
            <a:xfrm>
              <a:off x="7512136" y="3292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1" name="pt9491"/>
            <p:cNvSpPr/>
            <p:nvPr/>
          </p:nvSpPr>
          <p:spPr>
            <a:xfrm>
              <a:off x="7420189" y="32273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2" name="pt9492"/>
            <p:cNvSpPr/>
            <p:nvPr/>
          </p:nvSpPr>
          <p:spPr>
            <a:xfrm>
              <a:off x="7486260" y="3309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3" name="pt9493"/>
            <p:cNvSpPr/>
            <p:nvPr/>
          </p:nvSpPr>
          <p:spPr>
            <a:xfrm>
              <a:off x="7606708" y="3266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4" name="pt9494"/>
            <p:cNvSpPr/>
            <p:nvPr/>
          </p:nvSpPr>
          <p:spPr>
            <a:xfrm>
              <a:off x="7481802" y="3117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5" name="pt9495"/>
            <p:cNvSpPr/>
            <p:nvPr/>
          </p:nvSpPr>
          <p:spPr>
            <a:xfrm>
              <a:off x="7479311" y="3249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6" name="pt9496"/>
            <p:cNvSpPr/>
            <p:nvPr/>
          </p:nvSpPr>
          <p:spPr>
            <a:xfrm>
              <a:off x="7432889" y="3245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7" name="pt9497"/>
            <p:cNvSpPr/>
            <p:nvPr/>
          </p:nvSpPr>
          <p:spPr>
            <a:xfrm>
              <a:off x="7435798" y="3329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8" name="pt9498"/>
            <p:cNvSpPr/>
            <p:nvPr/>
          </p:nvSpPr>
          <p:spPr>
            <a:xfrm>
              <a:off x="7480706" y="32937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499" name="pt9499"/>
            <p:cNvSpPr/>
            <p:nvPr/>
          </p:nvSpPr>
          <p:spPr>
            <a:xfrm>
              <a:off x="7403063" y="3365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0" name="pt9500"/>
            <p:cNvSpPr/>
            <p:nvPr/>
          </p:nvSpPr>
          <p:spPr>
            <a:xfrm>
              <a:off x="7492058" y="3261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1" name="pt9501"/>
            <p:cNvSpPr/>
            <p:nvPr/>
          </p:nvSpPr>
          <p:spPr>
            <a:xfrm>
              <a:off x="7450365" y="2906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2" name="pt9502"/>
            <p:cNvSpPr/>
            <p:nvPr/>
          </p:nvSpPr>
          <p:spPr>
            <a:xfrm>
              <a:off x="7393228" y="32892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3" name="pt9503"/>
            <p:cNvSpPr/>
            <p:nvPr/>
          </p:nvSpPr>
          <p:spPr>
            <a:xfrm>
              <a:off x="7435453" y="3298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4" name="pt9504"/>
            <p:cNvSpPr/>
            <p:nvPr/>
          </p:nvSpPr>
          <p:spPr>
            <a:xfrm>
              <a:off x="7498417" y="3139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5" name="pt9505"/>
            <p:cNvSpPr/>
            <p:nvPr/>
          </p:nvSpPr>
          <p:spPr>
            <a:xfrm>
              <a:off x="7559069" y="33080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6" name="pt9506"/>
            <p:cNvSpPr/>
            <p:nvPr/>
          </p:nvSpPr>
          <p:spPr>
            <a:xfrm>
              <a:off x="7452889" y="3453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7" name="pt9507"/>
            <p:cNvSpPr/>
            <p:nvPr/>
          </p:nvSpPr>
          <p:spPr>
            <a:xfrm>
              <a:off x="7466422" y="3259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8" name="pt9508"/>
            <p:cNvSpPr/>
            <p:nvPr/>
          </p:nvSpPr>
          <p:spPr>
            <a:xfrm>
              <a:off x="7502903" y="32703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09" name="pt9509"/>
            <p:cNvSpPr/>
            <p:nvPr/>
          </p:nvSpPr>
          <p:spPr>
            <a:xfrm>
              <a:off x="7461350" y="3222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0" name="pt9510"/>
            <p:cNvSpPr/>
            <p:nvPr/>
          </p:nvSpPr>
          <p:spPr>
            <a:xfrm>
              <a:off x="7531738" y="320876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11" name="pt9511"/>
            <p:cNvSpPr/>
            <p:nvPr/>
          </p:nvSpPr>
          <p:spPr>
            <a:xfrm>
              <a:off x="7412478" y="32987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2" name="pt9512"/>
            <p:cNvSpPr/>
            <p:nvPr/>
          </p:nvSpPr>
          <p:spPr>
            <a:xfrm>
              <a:off x="7422100" y="3238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3" name="pt9513"/>
            <p:cNvSpPr/>
            <p:nvPr/>
          </p:nvSpPr>
          <p:spPr>
            <a:xfrm>
              <a:off x="7405459" y="3267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4" name="pt9514"/>
            <p:cNvSpPr/>
            <p:nvPr/>
          </p:nvSpPr>
          <p:spPr>
            <a:xfrm>
              <a:off x="7470278" y="32523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5" name="pt9515"/>
            <p:cNvSpPr/>
            <p:nvPr/>
          </p:nvSpPr>
          <p:spPr>
            <a:xfrm>
              <a:off x="7455714" y="3223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6" name="pt9516"/>
            <p:cNvSpPr/>
            <p:nvPr/>
          </p:nvSpPr>
          <p:spPr>
            <a:xfrm>
              <a:off x="7495609" y="3251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7" name="pt9517"/>
            <p:cNvSpPr/>
            <p:nvPr/>
          </p:nvSpPr>
          <p:spPr>
            <a:xfrm>
              <a:off x="7444271" y="3251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8" name="pt9518"/>
            <p:cNvSpPr/>
            <p:nvPr/>
          </p:nvSpPr>
          <p:spPr>
            <a:xfrm>
              <a:off x="7425090" y="3255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19" name="pt9519"/>
            <p:cNvSpPr/>
            <p:nvPr/>
          </p:nvSpPr>
          <p:spPr>
            <a:xfrm>
              <a:off x="7408586" y="32529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0" name="pt9520"/>
            <p:cNvSpPr/>
            <p:nvPr/>
          </p:nvSpPr>
          <p:spPr>
            <a:xfrm>
              <a:off x="7585201" y="32736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1" name="pt9521"/>
            <p:cNvSpPr/>
            <p:nvPr/>
          </p:nvSpPr>
          <p:spPr>
            <a:xfrm>
              <a:off x="7355366" y="3406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2" name="pt9522"/>
            <p:cNvSpPr/>
            <p:nvPr/>
          </p:nvSpPr>
          <p:spPr>
            <a:xfrm>
              <a:off x="7524947" y="32954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3" name="pt9523"/>
            <p:cNvSpPr/>
            <p:nvPr/>
          </p:nvSpPr>
          <p:spPr>
            <a:xfrm>
              <a:off x="7459843" y="3281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4" name="pt9524"/>
            <p:cNvSpPr/>
            <p:nvPr/>
          </p:nvSpPr>
          <p:spPr>
            <a:xfrm>
              <a:off x="7424656" y="3304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5" name="pt9525"/>
            <p:cNvSpPr/>
            <p:nvPr/>
          </p:nvSpPr>
          <p:spPr>
            <a:xfrm>
              <a:off x="7473677" y="3064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6" name="pt9526"/>
            <p:cNvSpPr/>
            <p:nvPr/>
          </p:nvSpPr>
          <p:spPr>
            <a:xfrm>
              <a:off x="7391399" y="3331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7" name="pt9527"/>
            <p:cNvSpPr/>
            <p:nvPr/>
          </p:nvSpPr>
          <p:spPr>
            <a:xfrm>
              <a:off x="7419523" y="33006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8" name="pt9528"/>
            <p:cNvSpPr/>
            <p:nvPr/>
          </p:nvSpPr>
          <p:spPr>
            <a:xfrm>
              <a:off x="7445592" y="32842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29" name="pt9529"/>
            <p:cNvSpPr/>
            <p:nvPr/>
          </p:nvSpPr>
          <p:spPr>
            <a:xfrm>
              <a:off x="7433245" y="32249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0" name="pt9530"/>
            <p:cNvSpPr/>
            <p:nvPr/>
          </p:nvSpPr>
          <p:spPr>
            <a:xfrm>
              <a:off x="7516798" y="32267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1" name="pt9531"/>
            <p:cNvSpPr/>
            <p:nvPr/>
          </p:nvSpPr>
          <p:spPr>
            <a:xfrm>
              <a:off x="7561888" y="32771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2" name="pt9532"/>
            <p:cNvSpPr/>
            <p:nvPr/>
          </p:nvSpPr>
          <p:spPr>
            <a:xfrm>
              <a:off x="7511444" y="3307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3" name="pt9533"/>
            <p:cNvSpPr/>
            <p:nvPr/>
          </p:nvSpPr>
          <p:spPr>
            <a:xfrm>
              <a:off x="7453411" y="3277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4" name="pt9534"/>
            <p:cNvSpPr/>
            <p:nvPr/>
          </p:nvSpPr>
          <p:spPr>
            <a:xfrm>
              <a:off x="7445368" y="32993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5" name="pt9535"/>
            <p:cNvSpPr/>
            <p:nvPr/>
          </p:nvSpPr>
          <p:spPr>
            <a:xfrm>
              <a:off x="7456537" y="32818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6" name="pt9536"/>
            <p:cNvSpPr/>
            <p:nvPr/>
          </p:nvSpPr>
          <p:spPr>
            <a:xfrm>
              <a:off x="7484458" y="3242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7" name="pt9537"/>
            <p:cNvSpPr/>
            <p:nvPr/>
          </p:nvSpPr>
          <p:spPr>
            <a:xfrm>
              <a:off x="7546523" y="3149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8" name="pt9538"/>
            <p:cNvSpPr/>
            <p:nvPr/>
          </p:nvSpPr>
          <p:spPr>
            <a:xfrm>
              <a:off x="7450258" y="3030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39" name="pt9539"/>
            <p:cNvSpPr/>
            <p:nvPr/>
          </p:nvSpPr>
          <p:spPr>
            <a:xfrm>
              <a:off x="7496046" y="3218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0" name="pt9540"/>
            <p:cNvSpPr/>
            <p:nvPr/>
          </p:nvSpPr>
          <p:spPr>
            <a:xfrm>
              <a:off x="7453354" y="3124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1" name="pt9541"/>
            <p:cNvSpPr/>
            <p:nvPr/>
          </p:nvSpPr>
          <p:spPr>
            <a:xfrm>
              <a:off x="7397355" y="32812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2" name="pt9542"/>
            <p:cNvSpPr/>
            <p:nvPr/>
          </p:nvSpPr>
          <p:spPr>
            <a:xfrm>
              <a:off x="7475865" y="32682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3" name="pt9543"/>
            <p:cNvSpPr/>
            <p:nvPr/>
          </p:nvSpPr>
          <p:spPr>
            <a:xfrm>
              <a:off x="7457340" y="32838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4" name="pt9544"/>
            <p:cNvSpPr/>
            <p:nvPr/>
          </p:nvSpPr>
          <p:spPr>
            <a:xfrm>
              <a:off x="7433881" y="3262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5" name="pt9545"/>
            <p:cNvSpPr/>
            <p:nvPr/>
          </p:nvSpPr>
          <p:spPr>
            <a:xfrm>
              <a:off x="7513502" y="32816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6" name="pt9546"/>
            <p:cNvSpPr/>
            <p:nvPr/>
          </p:nvSpPr>
          <p:spPr>
            <a:xfrm>
              <a:off x="7489322" y="3243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7" name="pt9547"/>
            <p:cNvSpPr/>
            <p:nvPr/>
          </p:nvSpPr>
          <p:spPr>
            <a:xfrm>
              <a:off x="7429343" y="3259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8" name="pt9548"/>
            <p:cNvSpPr/>
            <p:nvPr/>
          </p:nvSpPr>
          <p:spPr>
            <a:xfrm>
              <a:off x="7390954" y="3330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49" name="pt9549"/>
            <p:cNvSpPr/>
            <p:nvPr/>
          </p:nvSpPr>
          <p:spPr>
            <a:xfrm>
              <a:off x="7556200" y="32394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0" name="pt9550"/>
            <p:cNvSpPr/>
            <p:nvPr/>
          </p:nvSpPr>
          <p:spPr>
            <a:xfrm>
              <a:off x="7481056" y="3293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1" name="pt9551"/>
            <p:cNvSpPr/>
            <p:nvPr/>
          </p:nvSpPr>
          <p:spPr>
            <a:xfrm>
              <a:off x="7548661" y="3268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2" name="pt9552"/>
            <p:cNvSpPr/>
            <p:nvPr/>
          </p:nvSpPr>
          <p:spPr>
            <a:xfrm>
              <a:off x="7444576" y="3244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3" name="pt9553"/>
            <p:cNvSpPr/>
            <p:nvPr/>
          </p:nvSpPr>
          <p:spPr>
            <a:xfrm>
              <a:off x="7465579" y="3261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4" name="pt9554"/>
            <p:cNvSpPr/>
            <p:nvPr/>
          </p:nvSpPr>
          <p:spPr>
            <a:xfrm>
              <a:off x="7486463" y="3568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5" name="pt9555"/>
            <p:cNvSpPr/>
            <p:nvPr/>
          </p:nvSpPr>
          <p:spPr>
            <a:xfrm>
              <a:off x="7438366" y="32636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6" name="pt9556"/>
            <p:cNvSpPr/>
            <p:nvPr/>
          </p:nvSpPr>
          <p:spPr>
            <a:xfrm>
              <a:off x="7482815" y="3287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7" name="pt9557"/>
            <p:cNvSpPr/>
            <p:nvPr/>
          </p:nvSpPr>
          <p:spPr>
            <a:xfrm>
              <a:off x="7492614" y="3211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8" name="pt9558"/>
            <p:cNvSpPr/>
            <p:nvPr/>
          </p:nvSpPr>
          <p:spPr>
            <a:xfrm>
              <a:off x="7462126" y="32773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59" name="pt9559"/>
            <p:cNvSpPr/>
            <p:nvPr/>
          </p:nvSpPr>
          <p:spPr>
            <a:xfrm>
              <a:off x="7411169" y="3282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0" name="pt9560"/>
            <p:cNvSpPr/>
            <p:nvPr/>
          </p:nvSpPr>
          <p:spPr>
            <a:xfrm>
              <a:off x="7431323" y="30547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1" name="pt9561"/>
            <p:cNvSpPr/>
            <p:nvPr/>
          </p:nvSpPr>
          <p:spPr>
            <a:xfrm>
              <a:off x="7467765" y="3272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2" name="pt9562"/>
            <p:cNvSpPr/>
            <p:nvPr/>
          </p:nvSpPr>
          <p:spPr>
            <a:xfrm>
              <a:off x="7375625" y="33534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3" name="pt9563"/>
            <p:cNvSpPr/>
            <p:nvPr/>
          </p:nvSpPr>
          <p:spPr>
            <a:xfrm>
              <a:off x="7436270" y="3334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4" name="pt9564"/>
            <p:cNvSpPr/>
            <p:nvPr/>
          </p:nvSpPr>
          <p:spPr>
            <a:xfrm>
              <a:off x="7424585" y="3250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5" name="pt9565"/>
            <p:cNvSpPr/>
            <p:nvPr/>
          </p:nvSpPr>
          <p:spPr>
            <a:xfrm>
              <a:off x="7438569" y="3280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6" name="pt9566"/>
            <p:cNvSpPr/>
            <p:nvPr/>
          </p:nvSpPr>
          <p:spPr>
            <a:xfrm>
              <a:off x="7437168" y="3317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7" name="pt9567"/>
            <p:cNvSpPr/>
            <p:nvPr/>
          </p:nvSpPr>
          <p:spPr>
            <a:xfrm>
              <a:off x="7426908" y="3366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8" name="pt9568"/>
            <p:cNvSpPr/>
            <p:nvPr/>
          </p:nvSpPr>
          <p:spPr>
            <a:xfrm>
              <a:off x="7477133" y="3166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69" name="pt9569"/>
            <p:cNvSpPr/>
            <p:nvPr/>
          </p:nvSpPr>
          <p:spPr>
            <a:xfrm>
              <a:off x="7373678" y="32125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0" name="pt9570"/>
            <p:cNvSpPr/>
            <p:nvPr/>
          </p:nvSpPr>
          <p:spPr>
            <a:xfrm>
              <a:off x="7480844" y="32763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1" name="pt9571"/>
            <p:cNvSpPr/>
            <p:nvPr/>
          </p:nvSpPr>
          <p:spPr>
            <a:xfrm>
              <a:off x="7428517" y="31712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2" name="pt9572"/>
            <p:cNvSpPr/>
            <p:nvPr/>
          </p:nvSpPr>
          <p:spPr>
            <a:xfrm>
              <a:off x="7497605" y="31994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3" name="pt9573"/>
            <p:cNvSpPr/>
            <p:nvPr/>
          </p:nvSpPr>
          <p:spPr>
            <a:xfrm>
              <a:off x="7429531" y="3334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4" name="pt9574"/>
            <p:cNvSpPr/>
            <p:nvPr/>
          </p:nvSpPr>
          <p:spPr>
            <a:xfrm>
              <a:off x="7364122" y="3244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5" name="pt9575"/>
            <p:cNvSpPr/>
            <p:nvPr/>
          </p:nvSpPr>
          <p:spPr>
            <a:xfrm>
              <a:off x="7464814" y="3331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6" name="pt9576"/>
            <p:cNvSpPr/>
            <p:nvPr/>
          </p:nvSpPr>
          <p:spPr>
            <a:xfrm>
              <a:off x="7548649" y="3238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7" name="pt9577"/>
            <p:cNvSpPr/>
            <p:nvPr/>
          </p:nvSpPr>
          <p:spPr>
            <a:xfrm>
              <a:off x="7487280" y="3259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8" name="pt9578"/>
            <p:cNvSpPr/>
            <p:nvPr/>
          </p:nvSpPr>
          <p:spPr>
            <a:xfrm>
              <a:off x="7503336" y="3221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79" name="pt9579"/>
            <p:cNvSpPr/>
            <p:nvPr/>
          </p:nvSpPr>
          <p:spPr>
            <a:xfrm>
              <a:off x="7410630" y="3261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0" name="pt9580"/>
            <p:cNvSpPr/>
            <p:nvPr/>
          </p:nvSpPr>
          <p:spPr>
            <a:xfrm>
              <a:off x="7582275" y="32874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1" name="pt9581"/>
            <p:cNvSpPr/>
            <p:nvPr/>
          </p:nvSpPr>
          <p:spPr>
            <a:xfrm>
              <a:off x="7418001" y="3355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2" name="pt9582"/>
            <p:cNvSpPr/>
            <p:nvPr/>
          </p:nvSpPr>
          <p:spPr>
            <a:xfrm>
              <a:off x="7430932" y="3236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3" name="pt9583"/>
            <p:cNvSpPr/>
            <p:nvPr/>
          </p:nvSpPr>
          <p:spPr>
            <a:xfrm>
              <a:off x="7571686" y="3252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4" name="pt9584"/>
            <p:cNvSpPr/>
            <p:nvPr/>
          </p:nvSpPr>
          <p:spPr>
            <a:xfrm>
              <a:off x="7520937" y="3264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5" name="pt9585"/>
            <p:cNvSpPr/>
            <p:nvPr/>
          </p:nvSpPr>
          <p:spPr>
            <a:xfrm>
              <a:off x="7518015" y="3290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6" name="pt9586"/>
            <p:cNvSpPr/>
            <p:nvPr/>
          </p:nvSpPr>
          <p:spPr>
            <a:xfrm>
              <a:off x="7421582" y="3267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7" name="pt9587"/>
            <p:cNvSpPr/>
            <p:nvPr/>
          </p:nvSpPr>
          <p:spPr>
            <a:xfrm>
              <a:off x="7462808" y="3348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8" name="pt9588"/>
            <p:cNvSpPr/>
            <p:nvPr/>
          </p:nvSpPr>
          <p:spPr>
            <a:xfrm>
              <a:off x="7634173" y="32631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89" name="pt9589"/>
            <p:cNvSpPr/>
            <p:nvPr/>
          </p:nvSpPr>
          <p:spPr>
            <a:xfrm>
              <a:off x="7517092" y="32696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0" name="pt9590"/>
            <p:cNvSpPr/>
            <p:nvPr/>
          </p:nvSpPr>
          <p:spPr>
            <a:xfrm>
              <a:off x="7410865" y="3254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1" name="pt9591"/>
            <p:cNvSpPr/>
            <p:nvPr/>
          </p:nvSpPr>
          <p:spPr>
            <a:xfrm>
              <a:off x="7451202" y="3199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2" name="pt9592"/>
            <p:cNvSpPr/>
            <p:nvPr/>
          </p:nvSpPr>
          <p:spPr>
            <a:xfrm>
              <a:off x="7571859" y="3170725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93" name="pt9593"/>
            <p:cNvSpPr/>
            <p:nvPr/>
          </p:nvSpPr>
          <p:spPr>
            <a:xfrm>
              <a:off x="7498809" y="32681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4" name="pt9594"/>
            <p:cNvSpPr/>
            <p:nvPr/>
          </p:nvSpPr>
          <p:spPr>
            <a:xfrm>
              <a:off x="7469731" y="29887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5" name="pt9595"/>
            <p:cNvSpPr/>
            <p:nvPr/>
          </p:nvSpPr>
          <p:spPr>
            <a:xfrm>
              <a:off x="7475530" y="32428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6" name="pt9596"/>
            <p:cNvSpPr/>
            <p:nvPr/>
          </p:nvSpPr>
          <p:spPr>
            <a:xfrm>
              <a:off x="7470916" y="3280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7" name="pt9597"/>
            <p:cNvSpPr/>
            <p:nvPr/>
          </p:nvSpPr>
          <p:spPr>
            <a:xfrm>
              <a:off x="7496536" y="3324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8" name="pt9598"/>
            <p:cNvSpPr/>
            <p:nvPr/>
          </p:nvSpPr>
          <p:spPr>
            <a:xfrm>
              <a:off x="7469053" y="3272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599" name="pt9599"/>
            <p:cNvSpPr/>
            <p:nvPr/>
          </p:nvSpPr>
          <p:spPr>
            <a:xfrm>
              <a:off x="7423943" y="3345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0" name="pt9600"/>
            <p:cNvSpPr/>
            <p:nvPr/>
          </p:nvSpPr>
          <p:spPr>
            <a:xfrm>
              <a:off x="7489016" y="32960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1" name="pt9601"/>
            <p:cNvSpPr/>
            <p:nvPr/>
          </p:nvSpPr>
          <p:spPr>
            <a:xfrm>
              <a:off x="7541392" y="3190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2" name="pt9602"/>
            <p:cNvSpPr/>
            <p:nvPr/>
          </p:nvSpPr>
          <p:spPr>
            <a:xfrm>
              <a:off x="7459697" y="32459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3" name="pt9603"/>
            <p:cNvSpPr/>
            <p:nvPr/>
          </p:nvSpPr>
          <p:spPr>
            <a:xfrm>
              <a:off x="7528726" y="3261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4" name="pt9604"/>
            <p:cNvSpPr/>
            <p:nvPr/>
          </p:nvSpPr>
          <p:spPr>
            <a:xfrm>
              <a:off x="7412894" y="3308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5" name="pt9605"/>
            <p:cNvSpPr/>
            <p:nvPr/>
          </p:nvSpPr>
          <p:spPr>
            <a:xfrm>
              <a:off x="7508368" y="3216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6" name="pt9606"/>
            <p:cNvSpPr/>
            <p:nvPr/>
          </p:nvSpPr>
          <p:spPr>
            <a:xfrm>
              <a:off x="7411367" y="3283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7" name="pt9607"/>
            <p:cNvSpPr/>
            <p:nvPr/>
          </p:nvSpPr>
          <p:spPr>
            <a:xfrm>
              <a:off x="7448166" y="3244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8" name="pt9608"/>
            <p:cNvSpPr/>
            <p:nvPr/>
          </p:nvSpPr>
          <p:spPr>
            <a:xfrm>
              <a:off x="7412018" y="3293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09" name="pt9609"/>
            <p:cNvSpPr/>
            <p:nvPr/>
          </p:nvSpPr>
          <p:spPr>
            <a:xfrm>
              <a:off x="7470067" y="3028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0" name="pt9610"/>
            <p:cNvSpPr/>
            <p:nvPr/>
          </p:nvSpPr>
          <p:spPr>
            <a:xfrm>
              <a:off x="7457311" y="3241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1" name="pt9611"/>
            <p:cNvSpPr/>
            <p:nvPr/>
          </p:nvSpPr>
          <p:spPr>
            <a:xfrm>
              <a:off x="7472082" y="3257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2" name="pt9612"/>
            <p:cNvSpPr/>
            <p:nvPr/>
          </p:nvSpPr>
          <p:spPr>
            <a:xfrm>
              <a:off x="7457920" y="3311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3" name="pt9613"/>
            <p:cNvSpPr/>
            <p:nvPr/>
          </p:nvSpPr>
          <p:spPr>
            <a:xfrm>
              <a:off x="7460329" y="3243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4" name="pt9614"/>
            <p:cNvSpPr/>
            <p:nvPr/>
          </p:nvSpPr>
          <p:spPr>
            <a:xfrm>
              <a:off x="7474229" y="29319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5" name="pt9615"/>
            <p:cNvSpPr/>
            <p:nvPr/>
          </p:nvSpPr>
          <p:spPr>
            <a:xfrm>
              <a:off x="7546514" y="3242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6" name="pt9616"/>
            <p:cNvSpPr/>
            <p:nvPr/>
          </p:nvSpPr>
          <p:spPr>
            <a:xfrm>
              <a:off x="7493826" y="3264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7" name="pt9617"/>
            <p:cNvSpPr/>
            <p:nvPr/>
          </p:nvSpPr>
          <p:spPr>
            <a:xfrm>
              <a:off x="7383553" y="3329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8" name="pt9618"/>
            <p:cNvSpPr/>
            <p:nvPr/>
          </p:nvSpPr>
          <p:spPr>
            <a:xfrm>
              <a:off x="7526908" y="3222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19" name="pt9619"/>
            <p:cNvSpPr/>
            <p:nvPr/>
          </p:nvSpPr>
          <p:spPr>
            <a:xfrm>
              <a:off x="7425143" y="3283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0" name="pt9620"/>
            <p:cNvSpPr/>
            <p:nvPr/>
          </p:nvSpPr>
          <p:spPr>
            <a:xfrm>
              <a:off x="7414854" y="3286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1" name="pt9621"/>
            <p:cNvSpPr/>
            <p:nvPr/>
          </p:nvSpPr>
          <p:spPr>
            <a:xfrm>
              <a:off x="7506043" y="3253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2" name="pt9622"/>
            <p:cNvSpPr/>
            <p:nvPr/>
          </p:nvSpPr>
          <p:spPr>
            <a:xfrm>
              <a:off x="7481784" y="3289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3" name="pt9623"/>
            <p:cNvSpPr/>
            <p:nvPr/>
          </p:nvSpPr>
          <p:spPr>
            <a:xfrm>
              <a:off x="7462358" y="3237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4" name="pt9624"/>
            <p:cNvSpPr/>
            <p:nvPr/>
          </p:nvSpPr>
          <p:spPr>
            <a:xfrm>
              <a:off x="7460173" y="3306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5" name="pt9625"/>
            <p:cNvSpPr/>
            <p:nvPr/>
          </p:nvSpPr>
          <p:spPr>
            <a:xfrm>
              <a:off x="7430353" y="3315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6" name="pt9626"/>
            <p:cNvSpPr/>
            <p:nvPr/>
          </p:nvSpPr>
          <p:spPr>
            <a:xfrm>
              <a:off x="7394019" y="3284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7" name="pt9627"/>
            <p:cNvSpPr/>
            <p:nvPr/>
          </p:nvSpPr>
          <p:spPr>
            <a:xfrm>
              <a:off x="7452379" y="32815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8" name="pt9628"/>
            <p:cNvSpPr/>
            <p:nvPr/>
          </p:nvSpPr>
          <p:spPr>
            <a:xfrm>
              <a:off x="7466109" y="3295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29" name="pt9629"/>
            <p:cNvSpPr/>
            <p:nvPr/>
          </p:nvSpPr>
          <p:spPr>
            <a:xfrm>
              <a:off x="7462893" y="3280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0" name="pt9630"/>
            <p:cNvSpPr/>
            <p:nvPr/>
          </p:nvSpPr>
          <p:spPr>
            <a:xfrm>
              <a:off x="7456750" y="3281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1" name="pt9631"/>
            <p:cNvSpPr/>
            <p:nvPr/>
          </p:nvSpPr>
          <p:spPr>
            <a:xfrm>
              <a:off x="7545914" y="3169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2" name="pt9632"/>
            <p:cNvSpPr/>
            <p:nvPr/>
          </p:nvSpPr>
          <p:spPr>
            <a:xfrm>
              <a:off x="7498361" y="3248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3" name="pt9633"/>
            <p:cNvSpPr/>
            <p:nvPr/>
          </p:nvSpPr>
          <p:spPr>
            <a:xfrm>
              <a:off x="7447937" y="30527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4" name="pt9634"/>
            <p:cNvSpPr/>
            <p:nvPr/>
          </p:nvSpPr>
          <p:spPr>
            <a:xfrm>
              <a:off x="7460190" y="33198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5" name="pt9635"/>
            <p:cNvSpPr/>
            <p:nvPr/>
          </p:nvSpPr>
          <p:spPr>
            <a:xfrm>
              <a:off x="7548452" y="32411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6" name="pt9636"/>
            <p:cNvSpPr/>
            <p:nvPr/>
          </p:nvSpPr>
          <p:spPr>
            <a:xfrm>
              <a:off x="7496997" y="3254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7" name="pt9637"/>
            <p:cNvSpPr/>
            <p:nvPr/>
          </p:nvSpPr>
          <p:spPr>
            <a:xfrm>
              <a:off x="7384656" y="32659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8" name="pt9638"/>
            <p:cNvSpPr/>
            <p:nvPr/>
          </p:nvSpPr>
          <p:spPr>
            <a:xfrm>
              <a:off x="7426727" y="3108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39" name="pt9639"/>
            <p:cNvSpPr/>
            <p:nvPr/>
          </p:nvSpPr>
          <p:spPr>
            <a:xfrm>
              <a:off x="7526352" y="31978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0" name="pt9640"/>
            <p:cNvSpPr/>
            <p:nvPr/>
          </p:nvSpPr>
          <p:spPr>
            <a:xfrm>
              <a:off x="7479533" y="3299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1" name="pt9641"/>
            <p:cNvSpPr/>
            <p:nvPr/>
          </p:nvSpPr>
          <p:spPr>
            <a:xfrm>
              <a:off x="7493607" y="3275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2" name="pt9642"/>
            <p:cNvSpPr/>
            <p:nvPr/>
          </p:nvSpPr>
          <p:spPr>
            <a:xfrm>
              <a:off x="7470251" y="3283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3" name="pt9643"/>
            <p:cNvSpPr/>
            <p:nvPr/>
          </p:nvSpPr>
          <p:spPr>
            <a:xfrm>
              <a:off x="7445450" y="32480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4" name="pt9644"/>
            <p:cNvSpPr/>
            <p:nvPr/>
          </p:nvSpPr>
          <p:spPr>
            <a:xfrm>
              <a:off x="7419108" y="3215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5" name="pt9645"/>
            <p:cNvSpPr/>
            <p:nvPr/>
          </p:nvSpPr>
          <p:spPr>
            <a:xfrm>
              <a:off x="7467201" y="3282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6" name="pt9646"/>
            <p:cNvSpPr/>
            <p:nvPr/>
          </p:nvSpPr>
          <p:spPr>
            <a:xfrm>
              <a:off x="7455029" y="3238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7" name="pt9647"/>
            <p:cNvSpPr/>
            <p:nvPr/>
          </p:nvSpPr>
          <p:spPr>
            <a:xfrm>
              <a:off x="7458195" y="3291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8" name="pt9648"/>
            <p:cNvSpPr/>
            <p:nvPr/>
          </p:nvSpPr>
          <p:spPr>
            <a:xfrm>
              <a:off x="7437678" y="3256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49" name="pt9649"/>
            <p:cNvSpPr/>
            <p:nvPr/>
          </p:nvSpPr>
          <p:spPr>
            <a:xfrm>
              <a:off x="7495924" y="3289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0" name="pt9650"/>
            <p:cNvSpPr/>
            <p:nvPr/>
          </p:nvSpPr>
          <p:spPr>
            <a:xfrm>
              <a:off x="7431218" y="3262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1" name="pt9651"/>
            <p:cNvSpPr/>
            <p:nvPr/>
          </p:nvSpPr>
          <p:spPr>
            <a:xfrm>
              <a:off x="7384655" y="3311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2" name="pt9652"/>
            <p:cNvSpPr/>
            <p:nvPr/>
          </p:nvSpPr>
          <p:spPr>
            <a:xfrm>
              <a:off x="7525930" y="3288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3" name="pt9653"/>
            <p:cNvSpPr/>
            <p:nvPr/>
          </p:nvSpPr>
          <p:spPr>
            <a:xfrm>
              <a:off x="7361414" y="3212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4" name="pt9654"/>
            <p:cNvSpPr/>
            <p:nvPr/>
          </p:nvSpPr>
          <p:spPr>
            <a:xfrm>
              <a:off x="7424174" y="32857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5" name="pt9655"/>
            <p:cNvSpPr/>
            <p:nvPr/>
          </p:nvSpPr>
          <p:spPr>
            <a:xfrm>
              <a:off x="7389746" y="3309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6" name="pt9656"/>
            <p:cNvSpPr/>
            <p:nvPr/>
          </p:nvSpPr>
          <p:spPr>
            <a:xfrm>
              <a:off x="7390670" y="32956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7" name="pt9657"/>
            <p:cNvSpPr/>
            <p:nvPr/>
          </p:nvSpPr>
          <p:spPr>
            <a:xfrm>
              <a:off x="7405294" y="3315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8" name="pt9658"/>
            <p:cNvSpPr/>
            <p:nvPr/>
          </p:nvSpPr>
          <p:spPr>
            <a:xfrm>
              <a:off x="7469175" y="3325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59" name="pt9659"/>
            <p:cNvSpPr/>
            <p:nvPr/>
          </p:nvSpPr>
          <p:spPr>
            <a:xfrm>
              <a:off x="7514834" y="32805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0" name="pt9660"/>
            <p:cNvSpPr/>
            <p:nvPr/>
          </p:nvSpPr>
          <p:spPr>
            <a:xfrm>
              <a:off x="7449352" y="3282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1" name="pt9661"/>
            <p:cNvSpPr/>
            <p:nvPr/>
          </p:nvSpPr>
          <p:spPr>
            <a:xfrm>
              <a:off x="7485342" y="3195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2" name="pt9662"/>
            <p:cNvSpPr/>
            <p:nvPr/>
          </p:nvSpPr>
          <p:spPr>
            <a:xfrm>
              <a:off x="7390584" y="3344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3" name="pt9663"/>
            <p:cNvSpPr/>
            <p:nvPr/>
          </p:nvSpPr>
          <p:spPr>
            <a:xfrm>
              <a:off x="7414370" y="3291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4" name="pt9664"/>
            <p:cNvSpPr/>
            <p:nvPr/>
          </p:nvSpPr>
          <p:spPr>
            <a:xfrm>
              <a:off x="7449434" y="3256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5" name="pt9665"/>
            <p:cNvSpPr/>
            <p:nvPr/>
          </p:nvSpPr>
          <p:spPr>
            <a:xfrm>
              <a:off x="7415171" y="3341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6" name="pt9666"/>
            <p:cNvSpPr/>
            <p:nvPr/>
          </p:nvSpPr>
          <p:spPr>
            <a:xfrm>
              <a:off x="7454323" y="32454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7" name="pt9667"/>
            <p:cNvSpPr/>
            <p:nvPr/>
          </p:nvSpPr>
          <p:spPr>
            <a:xfrm>
              <a:off x="7503048" y="3282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8" name="pt9668"/>
            <p:cNvSpPr/>
            <p:nvPr/>
          </p:nvSpPr>
          <p:spPr>
            <a:xfrm>
              <a:off x="7079964" y="3268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69" name="pt9669"/>
            <p:cNvSpPr/>
            <p:nvPr/>
          </p:nvSpPr>
          <p:spPr>
            <a:xfrm>
              <a:off x="7378637" y="3254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0" name="pt9670"/>
            <p:cNvSpPr/>
            <p:nvPr/>
          </p:nvSpPr>
          <p:spPr>
            <a:xfrm>
              <a:off x="7486758" y="3250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1" name="pt9671"/>
            <p:cNvSpPr/>
            <p:nvPr/>
          </p:nvSpPr>
          <p:spPr>
            <a:xfrm>
              <a:off x="7486161" y="31779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2" name="pt9672"/>
            <p:cNvSpPr/>
            <p:nvPr/>
          </p:nvSpPr>
          <p:spPr>
            <a:xfrm>
              <a:off x="7384865" y="3257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3" name="pt9673"/>
            <p:cNvSpPr/>
            <p:nvPr/>
          </p:nvSpPr>
          <p:spPr>
            <a:xfrm>
              <a:off x="7356253" y="3271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4" name="pt9674"/>
            <p:cNvSpPr/>
            <p:nvPr/>
          </p:nvSpPr>
          <p:spPr>
            <a:xfrm>
              <a:off x="7442881" y="31547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5" name="pt9675"/>
            <p:cNvSpPr/>
            <p:nvPr/>
          </p:nvSpPr>
          <p:spPr>
            <a:xfrm>
              <a:off x="7503380" y="32165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6" name="pt9676"/>
            <p:cNvSpPr/>
            <p:nvPr/>
          </p:nvSpPr>
          <p:spPr>
            <a:xfrm>
              <a:off x="7456361" y="3251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7" name="pt9677"/>
            <p:cNvSpPr/>
            <p:nvPr/>
          </p:nvSpPr>
          <p:spPr>
            <a:xfrm>
              <a:off x="7408215" y="32971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8" name="pt9678"/>
            <p:cNvSpPr/>
            <p:nvPr/>
          </p:nvSpPr>
          <p:spPr>
            <a:xfrm>
              <a:off x="7447051" y="3274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79" name="pt9679"/>
            <p:cNvSpPr/>
            <p:nvPr/>
          </p:nvSpPr>
          <p:spPr>
            <a:xfrm>
              <a:off x="7511692" y="3253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0" name="pt9680"/>
            <p:cNvSpPr/>
            <p:nvPr/>
          </p:nvSpPr>
          <p:spPr>
            <a:xfrm>
              <a:off x="7488326" y="3272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1" name="pt9681"/>
            <p:cNvSpPr/>
            <p:nvPr/>
          </p:nvSpPr>
          <p:spPr>
            <a:xfrm>
              <a:off x="7513646" y="28203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2" name="pt9682"/>
            <p:cNvSpPr/>
            <p:nvPr/>
          </p:nvSpPr>
          <p:spPr>
            <a:xfrm>
              <a:off x="7558521" y="3261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3" name="pt9683"/>
            <p:cNvSpPr/>
            <p:nvPr/>
          </p:nvSpPr>
          <p:spPr>
            <a:xfrm>
              <a:off x="7474254" y="3238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4" name="pt9684"/>
            <p:cNvSpPr/>
            <p:nvPr/>
          </p:nvSpPr>
          <p:spPr>
            <a:xfrm>
              <a:off x="7505157" y="3231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5" name="pt9685"/>
            <p:cNvSpPr/>
            <p:nvPr/>
          </p:nvSpPr>
          <p:spPr>
            <a:xfrm>
              <a:off x="7378918" y="3304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6" name="pt9686"/>
            <p:cNvSpPr/>
            <p:nvPr/>
          </p:nvSpPr>
          <p:spPr>
            <a:xfrm>
              <a:off x="7444776" y="3338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7" name="pt9687"/>
            <p:cNvSpPr/>
            <p:nvPr/>
          </p:nvSpPr>
          <p:spPr>
            <a:xfrm>
              <a:off x="7482068" y="3257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8" name="pt9688"/>
            <p:cNvSpPr/>
            <p:nvPr/>
          </p:nvSpPr>
          <p:spPr>
            <a:xfrm>
              <a:off x="7423470" y="3298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89" name="pt9689"/>
            <p:cNvSpPr/>
            <p:nvPr/>
          </p:nvSpPr>
          <p:spPr>
            <a:xfrm>
              <a:off x="7467302" y="3007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0" name="pt9690"/>
            <p:cNvSpPr/>
            <p:nvPr/>
          </p:nvSpPr>
          <p:spPr>
            <a:xfrm>
              <a:off x="7416619" y="3243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1" name="pt9691"/>
            <p:cNvSpPr/>
            <p:nvPr/>
          </p:nvSpPr>
          <p:spPr>
            <a:xfrm>
              <a:off x="7413966" y="33065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2" name="pt9692"/>
            <p:cNvSpPr/>
            <p:nvPr/>
          </p:nvSpPr>
          <p:spPr>
            <a:xfrm>
              <a:off x="7428427" y="3248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3" name="pt9693"/>
            <p:cNvSpPr/>
            <p:nvPr/>
          </p:nvSpPr>
          <p:spPr>
            <a:xfrm>
              <a:off x="7467349" y="32612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4" name="pt9694"/>
            <p:cNvSpPr/>
            <p:nvPr/>
          </p:nvSpPr>
          <p:spPr>
            <a:xfrm>
              <a:off x="7466460" y="33016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5" name="pt9695"/>
            <p:cNvSpPr/>
            <p:nvPr/>
          </p:nvSpPr>
          <p:spPr>
            <a:xfrm>
              <a:off x="7490501" y="3314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6" name="pt9696"/>
            <p:cNvSpPr/>
            <p:nvPr/>
          </p:nvSpPr>
          <p:spPr>
            <a:xfrm>
              <a:off x="7461295" y="33293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7" name="pt9697"/>
            <p:cNvSpPr/>
            <p:nvPr/>
          </p:nvSpPr>
          <p:spPr>
            <a:xfrm>
              <a:off x="7480897" y="3271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8" name="pt9698"/>
            <p:cNvSpPr/>
            <p:nvPr/>
          </p:nvSpPr>
          <p:spPr>
            <a:xfrm>
              <a:off x="7468652" y="33001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699" name="pt9699"/>
            <p:cNvSpPr/>
            <p:nvPr/>
          </p:nvSpPr>
          <p:spPr>
            <a:xfrm>
              <a:off x="7468208" y="31662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0" name="pt9700"/>
            <p:cNvSpPr/>
            <p:nvPr/>
          </p:nvSpPr>
          <p:spPr>
            <a:xfrm>
              <a:off x="7472864" y="32873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1" name="pt9701"/>
            <p:cNvSpPr/>
            <p:nvPr/>
          </p:nvSpPr>
          <p:spPr>
            <a:xfrm>
              <a:off x="7467311" y="3254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2" name="pt9702"/>
            <p:cNvSpPr/>
            <p:nvPr/>
          </p:nvSpPr>
          <p:spPr>
            <a:xfrm>
              <a:off x="7518162" y="32607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3" name="pt9703"/>
            <p:cNvSpPr/>
            <p:nvPr/>
          </p:nvSpPr>
          <p:spPr>
            <a:xfrm>
              <a:off x="7332973" y="32343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4" name="pt9704"/>
            <p:cNvSpPr/>
            <p:nvPr/>
          </p:nvSpPr>
          <p:spPr>
            <a:xfrm>
              <a:off x="7525192" y="3140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5" name="pt9705"/>
            <p:cNvSpPr/>
            <p:nvPr/>
          </p:nvSpPr>
          <p:spPr>
            <a:xfrm>
              <a:off x="7525420" y="3285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6" name="pt9706"/>
            <p:cNvSpPr/>
            <p:nvPr/>
          </p:nvSpPr>
          <p:spPr>
            <a:xfrm>
              <a:off x="7491420" y="3279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7" name="pt9707"/>
            <p:cNvSpPr/>
            <p:nvPr/>
          </p:nvSpPr>
          <p:spPr>
            <a:xfrm>
              <a:off x="7331427" y="3305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08" name="pt9708"/>
            <p:cNvSpPr/>
            <p:nvPr/>
          </p:nvSpPr>
          <p:spPr>
            <a:xfrm>
              <a:off x="7309204" y="314621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09" name="pt9709"/>
            <p:cNvSpPr/>
            <p:nvPr/>
          </p:nvSpPr>
          <p:spPr>
            <a:xfrm>
              <a:off x="7453873" y="3277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0" name="pt9710"/>
            <p:cNvSpPr/>
            <p:nvPr/>
          </p:nvSpPr>
          <p:spPr>
            <a:xfrm>
              <a:off x="7468702" y="32302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1" name="pt9711"/>
            <p:cNvSpPr/>
            <p:nvPr/>
          </p:nvSpPr>
          <p:spPr>
            <a:xfrm>
              <a:off x="7353936" y="33228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2" name="pt9712"/>
            <p:cNvSpPr/>
            <p:nvPr/>
          </p:nvSpPr>
          <p:spPr>
            <a:xfrm>
              <a:off x="7397852" y="32334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3" name="pt9713"/>
            <p:cNvSpPr/>
            <p:nvPr/>
          </p:nvSpPr>
          <p:spPr>
            <a:xfrm>
              <a:off x="7438280" y="3260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4" name="pt9714"/>
            <p:cNvSpPr/>
            <p:nvPr/>
          </p:nvSpPr>
          <p:spPr>
            <a:xfrm>
              <a:off x="7420254" y="32568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5" name="pt9715"/>
            <p:cNvSpPr/>
            <p:nvPr/>
          </p:nvSpPr>
          <p:spPr>
            <a:xfrm>
              <a:off x="7443365" y="32468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6" name="pt9716"/>
            <p:cNvSpPr/>
            <p:nvPr/>
          </p:nvSpPr>
          <p:spPr>
            <a:xfrm>
              <a:off x="7477396" y="32319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7" name="pt9717"/>
            <p:cNvSpPr/>
            <p:nvPr/>
          </p:nvSpPr>
          <p:spPr>
            <a:xfrm>
              <a:off x="7426587" y="32641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8" name="pt9718"/>
            <p:cNvSpPr/>
            <p:nvPr/>
          </p:nvSpPr>
          <p:spPr>
            <a:xfrm>
              <a:off x="7403137" y="3234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19" name="pt9719"/>
            <p:cNvSpPr/>
            <p:nvPr/>
          </p:nvSpPr>
          <p:spPr>
            <a:xfrm>
              <a:off x="7384005" y="3328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0" name="pt9720"/>
            <p:cNvSpPr/>
            <p:nvPr/>
          </p:nvSpPr>
          <p:spPr>
            <a:xfrm>
              <a:off x="7417412" y="3303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1" name="pt9721"/>
            <p:cNvSpPr/>
            <p:nvPr/>
          </p:nvSpPr>
          <p:spPr>
            <a:xfrm>
              <a:off x="7448929" y="33427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2" name="pt9722"/>
            <p:cNvSpPr/>
            <p:nvPr/>
          </p:nvSpPr>
          <p:spPr>
            <a:xfrm>
              <a:off x="7418827" y="32851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3" name="pt9723"/>
            <p:cNvSpPr/>
            <p:nvPr/>
          </p:nvSpPr>
          <p:spPr>
            <a:xfrm>
              <a:off x="7433056" y="32343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4" name="pt9724"/>
            <p:cNvSpPr/>
            <p:nvPr/>
          </p:nvSpPr>
          <p:spPr>
            <a:xfrm>
              <a:off x="7483319" y="3258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5" name="pt9725"/>
            <p:cNvSpPr/>
            <p:nvPr/>
          </p:nvSpPr>
          <p:spPr>
            <a:xfrm>
              <a:off x="7485859" y="3268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6" name="pt9726"/>
            <p:cNvSpPr/>
            <p:nvPr/>
          </p:nvSpPr>
          <p:spPr>
            <a:xfrm>
              <a:off x="7473339" y="3223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7" name="pt9727"/>
            <p:cNvSpPr/>
            <p:nvPr/>
          </p:nvSpPr>
          <p:spPr>
            <a:xfrm>
              <a:off x="7375048" y="32922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8" name="pt9728"/>
            <p:cNvSpPr/>
            <p:nvPr/>
          </p:nvSpPr>
          <p:spPr>
            <a:xfrm>
              <a:off x="7445261" y="35340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29" name="pt9729"/>
            <p:cNvSpPr/>
            <p:nvPr/>
          </p:nvSpPr>
          <p:spPr>
            <a:xfrm>
              <a:off x="7493035" y="3300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0" name="pt9730"/>
            <p:cNvSpPr/>
            <p:nvPr/>
          </p:nvSpPr>
          <p:spPr>
            <a:xfrm>
              <a:off x="7406727" y="31979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1" name="pt9731"/>
            <p:cNvSpPr/>
            <p:nvPr/>
          </p:nvSpPr>
          <p:spPr>
            <a:xfrm>
              <a:off x="7345843" y="3427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2" name="pt9732"/>
            <p:cNvSpPr/>
            <p:nvPr/>
          </p:nvSpPr>
          <p:spPr>
            <a:xfrm>
              <a:off x="7526631" y="3278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3" name="pt9733"/>
            <p:cNvSpPr/>
            <p:nvPr/>
          </p:nvSpPr>
          <p:spPr>
            <a:xfrm>
              <a:off x="7475894" y="32942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4" name="pt9734"/>
            <p:cNvSpPr/>
            <p:nvPr/>
          </p:nvSpPr>
          <p:spPr>
            <a:xfrm>
              <a:off x="7488060" y="2914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5" name="pt9735"/>
            <p:cNvSpPr/>
            <p:nvPr/>
          </p:nvSpPr>
          <p:spPr>
            <a:xfrm>
              <a:off x="7445997" y="31472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6" name="pt9736"/>
            <p:cNvSpPr/>
            <p:nvPr/>
          </p:nvSpPr>
          <p:spPr>
            <a:xfrm>
              <a:off x="7445113" y="3342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7" name="pt9737"/>
            <p:cNvSpPr/>
            <p:nvPr/>
          </p:nvSpPr>
          <p:spPr>
            <a:xfrm>
              <a:off x="7496282" y="3284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8" name="pt9738"/>
            <p:cNvSpPr/>
            <p:nvPr/>
          </p:nvSpPr>
          <p:spPr>
            <a:xfrm>
              <a:off x="7450523" y="32476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39" name="pt9739"/>
            <p:cNvSpPr/>
            <p:nvPr/>
          </p:nvSpPr>
          <p:spPr>
            <a:xfrm>
              <a:off x="7422895" y="3266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0" name="pt9740"/>
            <p:cNvSpPr/>
            <p:nvPr/>
          </p:nvSpPr>
          <p:spPr>
            <a:xfrm>
              <a:off x="7476106" y="3273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1" name="pt9741"/>
            <p:cNvSpPr/>
            <p:nvPr/>
          </p:nvSpPr>
          <p:spPr>
            <a:xfrm>
              <a:off x="7477676" y="32667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2" name="pt9742"/>
            <p:cNvSpPr/>
            <p:nvPr/>
          </p:nvSpPr>
          <p:spPr>
            <a:xfrm>
              <a:off x="7413863" y="3275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3" name="pt9743"/>
            <p:cNvSpPr/>
            <p:nvPr/>
          </p:nvSpPr>
          <p:spPr>
            <a:xfrm>
              <a:off x="7453681" y="3282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4" name="pt9744"/>
            <p:cNvSpPr/>
            <p:nvPr/>
          </p:nvSpPr>
          <p:spPr>
            <a:xfrm>
              <a:off x="7451340" y="3217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5" name="pt9745"/>
            <p:cNvSpPr/>
            <p:nvPr/>
          </p:nvSpPr>
          <p:spPr>
            <a:xfrm>
              <a:off x="7481447" y="3238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6" name="pt9746"/>
            <p:cNvSpPr/>
            <p:nvPr/>
          </p:nvSpPr>
          <p:spPr>
            <a:xfrm>
              <a:off x="7442865" y="3274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7" name="pt9747"/>
            <p:cNvSpPr/>
            <p:nvPr/>
          </p:nvSpPr>
          <p:spPr>
            <a:xfrm>
              <a:off x="7452778" y="3308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8" name="pt9748"/>
            <p:cNvSpPr/>
            <p:nvPr/>
          </p:nvSpPr>
          <p:spPr>
            <a:xfrm>
              <a:off x="7496547" y="3515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49" name="pt9749"/>
            <p:cNvSpPr/>
            <p:nvPr/>
          </p:nvSpPr>
          <p:spPr>
            <a:xfrm>
              <a:off x="7468855" y="32599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0" name="pt9750"/>
            <p:cNvSpPr/>
            <p:nvPr/>
          </p:nvSpPr>
          <p:spPr>
            <a:xfrm>
              <a:off x="7481000" y="3338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1" name="pt9751"/>
            <p:cNvSpPr/>
            <p:nvPr/>
          </p:nvSpPr>
          <p:spPr>
            <a:xfrm>
              <a:off x="7401841" y="3281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2" name="pt9752"/>
            <p:cNvSpPr/>
            <p:nvPr/>
          </p:nvSpPr>
          <p:spPr>
            <a:xfrm>
              <a:off x="7437546" y="3304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3" name="pt9753"/>
            <p:cNvSpPr/>
            <p:nvPr/>
          </p:nvSpPr>
          <p:spPr>
            <a:xfrm>
              <a:off x="7489914" y="3300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4" name="pt9754"/>
            <p:cNvSpPr/>
            <p:nvPr/>
          </p:nvSpPr>
          <p:spPr>
            <a:xfrm>
              <a:off x="7472460" y="32778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5" name="pt9755"/>
            <p:cNvSpPr/>
            <p:nvPr/>
          </p:nvSpPr>
          <p:spPr>
            <a:xfrm>
              <a:off x="7532861" y="3289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6" name="pt9756"/>
            <p:cNvSpPr/>
            <p:nvPr/>
          </p:nvSpPr>
          <p:spPr>
            <a:xfrm>
              <a:off x="7373093" y="3331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7" name="pt9757"/>
            <p:cNvSpPr/>
            <p:nvPr/>
          </p:nvSpPr>
          <p:spPr>
            <a:xfrm>
              <a:off x="7470819" y="32889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8" name="pt9758"/>
            <p:cNvSpPr/>
            <p:nvPr/>
          </p:nvSpPr>
          <p:spPr>
            <a:xfrm>
              <a:off x="7387514" y="3241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59" name="pt9759"/>
            <p:cNvSpPr/>
            <p:nvPr/>
          </p:nvSpPr>
          <p:spPr>
            <a:xfrm>
              <a:off x="7380457" y="33017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0" name="pt9760"/>
            <p:cNvSpPr/>
            <p:nvPr/>
          </p:nvSpPr>
          <p:spPr>
            <a:xfrm>
              <a:off x="7454233" y="2913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1" name="pt9761"/>
            <p:cNvSpPr/>
            <p:nvPr/>
          </p:nvSpPr>
          <p:spPr>
            <a:xfrm>
              <a:off x="7399022" y="3298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2" name="pt9762"/>
            <p:cNvSpPr/>
            <p:nvPr/>
          </p:nvSpPr>
          <p:spPr>
            <a:xfrm>
              <a:off x="7431084" y="3381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3" name="pt9763"/>
            <p:cNvSpPr/>
            <p:nvPr/>
          </p:nvSpPr>
          <p:spPr>
            <a:xfrm>
              <a:off x="7453668" y="3285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4" name="pt9764"/>
            <p:cNvSpPr/>
            <p:nvPr/>
          </p:nvSpPr>
          <p:spPr>
            <a:xfrm>
              <a:off x="7408875" y="3272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5" name="pt9765"/>
            <p:cNvSpPr/>
            <p:nvPr/>
          </p:nvSpPr>
          <p:spPr>
            <a:xfrm>
              <a:off x="7535901" y="29950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6" name="pt9766"/>
            <p:cNvSpPr/>
            <p:nvPr/>
          </p:nvSpPr>
          <p:spPr>
            <a:xfrm>
              <a:off x="7493124" y="3268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7" name="pt9767"/>
            <p:cNvSpPr/>
            <p:nvPr/>
          </p:nvSpPr>
          <p:spPr>
            <a:xfrm>
              <a:off x="7441944" y="3283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8" name="pt9768"/>
            <p:cNvSpPr/>
            <p:nvPr/>
          </p:nvSpPr>
          <p:spPr>
            <a:xfrm>
              <a:off x="7446573" y="3245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69" name="pt9769"/>
            <p:cNvSpPr/>
            <p:nvPr/>
          </p:nvSpPr>
          <p:spPr>
            <a:xfrm>
              <a:off x="7378968" y="32792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0" name="pt9770"/>
            <p:cNvSpPr/>
            <p:nvPr/>
          </p:nvSpPr>
          <p:spPr>
            <a:xfrm>
              <a:off x="7368877" y="3217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1" name="pt9771"/>
            <p:cNvSpPr/>
            <p:nvPr/>
          </p:nvSpPr>
          <p:spPr>
            <a:xfrm>
              <a:off x="7417757" y="3284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2" name="pt9772"/>
            <p:cNvSpPr/>
            <p:nvPr/>
          </p:nvSpPr>
          <p:spPr>
            <a:xfrm>
              <a:off x="7513627" y="32817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3" name="pt9773"/>
            <p:cNvSpPr/>
            <p:nvPr/>
          </p:nvSpPr>
          <p:spPr>
            <a:xfrm>
              <a:off x="7438500" y="3306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4" name="pt9774"/>
            <p:cNvSpPr/>
            <p:nvPr/>
          </p:nvSpPr>
          <p:spPr>
            <a:xfrm>
              <a:off x="7419040" y="32961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5" name="pt9775"/>
            <p:cNvSpPr/>
            <p:nvPr/>
          </p:nvSpPr>
          <p:spPr>
            <a:xfrm>
              <a:off x="7474112" y="32753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6" name="pt9776"/>
            <p:cNvSpPr/>
            <p:nvPr/>
          </p:nvSpPr>
          <p:spPr>
            <a:xfrm>
              <a:off x="7456054" y="3218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7" name="pt9777"/>
            <p:cNvSpPr/>
            <p:nvPr/>
          </p:nvSpPr>
          <p:spPr>
            <a:xfrm>
              <a:off x="7440890" y="3330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8" name="pt9778"/>
            <p:cNvSpPr/>
            <p:nvPr/>
          </p:nvSpPr>
          <p:spPr>
            <a:xfrm>
              <a:off x="7432770" y="3311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79" name="pt9779"/>
            <p:cNvSpPr/>
            <p:nvPr/>
          </p:nvSpPr>
          <p:spPr>
            <a:xfrm>
              <a:off x="7540525" y="3255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0" name="pt9780"/>
            <p:cNvSpPr/>
            <p:nvPr/>
          </p:nvSpPr>
          <p:spPr>
            <a:xfrm>
              <a:off x="7501952" y="32847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1" name="pt9781"/>
            <p:cNvSpPr/>
            <p:nvPr/>
          </p:nvSpPr>
          <p:spPr>
            <a:xfrm>
              <a:off x="7463870" y="3176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2" name="pt9782"/>
            <p:cNvSpPr/>
            <p:nvPr/>
          </p:nvSpPr>
          <p:spPr>
            <a:xfrm>
              <a:off x="7407680" y="3318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3" name="pt9783"/>
            <p:cNvSpPr/>
            <p:nvPr/>
          </p:nvSpPr>
          <p:spPr>
            <a:xfrm>
              <a:off x="7432124" y="3263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4" name="pt9784"/>
            <p:cNvSpPr/>
            <p:nvPr/>
          </p:nvSpPr>
          <p:spPr>
            <a:xfrm>
              <a:off x="7467438" y="32530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5" name="pt9785"/>
            <p:cNvSpPr/>
            <p:nvPr/>
          </p:nvSpPr>
          <p:spPr>
            <a:xfrm>
              <a:off x="7510540" y="3193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6" name="pt9786"/>
            <p:cNvSpPr/>
            <p:nvPr/>
          </p:nvSpPr>
          <p:spPr>
            <a:xfrm>
              <a:off x="7432095" y="3292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7" name="pt9787"/>
            <p:cNvSpPr/>
            <p:nvPr/>
          </p:nvSpPr>
          <p:spPr>
            <a:xfrm>
              <a:off x="7433985" y="3289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8" name="pt9788"/>
            <p:cNvSpPr/>
            <p:nvPr/>
          </p:nvSpPr>
          <p:spPr>
            <a:xfrm>
              <a:off x="7422725" y="3319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89" name="pt9789"/>
            <p:cNvSpPr/>
            <p:nvPr/>
          </p:nvSpPr>
          <p:spPr>
            <a:xfrm>
              <a:off x="7476436" y="40846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0" name="pt9790"/>
            <p:cNvSpPr/>
            <p:nvPr/>
          </p:nvSpPr>
          <p:spPr>
            <a:xfrm>
              <a:off x="7481694" y="3197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1" name="pt9791"/>
            <p:cNvSpPr/>
            <p:nvPr/>
          </p:nvSpPr>
          <p:spPr>
            <a:xfrm>
              <a:off x="7514687" y="32455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2" name="pt9792"/>
            <p:cNvSpPr/>
            <p:nvPr/>
          </p:nvSpPr>
          <p:spPr>
            <a:xfrm>
              <a:off x="7457619" y="3282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3" name="pt9793"/>
            <p:cNvSpPr/>
            <p:nvPr/>
          </p:nvSpPr>
          <p:spPr>
            <a:xfrm>
              <a:off x="7427089" y="3334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4" name="pt9794"/>
            <p:cNvSpPr/>
            <p:nvPr/>
          </p:nvSpPr>
          <p:spPr>
            <a:xfrm>
              <a:off x="7400148" y="32735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5" name="pt9795"/>
            <p:cNvSpPr/>
            <p:nvPr/>
          </p:nvSpPr>
          <p:spPr>
            <a:xfrm>
              <a:off x="7376491" y="32689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6" name="pt9796"/>
            <p:cNvSpPr/>
            <p:nvPr/>
          </p:nvSpPr>
          <p:spPr>
            <a:xfrm>
              <a:off x="7416100" y="3204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7" name="pt9797"/>
            <p:cNvSpPr/>
            <p:nvPr/>
          </p:nvSpPr>
          <p:spPr>
            <a:xfrm>
              <a:off x="7404306" y="3293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8" name="pt9798"/>
            <p:cNvSpPr/>
            <p:nvPr/>
          </p:nvSpPr>
          <p:spPr>
            <a:xfrm>
              <a:off x="7381765" y="3173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799" name="pt9799"/>
            <p:cNvSpPr/>
            <p:nvPr/>
          </p:nvSpPr>
          <p:spPr>
            <a:xfrm>
              <a:off x="7448830" y="3329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0" name="pt9800"/>
            <p:cNvSpPr/>
            <p:nvPr/>
          </p:nvSpPr>
          <p:spPr>
            <a:xfrm>
              <a:off x="7477320" y="32533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1" name="pt9801"/>
            <p:cNvSpPr/>
            <p:nvPr/>
          </p:nvSpPr>
          <p:spPr>
            <a:xfrm>
              <a:off x="7363680" y="32176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2" name="pt9802"/>
            <p:cNvSpPr/>
            <p:nvPr/>
          </p:nvSpPr>
          <p:spPr>
            <a:xfrm>
              <a:off x="7348942" y="3204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3" name="pt9803"/>
            <p:cNvSpPr/>
            <p:nvPr/>
          </p:nvSpPr>
          <p:spPr>
            <a:xfrm>
              <a:off x="7468307" y="32934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4" name="pt9804"/>
            <p:cNvSpPr/>
            <p:nvPr/>
          </p:nvSpPr>
          <p:spPr>
            <a:xfrm>
              <a:off x="7450591" y="3500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5" name="pt9805"/>
            <p:cNvSpPr/>
            <p:nvPr/>
          </p:nvSpPr>
          <p:spPr>
            <a:xfrm>
              <a:off x="7467258" y="3201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6" name="pt9806"/>
            <p:cNvSpPr/>
            <p:nvPr/>
          </p:nvSpPr>
          <p:spPr>
            <a:xfrm>
              <a:off x="7447272" y="3278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7" name="pt9807"/>
            <p:cNvSpPr/>
            <p:nvPr/>
          </p:nvSpPr>
          <p:spPr>
            <a:xfrm>
              <a:off x="7338825" y="3318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8" name="pt9808"/>
            <p:cNvSpPr/>
            <p:nvPr/>
          </p:nvSpPr>
          <p:spPr>
            <a:xfrm>
              <a:off x="7439314" y="3234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09" name="pt9809"/>
            <p:cNvSpPr/>
            <p:nvPr/>
          </p:nvSpPr>
          <p:spPr>
            <a:xfrm>
              <a:off x="7361060" y="3284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0" name="pt9810"/>
            <p:cNvSpPr/>
            <p:nvPr/>
          </p:nvSpPr>
          <p:spPr>
            <a:xfrm>
              <a:off x="7418923" y="3263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1" name="pt9811"/>
            <p:cNvSpPr/>
            <p:nvPr/>
          </p:nvSpPr>
          <p:spPr>
            <a:xfrm>
              <a:off x="7422036" y="3323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2" name="pt9812"/>
            <p:cNvSpPr/>
            <p:nvPr/>
          </p:nvSpPr>
          <p:spPr>
            <a:xfrm>
              <a:off x="7467533" y="32376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3" name="pt9813"/>
            <p:cNvSpPr/>
            <p:nvPr/>
          </p:nvSpPr>
          <p:spPr>
            <a:xfrm>
              <a:off x="7394279" y="3270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4" name="pt9814"/>
            <p:cNvSpPr/>
            <p:nvPr/>
          </p:nvSpPr>
          <p:spPr>
            <a:xfrm>
              <a:off x="7495640" y="32611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5" name="pt9815"/>
            <p:cNvSpPr/>
            <p:nvPr/>
          </p:nvSpPr>
          <p:spPr>
            <a:xfrm>
              <a:off x="7441522" y="32746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6" name="pt9816"/>
            <p:cNvSpPr/>
            <p:nvPr/>
          </p:nvSpPr>
          <p:spPr>
            <a:xfrm>
              <a:off x="7432471" y="3285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7" name="pt9817"/>
            <p:cNvSpPr/>
            <p:nvPr/>
          </p:nvSpPr>
          <p:spPr>
            <a:xfrm>
              <a:off x="7484295" y="3280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8" name="pt9818"/>
            <p:cNvSpPr/>
            <p:nvPr/>
          </p:nvSpPr>
          <p:spPr>
            <a:xfrm>
              <a:off x="7506658" y="3247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19" name="pt9819"/>
            <p:cNvSpPr/>
            <p:nvPr/>
          </p:nvSpPr>
          <p:spPr>
            <a:xfrm>
              <a:off x="7489967" y="3343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0" name="pt9820"/>
            <p:cNvSpPr/>
            <p:nvPr/>
          </p:nvSpPr>
          <p:spPr>
            <a:xfrm>
              <a:off x="7401219" y="32773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1" name="pt9821"/>
            <p:cNvSpPr/>
            <p:nvPr/>
          </p:nvSpPr>
          <p:spPr>
            <a:xfrm>
              <a:off x="7441589" y="3320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2" name="pt9822"/>
            <p:cNvSpPr/>
            <p:nvPr/>
          </p:nvSpPr>
          <p:spPr>
            <a:xfrm>
              <a:off x="7470321" y="3238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3" name="pt9823"/>
            <p:cNvSpPr/>
            <p:nvPr/>
          </p:nvSpPr>
          <p:spPr>
            <a:xfrm>
              <a:off x="7432511" y="3332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4" name="pt9824"/>
            <p:cNvSpPr/>
            <p:nvPr/>
          </p:nvSpPr>
          <p:spPr>
            <a:xfrm>
              <a:off x="7456849" y="3137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5" name="pt9825"/>
            <p:cNvSpPr/>
            <p:nvPr/>
          </p:nvSpPr>
          <p:spPr>
            <a:xfrm>
              <a:off x="7356779" y="33400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6" name="pt9826"/>
            <p:cNvSpPr/>
            <p:nvPr/>
          </p:nvSpPr>
          <p:spPr>
            <a:xfrm>
              <a:off x="7614166" y="3222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7" name="pt9827"/>
            <p:cNvSpPr/>
            <p:nvPr/>
          </p:nvSpPr>
          <p:spPr>
            <a:xfrm>
              <a:off x="7458328" y="32707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8" name="pt9828"/>
            <p:cNvSpPr/>
            <p:nvPr/>
          </p:nvSpPr>
          <p:spPr>
            <a:xfrm>
              <a:off x="7489716" y="32509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29" name="pt9829"/>
            <p:cNvSpPr/>
            <p:nvPr/>
          </p:nvSpPr>
          <p:spPr>
            <a:xfrm>
              <a:off x="7474542" y="32515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0" name="pt9830"/>
            <p:cNvSpPr/>
            <p:nvPr/>
          </p:nvSpPr>
          <p:spPr>
            <a:xfrm>
              <a:off x="7436844" y="3299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1" name="pt9831"/>
            <p:cNvSpPr/>
            <p:nvPr/>
          </p:nvSpPr>
          <p:spPr>
            <a:xfrm>
              <a:off x="7469254" y="33274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2" name="pt9832"/>
            <p:cNvSpPr/>
            <p:nvPr/>
          </p:nvSpPr>
          <p:spPr>
            <a:xfrm>
              <a:off x="7469070" y="3259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3" name="pt9833"/>
            <p:cNvSpPr/>
            <p:nvPr/>
          </p:nvSpPr>
          <p:spPr>
            <a:xfrm>
              <a:off x="7403470" y="31600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4" name="pt9834"/>
            <p:cNvSpPr/>
            <p:nvPr/>
          </p:nvSpPr>
          <p:spPr>
            <a:xfrm>
              <a:off x="7395257" y="3277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5" name="pt9835"/>
            <p:cNvSpPr/>
            <p:nvPr/>
          </p:nvSpPr>
          <p:spPr>
            <a:xfrm>
              <a:off x="7366472" y="33022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6" name="pt9836"/>
            <p:cNvSpPr/>
            <p:nvPr/>
          </p:nvSpPr>
          <p:spPr>
            <a:xfrm>
              <a:off x="7430943" y="32605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7" name="pt9837"/>
            <p:cNvSpPr/>
            <p:nvPr/>
          </p:nvSpPr>
          <p:spPr>
            <a:xfrm>
              <a:off x="7428710" y="3234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8" name="pt9838"/>
            <p:cNvSpPr/>
            <p:nvPr/>
          </p:nvSpPr>
          <p:spPr>
            <a:xfrm>
              <a:off x="7376245" y="33252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39" name="pt9839"/>
            <p:cNvSpPr/>
            <p:nvPr/>
          </p:nvSpPr>
          <p:spPr>
            <a:xfrm>
              <a:off x="7465976" y="31714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0" name="pt9840"/>
            <p:cNvSpPr/>
            <p:nvPr/>
          </p:nvSpPr>
          <p:spPr>
            <a:xfrm>
              <a:off x="7469030" y="3243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1" name="pt9841"/>
            <p:cNvSpPr/>
            <p:nvPr/>
          </p:nvSpPr>
          <p:spPr>
            <a:xfrm>
              <a:off x="7408853" y="3184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2" name="pt9842"/>
            <p:cNvSpPr/>
            <p:nvPr/>
          </p:nvSpPr>
          <p:spPr>
            <a:xfrm>
              <a:off x="7464368" y="32857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3" name="pt9843"/>
            <p:cNvSpPr/>
            <p:nvPr/>
          </p:nvSpPr>
          <p:spPr>
            <a:xfrm>
              <a:off x="7506168" y="32989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4" name="pt9844"/>
            <p:cNvSpPr/>
            <p:nvPr/>
          </p:nvSpPr>
          <p:spPr>
            <a:xfrm>
              <a:off x="7469612" y="32599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5" name="pt9845"/>
            <p:cNvSpPr/>
            <p:nvPr/>
          </p:nvSpPr>
          <p:spPr>
            <a:xfrm>
              <a:off x="7464101" y="3085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6" name="pt9846"/>
            <p:cNvSpPr/>
            <p:nvPr/>
          </p:nvSpPr>
          <p:spPr>
            <a:xfrm>
              <a:off x="7396839" y="3284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7" name="pt9847"/>
            <p:cNvSpPr/>
            <p:nvPr/>
          </p:nvSpPr>
          <p:spPr>
            <a:xfrm>
              <a:off x="7410102" y="32605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8" name="pt9848"/>
            <p:cNvSpPr/>
            <p:nvPr/>
          </p:nvSpPr>
          <p:spPr>
            <a:xfrm>
              <a:off x="7468594" y="32767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49" name="pt9849"/>
            <p:cNvSpPr/>
            <p:nvPr/>
          </p:nvSpPr>
          <p:spPr>
            <a:xfrm>
              <a:off x="7391981" y="33274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0" name="pt9850"/>
            <p:cNvSpPr/>
            <p:nvPr/>
          </p:nvSpPr>
          <p:spPr>
            <a:xfrm>
              <a:off x="7457556" y="3280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1" name="pt9851"/>
            <p:cNvSpPr/>
            <p:nvPr/>
          </p:nvSpPr>
          <p:spPr>
            <a:xfrm>
              <a:off x="7468389" y="32825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2" name="pt9852"/>
            <p:cNvSpPr/>
            <p:nvPr/>
          </p:nvSpPr>
          <p:spPr>
            <a:xfrm>
              <a:off x="7475314" y="32344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3" name="pt9853"/>
            <p:cNvSpPr/>
            <p:nvPr/>
          </p:nvSpPr>
          <p:spPr>
            <a:xfrm>
              <a:off x="7406401" y="3279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4" name="pt9854"/>
            <p:cNvSpPr/>
            <p:nvPr/>
          </p:nvSpPr>
          <p:spPr>
            <a:xfrm>
              <a:off x="7371138" y="3254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5" name="pt9855"/>
            <p:cNvSpPr/>
            <p:nvPr/>
          </p:nvSpPr>
          <p:spPr>
            <a:xfrm>
              <a:off x="7457559" y="32404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6" name="pt9856"/>
            <p:cNvSpPr/>
            <p:nvPr/>
          </p:nvSpPr>
          <p:spPr>
            <a:xfrm>
              <a:off x="7446798" y="3277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7" name="pt9857"/>
            <p:cNvSpPr/>
            <p:nvPr/>
          </p:nvSpPr>
          <p:spPr>
            <a:xfrm>
              <a:off x="7359102" y="30698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8" name="pt9858"/>
            <p:cNvSpPr/>
            <p:nvPr/>
          </p:nvSpPr>
          <p:spPr>
            <a:xfrm>
              <a:off x="7436652" y="32876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59" name="pt9859"/>
            <p:cNvSpPr/>
            <p:nvPr/>
          </p:nvSpPr>
          <p:spPr>
            <a:xfrm>
              <a:off x="7480256" y="33213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0" name="pt9860"/>
            <p:cNvSpPr/>
            <p:nvPr/>
          </p:nvSpPr>
          <p:spPr>
            <a:xfrm>
              <a:off x="7433841" y="31580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1" name="pt9861"/>
            <p:cNvSpPr/>
            <p:nvPr/>
          </p:nvSpPr>
          <p:spPr>
            <a:xfrm>
              <a:off x="7533850" y="32773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2" name="pt9862"/>
            <p:cNvSpPr/>
            <p:nvPr/>
          </p:nvSpPr>
          <p:spPr>
            <a:xfrm>
              <a:off x="7360442" y="3258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3" name="pt9863"/>
            <p:cNvSpPr/>
            <p:nvPr/>
          </p:nvSpPr>
          <p:spPr>
            <a:xfrm>
              <a:off x="7385265" y="3385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4" name="pt9864"/>
            <p:cNvSpPr/>
            <p:nvPr/>
          </p:nvSpPr>
          <p:spPr>
            <a:xfrm>
              <a:off x="7431919" y="3309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5" name="pt9865"/>
            <p:cNvSpPr/>
            <p:nvPr/>
          </p:nvSpPr>
          <p:spPr>
            <a:xfrm>
              <a:off x="7517253" y="3281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6" name="pt9866"/>
            <p:cNvSpPr/>
            <p:nvPr/>
          </p:nvSpPr>
          <p:spPr>
            <a:xfrm>
              <a:off x="7501105" y="3264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7" name="pt9867"/>
            <p:cNvSpPr/>
            <p:nvPr/>
          </p:nvSpPr>
          <p:spPr>
            <a:xfrm>
              <a:off x="7423850" y="33019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8" name="pt9868"/>
            <p:cNvSpPr/>
            <p:nvPr/>
          </p:nvSpPr>
          <p:spPr>
            <a:xfrm>
              <a:off x="7515631" y="3260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69" name="pt9869"/>
            <p:cNvSpPr/>
            <p:nvPr/>
          </p:nvSpPr>
          <p:spPr>
            <a:xfrm>
              <a:off x="7452069" y="3143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0" name="pt9870"/>
            <p:cNvSpPr/>
            <p:nvPr/>
          </p:nvSpPr>
          <p:spPr>
            <a:xfrm>
              <a:off x="7422571" y="35074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1" name="pt9871"/>
            <p:cNvSpPr/>
            <p:nvPr/>
          </p:nvSpPr>
          <p:spPr>
            <a:xfrm>
              <a:off x="7496235" y="3279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2" name="pt9872"/>
            <p:cNvSpPr/>
            <p:nvPr/>
          </p:nvSpPr>
          <p:spPr>
            <a:xfrm>
              <a:off x="7506180" y="31601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3" name="pt9873"/>
            <p:cNvSpPr/>
            <p:nvPr/>
          </p:nvSpPr>
          <p:spPr>
            <a:xfrm>
              <a:off x="7446494" y="3112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4" name="pt9874"/>
            <p:cNvSpPr/>
            <p:nvPr/>
          </p:nvSpPr>
          <p:spPr>
            <a:xfrm>
              <a:off x="7485946" y="32866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5" name="pt9875"/>
            <p:cNvSpPr/>
            <p:nvPr/>
          </p:nvSpPr>
          <p:spPr>
            <a:xfrm>
              <a:off x="7426230" y="3271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6" name="pt9876"/>
            <p:cNvSpPr/>
            <p:nvPr/>
          </p:nvSpPr>
          <p:spPr>
            <a:xfrm>
              <a:off x="7476181" y="32568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7" name="pt9877"/>
            <p:cNvSpPr/>
            <p:nvPr/>
          </p:nvSpPr>
          <p:spPr>
            <a:xfrm>
              <a:off x="7453341" y="3269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8" name="pt9878"/>
            <p:cNvSpPr/>
            <p:nvPr/>
          </p:nvSpPr>
          <p:spPr>
            <a:xfrm>
              <a:off x="7497356" y="3234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79" name="pt9879"/>
            <p:cNvSpPr/>
            <p:nvPr/>
          </p:nvSpPr>
          <p:spPr>
            <a:xfrm>
              <a:off x="7525888" y="3273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0" name="pt9880"/>
            <p:cNvSpPr/>
            <p:nvPr/>
          </p:nvSpPr>
          <p:spPr>
            <a:xfrm>
              <a:off x="7438974" y="33639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1" name="pt9881"/>
            <p:cNvSpPr/>
            <p:nvPr/>
          </p:nvSpPr>
          <p:spPr>
            <a:xfrm>
              <a:off x="7408496" y="33090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2" name="pt9882"/>
            <p:cNvSpPr/>
            <p:nvPr/>
          </p:nvSpPr>
          <p:spPr>
            <a:xfrm>
              <a:off x="7389666" y="3241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3" name="pt9883"/>
            <p:cNvSpPr/>
            <p:nvPr/>
          </p:nvSpPr>
          <p:spPr>
            <a:xfrm>
              <a:off x="7477528" y="32696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4" name="pt9884"/>
            <p:cNvSpPr/>
            <p:nvPr/>
          </p:nvSpPr>
          <p:spPr>
            <a:xfrm>
              <a:off x="7384266" y="3263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5" name="pt9885"/>
            <p:cNvSpPr/>
            <p:nvPr/>
          </p:nvSpPr>
          <p:spPr>
            <a:xfrm>
              <a:off x="7455519" y="32115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6" name="pt9886"/>
            <p:cNvSpPr/>
            <p:nvPr/>
          </p:nvSpPr>
          <p:spPr>
            <a:xfrm>
              <a:off x="7405029" y="3056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7" name="pt9887"/>
            <p:cNvSpPr/>
            <p:nvPr/>
          </p:nvSpPr>
          <p:spPr>
            <a:xfrm>
              <a:off x="7497165" y="32661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8" name="pt9888"/>
            <p:cNvSpPr/>
            <p:nvPr/>
          </p:nvSpPr>
          <p:spPr>
            <a:xfrm>
              <a:off x="7445036" y="3251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89" name="pt9889"/>
            <p:cNvSpPr/>
            <p:nvPr/>
          </p:nvSpPr>
          <p:spPr>
            <a:xfrm>
              <a:off x="7465494" y="3033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0" name="pt9890"/>
            <p:cNvSpPr/>
            <p:nvPr/>
          </p:nvSpPr>
          <p:spPr>
            <a:xfrm>
              <a:off x="7439106" y="3225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1" name="pt9891"/>
            <p:cNvSpPr/>
            <p:nvPr/>
          </p:nvSpPr>
          <p:spPr>
            <a:xfrm>
              <a:off x="7448991" y="32808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2" name="pt9892"/>
            <p:cNvSpPr/>
            <p:nvPr/>
          </p:nvSpPr>
          <p:spPr>
            <a:xfrm>
              <a:off x="7404098" y="3283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3" name="pt9893"/>
            <p:cNvSpPr/>
            <p:nvPr/>
          </p:nvSpPr>
          <p:spPr>
            <a:xfrm>
              <a:off x="7456740" y="3265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4" name="pt9894"/>
            <p:cNvSpPr/>
            <p:nvPr/>
          </p:nvSpPr>
          <p:spPr>
            <a:xfrm>
              <a:off x="7553183" y="32581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5" name="pt9895"/>
            <p:cNvSpPr/>
            <p:nvPr/>
          </p:nvSpPr>
          <p:spPr>
            <a:xfrm>
              <a:off x="7415786" y="32606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6" name="pt9896"/>
            <p:cNvSpPr/>
            <p:nvPr/>
          </p:nvSpPr>
          <p:spPr>
            <a:xfrm>
              <a:off x="7445630" y="3286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7" name="pt9897"/>
            <p:cNvSpPr/>
            <p:nvPr/>
          </p:nvSpPr>
          <p:spPr>
            <a:xfrm>
              <a:off x="7434573" y="3301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8" name="pt9898"/>
            <p:cNvSpPr/>
            <p:nvPr/>
          </p:nvSpPr>
          <p:spPr>
            <a:xfrm>
              <a:off x="7544762" y="31964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899" name="pt9899"/>
            <p:cNvSpPr/>
            <p:nvPr/>
          </p:nvSpPr>
          <p:spPr>
            <a:xfrm>
              <a:off x="7431016" y="32984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0" name="pt9900"/>
            <p:cNvSpPr/>
            <p:nvPr/>
          </p:nvSpPr>
          <p:spPr>
            <a:xfrm>
              <a:off x="7447735" y="3239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1" name="pt9901"/>
            <p:cNvSpPr/>
            <p:nvPr/>
          </p:nvSpPr>
          <p:spPr>
            <a:xfrm>
              <a:off x="7458445" y="3217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2" name="pt9902"/>
            <p:cNvSpPr/>
            <p:nvPr/>
          </p:nvSpPr>
          <p:spPr>
            <a:xfrm>
              <a:off x="7417564" y="3273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3" name="pt9903"/>
            <p:cNvSpPr/>
            <p:nvPr/>
          </p:nvSpPr>
          <p:spPr>
            <a:xfrm>
              <a:off x="7395195" y="3296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4" name="pt9904"/>
            <p:cNvSpPr/>
            <p:nvPr/>
          </p:nvSpPr>
          <p:spPr>
            <a:xfrm>
              <a:off x="7501652" y="3203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5" name="pt9905"/>
            <p:cNvSpPr/>
            <p:nvPr/>
          </p:nvSpPr>
          <p:spPr>
            <a:xfrm>
              <a:off x="7401058" y="3302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6" name="pt9906"/>
            <p:cNvSpPr/>
            <p:nvPr/>
          </p:nvSpPr>
          <p:spPr>
            <a:xfrm>
              <a:off x="7498188" y="3243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7" name="pt9907"/>
            <p:cNvSpPr/>
            <p:nvPr/>
          </p:nvSpPr>
          <p:spPr>
            <a:xfrm>
              <a:off x="7470300" y="31814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8" name="pt9908"/>
            <p:cNvSpPr/>
            <p:nvPr/>
          </p:nvSpPr>
          <p:spPr>
            <a:xfrm>
              <a:off x="7459168" y="3317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09" name="pt9909"/>
            <p:cNvSpPr/>
            <p:nvPr/>
          </p:nvSpPr>
          <p:spPr>
            <a:xfrm>
              <a:off x="7445649" y="31143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0" name="pt9910"/>
            <p:cNvSpPr/>
            <p:nvPr/>
          </p:nvSpPr>
          <p:spPr>
            <a:xfrm>
              <a:off x="7553697" y="3307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1" name="pt9911"/>
            <p:cNvSpPr/>
            <p:nvPr/>
          </p:nvSpPr>
          <p:spPr>
            <a:xfrm>
              <a:off x="7449384" y="32759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2" name="pt9912"/>
            <p:cNvSpPr/>
            <p:nvPr/>
          </p:nvSpPr>
          <p:spPr>
            <a:xfrm>
              <a:off x="7445558" y="3288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3" name="pt9913"/>
            <p:cNvSpPr/>
            <p:nvPr/>
          </p:nvSpPr>
          <p:spPr>
            <a:xfrm>
              <a:off x="7457930" y="32997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4" name="pt9914"/>
            <p:cNvSpPr/>
            <p:nvPr/>
          </p:nvSpPr>
          <p:spPr>
            <a:xfrm>
              <a:off x="7425290" y="31183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5" name="pt9915"/>
            <p:cNvSpPr/>
            <p:nvPr/>
          </p:nvSpPr>
          <p:spPr>
            <a:xfrm>
              <a:off x="7421013" y="3243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6" name="pt9916"/>
            <p:cNvSpPr/>
            <p:nvPr/>
          </p:nvSpPr>
          <p:spPr>
            <a:xfrm>
              <a:off x="7471160" y="3297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7" name="pt9917"/>
            <p:cNvSpPr/>
            <p:nvPr/>
          </p:nvSpPr>
          <p:spPr>
            <a:xfrm>
              <a:off x="7436612" y="33202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8" name="pt9918"/>
            <p:cNvSpPr/>
            <p:nvPr/>
          </p:nvSpPr>
          <p:spPr>
            <a:xfrm>
              <a:off x="7436563" y="32168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19" name="pt9919"/>
            <p:cNvSpPr/>
            <p:nvPr/>
          </p:nvSpPr>
          <p:spPr>
            <a:xfrm>
              <a:off x="7562154" y="3236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0" name="pt9920"/>
            <p:cNvSpPr/>
            <p:nvPr/>
          </p:nvSpPr>
          <p:spPr>
            <a:xfrm>
              <a:off x="7408154" y="3294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1" name="pt9921"/>
            <p:cNvSpPr/>
            <p:nvPr/>
          </p:nvSpPr>
          <p:spPr>
            <a:xfrm>
              <a:off x="7396508" y="31899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2" name="pt9922"/>
            <p:cNvSpPr/>
            <p:nvPr/>
          </p:nvSpPr>
          <p:spPr>
            <a:xfrm>
              <a:off x="7468027" y="3281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3" name="pt9923"/>
            <p:cNvSpPr/>
            <p:nvPr/>
          </p:nvSpPr>
          <p:spPr>
            <a:xfrm>
              <a:off x="7579781" y="3314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4" name="pt9924"/>
            <p:cNvSpPr/>
            <p:nvPr/>
          </p:nvSpPr>
          <p:spPr>
            <a:xfrm>
              <a:off x="7498703" y="3267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5" name="pt9925"/>
            <p:cNvSpPr/>
            <p:nvPr/>
          </p:nvSpPr>
          <p:spPr>
            <a:xfrm>
              <a:off x="7482273" y="3267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6" name="pt9926"/>
            <p:cNvSpPr/>
            <p:nvPr/>
          </p:nvSpPr>
          <p:spPr>
            <a:xfrm>
              <a:off x="7438654" y="3319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7" name="pt9927"/>
            <p:cNvSpPr/>
            <p:nvPr/>
          </p:nvSpPr>
          <p:spPr>
            <a:xfrm>
              <a:off x="7480479" y="32312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8" name="pt9928"/>
            <p:cNvSpPr/>
            <p:nvPr/>
          </p:nvSpPr>
          <p:spPr>
            <a:xfrm>
              <a:off x="7451151" y="32022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29" name="pt9929"/>
            <p:cNvSpPr/>
            <p:nvPr/>
          </p:nvSpPr>
          <p:spPr>
            <a:xfrm>
              <a:off x="7455366" y="32135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0" name="pt9930"/>
            <p:cNvSpPr/>
            <p:nvPr/>
          </p:nvSpPr>
          <p:spPr>
            <a:xfrm>
              <a:off x="7392062" y="3302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1" name="pt9931"/>
            <p:cNvSpPr/>
            <p:nvPr/>
          </p:nvSpPr>
          <p:spPr>
            <a:xfrm>
              <a:off x="7468679" y="32345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2" name="pt9932"/>
            <p:cNvSpPr/>
            <p:nvPr/>
          </p:nvSpPr>
          <p:spPr>
            <a:xfrm>
              <a:off x="7455074" y="32809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3" name="pt9933"/>
            <p:cNvSpPr/>
            <p:nvPr/>
          </p:nvSpPr>
          <p:spPr>
            <a:xfrm>
              <a:off x="7421697" y="3189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4" name="pt9934"/>
            <p:cNvSpPr/>
            <p:nvPr/>
          </p:nvSpPr>
          <p:spPr>
            <a:xfrm>
              <a:off x="7432344" y="3302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5" name="pt9935"/>
            <p:cNvSpPr/>
            <p:nvPr/>
          </p:nvSpPr>
          <p:spPr>
            <a:xfrm>
              <a:off x="7514261" y="3304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6" name="pt9936"/>
            <p:cNvSpPr/>
            <p:nvPr/>
          </p:nvSpPr>
          <p:spPr>
            <a:xfrm>
              <a:off x="7391787" y="3258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7" name="pt9937"/>
            <p:cNvSpPr/>
            <p:nvPr/>
          </p:nvSpPr>
          <p:spPr>
            <a:xfrm>
              <a:off x="7489105" y="2947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8" name="pt9938"/>
            <p:cNvSpPr/>
            <p:nvPr/>
          </p:nvSpPr>
          <p:spPr>
            <a:xfrm>
              <a:off x="7507435" y="32874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39" name="pt9939"/>
            <p:cNvSpPr/>
            <p:nvPr/>
          </p:nvSpPr>
          <p:spPr>
            <a:xfrm>
              <a:off x="7530554" y="3295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0" name="pt9940"/>
            <p:cNvSpPr/>
            <p:nvPr/>
          </p:nvSpPr>
          <p:spPr>
            <a:xfrm>
              <a:off x="7403702" y="3308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1" name="pt9941"/>
            <p:cNvSpPr/>
            <p:nvPr/>
          </p:nvSpPr>
          <p:spPr>
            <a:xfrm>
              <a:off x="7458545" y="3312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2" name="pt9942"/>
            <p:cNvSpPr/>
            <p:nvPr/>
          </p:nvSpPr>
          <p:spPr>
            <a:xfrm>
              <a:off x="7465921" y="32723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3" name="pt9943"/>
            <p:cNvSpPr/>
            <p:nvPr/>
          </p:nvSpPr>
          <p:spPr>
            <a:xfrm>
              <a:off x="7373574" y="34806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4" name="pt9944"/>
            <p:cNvSpPr/>
            <p:nvPr/>
          </p:nvSpPr>
          <p:spPr>
            <a:xfrm>
              <a:off x="7330773" y="305480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45" name="pt9945"/>
            <p:cNvSpPr/>
            <p:nvPr/>
          </p:nvSpPr>
          <p:spPr>
            <a:xfrm>
              <a:off x="7378180" y="3255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6" name="pt9946"/>
            <p:cNvSpPr/>
            <p:nvPr/>
          </p:nvSpPr>
          <p:spPr>
            <a:xfrm>
              <a:off x="7505975" y="31722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7" name="pt9947"/>
            <p:cNvSpPr/>
            <p:nvPr/>
          </p:nvSpPr>
          <p:spPr>
            <a:xfrm>
              <a:off x="7415981" y="32865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8" name="pt9948"/>
            <p:cNvSpPr/>
            <p:nvPr/>
          </p:nvSpPr>
          <p:spPr>
            <a:xfrm>
              <a:off x="7526843" y="3265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49" name="pt9949"/>
            <p:cNvSpPr/>
            <p:nvPr/>
          </p:nvSpPr>
          <p:spPr>
            <a:xfrm>
              <a:off x="7491904" y="3264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0" name="pt9950"/>
            <p:cNvSpPr/>
            <p:nvPr/>
          </p:nvSpPr>
          <p:spPr>
            <a:xfrm>
              <a:off x="7463340" y="3246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1" name="pt9951"/>
            <p:cNvSpPr/>
            <p:nvPr/>
          </p:nvSpPr>
          <p:spPr>
            <a:xfrm>
              <a:off x="7477469" y="3487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2" name="pt9952"/>
            <p:cNvSpPr/>
            <p:nvPr/>
          </p:nvSpPr>
          <p:spPr>
            <a:xfrm>
              <a:off x="7435509" y="32651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3" name="pt9953"/>
            <p:cNvSpPr/>
            <p:nvPr/>
          </p:nvSpPr>
          <p:spPr>
            <a:xfrm>
              <a:off x="7465284" y="3255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4" name="pt9954"/>
            <p:cNvSpPr/>
            <p:nvPr/>
          </p:nvSpPr>
          <p:spPr>
            <a:xfrm>
              <a:off x="7418282" y="3275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5" name="pt9955"/>
            <p:cNvSpPr/>
            <p:nvPr/>
          </p:nvSpPr>
          <p:spPr>
            <a:xfrm>
              <a:off x="7459982" y="32531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6" name="pt9956"/>
            <p:cNvSpPr/>
            <p:nvPr/>
          </p:nvSpPr>
          <p:spPr>
            <a:xfrm>
              <a:off x="7395452" y="3321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7" name="pt9957"/>
            <p:cNvSpPr/>
            <p:nvPr/>
          </p:nvSpPr>
          <p:spPr>
            <a:xfrm>
              <a:off x="7529761" y="3263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8" name="pt9958"/>
            <p:cNvSpPr/>
            <p:nvPr/>
          </p:nvSpPr>
          <p:spPr>
            <a:xfrm>
              <a:off x="7480195" y="3069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59" name="pt9959"/>
            <p:cNvSpPr/>
            <p:nvPr/>
          </p:nvSpPr>
          <p:spPr>
            <a:xfrm>
              <a:off x="7493695" y="3189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0" name="pt9960"/>
            <p:cNvSpPr/>
            <p:nvPr/>
          </p:nvSpPr>
          <p:spPr>
            <a:xfrm>
              <a:off x="7454409" y="3248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1" name="pt9961"/>
            <p:cNvSpPr/>
            <p:nvPr/>
          </p:nvSpPr>
          <p:spPr>
            <a:xfrm>
              <a:off x="7517435" y="3256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2" name="pt9962"/>
            <p:cNvSpPr/>
            <p:nvPr/>
          </p:nvSpPr>
          <p:spPr>
            <a:xfrm>
              <a:off x="7380954" y="33000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3" name="pt9963"/>
            <p:cNvSpPr/>
            <p:nvPr/>
          </p:nvSpPr>
          <p:spPr>
            <a:xfrm>
              <a:off x="7426289" y="3280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4" name="pt9964"/>
            <p:cNvSpPr/>
            <p:nvPr/>
          </p:nvSpPr>
          <p:spPr>
            <a:xfrm>
              <a:off x="7528023" y="32813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5" name="pt9965"/>
            <p:cNvSpPr/>
            <p:nvPr/>
          </p:nvSpPr>
          <p:spPr>
            <a:xfrm>
              <a:off x="7469514" y="32736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6" name="pt9966"/>
            <p:cNvSpPr/>
            <p:nvPr/>
          </p:nvSpPr>
          <p:spPr>
            <a:xfrm>
              <a:off x="7448906" y="3262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7" name="pt9967"/>
            <p:cNvSpPr/>
            <p:nvPr/>
          </p:nvSpPr>
          <p:spPr>
            <a:xfrm>
              <a:off x="7431808" y="3253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8" name="pt9968"/>
            <p:cNvSpPr/>
            <p:nvPr/>
          </p:nvSpPr>
          <p:spPr>
            <a:xfrm>
              <a:off x="7386241" y="33206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69" name="pt9969"/>
            <p:cNvSpPr/>
            <p:nvPr/>
          </p:nvSpPr>
          <p:spPr>
            <a:xfrm>
              <a:off x="7390370" y="32899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0" name="pt9970"/>
            <p:cNvSpPr/>
            <p:nvPr/>
          </p:nvSpPr>
          <p:spPr>
            <a:xfrm>
              <a:off x="7474856" y="3288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1" name="pt9971"/>
            <p:cNvSpPr/>
            <p:nvPr/>
          </p:nvSpPr>
          <p:spPr>
            <a:xfrm>
              <a:off x="7449192" y="3300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2" name="pt9972"/>
            <p:cNvSpPr/>
            <p:nvPr/>
          </p:nvSpPr>
          <p:spPr>
            <a:xfrm>
              <a:off x="7458438" y="33001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3" name="pt9973"/>
            <p:cNvSpPr/>
            <p:nvPr/>
          </p:nvSpPr>
          <p:spPr>
            <a:xfrm>
              <a:off x="7468483" y="32786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4" name="pt9974"/>
            <p:cNvSpPr/>
            <p:nvPr/>
          </p:nvSpPr>
          <p:spPr>
            <a:xfrm>
              <a:off x="7465741" y="32593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5" name="pt9975"/>
            <p:cNvSpPr/>
            <p:nvPr/>
          </p:nvSpPr>
          <p:spPr>
            <a:xfrm>
              <a:off x="7382807" y="32781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6" name="pt9976"/>
            <p:cNvSpPr/>
            <p:nvPr/>
          </p:nvSpPr>
          <p:spPr>
            <a:xfrm>
              <a:off x="7432882" y="3263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7" name="pt9977"/>
            <p:cNvSpPr/>
            <p:nvPr/>
          </p:nvSpPr>
          <p:spPr>
            <a:xfrm>
              <a:off x="7384612" y="32545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8" name="pt9978"/>
            <p:cNvSpPr/>
            <p:nvPr/>
          </p:nvSpPr>
          <p:spPr>
            <a:xfrm>
              <a:off x="7441186" y="29623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79" name="pt9979"/>
            <p:cNvSpPr/>
            <p:nvPr/>
          </p:nvSpPr>
          <p:spPr>
            <a:xfrm>
              <a:off x="7474349" y="3311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0" name="pt9980"/>
            <p:cNvSpPr/>
            <p:nvPr/>
          </p:nvSpPr>
          <p:spPr>
            <a:xfrm>
              <a:off x="7497135" y="31601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1" name="pt9981"/>
            <p:cNvSpPr/>
            <p:nvPr/>
          </p:nvSpPr>
          <p:spPr>
            <a:xfrm>
              <a:off x="7479679" y="32740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2" name="pt9982"/>
            <p:cNvSpPr/>
            <p:nvPr/>
          </p:nvSpPr>
          <p:spPr>
            <a:xfrm>
              <a:off x="7463456" y="32804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3" name="pt9983"/>
            <p:cNvSpPr/>
            <p:nvPr/>
          </p:nvSpPr>
          <p:spPr>
            <a:xfrm>
              <a:off x="7435093" y="3237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4" name="pt9984"/>
            <p:cNvSpPr/>
            <p:nvPr/>
          </p:nvSpPr>
          <p:spPr>
            <a:xfrm>
              <a:off x="7485456" y="32698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5" name="pt9985"/>
            <p:cNvSpPr/>
            <p:nvPr/>
          </p:nvSpPr>
          <p:spPr>
            <a:xfrm>
              <a:off x="7458695" y="3347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6" name="pt9986"/>
            <p:cNvSpPr/>
            <p:nvPr/>
          </p:nvSpPr>
          <p:spPr>
            <a:xfrm>
              <a:off x="7493369" y="3267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7" name="pt9987"/>
            <p:cNvSpPr/>
            <p:nvPr/>
          </p:nvSpPr>
          <p:spPr>
            <a:xfrm>
              <a:off x="7336538" y="3213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8" name="pt9988"/>
            <p:cNvSpPr/>
            <p:nvPr/>
          </p:nvSpPr>
          <p:spPr>
            <a:xfrm>
              <a:off x="7432929" y="33040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89" name="pt9989"/>
            <p:cNvSpPr/>
            <p:nvPr/>
          </p:nvSpPr>
          <p:spPr>
            <a:xfrm>
              <a:off x="7405954" y="3163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0" name="pt9990"/>
            <p:cNvSpPr/>
            <p:nvPr/>
          </p:nvSpPr>
          <p:spPr>
            <a:xfrm>
              <a:off x="7505780" y="3244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1" name="pt9991"/>
            <p:cNvSpPr/>
            <p:nvPr/>
          </p:nvSpPr>
          <p:spPr>
            <a:xfrm>
              <a:off x="7505948" y="3257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2" name="pt9992"/>
            <p:cNvSpPr/>
            <p:nvPr/>
          </p:nvSpPr>
          <p:spPr>
            <a:xfrm>
              <a:off x="7488863" y="31950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3" name="pt9993"/>
            <p:cNvSpPr/>
            <p:nvPr/>
          </p:nvSpPr>
          <p:spPr>
            <a:xfrm>
              <a:off x="7482666" y="32207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4" name="pt9994"/>
            <p:cNvSpPr/>
            <p:nvPr/>
          </p:nvSpPr>
          <p:spPr>
            <a:xfrm>
              <a:off x="7435944" y="3310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5" name="pt9995"/>
            <p:cNvSpPr/>
            <p:nvPr/>
          </p:nvSpPr>
          <p:spPr>
            <a:xfrm>
              <a:off x="7386595" y="3275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6" name="pt9996"/>
            <p:cNvSpPr/>
            <p:nvPr/>
          </p:nvSpPr>
          <p:spPr>
            <a:xfrm>
              <a:off x="7458333" y="3264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7" name="pt9997"/>
            <p:cNvSpPr/>
            <p:nvPr/>
          </p:nvSpPr>
          <p:spPr>
            <a:xfrm>
              <a:off x="7481975" y="32740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8" name="pt9998"/>
            <p:cNvSpPr/>
            <p:nvPr/>
          </p:nvSpPr>
          <p:spPr>
            <a:xfrm>
              <a:off x="7438831" y="32475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9999" name="pt9999"/>
            <p:cNvSpPr/>
            <p:nvPr/>
          </p:nvSpPr>
          <p:spPr>
            <a:xfrm>
              <a:off x="7449143" y="3197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0" name="pt10000"/>
            <p:cNvSpPr/>
            <p:nvPr/>
          </p:nvSpPr>
          <p:spPr>
            <a:xfrm>
              <a:off x="7406240" y="3255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1" name="pt10001"/>
            <p:cNvSpPr/>
            <p:nvPr/>
          </p:nvSpPr>
          <p:spPr>
            <a:xfrm>
              <a:off x="7450777" y="3350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2" name="pt10002"/>
            <p:cNvSpPr/>
            <p:nvPr/>
          </p:nvSpPr>
          <p:spPr>
            <a:xfrm>
              <a:off x="7427110" y="3257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3" name="pt10003"/>
            <p:cNvSpPr/>
            <p:nvPr/>
          </p:nvSpPr>
          <p:spPr>
            <a:xfrm>
              <a:off x="7257914" y="333358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04" name="pt10004"/>
            <p:cNvSpPr/>
            <p:nvPr/>
          </p:nvSpPr>
          <p:spPr>
            <a:xfrm>
              <a:off x="7449797" y="32708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5" name="pt10005"/>
            <p:cNvSpPr/>
            <p:nvPr/>
          </p:nvSpPr>
          <p:spPr>
            <a:xfrm>
              <a:off x="7466636" y="32626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6" name="pt10006"/>
            <p:cNvSpPr/>
            <p:nvPr/>
          </p:nvSpPr>
          <p:spPr>
            <a:xfrm>
              <a:off x="7401018" y="33294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7" name="pt10007"/>
            <p:cNvSpPr/>
            <p:nvPr/>
          </p:nvSpPr>
          <p:spPr>
            <a:xfrm>
              <a:off x="7324954" y="3293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8" name="pt10008"/>
            <p:cNvSpPr/>
            <p:nvPr/>
          </p:nvSpPr>
          <p:spPr>
            <a:xfrm>
              <a:off x="7501964" y="32739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09" name="pt10009"/>
            <p:cNvSpPr/>
            <p:nvPr/>
          </p:nvSpPr>
          <p:spPr>
            <a:xfrm>
              <a:off x="7467721" y="3055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0" name="pt10010"/>
            <p:cNvSpPr/>
            <p:nvPr/>
          </p:nvSpPr>
          <p:spPr>
            <a:xfrm>
              <a:off x="7351397" y="32505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1" name="pt10011"/>
            <p:cNvSpPr/>
            <p:nvPr/>
          </p:nvSpPr>
          <p:spPr>
            <a:xfrm>
              <a:off x="7424464" y="3248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2" name="pt10012"/>
            <p:cNvSpPr/>
            <p:nvPr/>
          </p:nvSpPr>
          <p:spPr>
            <a:xfrm>
              <a:off x="7383707" y="3240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3" name="pt10013"/>
            <p:cNvSpPr/>
            <p:nvPr/>
          </p:nvSpPr>
          <p:spPr>
            <a:xfrm>
              <a:off x="7462189" y="32917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4" name="pt10014"/>
            <p:cNvSpPr/>
            <p:nvPr/>
          </p:nvSpPr>
          <p:spPr>
            <a:xfrm>
              <a:off x="7405884" y="3293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5" name="pt10015"/>
            <p:cNvSpPr/>
            <p:nvPr/>
          </p:nvSpPr>
          <p:spPr>
            <a:xfrm>
              <a:off x="7501887" y="31419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6" name="pt10016"/>
            <p:cNvSpPr/>
            <p:nvPr/>
          </p:nvSpPr>
          <p:spPr>
            <a:xfrm>
              <a:off x="7459353" y="3284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7" name="pt10017"/>
            <p:cNvSpPr/>
            <p:nvPr/>
          </p:nvSpPr>
          <p:spPr>
            <a:xfrm>
              <a:off x="7423383" y="3263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8" name="pt10018"/>
            <p:cNvSpPr/>
            <p:nvPr/>
          </p:nvSpPr>
          <p:spPr>
            <a:xfrm>
              <a:off x="7459333" y="32909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19" name="pt10019"/>
            <p:cNvSpPr/>
            <p:nvPr/>
          </p:nvSpPr>
          <p:spPr>
            <a:xfrm>
              <a:off x="7423630" y="3270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0" name="pt10020"/>
            <p:cNvSpPr/>
            <p:nvPr/>
          </p:nvSpPr>
          <p:spPr>
            <a:xfrm>
              <a:off x="7500361" y="32281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1" name="pt10021"/>
            <p:cNvSpPr/>
            <p:nvPr/>
          </p:nvSpPr>
          <p:spPr>
            <a:xfrm>
              <a:off x="7437391" y="3199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2" name="pt10022"/>
            <p:cNvSpPr/>
            <p:nvPr/>
          </p:nvSpPr>
          <p:spPr>
            <a:xfrm>
              <a:off x="7451551" y="32744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3" name="pt10023"/>
            <p:cNvSpPr/>
            <p:nvPr/>
          </p:nvSpPr>
          <p:spPr>
            <a:xfrm>
              <a:off x="7460302" y="3276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4" name="pt10024"/>
            <p:cNvSpPr/>
            <p:nvPr/>
          </p:nvSpPr>
          <p:spPr>
            <a:xfrm>
              <a:off x="7479329" y="3247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5" name="pt10025"/>
            <p:cNvSpPr/>
            <p:nvPr/>
          </p:nvSpPr>
          <p:spPr>
            <a:xfrm>
              <a:off x="7504988" y="32813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6" name="pt10026"/>
            <p:cNvSpPr/>
            <p:nvPr/>
          </p:nvSpPr>
          <p:spPr>
            <a:xfrm>
              <a:off x="7484126" y="33271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7" name="pt10027"/>
            <p:cNvSpPr/>
            <p:nvPr/>
          </p:nvSpPr>
          <p:spPr>
            <a:xfrm>
              <a:off x="7508724" y="32814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8" name="pt10028"/>
            <p:cNvSpPr/>
            <p:nvPr/>
          </p:nvSpPr>
          <p:spPr>
            <a:xfrm>
              <a:off x="7436638" y="3322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29" name="pt10029"/>
            <p:cNvSpPr/>
            <p:nvPr/>
          </p:nvSpPr>
          <p:spPr>
            <a:xfrm>
              <a:off x="7372611" y="3267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0" name="pt10030"/>
            <p:cNvSpPr/>
            <p:nvPr/>
          </p:nvSpPr>
          <p:spPr>
            <a:xfrm>
              <a:off x="7470110" y="3281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1" name="pt10031"/>
            <p:cNvSpPr/>
            <p:nvPr/>
          </p:nvSpPr>
          <p:spPr>
            <a:xfrm>
              <a:off x="7515996" y="3225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2" name="pt10032"/>
            <p:cNvSpPr/>
            <p:nvPr/>
          </p:nvSpPr>
          <p:spPr>
            <a:xfrm>
              <a:off x="7477049" y="32556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3" name="pt10033"/>
            <p:cNvSpPr/>
            <p:nvPr/>
          </p:nvSpPr>
          <p:spPr>
            <a:xfrm>
              <a:off x="7317091" y="32490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4" name="pt10034"/>
            <p:cNvSpPr/>
            <p:nvPr/>
          </p:nvSpPr>
          <p:spPr>
            <a:xfrm>
              <a:off x="7465562" y="33222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5" name="pt10035"/>
            <p:cNvSpPr/>
            <p:nvPr/>
          </p:nvSpPr>
          <p:spPr>
            <a:xfrm>
              <a:off x="7461872" y="3274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6" name="pt10036"/>
            <p:cNvSpPr/>
            <p:nvPr/>
          </p:nvSpPr>
          <p:spPr>
            <a:xfrm>
              <a:off x="7452750" y="33300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7" name="pt10037"/>
            <p:cNvSpPr/>
            <p:nvPr/>
          </p:nvSpPr>
          <p:spPr>
            <a:xfrm>
              <a:off x="7455102" y="3281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8" name="pt10038"/>
            <p:cNvSpPr/>
            <p:nvPr/>
          </p:nvSpPr>
          <p:spPr>
            <a:xfrm>
              <a:off x="7481665" y="32969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39" name="pt10039"/>
            <p:cNvSpPr/>
            <p:nvPr/>
          </p:nvSpPr>
          <p:spPr>
            <a:xfrm>
              <a:off x="7505508" y="32235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0" name="pt10040"/>
            <p:cNvSpPr/>
            <p:nvPr/>
          </p:nvSpPr>
          <p:spPr>
            <a:xfrm>
              <a:off x="7430224" y="3284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1" name="pt10041"/>
            <p:cNvSpPr/>
            <p:nvPr/>
          </p:nvSpPr>
          <p:spPr>
            <a:xfrm>
              <a:off x="7470930" y="3064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2" name="pt10042"/>
            <p:cNvSpPr/>
            <p:nvPr/>
          </p:nvSpPr>
          <p:spPr>
            <a:xfrm>
              <a:off x="7465210" y="32591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3" name="pt10043"/>
            <p:cNvSpPr/>
            <p:nvPr/>
          </p:nvSpPr>
          <p:spPr>
            <a:xfrm>
              <a:off x="7502436" y="3260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4" name="pt10044"/>
            <p:cNvSpPr/>
            <p:nvPr/>
          </p:nvSpPr>
          <p:spPr>
            <a:xfrm>
              <a:off x="7406193" y="3154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5" name="pt10045"/>
            <p:cNvSpPr/>
            <p:nvPr/>
          </p:nvSpPr>
          <p:spPr>
            <a:xfrm>
              <a:off x="7382792" y="33540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6" name="pt10046"/>
            <p:cNvSpPr/>
            <p:nvPr/>
          </p:nvSpPr>
          <p:spPr>
            <a:xfrm>
              <a:off x="7466231" y="31839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7" name="pt10047"/>
            <p:cNvSpPr/>
            <p:nvPr/>
          </p:nvSpPr>
          <p:spPr>
            <a:xfrm>
              <a:off x="7406757" y="3299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8" name="pt10048"/>
            <p:cNvSpPr/>
            <p:nvPr/>
          </p:nvSpPr>
          <p:spPr>
            <a:xfrm>
              <a:off x="7460438" y="38015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49" name="pt10049"/>
            <p:cNvSpPr/>
            <p:nvPr/>
          </p:nvSpPr>
          <p:spPr>
            <a:xfrm>
              <a:off x="7493860" y="3254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0" name="pt10050"/>
            <p:cNvSpPr/>
            <p:nvPr/>
          </p:nvSpPr>
          <p:spPr>
            <a:xfrm>
              <a:off x="7440391" y="3246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1" name="pt10051"/>
            <p:cNvSpPr/>
            <p:nvPr/>
          </p:nvSpPr>
          <p:spPr>
            <a:xfrm>
              <a:off x="7403505" y="33000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2" name="pt10052"/>
            <p:cNvSpPr/>
            <p:nvPr/>
          </p:nvSpPr>
          <p:spPr>
            <a:xfrm>
              <a:off x="7499782" y="3251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3" name="pt10053"/>
            <p:cNvSpPr/>
            <p:nvPr/>
          </p:nvSpPr>
          <p:spPr>
            <a:xfrm>
              <a:off x="7400896" y="3277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4" name="pt10054"/>
            <p:cNvSpPr/>
            <p:nvPr/>
          </p:nvSpPr>
          <p:spPr>
            <a:xfrm>
              <a:off x="7415908" y="33186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5" name="pt10055"/>
            <p:cNvSpPr/>
            <p:nvPr/>
          </p:nvSpPr>
          <p:spPr>
            <a:xfrm>
              <a:off x="7393143" y="32639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6" name="pt10056"/>
            <p:cNvSpPr/>
            <p:nvPr/>
          </p:nvSpPr>
          <p:spPr>
            <a:xfrm>
              <a:off x="7435345" y="32977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7" name="pt10057"/>
            <p:cNvSpPr/>
            <p:nvPr/>
          </p:nvSpPr>
          <p:spPr>
            <a:xfrm>
              <a:off x="7392398" y="32341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8" name="pt10058"/>
            <p:cNvSpPr/>
            <p:nvPr/>
          </p:nvSpPr>
          <p:spPr>
            <a:xfrm>
              <a:off x="7426009" y="3280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59" name="pt10059"/>
            <p:cNvSpPr/>
            <p:nvPr/>
          </p:nvSpPr>
          <p:spPr>
            <a:xfrm>
              <a:off x="7435958" y="3316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0" name="pt10060"/>
            <p:cNvSpPr/>
            <p:nvPr/>
          </p:nvSpPr>
          <p:spPr>
            <a:xfrm>
              <a:off x="7533888" y="32686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1" name="pt10061"/>
            <p:cNvSpPr/>
            <p:nvPr/>
          </p:nvSpPr>
          <p:spPr>
            <a:xfrm>
              <a:off x="7485100" y="3244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2" name="pt10062"/>
            <p:cNvSpPr/>
            <p:nvPr/>
          </p:nvSpPr>
          <p:spPr>
            <a:xfrm>
              <a:off x="7449313" y="32433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3" name="pt10063"/>
            <p:cNvSpPr/>
            <p:nvPr/>
          </p:nvSpPr>
          <p:spPr>
            <a:xfrm>
              <a:off x="7436464" y="32772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4" name="pt10064"/>
            <p:cNvSpPr/>
            <p:nvPr/>
          </p:nvSpPr>
          <p:spPr>
            <a:xfrm>
              <a:off x="7514750" y="3320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5" name="pt10065"/>
            <p:cNvSpPr/>
            <p:nvPr/>
          </p:nvSpPr>
          <p:spPr>
            <a:xfrm>
              <a:off x="7473425" y="3250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6" name="pt10066"/>
            <p:cNvSpPr/>
            <p:nvPr/>
          </p:nvSpPr>
          <p:spPr>
            <a:xfrm>
              <a:off x="7453241" y="30528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7" name="pt10067"/>
            <p:cNvSpPr/>
            <p:nvPr/>
          </p:nvSpPr>
          <p:spPr>
            <a:xfrm>
              <a:off x="7546691" y="3266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8" name="pt10068"/>
            <p:cNvSpPr/>
            <p:nvPr/>
          </p:nvSpPr>
          <p:spPr>
            <a:xfrm>
              <a:off x="7524072" y="32313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69" name="pt10069"/>
            <p:cNvSpPr/>
            <p:nvPr/>
          </p:nvSpPr>
          <p:spPr>
            <a:xfrm>
              <a:off x="7381982" y="3302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0" name="pt10070"/>
            <p:cNvSpPr/>
            <p:nvPr/>
          </p:nvSpPr>
          <p:spPr>
            <a:xfrm>
              <a:off x="7478297" y="3262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1" name="pt10071"/>
            <p:cNvSpPr/>
            <p:nvPr/>
          </p:nvSpPr>
          <p:spPr>
            <a:xfrm>
              <a:off x="7508871" y="3286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2" name="pt10072"/>
            <p:cNvSpPr/>
            <p:nvPr/>
          </p:nvSpPr>
          <p:spPr>
            <a:xfrm>
              <a:off x="7454629" y="32610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3" name="pt10073"/>
            <p:cNvSpPr/>
            <p:nvPr/>
          </p:nvSpPr>
          <p:spPr>
            <a:xfrm>
              <a:off x="7453209" y="3280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4" name="pt10074"/>
            <p:cNvSpPr/>
            <p:nvPr/>
          </p:nvSpPr>
          <p:spPr>
            <a:xfrm>
              <a:off x="7448436" y="32791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5" name="pt10075"/>
            <p:cNvSpPr/>
            <p:nvPr/>
          </p:nvSpPr>
          <p:spPr>
            <a:xfrm>
              <a:off x="7380374" y="3319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6" name="pt10076"/>
            <p:cNvSpPr/>
            <p:nvPr/>
          </p:nvSpPr>
          <p:spPr>
            <a:xfrm>
              <a:off x="7382135" y="3141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7" name="pt10077"/>
            <p:cNvSpPr/>
            <p:nvPr/>
          </p:nvSpPr>
          <p:spPr>
            <a:xfrm>
              <a:off x="7432855" y="3265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8" name="pt10078"/>
            <p:cNvSpPr/>
            <p:nvPr/>
          </p:nvSpPr>
          <p:spPr>
            <a:xfrm>
              <a:off x="7434032" y="33246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79" name="pt10079"/>
            <p:cNvSpPr/>
            <p:nvPr/>
          </p:nvSpPr>
          <p:spPr>
            <a:xfrm>
              <a:off x="7441714" y="3226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0" name="pt10080"/>
            <p:cNvSpPr/>
            <p:nvPr/>
          </p:nvSpPr>
          <p:spPr>
            <a:xfrm>
              <a:off x="7452280" y="32576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1" name="pt10081"/>
            <p:cNvSpPr/>
            <p:nvPr/>
          </p:nvSpPr>
          <p:spPr>
            <a:xfrm>
              <a:off x="7518902" y="32754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2" name="pt10082"/>
            <p:cNvSpPr/>
            <p:nvPr/>
          </p:nvSpPr>
          <p:spPr>
            <a:xfrm>
              <a:off x="7438480" y="32750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3" name="pt10083"/>
            <p:cNvSpPr/>
            <p:nvPr/>
          </p:nvSpPr>
          <p:spPr>
            <a:xfrm>
              <a:off x="7462273" y="3271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4" name="pt10084"/>
            <p:cNvSpPr/>
            <p:nvPr/>
          </p:nvSpPr>
          <p:spPr>
            <a:xfrm>
              <a:off x="7481426" y="29742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5" name="pt10085"/>
            <p:cNvSpPr/>
            <p:nvPr/>
          </p:nvSpPr>
          <p:spPr>
            <a:xfrm>
              <a:off x="7435653" y="32548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6" name="pt10086"/>
            <p:cNvSpPr/>
            <p:nvPr/>
          </p:nvSpPr>
          <p:spPr>
            <a:xfrm>
              <a:off x="7394315" y="3492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7" name="pt10087"/>
            <p:cNvSpPr/>
            <p:nvPr/>
          </p:nvSpPr>
          <p:spPr>
            <a:xfrm>
              <a:off x="7405790" y="33392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8" name="pt10088"/>
            <p:cNvSpPr/>
            <p:nvPr/>
          </p:nvSpPr>
          <p:spPr>
            <a:xfrm>
              <a:off x="7445390" y="32487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89" name="pt10089"/>
            <p:cNvSpPr/>
            <p:nvPr/>
          </p:nvSpPr>
          <p:spPr>
            <a:xfrm>
              <a:off x="7472542" y="3248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0" name="pt10090"/>
            <p:cNvSpPr/>
            <p:nvPr/>
          </p:nvSpPr>
          <p:spPr>
            <a:xfrm>
              <a:off x="7483894" y="32179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1" name="pt10091"/>
            <p:cNvSpPr/>
            <p:nvPr/>
          </p:nvSpPr>
          <p:spPr>
            <a:xfrm>
              <a:off x="7443667" y="3046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2" name="pt10092"/>
            <p:cNvSpPr/>
            <p:nvPr/>
          </p:nvSpPr>
          <p:spPr>
            <a:xfrm>
              <a:off x="7451650" y="31110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3" name="pt10093"/>
            <p:cNvSpPr/>
            <p:nvPr/>
          </p:nvSpPr>
          <p:spPr>
            <a:xfrm>
              <a:off x="7429185" y="3069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4" name="pt10094"/>
            <p:cNvSpPr/>
            <p:nvPr/>
          </p:nvSpPr>
          <p:spPr>
            <a:xfrm>
              <a:off x="7458382" y="32762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5" name="pt10095"/>
            <p:cNvSpPr/>
            <p:nvPr/>
          </p:nvSpPr>
          <p:spPr>
            <a:xfrm>
              <a:off x="7503988" y="32699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6" name="pt10096"/>
            <p:cNvSpPr/>
            <p:nvPr/>
          </p:nvSpPr>
          <p:spPr>
            <a:xfrm>
              <a:off x="7496174" y="32673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7" name="pt10097"/>
            <p:cNvSpPr/>
            <p:nvPr/>
          </p:nvSpPr>
          <p:spPr>
            <a:xfrm>
              <a:off x="7380008" y="3341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8" name="pt10098"/>
            <p:cNvSpPr/>
            <p:nvPr/>
          </p:nvSpPr>
          <p:spPr>
            <a:xfrm>
              <a:off x="7375686" y="3304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099" name="pt10099"/>
            <p:cNvSpPr/>
            <p:nvPr/>
          </p:nvSpPr>
          <p:spPr>
            <a:xfrm>
              <a:off x="7424409" y="3280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0" name="pt10100"/>
            <p:cNvSpPr/>
            <p:nvPr/>
          </p:nvSpPr>
          <p:spPr>
            <a:xfrm>
              <a:off x="7416861" y="3303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1" name="pt10101"/>
            <p:cNvSpPr/>
            <p:nvPr/>
          </p:nvSpPr>
          <p:spPr>
            <a:xfrm>
              <a:off x="7404485" y="33091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2" name="pt10102"/>
            <p:cNvSpPr/>
            <p:nvPr/>
          </p:nvSpPr>
          <p:spPr>
            <a:xfrm>
              <a:off x="7440255" y="3308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3" name="pt10103"/>
            <p:cNvSpPr/>
            <p:nvPr/>
          </p:nvSpPr>
          <p:spPr>
            <a:xfrm>
              <a:off x="7449110" y="32576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4" name="pt10104"/>
            <p:cNvSpPr/>
            <p:nvPr/>
          </p:nvSpPr>
          <p:spPr>
            <a:xfrm>
              <a:off x="7444407" y="3285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5" name="pt10105"/>
            <p:cNvSpPr/>
            <p:nvPr/>
          </p:nvSpPr>
          <p:spPr>
            <a:xfrm>
              <a:off x="7475245" y="3250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6" name="pt10106"/>
            <p:cNvSpPr/>
            <p:nvPr/>
          </p:nvSpPr>
          <p:spPr>
            <a:xfrm>
              <a:off x="7443814" y="3261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7" name="pt10107"/>
            <p:cNvSpPr/>
            <p:nvPr/>
          </p:nvSpPr>
          <p:spPr>
            <a:xfrm>
              <a:off x="7401659" y="33160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8" name="pt10108"/>
            <p:cNvSpPr/>
            <p:nvPr/>
          </p:nvSpPr>
          <p:spPr>
            <a:xfrm>
              <a:off x="7389180" y="3281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09" name="pt10109"/>
            <p:cNvSpPr/>
            <p:nvPr/>
          </p:nvSpPr>
          <p:spPr>
            <a:xfrm>
              <a:off x="7450991" y="3226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0" name="pt10110"/>
            <p:cNvSpPr/>
            <p:nvPr/>
          </p:nvSpPr>
          <p:spPr>
            <a:xfrm>
              <a:off x="7495183" y="3147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1" name="pt10111"/>
            <p:cNvSpPr/>
            <p:nvPr/>
          </p:nvSpPr>
          <p:spPr>
            <a:xfrm>
              <a:off x="7342554" y="3299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2" name="pt10112"/>
            <p:cNvSpPr/>
            <p:nvPr/>
          </p:nvSpPr>
          <p:spPr>
            <a:xfrm>
              <a:off x="7407396" y="3343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3" name="pt10113"/>
            <p:cNvSpPr/>
            <p:nvPr/>
          </p:nvSpPr>
          <p:spPr>
            <a:xfrm>
              <a:off x="7466148" y="32530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4" name="pt10114"/>
            <p:cNvSpPr/>
            <p:nvPr/>
          </p:nvSpPr>
          <p:spPr>
            <a:xfrm>
              <a:off x="7418020" y="3316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5" name="pt10115"/>
            <p:cNvSpPr/>
            <p:nvPr/>
          </p:nvSpPr>
          <p:spPr>
            <a:xfrm>
              <a:off x="7386788" y="33740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6" name="pt10116"/>
            <p:cNvSpPr/>
            <p:nvPr/>
          </p:nvSpPr>
          <p:spPr>
            <a:xfrm>
              <a:off x="7464930" y="32363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7" name="pt10117"/>
            <p:cNvSpPr/>
            <p:nvPr/>
          </p:nvSpPr>
          <p:spPr>
            <a:xfrm>
              <a:off x="7387751" y="32482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8" name="pt10118"/>
            <p:cNvSpPr/>
            <p:nvPr/>
          </p:nvSpPr>
          <p:spPr>
            <a:xfrm>
              <a:off x="7438346" y="3422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19" name="pt10119"/>
            <p:cNvSpPr/>
            <p:nvPr/>
          </p:nvSpPr>
          <p:spPr>
            <a:xfrm>
              <a:off x="7512148" y="32680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0" name="pt10120"/>
            <p:cNvSpPr/>
            <p:nvPr/>
          </p:nvSpPr>
          <p:spPr>
            <a:xfrm>
              <a:off x="7390264" y="3293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1" name="pt10121"/>
            <p:cNvSpPr/>
            <p:nvPr/>
          </p:nvSpPr>
          <p:spPr>
            <a:xfrm>
              <a:off x="7472821" y="32079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2" name="pt10122"/>
            <p:cNvSpPr/>
            <p:nvPr/>
          </p:nvSpPr>
          <p:spPr>
            <a:xfrm>
              <a:off x="7301736" y="32714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3" name="pt10123"/>
            <p:cNvSpPr/>
            <p:nvPr/>
          </p:nvSpPr>
          <p:spPr>
            <a:xfrm>
              <a:off x="7520159" y="32582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4" name="pt10124"/>
            <p:cNvSpPr/>
            <p:nvPr/>
          </p:nvSpPr>
          <p:spPr>
            <a:xfrm>
              <a:off x="7446760" y="3208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5" name="pt10125"/>
            <p:cNvSpPr/>
            <p:nvPr/>
          </p:nvSpPr>
          <p:spPr>
            <a:xfrm>
              <a:off x="7464840" y="32767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6" name="pt10126"/>
            <p:cNvSpPr/>
            <p:nvPr/>
          </p:nvSpPr>
          <p:spPr>
            <a:xfrm>
              <a:off x="7443958" y="32805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7" name="pt10127"/>
            <p:cNvSpPr/>
            <p:nvPr/>
          </p:nvSpPr>
          <p:spPr>
            <a:xfrm>
              <a:off x="7408518" y="32598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8" name="pt10128"/>
            <p:cNvSpPr/>
            <p:nvPr/>
          </p:nvSpPr>
          <p:spPr>
            <a:xfrm>
              <a:off x="7474768" y="32653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29" name="pt10129"/>
            <p:cNvSpPr/>
            <p:nvPr/>
          </p:nvSpPr>
          <p:spPr>
            <a:xfrm>
              <a:off x="7430051" y="3252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0" name="pt10130"/>
            <p:cNvSpPr/>
            <p:nvPr/>
          </p:nvSpPr>
          <p:spPr>
            <a:xfrm>
              <a:off x="7471161" y="3235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1" name="pt10131"/>
            <p:cNvSpPr/>
            <p:nvPr/>
          </p:nvSpPr>
          <p:spPr>
            <a:xfrm>
              <a:off x="7321776" y="341490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32" name="pt10132"/>
            <p:cNvSpPr/>
            <p:nvPr/>
          </p:nvSpPr>
          <p:spPr>
            <a:xfrm>
              <a:off x="7444545" y="3134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3" name="pt10133"/>
            <p:cNvSpPr/>
            <p:nvPr/>
          </p:nvSpPr>
          <p:spPr>
            <a:xfrm>
              <a:off x="7501390" y="3253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4" name="pt10134"/>
            <p:cNvSpPr/>
            <p:nvPr/>
          </p:nvSpPr>
          <p:spPr>
            <a:xfrm>
              <a:off x="7454827" y="3425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5" name="pt10135"/>
            <p:cNvSpPr/>
            <p:nvPr/>
          </p:nvSpPr>
          <p:spPr>
            <a:xfrm>
              <a:off x="7394005" y="34493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6" name="pt10136"/>
            <p:cNvSpPr/>
            <p:nvPr/>
          </p:nvSpPr>
          <p:spPr>
            <a:xfrm>
              <a:off x="7509167" y="32706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7" name="pt10137"/>
            <p:cNvSpPr/>
            <p:nvPr/>
          </p:nvSpPr>
          <p:spPr>
            <a:xfrm>
              <a:off x="7452029" y="32942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8" name="pt10138"/>
            <p:cNvSpPr/>
            <p:nvPr/>
          </p:nvSpPr>
          <p:spPr>
            <a:xfrm>
              <a:off x="7342372" y="3282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39" name="pt10139"/>
            <p:cNvSpPr/>
            <p:nvPr/>
          </p:nvSpPr>
          <p:spPr>
            <a:xfrm>
              <a:off x="7405783" y="3201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0" name="pt10140"/>
            <p:cNvSpPr/>
            <p:nvPr/>
          </p:nvSpPr>
          <p:spPr>
            <a:xfrm>
              <a:off x="7514110" y="32648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1" name="pt10141"/>
            <p:cNvSpPr/>
            <p:nvPr/>
          </p:nvSpPr>
          <p:spPr>
            <a:xfrm>
              <a:off x="7481955" y="3176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2" name="pt10142"/>
            <p:cNvSpPr/>
            <p:nvPr/>
          </p:nvSpPr>
          <p:spPr>
            <a:xfrm>
              <a:off x="7345218" y="32543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3" name="pt10143"/>
            <p:cNvSpPr/>
            <p:nvPr/>
          </p:nvSpPr>
          <p:spPr>
            <a:xfrm>
              <a:off x="7459627" y="3283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4" name="pt10144"/>
            <p:cNvSpPr/>
            <p:nvPr/>
          </p:nvSpPr>
          <p:spPr>
            <a:xfrm>
              <a:off x="7390699" y="32712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5" name="pt10145"/>
            <p:cNvSpPr/>
            <p:nvPr/>
          </p:nvSpPr>
          <p:spPr>
            <a:xfrm>
              <a:off x="7502361" y="32954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6" name="pt10146"/>
            <p:cNvSpPr/>
            <p:nvPr/>
          </p:nvSpPr>
          <p:spPr>
            <a:xfrm>
              <a:off x="7410292" y="32693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7" name="pt10147"/>
            <p:cNvSpPr/>
            <p:nvPr/>
          </p:nvSpPr>
          <p:spPr>
            <a:xfrm>
              <a:off x="7442555" y="32386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8" name="pt10148"/>
            <p:cNvSpPr/>
            <p:nvPr/>
          </p:nvSpPr>
          <p:spPr>
            <a:xfrm>
              <a:off x="7375083" y="3253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49" name="pt10149"/>
            <p:cNvSpPr/>
            <p:nvPr/>
          </p:nvSpPr>
          <p:spPr>
            <a:xfrm>
              <a:off x="7445115" y="32694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0" name="pt10150"/>
            <p:cNvSpPr/>
            <p:nvPr/>
          </p:nvSpPr>
          <p:spPr>
            <a:xfrm>
              <a:off x="7447911" y="3249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1" name="pt10151"/>
            <p:cNvSpPr/>
            <p:nvPr/>
          </p:nvSpPr>
          <p:spPr>
            <a:xfrm>
              <a:off x="7452992" y="33169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2" name="pt10152"/>
            <p:cNvSpPr/>
            <p:nvPr/>
          </p:nvSpPr>
          <p:spPr>
            <a:xfrm>
              <a:off x="7422307" y="32602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3" name="pt10153"/>
            <p:cNvSpPr/>
            <p:nvPr/>
          </p:nvSpPr>
          <p:spPr>
            <a:xfrm>
              <a:off x="7398179" y="32553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4" name="pt10154"/>
            <p:cNvSpPr/>
            <p:nvPr/>
          </p:nvSpPr>
          <p:spPr>
            <a:xfrm>
              <a:off x="7395778" y="32840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5" name="pt10155"/>
            <p:cNvSpPr/>
            <p:nvPr/>
          </p:nvSpPr>
          <p:spPr>
            <a:xfrm>
              <a:off x="7434416" y="3318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6" name="pt10156"/>
            <p:cNvSpPr/>
            <p:nvPr/>
          </p:nvSpPr>
          <p:spPr>
            <a:xfrm>
              <a:off x="7305947" y="32886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7" name="pt10157"/>
            <p:cNvSpPr/>
            <p:nvPr/>
          </p:nvSpPr>
          <p:spPr>
            <a:xfrm>
              <a:off x="7425123" y="3293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8" name="pt10158"/>
            <p:cNvSpPr/>
            <p:nvPr/>
          </p:nvSpPr>
          <p:spPr>
            <a:xfrm>
              <a:off x="7499401" y="3271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59" name="pt10159"/>
            <p:cNvSpPr/>
            <p:nvPr/>
          </p:nvSpPr>
          <p:spPr>
            <a:xfrm>
              <a:off x="7412302" y="3294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0" name="pt10160"/>
            <p:cNvSpPr/>
            <p:nvPr/>
          </p:nvSpPr>
          <p:spPr>
            <a:xfrm>
              <a:off x="7294428" y="3307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1" name="pt10161"/>
            <p:cNvSpPr/>
            <p:nvPr/>
          </p:nvSpPr>
          <p:spPr>
            <a:xfrm>
              <a:off x="7484451" y="32619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2" name="pt10162"/>
            <p:cNvSpPr/>
            <p:nvPr/>
          </p:nvSpPr>
          <p:spPr>
            <a:xfrm>
              <a:off x="7503214" y="32699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3" name="pt10163"/>
            <p:cNvSpPr/>
            <p:nvPr/>
          </p:nvSpPr>
          <p:spPr>
            <a:xfrm>
              <a:off x="7450663" y="31253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4" name="pt10164"/>
            <p:cNvSpPr/>
            <p:nvPr/>
          </p:nvSpPr>
          <p:spPr>
            <a:xfrm>
              <a:off x="7458395" y="36181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5" name="pt10165"/>
            <p:cNvSpPr/>
            <p:nvPr/>
          </p:nvSpPr>
          <p:spPr>
            <a:xfrm>
              <a:off x="7483224" y="3306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6" name="pt10166"/>
            <p:cNvSpPr/>
            <p:nvPr/>
          </p:nvSpPr>
          <p:spPr>
            <a:xfrm>
              <a:off x="7451355" y="32756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7" name="pt10167"/>
            <p:cNvSpPr/>
            <p:nvPr/>
          </p:nvSpPr>
          <p:spPr>
            <a:xfrm>
              <a:off x="7376369" y="3306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8" name="pt10168"/>
            <p:cNvSpPr/>
            <p:nvPr/>
          </p:nvSpPr>
          <p:spPr>
            <a:xfrm>
              <a:off x="7513640" y="32797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69" name="pt10169"/>
            <p:cNvSpPr/>
            <p:nvPr/>
          </p:nvSpPr>
          <p:spPr>
            <a:xfrm>
              <a:off x="7473572" y="3354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0" name="pt10170"/>
            <p:cNvSpPr/>
            <p:nvPr/>
          </p:nvSpPr>
          <p:spPr>
            <a:xfrm>
              <a:off x="7479956" y="3301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1" name="pt10171"/>
            <p:cNvSpPr/>
            <p:nvPr/>
          </p:nvSpPr>
          <p:spPr>
            <a:xfrm>
              <a:off x="7460280" y="32329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2" name="pt10172"/>
            <p:cNvSpPr/>
            <p:nvPr/>
          </p:nvSpPr>
          <p:spPr>
            <a:xfrm>
              <a:off x="7426980" y="3423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3" name="pt10173"/>
            <p:cNvSpPr/>
            <p:nvPr/>
          </p:nvSpPr>
          <p:spPr>
            <a:xfrm>
              <a:off x="7377933" y="3260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4" name="pt10174"/>
            <p:cNvSpPr/>
            <p:nvPr/>
          </p:nvSpPr>
          <p:spPr>
            <a:xfrm>
              <a:off x="7382067" y="30550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5" name="pt10175"/>
            <p:cNvSpPr/>
            <p:nvPr/>
          </p:nvSpPr>
          <p:spPr>
            <a:xfrm>
              <a:off x="7493199" y="3016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6" name="pt10176"/>
            <p:cNvSpPr/>
            <p:nvPr/>
          </p:nvSpPr>
          <p:spPr>
            <a:xfrm>
              <a:off x="7464637" y="32604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7" name="pt10177"/>
            <p:cNvSpPr/>
            <p:nvPr/>
          </p:nvSpPr>
          <p:spPr>
            <a:xfrm>
              <a:off x="7469870" y="33050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8" name="pt10178"/>
            <p:cNvSpPr/>
            <p:nvPr/>
          </p:nvSpPr>
          <p:spPr>
            <a:xfrm>
              <a:off x="7300615" y="3285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79" name="pt10179"/>
            <p:cNvSpPr/>
            <p:nvPr/>
          </p:nvSpPr>
          <p:spPr>
            <a:xfrm>
              <a:off x="7429756" y="3310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0" name="pt10180"/>
            <p:cNvSpPr/>
            <p:nvPr/>
          </p:nvSpPr>
          <p:spPr>
            <a:xfrm>
              <a:off x="7396759" y="32939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1" name="pt10181"/>
            <p:cNvSpPr/>
            <p:nvPr/>
          </p:nvSpPr>
          <p:spPr>
            <a:xfrm>
              <a:off x="7451143" y="31711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2" name="pt10182"/>
            <p:cNvSpPr/>
            <p:nvPr/>
          </p:nvSpPr>
          <p:spPr>
            <a:xfrm>
              <a:off x="7541706" y="3194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3" name="pt10183"/>
            <p:cNvSpPr/>
            <p:nvPr/>
          </p:nvSpPr>
          <p:spPr>
            <a:xfrm>
              <a:off x="7467177" y="32507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4" name="pt10184"/>
            <p:cNvSpPr/>
            <p:nvPr/>
          </p:nvSpPr>
          <p:spPr>
            <a:xfrm>
              <a:off x="7370062" y="3323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5" name="pt10185"/>
            <p:cNvSpPr/>
            <p:nvPr/>
          </p:nvSpPr>
          <p:spPr>
            <a:xfrm>
              <a:off x="7417937" y="3288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6" name="pt10186"/>
            <p:cNvSpPr/>
            <p:nvPr/>
          </p:nvSpPr>
          <p:spPr>
            <a:xfrm>
              <a:off x="7447017" y="32949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7" name="pt10187"/>
            <p:cNvSpPr/>
            <p:nvPr/>
          </p:nvSpPr>
          <p:spPr>
            <a:xfrm>
              <a:off x="7398126" y="3242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8" name="pt10188"/>
            <p:cNvSpPr/>
            <p:nvPr/>
          </p:nvSpPr>
          <p:spPr>
            <a:xfrm>
              <a:off x="7424594" y="32767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89" name="pt10189"/>
            <p:cNvSpPr/>
            <p:nvPr/>
          </p:nvSpPr>
          <p:spPr>
            <a:xfrm>
              <a:off x="7197791" y="3272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0" name="pt10190"/>
            <p:cNvSpPr/>
            <p:nvPr/>
          </p:nvSpPr>
          <p:spPr>
            <a:xfrm>
              <a:off x="7363359" y="3299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1" name="pt10191"/>
            <p:cNvSpPr/>
            <p:nvPr/>
          </p:nvSpPr>
          <p:spPr>
            <a:xfrm>
              <a:off x="7326181" y="3322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2" name="pt10192"/>
            <p:cNvSpPr/>
            <p:nvPr/>
          </p:nvSpPr>
          <p:spPr>
            <a:xfrm>
              <a:off x="7409212" y="3294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3" name="pt10193"/>
            <p:cNvSpPr/>
            <p:nvPr/>
          </p:nvSpPr>
          <p:spPr>
            <a:xfrm>
              <a:off x="7493837" y="32380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4" name="pt10194"/>
            <p:cNvSpPr/>
            <p:nvPr/>
          </p:nvSpPr>
          <p:spPr>
            <a:xfrm>
              <a:off x="7468220" y="3287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5" name="pt10195"/>
            <p:cNvSpPr/>
            <p:nvPr/>
          </p:nvSpPr>
          <p:spPr>
            <a:xfrm>
              <a:off x="7607752" y="3241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6" name="pt10196"/>
            <p:cNvSpPr/>
            <p:nvPr/>
          </p:nvSpPr>
          <p:spPr>
            <a:xfrm>
              <a:off x="7479345" y="3416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7" name="pt10197"/>
            <p:cNvSpPr/>
            <p:nvPr/>
          </p:nvSpPr>
          <p:spPr>
            <a:xfrm>
              <a:off x="7442042" y="33087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8" name="pt10198"/>
            <p:cNvSpPr/>
            <p:nvPr/>
          </p:nvSpPr>
          <p:spPr>
            <a:xfrm>
              <a:off x="7441165" y="3220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199" name="pt10199"/>
            <p:cNvSpPr/>
            <p:nvPr/>
          </p:nvSpPr>
          <p:spPr>
            <a:xfrm>
              <a:off x="7515584" y="3268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0" name="pt10200"/>
            <p:cNvSpPr/>
            <p:nvPr/>
          </p:nvSpPr>
          <p:spPr>
            <a:xfrm>
              <a:off x="7425438" y="3275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1" name="pt10201"/>
            <p:cNvSpPr/>
            <p:nvPr/>
          </p:nvSpPr>
          <p:spPr>
            <a:xfrm>
              <a:off x="7479805" y="32148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2" name="pt10202"/>
            <p:cNvSpPr/>
            <p:nvPr/>
          </p:nvSpPr>
          <p:spPr>
            <a:xfrm>
              <a:off x="7480895" y="3251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3" name="pt10203"/>
            <p:cNvSpPr/>
            <p:nvPr/>
          </p:nvSpPr>
          <p:spPr>
            <a:xfrm>
              <a:off x="7426471" y="3276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4" name="pt10204"/>
            <p:cNvSpPr/>
            <p:nvPr/>
          </p:nvSpPr>
          <p:spPr>
            <a:xfrm>
              <a:off x="7422469" y="32982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5" name="pt10205"/>
            <p:cNvSpPr/>
            <p:nvPr/>
          </p:nvSpPr>
          <p:spPr>
            <a:xfrm>
              <a:off x="7384745" y="3276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6" name="pt10206"/>
            <p:cNvSpPr/>
            <p:nvPr/>
          </p:nvSpPr>
          <p:spPr>
            <a:xfrm>
              <a:off x="7389323" y="3251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7" name="pt10207"/>
            <p:cNvSpPr/>
            <p:nvPr/>
          </p:nvSpPr>
          <p:spPr>
            <a:xfrm>
              <a:off x="7546692" y="32614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8" name="pt10208"/>
            <p:cNvSpPr/>
            <p:nvPr/>
          </p:nvSpPr>
          <p:spPr>
            <a:xfrm>
              <a:off x="7356641" y="3272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09" name="pt10209"/>
            <p:cNvSpPr/>
            <p:nvPr/>
          </p:nvSpPr>
          <p:spPr>
            <a:xfrm>
              <a:off x="7469562" y="3294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0" name="pt10210"/>
            <p:cNvSpPr/>
            <p:nvPr/>
          </p:nvSpPr>
          <p:spPr>
            <a:xfrm>
              <a:off x="7456651" y="32140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1" name="pt10211"/>
            <p:cNvSpPr/>
            <p:nvPr/>
          </p:nvSpPr>
          <p:spPr>
            <a:xfrm>
              <a:off x="7370752" y="3288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2" name="pt10212"/>
            <p:cNvSpPr/>
            <p:nvPr/>
          </p:nvSpPr>
          <p:spPr>
            <a:xfrm>
              <a:off x="7449119" y="32506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3" name="pt10213"/>
            <p:cNvSpPr/>
            <p:nvPr/>
          </p:nvSpPr>
          <p:spPr>
            <a:xfrm>
              <a:off x="7320742" y="334880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14" name="pt10214"/>
            <p:cNvSpPr/>
            <p:nvPr/>
          </p:nvSpPr>
          <p:spPr>
            <a:xfrm>
              <a:off x="7433447" y="32618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5" name="pt10215"/>
            <p:cNvSpPr/>
            <p:nvPr/>
          </p:nvSpPr>
          <p:spPr>
            <a:xfrm>
              <a:off x="7446289" y="31149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6" name="pt10216"/>
            <p:cNvSpPr/>
            <p:nvPr/>
          </p:nvSpPr>
          <p:spPr>
            <a:xfrm>
              <a:off x="7391373" y="32728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7" name="pt10217"/>
            <p:cNvSpPr/>
            <p:nvPr/>
          </p:nvSpPr>
          <p:spPr>
            <a:xfrm>
              <a:off x="7402964" y="32539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8" name="pt10218"/>
            <p:cNvSpPr/>
            <p:nvPr/>
          </p:nvSpPr>
          <p:spPr>
            <a:xfrm>
              <a:off x="7422284" y="3108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19" name="pt10219"/>
            <p:cNvSpPr/>
            <p:nvPr/>
          </p:nvSpPr>
          <p:spPr>
            <a:xfrm>
              <a:off x="7372990" y="32945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0" name="pt10220"/>
            <p:cNvSpPr/>
            <p:nvPr/>
          </p:nvSpPr>
          <p:spPr>
            <a:xfrm>
              <a:off x="7353826" y="3304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1" name="pt10221"/>
            <p:cNvSpPr/>
            <p:nvPr/>
          </p:nvSpPr>
          <p:spPr>
            <a:xfrm>
              <a:off x="7364550" y="3271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2" name="pt10222"/>
            <p:cNvSpPr/>
            <p:nvPr/>
          </p:nvSpPr>
          <p:spPr>
            <a:xfrm>
              <a:off x="7465790" y="32813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3" name="pt10223"/>
            <p:cNvSpPr/>
            <p:nvPr/>
          </p:nvSpPr>
          <p:spPr>
            <a:xfrm>
              <a:off x="7422403" y="3294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4" name="pt10224"/>
            <p:cNvSpPr/>
            <p:nvPr/>
          </p:nvSpPr>
          <p:spPr>
            <a:xfrm>
              <a:off x="7453374" y="32805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5" name="pt10225"/>
            <p:cNvSpPr/>
            <p:nvPr/>
          </p:nvSpPr>
          <p:spPr>
            <a:xfrm>
              <a:off x="7502470" y="32606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6" name="pt10226"/>
            <p:cNvSpPr/>
            <p:nvPr/>
          </p:nvSpPr>
          <p:spPr>
            <a:xfrm>
              <a:off x="7378751" y="31772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7" name="pt10227"/>
            <p:cNvSpPr/>
            <p:nvPr/>
          </p:nvSpPr>
          <p:spPr>
            <a:xfrm>
              <a:off x="7445597" y="3264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8" name="pt10228"/>
            <p:cNvSpPr/>
            <p:nvPr/>
          </p:nvSpPr>
          <p:spPr>
            <a:xfrm>
              <a:off x="7444950" y="3238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29" name="pt10229"/>
            <p:cNvSpPr/>
            <p:nvPr/>
          </p:nvSpPr>
          <p:spPr>
            <a:xfrm>
              <a:off x="7410245" y="32406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0" name="pt10230"/>
            <p:cNvSpPr/>
            <p:nvPr/>
          </p:nvSpPr>
          <p:spPr>
            <a:xfrm>
              <a:off x="7365691" y="34323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1" name="pt10231"/>
            <p:cNvSpPr/>
            <p:nvPr/>
          </p:nvSpPr>
          <p:spPr>
            <a:xfrm>
              <a:off x="7381947" y="3313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2" name="pt10232"/>
            <p:cNvSpPr/>
            <p:nvPr/>
          </p:nvSpPr>
          <p:spPr>
            <a:xfrm>
              <a:off x="7397482" y="3268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3" name="pt10233"/>
            <p:cNvSpPr/>
            <p:nvPr/>
          </p:nvSpPr>
          <p:spPr>
            <a:xfrm>
              <a:off x="7396784" y="3291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4" name="pt10234"/>
            <p:cNvSpPr/>
            <p:nvPr/>
          </p:nvSpPr>
          <p:spPr>
            <a:xfrm>
              <a:off x="7446833" y="32607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5" name="pt10235"/>
            <p:cNvSpPr/>
            <p:nvPr/>
          </p:nvSpPr>
          <p:spPr>
            <a:xfrm>
              <a:off x="7432016" y="33038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6" name="pt10236"/>
            <p:cNvSpPr/>
            <p:nvPr/>
          </p:nvSpPr>
          <p:spPr>
            <a:xfrm>
              <a:off x="7444368" y="32853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7" name="pt10237"/>
            <p:cNvSpPr/>
            <p:nvPr/>
          </p:nvSpPr>
          <p:spPr>
            <a:xfrm>
              <a:off x="7443933" y="3320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8" name="pt10238"/>
            <p:cNvSpPr/>
            <p:nvPr/>
          </p:nvSpPr>
          <p:spPr>
            <a:xfrm>
              <a:off x="7389639" y="32912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39" name="pt10239"/>
            <p:cNvSpPr/>
            <p:nvPr/>
          </p:nvSpPr>
          <p:spPr>
            <a:xfrm>
              <a:off x="7436244" y="32833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0" name="pt10240"/>
            <p:cNvSpPr/>
            <p:nvPr/>
          </p:nvSpPr>
          <p:spPr>
            <a:xfrm>
              <a:off x="7443392" y="3311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1" name="pt10241"/>
            <p:cNvSpPr/>
            <p:nvPr/>
          </p:nvSpPr>
          <p:spPr>
            <a:xfrm>
              <a:off x="7463771" y="32497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2" name="pt10242"/>
            <p:cNvSpPr/>
            <p:nvPr/>
          </p:nvSpPr>
          <p:spPr>
            <a:xfrm>
              <a:off x="7472504" y="32480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3" name="pt10243"/>
            <p:cNvSpPr/>
            <p:nvPr/>
          </p:nvSpPr>
          <p:spPr>
            <a:xfrm>
              <a:off x="7479140" y="3332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4" name="pt10244"/>
            <p:cNvSpPr/>
            <p:nvPr/>
          </p:nvSpPr>
          <p:spPr>
            <a:xfrm>
              <a:off x="7487328" y="3235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5" name="pt10245"/>
            <p:cNvSpPr/>
            <p:nvPr/>
          </p:nvSpPr>
          <p:spPr>
            <a:xfrm>
              <a:off x="7443772" y="33082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6" name="pt10246"/>
            <p:cNvSpPr/>
            <p:nvPr/>
          </p:nvSpPr>
          <p:spPr>
            <a:xfrm>
              <a:off x="7574314" y="3249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7" name="pt10247"/>
            <p:cNvSpPr/>
            <p:nvPr/>
          </p:nvSpPr>
          <p:spPr>
            <a:xfrm>
              <a:off x="7471627" y="3363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8" name="pt10248"/>
            <p:cNvSpPr/>
            <p:nvPr/>
          </p:nvSpPr>
          <p:spPr>
            <a:xfrm>
              <a:off x="7383076" y="32775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49" name="pt10249"/>
            <p:cNvSpPr/>
            <p:nvPr/>
          </p:nvSpPr>
          <p:spPr>
            <a:xfrm>
              <a:off x="7398859" y="32969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0" name="pt10250"/>
            <p:cNvSpPr/>
            <p:nvPr/>
          </p:nvSpPr>
          <p:spPr>
            <a:xfrm>
              <a:off x="7489140" y="32629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1" name="pt10251"/>
            <p:cNvSpPr/>
            <p:nvPr/>
          </p:nvSpPr>
          <p:spPr>
            <a:xfrm>
              <a:off x="7421338" y="32773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2" name="pt10252"/>
            <p:cNvSpPr/>
            <p:nvPr/>
          </p:nvSpPr>
          <p:spPr>
            <a:xfrm>
              <a:off x="7401276" y="3341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3" name="pt10253"/>
            <p:cNvSpPr/>
            <p:nvPr/>
          </p:nvSpPr>
          <p:spPr>
            <a:xfrm>
              <a:off x="7436325" y="34589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4" name="pt10254"/>
            <p:cNvSpPr/>
            <p:nvPr/>
          </p:nvSpPr>
          <p:spPr>
            <a:xfrm>
              <a:off x="7433001" y="3211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5" name="pt10255"/>
            <p:cNvSpPr/>
            <p:nvPr/>
          </p:nvSpPr>
          <p:spPr>
            <a:xfrm>
              <a:off x="7377982" y="32402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6" name="pt10256"/>
            <p:cNvSpPr/>
            <p:nvPr/>
          </p:nvSpPr>
          <p:spPr>
            <a:xfrm>
              <a:off x="7383931" y="3101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7" name="pt10257"/>
            <p:cNvSpPr/>
            <p:nvPr/>
          </p:nvSpPr>
          <p:spPr>
            <a:xfrm>
              <a:off x="7426191" y="32940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8" name="pt10258"/>
            <p:cNvSpPr/>
            <p:nvPr/>
          </p:nvSpPr>
          <p:spPr>
            <a:xfrm>
              <a:off x="7453514" y="33642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59" name="pt10259"/>
            <p:cNvSpPr/>
            <p:nvPr/>
          </p:nvSpPr>
          <p:spPr>
            <a:xfrm>
              <a:off x="7467625" y="3187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0" name="pt10260"/>
            <p:cNvSpPr/>
            <p:nvPr/>
          </p:nvSpPr>
          <p:spPr>
            <a:xfrm>
              <a:off x="7469262" y="32640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1" name="pt10261"/>
            <p:cNvSpPr/>
            <p:nvPr/>
          </p:nvSpPr>
          <p:spPr>
            <a:xfrm>
              <a:off x="7545017" y="32828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2" name="pt10262"/>
            <p:cNvSpPr/>
            <p:nvPr/>
          </p:nvSpPr>
          <p:spPr>
            <a:xfrm>
              <a:off x="7441960" y="32646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3" name="pt10263"/>
            <p:cNvSpPr/>
            <p:nvPr/>
          </p:nvSpPr>
          <p:spPr>
            <a:xfrm>
              <a:off x="7462800" y="3290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4" name="pt10264"/>
            <p:cNvSpPr/>
            <p:nvPr/>
          </p:nvSpPr>
          <p:spPr>
            <a:xfrm>
              <a:off x="7412778" y="29257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5" name="pt10265"/>
            <p:cNvSpPr/>
            <p:nvPr/>
          </p:nvSpPr>
          <p:spPr>
            <a:xfrm>
              <a:off x="7387030" y="3331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6" name="pt10266"/>
            <p:cNvSpPr/>
            <p:nvPr/>
          </p:nvSpPr>
          <p:spPr>
            <a:xfrm>
              <a:off x="7482180" y="34811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7" name="pt10267"/>
            <p:cNvSpPr/>
            <p:nvPr/>
          </p:nvSpPr>
          <p:spPr>
            <a:xfrm>
              <a:off x="7439276" y="3740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8" name="pt10268"/>
            <p:cNvSpPr/>
            <p:nvPr/>
          </p:nvSpPr>
          <p:spPr>
            <a:xfrm>
              <a:off x="7419921" y="32363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69" name="pt10269"/>
            <p:cNvSpPr/>
            <p:nvPr/>
          </p:nvSpPr>
          <p:spPr>
            <a:xfrm>
              <a:off x="7478802" y="34116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0" name="pt10270"/>
            <p:cNvSpPr/>
            <p:nvPr/>
          </p:nvSpPr>
          <p:spPr>
            <a:xfrm>
              <a:off x="7539523" y="3266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1" name="pt10271"/>
            <p:cNvSpPr/>
            <p:nvPr/>
          </p:nvSpPr>
          <p:spPr>
            <a:xfrm>
              <a:off x="7483131" y="32968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2" name="pt10272"/>
            <p:cNvSpPr/>
            <p:nvPr/>
          </p:nvSpPr>
          <p:spPr>
            <a:xfrm>
              <a:off x="7394811" y="32077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3" name="pt10273"/>
            <p:cNvSpPr/>
            <p:nvPr/>
          </p:nvSpPr>
          <p:spPr>
            <a:xfrm>
              <a:off x="7452560" y="3289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4" name="pt10274"/>
            <p:cNvSpPr/>
            <p:nvPr/>
          </p:nvSpPr>
          <p:spPr>
            <a:xfrm>
              <a:off x="7387787" y="32539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5" name="pt10275"/>
            <p:cNvSpPr/>
            <p:nvPr/>
          </p:nvSpPr>
          <p:spPr>
            <a:xfrm>
              <a:off x="7500045" y="3255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6" name="pt10276"/>
            <p:cNvSpPr/>
            <p:nvPr/>
          </p:nvSpPr>
          <p:spPr>
            <a:xfrm>
              <a:off x="7362869" y="3319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7" name="pt10277"/>
            <p:cNvSpPr/>
            <p:nvPr/>
          </p:nvSpPr>
          <p:spPr>
            <a:xfrm>
              <a:off x="7508674" y="33421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8" name="pt10278"/>
            <p:cNvSpPr/>
            <p:nvPr/>
          </p:nvSpPr>
          <p:spPr>
            <a:xfrm>
              <a:off x="7465408" y="3453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79" name="pt10279"/>
            <p:cNvSpPr/>
            <p:nvPr/>
          </p:nvSpPr>
          <p:spPr>
            <a:xfrm>
              <a:off x="7471646" y="29989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0" name="pt10280"/>
            <p:cNvSpPr/>
            <p:nvPr/>
          </p:nvSpPr>
          <p:spPr>
            <a:xfrm>
              <a:off x="7384957" y="32973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1" name="pt10281"/>
            <p:cNvSpPr/>
            <p:nvPr/>
          </p:nvSpPr>
          <p:spPr>
            <a:xfrm>
              <a:off x="7427457" y="3278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2" name="pt10282"/>
            <p:cNvSpPr/>
            <p:nvPr/>
          </p:nvSpPr>
          <p:spPr>
            <a:xfrm>
              <a:off x="7149428" y="3312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3" name="pt10283"/>
            <p:cNvSpPr/>
            <p:nvPr/>
          </p:nvSpPr>
          <p:spPr>
            <a:xfrm>
              <a:off x="7393858" y="3249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4" name="pt10284"/>
            <p:cNvSpPr/>
            <p:nvPr/>
          </p:nvSpPr>
          <p:spPr>
            <a:xfrm>
              <a:off x="7397414" y="3305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5" name="pt10285"/>
            <p:cNvSpPr/>
            <p:nvPr/>
          </p:nvSpPr>
          <p:spPr>
            <a:xfrm>
              <a:off x="7382709" y="3306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6" name="pt10286"/>
            <p:cNvSpPr/>
            <p:nvPr/>
          </p:nvSpPr>
          <p:spPr>
            <a:xfrm>
              <a:off x="7453248" y="3296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7" name="pt10287"/>
            <p:cNvSpPr/>
            <p:nvPr/>
          </p:nvSpPr>
          <p:spPr>
            <a:xfrm>
              <a:off x="7401007" y="3300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8" name="pt10288"/>
            <p:cNvSpPr/>
            <p:nvPr/>
          </p:nvSpPr>
          <p:spPr>
            <a:xfrm>
              <a:off x="7419916" y="32335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89" name="pt10289"/>
            <p:cNvSpPr/>
            <p:nvPr/>
          </p:nvSpPr>
          <p:spPr>
            <a:xfrm>
              <a:off x="7466566" y="32905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0" name="pt10290"/>
            <p:cNvSpPr/>
            <p:nvPr/>
          </p:nvSpPr>
          <p:spPr>
            <a:xfrm>
              <a:off x="7349284" y="3325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1" name="pt10291"/>
            <p:cNvSpPr/>
            <p:nvPr/>
          </p:nvSpPr>
          <p:spPr>
            <a:xfrm>
              <a:off x="7220652" y="3314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2" name="pt10292"/>
            <p:cNvSpPr/>
            <p:nvPr/>
          </p:nvSpPr>
          <p:spPr>
            <a:xfrm>
              <a:off x="7431501" y="3239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3" name="pt10293"/>
            <p:cNvSpPr/>
            <p:nvPr/>
          </p:nvSpPr>
          <p:spPr>
            <a:xfrm>
              <a:off x="7464796" y="3282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4" name="pt10294"/>
            <p:cNvSpPr/>
            <p:nvPr/>
          </p:nvSpPr>
          <p:spPr>
            <a:xfrm>
              <a:off x="7407677" y="3287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5" name="pt10295"/>
            <p:cNvSpPr/>
            <p:nvPr/>
          </p:nvSpPr>
          <p:spPr>
            <a:xfrm>
              <a:off x="7547972" y="32230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6" name="pt10296"/>
            <p:cNvSpPr/>
            <p:nvPr/>
          </p:nvSpPr>
          <p:spPr>
            <a:xfrm>
              <a:off x="7428634" y="3267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7" name="pt10297"/>
            <p:cNvSpPr/>
            <p:nvPr/>
          </p:nvSpPr>
          <p:spPr>
            <a:xfrm>
              <a:off x="7424025" y="3265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8" name="pt10298"/>
            <p:cNvSpPr/>
            <p:nvPr/>
          </p:nvSpPr>
          <p:spPr>
            <a:xfrm>
              <a:off x="7380135" y="32580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299" name="pt10299"/>
            <p:cNvSpPr/>
            <p:nvPr/>
          </p:nvSpPr>
          <p:spPr>
            <a:xfrm>
              <a:off x="7424140" y="308646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0" name="pt10300"/>
            <p:cNvSpPr/>
            <p:nvPr/>
          </p:nvSpPr>
          <p:spPr>
            <a:xfrm>
              <a:off x="7452247" y="31725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1" name="pt10301"/>
            <p:cNvSpPr/>
            <p:nvPr/>
          </p:nvSpPr>
          <p:spPr>
            <a:xfrm>
              <a:off x="7493574" y="32418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2" name="pt10302"/>
            <p:cNvSpPr/>
            <p:nvPr/>
          </p:nvSpPr>
          <p:spPr>
            <a:xfrm>
              <a:off x="7429530" y="3303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3" name="pt10303"/>
            <p:cNvSpPr/>
            <p:nvPr/>
          </p:nvSpPr>
          <p:spPr>
            <a:xfrm>
              <a:off x="7470261" y="3252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4" name="pt10304"/>
            <p:cNvSpPr/>
            <p:nvPr/>
          </p:nvSpPr>
          <p:spPr>
            <a:xfrm>
              <a:off x="7459407" y="3314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5" name="pt10305"/>
            <p:cNvSpPr/>
            <p:nvPr/>
          </p:nvSpPr>
          <p:spPr>
            <a:xfrm>
              <a:off x="7464714" y="32191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6" name="pt10306"/>
            <p:cNvSpPr/>
            <p:nvPr/>
          </p:nvSpPr>
          <p:spPr>
            <a:xfrm>
              <a:off x="7425402" y="32821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7" name="pt10307"/>
            <p:cNvSpPr/>
            <p:nvPr/>
          </p:nvSpPr>
          <p:spPr>
            <a:xfrm>
              <a:off x="7439450" y="3178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8" name="pt10308"/>
            <p:cNvSpPr/>
            <p:nvPr/>
          </p:nvSpPr>
          <p:spPr>
            <a:xfrm>
              <a:off x="7446504" y="32861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09" name="pt10309"/>
            <p:cNvSpPr/>
            <p:nvPr/>
          </p:nvSpPr>
          <p:spPr>
            <a:xfrm>
              <a:off x="7451267" y="3159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0" name="pt10310"/>
            <p:cNvSpPr/>
            <p:nvPr/>
          </p:nvSpPr>
          <p:spPr>
            <a:xfrm>
              <a:off x="7494826" y="3265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1" name="pt10311"/>
            <p:cNvSpPr/>
            <p:nvPr/>
          </p:nvSpPr>
          <p:spPr>
            <a:xfrm>
              <a:off x="7432392" y="33036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2" name="pt10312"/>
            <p:cNvSpPr/>
            <p:nvPr/>
          </p:nvSpPr>
          <p:spPr>
            <a:xfrm>
              <a:off x="7482568" y="3253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3" name="pt10313"/>
            <p:cNvSpPr/>
            <p:nvPr/>
          </p:nvSpPr>
          <p:spPr>
            <a:xfrm>
              <a:off x="7342137" y="3263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4" name="pt10314"/>
            <p:cNvSpPr/>
            <p:nvPr/>
          </p:nvSpPr>
          <p:spPr>
            <a:xfrm>
              <a:off x="7365316" y="33111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5" name="pt10315"/>
            <p:cNvSpPr/>
            <p:nvPr/>
          </p:nvSpPr>
          <p:spPr>
            <a:xfrm>
              <a:off x="7369178" y="32685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6" name="pt10316"/>
            <p:cNvSpPr/>
            <p:nvPr/>
          </p:nvSpPr>
          <p:spPr>
            <a:xfrm>
              <a:off x="7488111" y="3310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7" name="pt10317"/>
            <p:cNvSpPr/>
            <p:nvPr/>
          </p:nvSpPr>
          <p:spPr>
            <a:xfrm>
              <a:off x="7399481" y="33041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8" name="pt10318"/>
            <p:cNvSpPr/>
            <p:nvPr/>
          </p:nvSpPr>
          <p:spPr>
            <a:xfrm>
              <a:off x="7366423" y="32823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19" name="pt10319"/>
            <p:cNvSpPr/>
            <p:nvPr/>
          </p:nvSpPr>
          <p:spPr>
            <a:xfrm>
              <a:off x="7450643" y="32141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0" name="pt10320"/>
            <p:cNvSpPr/>
            <p:nvPr/>
          </p:nvSpPr>
          <p:spPr>
            <a:xfrm>
              <a:off x="7487750" y="3297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1" name="pt10321"/>
            <p:cNvSpPr/>
            <p:nvPr/>
          </p:nvSpPr>
          <p:spPr>
            <a:xfrm>
              <a:off x="7339793" y="3348859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22" name="pt10322"/>
            <p:cNvSpPr/>
            <p:nvPr/>
          </p:nvSpPr>
          <p:spPr>
            <a:xfrm>
              <a:off x="7457567" y="3252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3" name="pt10323"/>
            <p:cNvSpPr/>
            <p:nvPr/>
          </p:nvSpPr>
          <p:spPr>
            <a:xfrm>
              <a:off x="7399505" y="3209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4" name="pt10324"/>
            <p:cNvSpPr/>
            <p:nvPr/>
          </p:nvSpPr>
          <p:spPr>
            <a:xfrm>
              <a:off x="7510258" y="32222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5" name="pt10325"/>
            <p:cNvSpPr/>
            <p:nvPr/>
          </p:nvSpPr>
          <p:spPr>
            <a:xfrm>
              <a:off x="7406729" y="32588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6" name="pt10326"/>
            <p:cNvSpPr/>
            <p:nvPr/>
          </p:nvSpPr>
          <p:spPr>
            <a:xfrm>
              <a:off x="7481743" y="31558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7" name="pt10327"/>
            <p:cNvSpPr/>
            <p:nvPr/>
          </p:nvSpPr>
          <p:spPr>
            <a:xfrm>
              <a:off x="7435133" y="3260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8" name="pt10328"/>
            <p:cNvSpPr/>
            <p:nvPr/>
          </p:nvSpPr>
          <p:spPr>
            <a:xfrm>
              <a:off x="7469506" y="30653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29" name="pt10329"/>
            <p:cNvSpPr/>
            <p:nvPr/>
          </p:nvSpPr>
          <p:spPr>
            <a:xfrm>
              <a:off x="7253823" y="32837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0" name="pt10330"/>
            <p:cNvSpPr/>
            <p:nvPr/>
          </p:nvSpPr>
          <p:spPr>
            <a:xfrm>
              <a:off x="7490529" y="3363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1" name="pt10331"/>
            <p:cNvSpPr/>
            <p:nvPr/>
          </p:nvSpPr>
          <p:spPr>
            <a:xfrm>
              <a:off x="7396085" y="3303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2" name="pt10332"/>
            <p:cNvSpPr/>
            <p:nvPr/>
          </p:nvSpPr>
          <p:spPr>
            <a:xfrm>
              <a:off x="7431400" y="32787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3" name="pt10333"/>
            <p:cNvSpPr/>
            <p:nvPr/>
          </p:nvSpPr>
          <p:spPr>
            <a:xfrm>
              <a:off x="7474541" y="33569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4" name="pt10334"/>
            <p:cNvSpPr/>
            <p:nvPr/>
          </p:nvSpPr>
          <p:spPr>
            <a:xfrm>
              <a:off x="7368846" y="33043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5" name="pt10335"/>
            <p:cNvSpPr/>
            <p:nvPr/>
          </p:nvSpPr>
          <p:spPr>
            <a:xfrm>
              <a:off x="7477169" y="3268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6" name="pt10336"/>
            <p:cNvSpPr/>
            <p:nvPr/>
          </p:nvSpPr>
          <p:spPr>
            <a:xfrm>
              <a:off x="7447905" y="32795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7" name="pt10337"/>
            <p:cNvSpPr/>
            <p:nvPr/>
          </p:nvSpPr>
          <p:spPr>
            <a:xfrm>
              <a:off x="7408709" y="3256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8" name="pt10338"/>
            <p:cNvSpPr/>
            <p:nvPr/>
          </p:nvSpPr>
          <p:spPr>
            <a:xfrm>
              <a:off x="7474114" y="3250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39" name="pt10339"/>
            <p:cNvSpPr/>
            <p:nvPr/>
          </p:nvSpPr>
          <p:spPr>
            <a:xfrm>
              <a:off x="7427767" y="3181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0" name="pt10340"/>
            <p:cNvSpPr/>
            <p:nvPr/>
          </p:nvSpPr>
          <p:spPr>
            <a:xfrm>
              <a:off x="7327502" y="3306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1" name="pt10341"/>
            <p:cNvSpPr/>
            <p:nvPr/>
          </p:nvSpPr>
          <p:spPr>
            <a:xfrm>
              <a:off x="7479199" y="33063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2" name="pt10342"/>
            <p:cNvSpPr/>
            <p:nvPr/>
          </p:nvSpPr>
          <p:spPr>
            <a:xfrm>
              <a:off x="7330600" y="32804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3" name="pt10343"/>
            <p:cNvSpPr/>
            <p:nvPr/>
          </p:nvSpPr>
          <p:spPr>
            <a:xfrm>
              <a:off x="7436781" y="32989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4" name="pt10344"/>
            <p:cNvSpPr/>
            <p:nvPr/>
          </p:nvSpPr>
          <p:spPr>
            <a:xfrm>
              <a:off x="7406028" y="3266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5" name="pt10345"/>
            <p:cNvSpPr/>
            <p:nvPr/>
          </p:nvSpPr>
          <p:spPr>
            <a:xfrm>
              <a:off x="7307821" y="32524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6" name="pt10346"/>
            <p:cNvSpPr/>
            <p:nvPr/>
          </p:nvSpPr>
          <p:spPr>
            <a:xfrm>
              <a:off x="7445853" y="3293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7" name="pt10347"/>
            <p:cNvSpPr/>
            <p:nvPr/>
          </p:nvSpPr>
          <p:spPr>
            <a:xfrm>
              <a:off x="7500583" y="32452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8" name="pt10348"/>
            <p:cNvSpPr/>
            <p:nvPr/>
          </p:nvSpPr>
          <p:spPr>
            <a:xfrm>
              <a:off x="7436659" y="32528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49" name="pt10349"/>
            <p:cNvSpPr/>
            <p:nvPr/>
          </p:nvSpPr>
          <p:spPr>
            <a:xfrm>
              <a:off x="7497308" y="3281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0" name="pt10350"/>
            <p:cNvSpPr/>
            <p:nvPr/>
          </p:nvSpPr>
          <p:spPr>
            <a:xfrm>
              <a:off x="7484088" y="3286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1" name="pt10351"/>
            <p:cNvSpPr/>
            <p:nvPr/>
          </p:nvSpPr>
          <p:spPr>
            <a:xfrm>
              <a:off x="7429911" y="3245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2" name="pt10352"/>
            <p:cNvSpPr/>
            <p:nvPr/>
          </p:nvSpPr>
          <p:spPr>
            <a:xfrm>
              <a:off x="7531439" y="3290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3" name="pt10353"/>
            <p:cNvSpPr/>
            <p:nvPr/>
          </p:nvSpPr>
          <p:spPr>
            <a:xfrm>
              <a:off x="7432408" y="3282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4" name="pt10354"/>
            <p:cNvSpPr/>
            <p:nvPr/>
          </p:nvSpPr>
          <p:spPr>
            <a:xfrm>
              <a:off x="7437509" y="33362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5" name="pt10355"/>
            <p:cNvSpPr/>
            <p:nvPr/>
          </p:nvSpPr>
          <p:spPr>
            <a:xfrm>
              <a:off x="7459145" y="32128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6" name="pt10356"/>
            <p:cNvSpPr/>
            <p:nvPr/>
          </p:nvSpPr>
          <p:spPr>
            <a:xfrm>
              <a:off x="7481389" y="32681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7" name="pt10357"/>
            <p:cNvSpPr/>
            <p:nvPr/>
          </p:nvSpPr>
          <p:spPr>
            <a:xfrm>
              <a:off x="7439019" y="33262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8" name="pt10358"/>
            <p:cNvSpPr/>
            <p:nvPr/>
          </p:nvSpPr>
          <p:spPr>
            <a:xfrm>
              <a:off x="7385687" y="3314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59" name="pt10359"/>
            <p:cNvSpPr/>
            <p:nvPr/>
          </p:nvSpPr>
          <p:spPr>
            <a:xfrm>
              <a:off x="7424205" y="3421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0" name="pt10360"/>
            <p:cNvSpPr/>
            <p:nvPr/>
          </p:nvSpPr>
          <p:spPr>
            <a:xfrm>
              <a:off x="7382812" y="3274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1" name="pt10361"/>
            <p:cNvSpPr/>
            <p:nvPr/>
          </p:nvSpPr>
          <p:spPr>
            <a:xfrm>
              <a:off x="7436044" y="21615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2" name="pt10362"/>
            <p:cNvSpPr/>
            <p:nvPr/>
          </p:nvSpPr>
          <p:spPr>
            <a:xfrm>
              <a:off x="7397245" y="30785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3" name="pt10363"/>
            <p:cNvSpPr/>
            <p:nvPr/>
          </p:nvSpPr>
          <p:spPr>
            <a:xfrm>
              <a:off x="7488090" y="32012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4" name="pt10364"/>
            <p:cNvSpPr/>
            <p:nvPr/>
          </p:nvSpPr>
          <p:spPr>
            <a:xfrm>
              <a:off x="7449013" y="3304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5" name="pt10365"/>
            <p:cNvSpPr/>
            <p:nvPr/>
          </p:nvSpPr>
          <p:spPr>
            <a:xfrm>
              <a:off x="7453919" y="33081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6" name="pt10366"/>
            <p:cNvSpPr/>
            <p:nvPr/>
          </p:nvSpPr>
          <p:spPr>
            <a:xfrm>
              <a:off x="7432350" y="3341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7" name="pt10367"/>
            <p:cNvSpPr/>
            <p:nvPr/>
          </p:nvSpPr>
          <p:spPr>
            <a:xfrm>
              <a:off x="7420027" y="3306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8" name="pt10368"/>
            <p:cNvSpPr/>
            <p:nvPr/>
          </p:nvSpPr>
          <p:spPr>
            <a:xfrm>
              <a:off x="7489075" y="32980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69" name="pt10369"/>
            <p:cNvSpPr/>
            <p:nvPr/>
          </p:nvSpPr>
          <p:spPr>
            <a:xfrm>
              <a:off x="7431837" y="32756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0" name="pt10370"/>
            <p:cNvSpPr/>
            <p:nvPr/>
          </p:nvSpPr>
          <p:spPr>
            <a:xfrm>
              <a:off x="7437732" y="3350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1" name="pt10371"/>
            <p:cNvSpPr/>
            <p:nvPr/>
          </p:nvSpPr>
          <p:spPr>
            <a:xfrm>
              <a:off x="7458884" y="3211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2" name="pt10372"/>
            <p:cNvSpPr/>
            <p:nvPr/>
          </p:nvSpPr>
          <p:spPr>
            <a:xfrm>
              <a:off x="7394659" y="32839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3" name="pt10373"/>
            <p:cNvSpPr/>
            <p:nvPr/>
          </p:nvSpPr>
          <p:spPr>
            <a:xfrm>
              <a:off x="7453985" y="32720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4" name="pt10374"/>
            <p:cNvSpPr/>
            <p:nvPr/>
          </p:nvSpPr>
          <p:spPr>
            <a:xfrm>
              <a:off x="7491236" y="3287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5" name="pt10375"/>
            <p:cNvSpPr/>
            <p:nvPr/>
          </p:nvSpPr>
          <p:spPr>
            <a:xfrm>
              <a:off x="7441419" y="3303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6" name="pt10376"/>
            <p:cNvSpPr/>
            <p:nvPr/>
          </p:nvSpPr>
          <p:spPr>
            <a:xfrm>
              <a:off x="7462459" y="32902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7" name="pt10377"/>
            <p:cNvSpPr/>
            <p:nvPr/>
          </p:nvSpPr>
          <p:spPr>
            <a:xfrm>
              <a:off x="7393648" y="3294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8" name="pt10378"/>
            <p:cNvSpPr/>
            <p:nvPr/>
          </p:nvSpPr>
          <p:spPr>
            <a:xfrm>
              <a:off x="7453530" y="3240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79" name="pt10379"/>
            <p:cNvSpPr/>
            <p:nvPr/>
          </p:nvSpPr>
          <p:spPr>
            <a:xfrm>
              <a:off x="7371930" y="3267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0" name="pt10380"/>
            <p:cNvSpPr/>
            <p:nvPr/>
          </p:nvSpPr>
          <p:spPr>
            <a:xfrm>
              <a:off x="7489594" y="3280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1" name="pt10381"/>
            <p:cNvSpPr/>
            <p:nvPr/>
          </p:nvSpPr>
          <p:spPr>
            <a:xfrm>
              <a:off x="7460133" y="32982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2" name="pt10382"/>
            <p:cNvSpPr/>
            <p:nvPr/>
          </p:nvSpPr>
          <p:spPr>
            <a:xfrm>
              <a:off x="7409887" y="3286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3" name="pt10383"/>
            <p:cNvSpPr/>
            <p:nvPr/>
          </p:nvSpPr>
          <p:spPr>
            <a:xfrm>
              <a:off x="7417790" y="32408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4" name="pt10384"/>
            <p:cNvSpPr/>
            <p:nvPr/>
          </p:nvSpPr>
          <p:spPr>
            <a:xfrm>
              <a:off x="7429178" y="32967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5" name="pt10385"/>
            <p:cNvSpPr/>
            <p:nvPr/>
          </p:nvSpPr>
          <p:spPr>
            <a:xfrm>
              <a:off x="7312544" y="3333546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86" name="pt10386"/>
            <p:cNvSpPr/>
            <p:nvPr/>
          </p:nvSpPr>
          <p:spPr>
            <a:xfrm>
              <a:off x="7433787" y="32717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7" name="pt10387"/>
            <p:cNvSpPr/>
            <p:nvPr/>
          </p:nvSpPr>
          <p:spPr>
            <a:xfrm>
              <a:off x="7393649" y="3314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8" name="pt10388"/>
            <p:cNvSpPr/>
            <p:nvPr/>
          </p:nvSpPr>
          <p:spPr>
            <a:xfrm>
              <a:off x="7464492" y="32585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89" name="pt10389"/>
            <p:cNvSpPr/>
            <p:nvPr/>
          </p:nvSpPr>
          <p:spPr>
            <a:xfrm>
              <a:off x="7587294" y="3333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0" name="pt10390"/>
            <p:cNvSpPr/>
            <p:nvPr/>
          </p:nvSpPr>
          <p:spPr>
            <a:xfrm>
              <a:off x="7323442" y="33435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1" name="pt10391"/>
            <p:cNvSpPr/>
            <p:nvPr/>
          </p:nvSpPr>
          <p:spPr>
            <a:xfrm>
              <a:off x="7467200" y="32367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2" name="pt10392"/>
            <p:cNvSpPr/>
            <p:nvPr/>
          </p:nvSpPr>
          <p:spPr>
            <a:xfrm>
              <a:off x="7439978" y="3271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3" name="pt10393"/>
            <p:cNvSpPr/>
            <p:nvPr/>
          </p:nvSpPr>
          <p:spPr>
            <a:xfrm>
              <a:off x="7454866" y="3220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4" name="pt10394"/>
            <p:cNvSpPr/>
            <p:nvPr/>
          </p:nvSpPr>
          <p:spPr>
            <a:xfrm>
              <a:off x="7420937" y="3253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5" name="pt10395"/>
            <p:cNvSpPr/>
            <p:nvPr/>
          </p:nvSpPr>
          <p:spPr>
            <a:xfrm>
              <a:off x="7424323" y="32828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6" name="pt10396"/>
            <p:cNvSpPr/>
            <p:nvPr/>
          </p:nvSpPr>
          <p:spPr>
            <a:xfrm>
              <a:off x="7468012" y="31992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7" name="pt10397"/>
            <p:cNvSpPr/>
            <p:nvPr/>
          </p:nvSpPr>
          <p:spPr>
            <a:xfrm>
              <a:off x="7458303" y="32908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8" name="pt10398"/>
            <p:cNvSpPr/>
            <p:nvPr/>
          </p:nvSpPr>
          <p:spPr>
            <a:xfrm>
              <a:off x="7358226" y="33179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399" name="pt10399"/>
            <p:cNvSpPr/>
            <p:nvPr/>
          </p:nvSpPr>
          <p:spPr>
            <a:xfrm>
              <a:off x="7391843" y="3303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0" name="pt10400"/>
            <p:cNvSpPr/>
            <p:nvPr/>
          </p:nvSpPr>
          <p:spPr>
            <a:xfrm>
              <a:off x="7385669" y="32934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1" name="pt10401"/>
            <p:cNvSpPr/>
            <p:nvPr/>
          </p:nvSpPr>
          <p:spPr>
            <a:xfrm>
              <a:off x="7431855" y="3289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2" name="pt10402"/>
            <p:cNvSpPr/>
            <p:nvPr/>
          </p:nvSpPr>
          <p:spPr>
            <a:xfrm>
              <a:off x="7453690" y="3150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3" name="pt10403"/>
            <p:cNvSpPr/>
            <p:nvPr/>
          </p:nvSpPr>
          <p:spPr>
            <a:xfrm>
              <a:off x="7431046" y="3241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4" name="pt10404"/>
            <p:cNvSpPr/>
            <p:nvPr/>
          </p:nvSpPr>
          <p:spPr>
            <a:xfrm>
              <a:off x="7436377" y="32628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5" name="pt10405"/>
            <p:cNvSpPr/>
            <p:nvPr/>
          </p:nvSpPr>
          <p:spPr>
            <a:xfrm>
              <a:off x="7441573" y="3308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6" name="pt10406"/>
            <p:cNvSpPr/>
            <p:nvPr/>
          </p:nvSpPr>
          <p:spPr>
            <a:xfrm>
              <a:off x="7430015" y="3322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7" name="pt10407"/>
            <p:cNvSpPr/>
            <p:nvPr/>
          </p:nvSpPr>
          <p:spPr>
            <a:xfrm>
              <a:off x="7348610" y="32871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8" name="pt10408"/>
            <p:cNvSpPr/>
            <p:nvPr/>
          </p:nvSpPr>
          <p:spPr>
            <a:xfrm>
              <a:off x="7389000" y="3389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09" name="pt10409"/>
            <p:cNvSpPr/>
            <p:nvPr/>
          </p:nvSpPr>
          <p:spPr>
            <a:xfrm>
              <a:off x="7465577" y="32881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0" name="pt10410"/>
            <p:cNvSpPr/>
            <p:nvPr/>
          </p:nvSpPr>
          <p:spPr>
            <a:xfrm>
              <a:off x="7437662" y="3343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1" name="pt10411"/>
            <p:cNvSpPr/>
            <p:nvPr/>
          </p:nvSpPr>
          <p:spPr>
            <a:xfrm>
              <a:off x="7415182" y="32506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2" name="pt10412"/>
            <p:cNvSpPr/>
            <p:nvPr/>
          </p:nvSpPr>
          <p:spPr>
            <a:xfrm>
              <a:off x="7387948" y="3229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3" name="pt10413"/>
            <p:cNvSpPr/>
            <p:nvPr/>
          </p:nvSpPr>
          <p:spPr>
            <a:xfrm>
              <a:off x="7374220" y="3305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4" name="pt10414"/>
            <p:cNvSpPr/>
            <p:nvPr/>
          </p:nvSpPr>
          <p:spPr>
            <a:xfrm>
              <a:off x="7413445" y="33260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5" name="pt10415"/>
            <p:cNvSpPr/>
            <p:nvPr/>
          </p:nvSpPr>
          <p:spPr>
            <a:xfrm>
              <a:off x="7402139" y="32854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6" name="pt10416"/>
            <p:cNvSpPr/>
            <p:nvPr/>
          </p:nvSpPr>
          <p:spPr>
            <a:xfrm>
              <a:off x="7391900" y="3283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7" name="pt10417"/>
            <p:cNvSpPr/>
            <p:nvPr/>
          </p:nvSpPr>
          <p:spPr>
            <a:xfrm>
              <a:off x="7504193" y="32615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8" name="pt10418"/>
            <p:cNvSpPr/>
            <p:nvPr/>
          </p:nvSpPr>
          <p:spPr>
            <a:xfrm>
              <a:off x="7516335" y="3296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19" name="pt10419"/>
            <p:cNvSpPr/>
            <p:nvPr/>
          </p:nvSpPr>
          <p:spPr>
            <a:xfrm>
              <a:off x="7473840" y="32921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0" name="pt10420"/>
            <p:cNvSpPr/>
            <p:nvPr/>
          </p:nvSpPr>
          <p:spPr>
            <a:xfrm>
              <a:off x="7383489" y="3332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1" name="pt10421"/>
            <p:cNvSpPr/>
            <p:nvPr/>
          </p:nvSpPr>
          <p:spPr>
            <a:xfrm>
              <a:off x="7394607" y="3273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2" name="pt10422"/>
            <p:cNvSpPr/>
            <p:nvPr/>
          </p:nvSpPr>
          <p:spPr>
            <a:xfrm>
              <a:off x="7497883" y="3280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3" name="pt10423"/>
            <p:cNvSpPr/>
            <p:nvPr/>
          </p:nvSpPr>
          <p:spPr>
            <a:xfrm>
              <a:off x="7462813" y="31774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4" name="pt10424"/>
            <p:cNvSpPr/>
            <p:nvPr/>
          </p:nvSpPr>
          <p:spPr>
            <a:xfrm>
              <a:off x="7476835" y="32790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5" name="pt10425"/>
            <p:cNvSpPr/>
            <p:nvPr/>
          </p:nvSpPr>
          <p:spPr>
            <a:xfrm>
              <a:off x="7467543" y="3267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6" name="pt10426"/>
            <p:cNvSpPr/>
            <p:nvPr/>
          </p:nvSpPr>
          <p:spPr>
            <a:xfrm>
              <a:off x="7420484" y="33002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7" name="pt10427"/>
            <p:cNvSpPr/>
            <p:nvPr/>
          </p:nvSpPr>
          <p:spPr>
            <a:xfrm>
              <a:off x="7366249" y="3326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8" name="pt10428"/>
            <p:cNvSpPr/>
            <p:nvPr/>
          </p:nvSpPr>
          <p:spPr>
            <a:xfrm>
              <a:off x="7367964" y="3289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29" name="pt10429"/>
            <p:cNvSpPr/>
            <p:nvPr/>
          </p:nvSpPr>
          <p:spPr>
            <a:xfrm>
              <a:off x="7508675" y="3284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0" name="pt10430"/>
            <p:cNvSpPr/>
            <p:nvPr/>
          </p:nvSpPr>
          <p:spPr>
            <a:xfrm>
              <a:off x="7453058" y="33029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1" name="pt10431"/>
            <p:cNvSpPr/>
            <p:nvPr/>
          </p:nvSpPr>
          <p:spPr>
            <a:xfrm>
              <a:off x="7383245" y="32386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2" name="pt10432"/>
            <p:cNvSpPr/>
            <p:nvPr/>
          </p:nvSpPr>
          <p:spPr>
            <a:xfrm>
              <a:off x="7391075" y="32821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3" name="pt10433"/>
            <p:cNvSpPr/>
            <p:nvPr/>
          </p:nvSpPr>
          <p:spPr>
            <a:xfrm>
              <a:off x="7367503" y="3375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4" name="pt10434"/>
            <p:cNvSpPr/>
            <p:nvPr/>
          </p:nvSpPr>
          <p:spPr>
            <a:xfrm>
              <a:off x="7420845" y="34637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5" name="pt10435"/>
            <p:cNvSpPr/>
            <p:nvPr/>
          </p:nvSpPr>
          <p:spPr>
            <a:xfrm>
              <a:off x="7451978" y="3924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6" name="pt10436"/>
            <p:cNvSpPr/>
            <p:nvPr/>
          </p:nvSpPr>
          <p:spPr>
            <a:xfrm>
              <a:off x="7506725" y="33068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7" name="pt10437"/>
            <p:cNvSpPr/>
            <p:nvPr/>
          </p:nvSpPr>
          <p:spPr>
            <a:xfrm>
              <a:off x="7481358" y="3249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8" name="pt10438"/>
            <p:cNvSpPr/>
            <p:nvPr/>
          </p:nvSpPr>
          <p:spPr>
            <a:xfrm>
              <a:off x="7480865" y="3255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39" name="pt10439"/>
            <p:cNvSpPr/>
            <p:nvPr/>
          </p:nvSpPr>
          <p:spPr>
            <a:xfrm>
              <a:off x="7321896" y="308590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40" name="pt10440"/>
            <p:cNvSpPr/>
            <p:nvPr/>
          </p:nvSpPr>
          <p:spPr>
            <a:xfrm>
              <a:off x="7386176" y="3264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1" name="pt10441"/>
            <p:cNvSpPr/>
            <p:nvPr/>
          </p:nvSpPr>
          <p:spPr>
            <a:xfrm>
              <a:off x="7460249" y="32455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2" name="pt10442"/>
            <p:cNvSpPr/>
            <p:nvPr/>
          </p:nvSpPr>
          <p:spPr>
            <a:xfrm>
              <a:off x="7414788" y="3385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3" name="pt10443"/>
            <p:cNvSpPr/>
            <p:nvPr/>
          </p:nvSpPr>
          <p:spPr>
            <a:xfrm>
              <a:off x="7437474" y="33197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4" name="pt10444"/>
            <p:cNvSpPr/>
            <p:nvPr/>
          </p:nvSpPr>
          <p:spPr>
            <a:xfrm>
              <a:off x="7488849" y="3254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5" name="pt10445"/>
            <p:cNvSpPr/>
            <p:nvPr/>
          </p:nvSpPr>
          <p:spPr>
            <a:xfrm>
              <a:off x="7426387" y="32472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6" name="pt10446"/>
            <p:cNvSpPr/>
            <p:nvPr/>
          </p:nvSpPr>
          <p:spPr>
            <a:xfrm>
              <a:off x="7419634" y="3304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7" name="pt10447"/>
            <p:cNvSpPr/>
            <p:nvPr/>
          </p:nvSpPr>
          <p:spPr>
            <a:xfrm>
              <a:off x="7469839" y="30834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8" name="pt10448"/>
            <p:cNvSpPr/>
            <p:nvPr/>
          </p:nvSpPr>
          <p:spPr>
            <a:xfrm>
              <a:off x="7466851" y="3289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49" name="pt10449"/>
            <p:cNvSpPr/>
            <p:nvPr/>
          </p:nvSpPr>
          <p:spPr>
            <a:xfrm>
              <a:off x="7478889" y="33312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0" name="pt10450"/>
            <p:cNvSpPr/>
            <p:nvPr/>
          </p:nvSpPr>
          <p:spPr>
            <a:xfrm>
              <a:off x="7435162" y="3267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1" name="pt10451"/>
            <p:cNvSpPr/>
            <p:nvPr/>
          </p:nvSpPr>
          <p:spPr>
            <a:xfrm>
              <a:off x="7489577" y="32786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2" name="pt10452"/>
            <p:cNvSpPr/>
            <p:nvPr/>
          </p:nvSpPr>
          <p:spPr>
            <a:xfrm>
              <a:off x="7509531" y="3262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3" name="pt10453"/>
            <p:cNvSpPr/>
            <p:nvPr/>
          </p:nvSpPr>
          <p:spPr>
            <a:xfrm>
              <a:off x="7397499" y="2985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4" name="pt10454"/>
            <p:cNvSpPr/>
            <p:nvPr/>
          </p:nvSpPr>
          <p:spPr>
            <a:xfrm>
              <a:off x="7430762" y="3271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5" name="pt10455"/>
            <p:cNvSpPr/>
            <p:nvPr/>
          </p:nvSpPr>
          <p:spPr>
            <a:xfrm>
              <a:off x="7510661" y="3199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6" name="pt10456"/>
            <p:cNvSpPr/>
            <p:nvPr/>
          </p:nvSpPr>
          <p:spPr>
            <a:xfrm>
              <a:off x="7458357" y="3240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7" name="pt10457"/>
            <p:cNvSpPr/>
            <p:nvPr/>
          </p:nvSpPr>
          <p:spPr>
            <a:xfrm>
              <a:off x="7412123" y="32177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8" name="pt10458"/>
            <p:cNvSpPr/>
            <p:nvPr/>
          </p:nvSpPr>
          <p:spPr>
            <a:xfrm>
              <a:off x="7395183" y="32760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59" name="pt10459"/>
            <p:cNvSpPr/>
            <p:nvPr/>
          </p:nvSpPr>
          <p:spPr>
            <a:xfrm>
              <a:off x="7431928" y="3081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0" name="pt10460"/>
            <p:cNvSpPr/>
            <p:nvPr/>
          </p:nvSpPr>
          <p:spPr>
            <a:xfrm>
              <a:off x="7475650" y="31915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1" name="pt10461"/>
            <p:cNvSpPr/>
            <p:nvPr/>
          </p:nvSpPr>
          <p:spPr>
            <a:xfrm>
              <a:off x="7397211" y="32509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2" name="pt10462"/>
            <p:cNvSpPr/>
            <p:nvPr/>
          </p:nvSpPr>
          <p:spPr>
            <a:xfrm>
              <a:off x="7439321" y="3522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3" name="pt10463"/>
            <p:cNvSpPr/>
            <p:nvPr/>
          </p:nvSpPr>
          <p:spPr>
            <a:xfrm>
              <a:off x="7368336" y="3288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4" name="pt10464"/>
            <p:cNvSpPr/>
            <p:nvPr/>
          </p:nvSpPr>
          <p:spPr>
            <a:xfrm>
              <a:off x="7473685" y="31083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5" name="pt10465"/>
            <p:cNvSpPr/>
            <p:nvPr/>
          </p:nvSpPr>
          <p:spPr>
            <a:xfrm>
              <a:off x="7449766" y="32719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6" name="pt10466"/>
            <p:cNvSpPr/>
            <p:nvPr/>
          </p:nvSpPr>
          <p:spPr>
            <a:xfrm>
              <a:off x="7484739" y="33013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7" name="pt10467"/>
            <p:cNvSpPr/>
            <p:nvPr/>
          </p:nvSpPr>
          <p:spPr>
            <a:xfrm>
              <a:off x="7457819" y="40357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8" name="pt10468"/>
            <p:cNvSpPr/>
            <p:nvPr/>
          </p:nvSpPr>
          <p:spPr>
            <a:xfrm>
              <a:off x="7447581" y="3053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69" name="pt10469"/>
            <p:cNvSpPr/>
            <p:nvPr/>
          </p:nvSpPr>
          <p:spPr>
            <a:xfrm>
              <a:off x="7418918" y="33089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0" name="pt10470"/>
            <p:cNvSpPr/>
            <p:nvPr/>
          </p:nvSpPr>
          <p:spPr>
            <a:xfrm>
              <a:off x="7414636" y="3262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1" name="pt10471"/>
            <p:cNvSpPr/>
            <p:nvPr/>
          </p:nvSpPr>
          <p:spPr>
            <a:xfrm>
              <a:off x="7400768" y="33282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2" name="pt10472"/>
            <p:cNvSpPr/>
            <p:nvPr/>
          </p:nvSpPr>
          <p:spPr>
            <a:xfrm>
              <a:off x="7492976" y="3289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3" name="pt10473"/>
            <p:cNvSpPr/>
            <p:nvPr/>
          </p:nvSpPr>
          <p:spPr>
            <a:xfrm>
              <a:off x="7456114" y="37875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4" name="pt10474"/>
            <p:cNvSpPr/>
            <p:nvPr/>
          </p:nvSpPr>
          <p:spPr>
            <a:xfrm>
              <a:off x="7475316" y="33209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5" name="pt10475"/>
            <p:cNvSpPr/>
            <p:nvPr/>
          </p:nvSpPr>
          <p:spPr>
            <a:xfrm>
              <a:off x="7444068" y="32459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6" name="pt10476"/>
            <p:cNvSpPr/>
            <p:nvPr/>
          </p:nvSpPr>
          <p:spPr>
            <a:xfrm>
              <a:off x="7383993" y="3319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7" name="pt10477"/>
            <p:cNvSpPr/>
            <p:nvPr/>
          </p:nvSpPr>
          <p:spPr>
            <a:xfrm>
              <a:off x="7519483" y="3215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8" name="pt10478"/>
            <p:cNvSpPr/>
            <p:nvPr/>
          </p:nvSpPr>
          <p:spPr>
            <a:xfrm>
              <a:off x="7410195" y="3260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79" name="pt10479"/>
            <p:cNvSpPr/>
            <p:nvPr/>
          </p:nvSpPr>
          <p:spPr>
            <a:xfrm>
              <a:off x="7457319" y="32704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0" name="pt10480"/>
            <p:cNvSpPr/>
            <p:nvPr/>
          </p:nvSpPr>
          <p:spPr>
            <a:xfrm>
              <a:off x="7432727" y="3282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1" name="pt10481"/>
            <p:cNvSpPr/>
            <p:nvPr/>
          </p:nvSpPr>
          <p:spPr>
            <a:xfrm>
              <a:off x="7422175" y="3272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2" name="pt10482"/>
            <p:cNvSpPr/>
            <p:nvPr/>
          </p:nvSpPr>
          <p:spPr>
            <a:xfrm>
              <a:off x="7431857" y="3283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3" name="pt10483"/>
            <p:cNvSpPr/>
            <p:nvPr/>
          </p:nvSpPr>
          <p:spPr>
            <a:xfrm>
              <a:off x="7355926" y="32960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4" name="pt10484"/>
            <p:cNvSpPr/>
            <p:nvPr/>
          </p:nvSpPr>
          <p:spPr>
            <a:xfrm>
              <a:off x="7412985" y="3352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5" name="pt10485"/>
            <p:cNvSpPr/>
            <p:nvPr/>
          </p:nvSpPr>
          <p:spPr>
            <a:xfrm>
              <a:off x="7436616" y="3534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6" name="pt10486"/>
            <p:cNvSpPr/>
            <p:nvPr/>
          </p:nvSpPr>
          <p:spPr>
            <a:xfrm>
              <a:off x="7457334" y="33009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7" name="pt10487"/>
            <p:cNvSpPr/>
            <p:nvPr/>
          </p:nvSpPr>
          <p:spPr>
            <a:xfrm>
              <a:off x="7459339" y="3270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8" name="pt10488"/>
            <p:cNvSpPr/>
            <p:nvPr/>
          </p:nvSpPr>
          <p:spPr>
            <a:xfrm>
              <a:off x="7476174" y="3266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89" name="pt10489"/>
            <p:cNvSpPr/>
            <p:nvPr/>
          </p:nvSpPr>
          <p:spPr>
            <a:xfrm>
              <a:off x="7435278" y="3295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0" name="pt10490"/>
            <p:cNvSpPr/>
            <p:nvPr/>
          </p:nvSpPr>
          <p:spPr>
            <a:xfrm>
              <a:off x="7490598" y="32589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1" name="pt10491"/>
            <p:cNvSpPr/>
            <p:nvPr/>
          </p:nvSpPr>
          <p:spPr>
            <a:xfrm>
              <a:off x="7498961" y="32574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2" name="pt10492"/>
            <p:cNvSpPr/>
            <p:nvPr/>
          </p:nvSpPr>
          <p:spPr>
            <a:xfrm>
              <a:off x="7485778" y="32521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3" name="pt10493"/>
            <p:cNvSpPr/>
            <p:nvPr/>
          </p:nvSpPr>
          <p:spPr>
            <a:xfrm>
              <a:off x="6581474" y="3276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4" name="pt10494"/>
            <p:cNvSpPr/>
            <p:nvPr/>
          </p:nvSpPr>
          <p:spPr>
            <a:xfrm>
              <a:off x="7360376" y="32950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5" name="pt10495"/>
            <p:cNvSpPr/>
            <p:nvPr/>
          </p:nvSpPr>
          <p:spPr>
            <a:xfrm>
              <a:off x="7470262" y="32516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6" name="pt10496"/>
            <p:cNvSpPr/>
            <p:nvPr/>
          </p:nvSpPr>
          <p:spPr>
            <a:xfrm>
              <a:off x="7505992" y="32928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7" name="pt10497"/>
            <p:cNvSpPr/>
            <p:nvPr/>
          </p:nvSpPr>
          <p:spPr>
            <a:xfrm>
              <a:off x="7254322" y="3350268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8" name="pt10498"/>
            <p:cNvSpPr/>
            <p:nvPr/>
          </p:nvSpPr>
          <p:spPr>
            <a:xfrm>
              <a:off x="7450434" y="3324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499" name="pt10499"/>
            <p:cNvSpPr/>
            <p:nvPr/>
          </p:nvSpPr>
          <p:spPr>
            <a:xfrm>
              <a:off x="7450272" y="3322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0" name="pt10500"/>
            <p:cNvSpPr/>
            <p:nvPr/>
          </p:nvSpPr>
          <p:spPr>
            <a:xfrm>
              <a:off x="7413491" y="3227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1" name="pt10501"/>
            <p:cNvSpPr/>
            <p:nvPr/>
          </p:nvSpPr>
          <p:spPr>
            <a:xfrm>
              <a:off x="7388966" y="32983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2" name="pt10502"/>
            <p:cNvSpPr/>
            <p:nvPr/>
          </p:nvSpPr>
          <p:spPr>
            <a:xfrm>
              <a:off x="7488686" y="33167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3" name="pt10503"/>
            <p:cNvSpPr/>
            <p:nvPr/>
          </p:nvSpPr>
          <p:spPr>
            <a:xfrm>
              <a:off x="7466187" y="32910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4" name="pt10504"/>
            <p:cNvSpPr/>
            <p:nvPr/>
          </p:nvSpPr>
          <p:spPr>
            <a:xfrm>
              <a:off x="7483835" y="32477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5" name="pt10505"/>
            <p:cNvSpPr/>
            <p:nvPr/>
          </p:nvSpPr>
          <p:spPr>
            <a:xfrm>
              <a:off x="7427973" y="32420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6" name="pt10506"/>
            <p:cNvSpPr/>
            <p:nvPr/>
          </p:nvSpPr>
          <p:spPr>
            <a:xfrm>
              <a:off x="7467421" y="3286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7" name="pt10507"/>
            <p:cNvSpPr/>
            <p:nvPr/>
          </p:nvSpPr>
          <p:spPr>
            <a:xfrm>
              <a:off x="7465145" y="32715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8" name="pt10508"/>
            <p:cNvSpPr/>
            <p:nvPr/>
          </p:nvSpPr>
          <p:spPr>
            <a:xfrm>
              <a:off x="7464424" y="32137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09" name="pt10509"/>
            <p:cNvSpPr/>
            <p:nvPr/>
          </p:nvSpPr>
          <p:spPr>
            <a:xfrm>
              <a:off x="7372220" y="3249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0" name="pt10510"/>
            <p:cNvSpPr/>
            <p:nvPr/>
          </p:nvSpPr>
          <p:spPr>
            <a:xfrm>
              <a:off x="7432668" y="3266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1" name="pt10511"/>
            <p:cNvSpPr/>
            <p:nvPr/>
          </p:nvSpPr>
          <p:spPr>
            <a:xfrm>
              <a:off x="7447025" y="32896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2" name="pt10512"/>
            <p:cNvSpPr/>
            <p:nvPr/>
          </p:nvSpPr>
          <p:spPr>
            <a:xfrm>
              <a:off x="7426458" y="32528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3" name="pt10513"/>
            <p:cNvSpPr/>
            <p:nvPr/>
          </p:nvSpPr>
          <p:spPr>
            <a:xfrm>
              <a:off x="7432808" y="32969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4" name="pt10514"/>
            <p:cNvSpPr/>
            <p:nvPr/>
          </p:nvSpPr>
          <p:spPr>
            <a:xfrm>
              <a:off x="7467817" y="3112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5" name="pt10515"/>
            <p:cNvSpPr/>
            <p:nvPr/>
          </p:nvSpPr>
          <p:spPr>
            <a:xfrm>
              <a:off x="7382961" y="33045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6" name="pt10516"/>
            <p:cNvSpPr/>
            <p:nvPr/>
          </p:nvSpPr>
          <p:spPr>
            <a:xfrm>
              <a:off x="7517569" y="3260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7" name="pt10517"/>
            <p:cNvSpPr/>
            <p:nvPr/>
          </p:nvSpPr>
          <p:spPr>
            <a:xfrm>
              <a:off x="7542548" y="3255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8" name="pt10518"/>
            <p:cNvSpPr/>
            <p:nvPr/>
          </p:nvSpPr>
          <p:spPr>
            <a:xfrm>
              <a:off x="7495944" y="32607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19" name="pt10519"/>
            <p:cNvSpPr/>
            <p:nvPr/>
          </p:nvSpPr>
          <p:spPr>
            <a:xfrm>
              <a:off x="7407594" y="3305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0" name="pt10520"/>
            <p:cNvSpPr/>
            <p:nvPr/>
          </p:nvSpPr>
          <p:spPr>
            <a:xfrm>
              <a:off x="7464987" y="32679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1" name="pt10521"/>
            <p:cNvSpPr/>
            <p:nvPr/>
          </p:nvSpPr>
          <p:spPr>
            <a:xfrm>
              <a:off x="7375649" y="33329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2" name="pt10522"/>
            <p:cNvSpPr/>
            <p:nvPr/>
          </p:nvSpPr>
          <p:spPr>
            <a:xfrm>
              <a:off x="7486404" y="32535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3" name="pt10523"/>
            <p:cNvSpPr/>
            <p:nvPr/>
          </p:nvSpPr>
          <p:spPr>
            <a:xfrm>
              <a:off x="7511620" y="32978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4" name="pt10524"/>
            <p:cNvSpPr/>
            <p:nvPr/>
          </p:nvSpPr>
          <p:spPr>
            <a:xfrm>
              <a:off x="7364480" y="32986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5" name="pt10525"/>
            <p:cNvSpPr/>
            <p:nvPr/>
          </p:nvSpPr>
          <p:spPr>
            <a:xfrm>
              <a:off x="7340735" y="33635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6" name="pt10526"/>
            <p:cNvSpPr/>
            <p:nvPr/>
          </p:nvSpPr>
          <p:spPr>
            <a:xfrm>
              <a:off x="7446006" y="32248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7" name="pt10527"/>
            <p:cNvSpPr/>
            <p:nvPr/>
          </p:nvSpPr>
          <p:spPr>
            <a:xfrm>
              <a:off x="7478084" y="3340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8" name="pt10528"/>
            <p:cNvSpPr/>
            <p:nvPr/>
          </p:nvSpPr>
          <p:spPr>
            <a:xfrm>
              <a:off x="7381711" y="3303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29" name="pt10529"/>
            <p:cNvSpPr/>
            <p:nvPr/>
          </p:nvSpPr>
          <p:spPr>
            <a:xfrm>
              <a:off x="7424923" y="33278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0" name="pt10530"/>
            <p:cNvSpPr/>
            <p:nvPr/>
          </p:nvSpPr>
          <p:spPr>
            <a:xfrm>
              <a:off x="7409789" y="33031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1" name="pt10531"/>
            <p:cNvSpPr/>
            <p:nvPr/>
          </p:nvSpPr>
          <p:spPr>
            <a:xfrm>
              <a:off x="7391241" y="32655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2" name="pt10532"/>
            <p:cNvSpPr/>
            <p:nvPr/>
          </p:nvSpPr>
          <p:spPr>
            <a:xfrm>
              <a:off x="7567685" y="3291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3" name="pt10533"/>
            <p:cNvSpPr/>
            <p:nvPr/>
          </p:nvSpPr>
          <p:spPr>
            <a:xfrm>
              <a:off x="7383657" y="31778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4" name="pt10534"/>
            <p:cNvSpPr/>
            <p:nvPr/>
          </p:nvSpPr>
          <p:spPr>
            <a:xfrm>
              <a:off x="7455698" y="32266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5" name="pt10535"/>
            <p:cNvSpPr/>
            <p:nvPr/>
          </p:nvSpPr>
          <p:spPr>
            <a:xfrm>
              <a:off x="7454926" y="3271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6" name="pt10536"/>
            <p:cNvSpPr/>
            <p:nvPr/>
          </p:nvSpPr>
          <p:spPr>
            <a:xfrm>
              <a:off x="7441699" y="3120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7" name="pt10537"/>
            <p:cNvSpPr/>
            <p:nvPr/>
          </p:nvSpPr>
          <p:spPr>
            <a:xfrm>
              <a:off x="7409542" y="32817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8" name="pt10538"/>
            <p:cNvSpPr/>
            <p:nvPr/>
          </p:nvSpPr>
          <p:spPr>
            <a:xfrm>
              <a:off x="7437359" y="3258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39" name="pt10539"/>
            <p:cNvSpPr/>
            <p:nvPr/>
          </p:nvSpPr>
          <p:spPr>
            <a:xfrm>
              <a:off x="7406809" y="32442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0" name="pt10540"/>
            <p:cNvSpPr/>
            <p:nvPr/>
          </p:nvSpPr>
          <p:spPr>
            <a:xfrm>
              <a:off x="7356692" y="32946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1" name="pt10541"/>
            <p:cNvSpPr/>
            <p:nvPr/>
          </p:nvSpPr>
          <p:spPr>
            <a:xfrm>
              <a:off x="7451240" y="32625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2" name="pt10542"/>
            <p:cNvSpPr/>
            <p:nvPr/>
          </p:nvSpPr>
          <p:spPr>
            <a:xfrm>
              <a:off x="7495973" y="32913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3" name="pt10543"/>
            <p:cNvSpPr/>
            <p:nvPr/>
          </p:nvSpPr>
          <p:spPr>
            <a:xfrm>
              <a:off x="7494254" y="32539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4" name="pt10544"/>
            <p:cNvSpPr/>
            <p:nvPr/>
          </p:nvSpPr>
          <p:spPr>
            <a:xfrm>
              <a:off x="7501185" y="32846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5" name="pt10545"/>
            <p:cNvSpPr/>
            <p:nvPr/>
          </p:nvSpPr>
          <p:spPr>
            <a:xfrm>
              <a:off x="7480133" y="3271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6" name="pt10546"/>
            <p:cNvSpPr/>
            <p:nvPr/>
          </p:nvSpPr>
          <p:spPr>
            <a:xfrm>
              <a:off x="7394529" y="32968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7" name="pt10547"/>
            <p:cNvSpPr/>
            <p:nvPr/>
          </p:nvSpPr>
          <p:spPr>
            <a:xfrm>
              <a:off x="7437422" y="32657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8" name="pt10548"/>
            <p:cNvSpPr/>
            <p:nvPr/>
          </p:nvSpPr>
          <p:spPr>
            <a:xfrm>
              <a:off x="7515422" y="32612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49" name="pt10549"/>
            <p:cNvSpPr/>
            <p:nvPr/>
          </p:nvSpPr>
          <p:spPr>
            <a:xfrm>
              <a:off x="7498776" y="3298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0" name="pt10550"/>
            <p:cNvSpPr/>
            <p:nvPr/>
          </p:nvSpPr>
          <p:spPr>
            <a:xfrm>
              <a:off x="7345182" y="33103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1" name="pt10551"/>
            <p:cNvSpPr/>
            <p:nvPr/>
          </p:nvSpPr>
          <p:spPr>
            <a:xfrm>
              <a:off x="7480386" y="32540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2" name="pt10552"/>
            <p:cNvSpPr/>
            <p:nvPr/>
          </p:nvSpPr>
          <p:spPr>
            <a:xfrm>
              <a:off x="7370857" y="3256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3" name="pt10553"/>
            <p:cNvSpPr/>
            <p:nvPr/>
          </p:nvSpPr>
          <p:spPr>
            <a:xfrm>
              <a:off x="7417426" y="31868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4" name="pt10554"/>
            <p:cNvSpPr/>
            <p:nvPr/>
          </p:nvSpPr>
          <p:spPr>
            <a:xfrm>
              <a:off x="7478568" y="3243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5" name="pt10555"/>
            <p:cNvSpPr/>
            <p:nvPr/>
          </p:nvSpPr>
          <p:spPr>
            <a:xfrm>
              <a:off x="7432516" y="4241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6" name="pt10556"/>
            <p:cNvSpPr/>
            <p:nvPr/>
          </p:nvSpPr>
          <p:spPr>
            <a:xfrm>
              <a:off x="7437839" y="33869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7" name="pt10557"/>
            <p:cNvSpPr/>
            <p:nvPr/>
          </p:nvSpPr>
          <p:spPr>
            <a:xfrm>
              <a:off x="7369022" y="3271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8" name="pt10558"/>
            <p:cNvSpPr/>
            <p:nvPr/>
          </p:nvSpPr>
          <p:spPr>
            <a:xfrm>
              <a:off x="7352072" y="32773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59" name="pt10559"/>
            <p:cNvSpPr/>
            <p:nvPr/>
          </p:nvSpPr>
          <p:spPr>
            <a:xfrm>
              <a:off x="7441308" y="3449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0" name="pt10560"/>
            <p:cNvSpPr/>
            <p:nvPr/>
          </p:nvSpPr>
          <p:spPr>
            <a:xfrm>
              <a:off x="7429660" y="32770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1" name="pt10561"/>
            <p:cNvSpPr/>
            <p:nvPr/>
          </p:nvSpPr>
          <p:spPr>
            <a:xfrm>
              <a:off x="7434862" y="3288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2" name="pt10562"/>
            <p:cNvSpPr/>
            <p:nvPr/>
          </p:nvSpPr>
          <p:spPr>
            <a:xfrm>
              <a:off x="7480000" y="31891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3" name="pt10563"/>
            <p:cNvSpPr/>
            <p:nvPr/>
          </p:nvSpPr>
          <p:spPr>
            <a:xfrm>
              <a:off x="7457747" y="3251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4" name="pt10564"/>
            <p:cNvSpPr/>
            <p:nvPr/>
          </p:nvSpPr>
          <p:spPr>
            <a:xfrm>
              <a:off x="7458662" y="3271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5" name="pt10565"/>
            <p:cNvSpPr/>
            <p:nvPr/>
          </p:nvSpPr>
          <p:spPr>
            <a:xfrm>
              <a:off x="7448180" y="3264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6" name="pt10566"/>
            <p:cNvSpPr/>
            <p:nvPr/>
          </p:nvSpPr>
          <p:spPr>
            <a:xfrm>
              <a:off x="7483933" y="33546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7" name="pt10567"/>
            <p:cNvSpPr/>
            <p:nvPr/>
          </p:nvSpPr>
          <p:spPr>
            <a:xfrm>
              <a:off x="7625392" y="3272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8" name="pt10568"/>
            <p:cNvSpPr/>
            <p:nvPr/>
          </p:nvSpPr>
          <p:spPr>
            <a:xfrm>
              <a:off x="7396668" y="32980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69" name="pt10569"/>
            <p:cNvSpPr/>
            <p:nvPr/>
          </p:nvSpPr>
          <p:spPr>
            <a:xfrm>
              <a:off x="7486577" y="3281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0" name="pt10570"/>
            <p:cNvSpPr/>
            <p:nvPr/>
          </p:nvSpPr>
          <p:spPr>
            <a:xfrm>
              <a:off x="7427406" y="32851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1" name="pt10571"/>
            <p:cNvSpPr/>
            <p:nvPr/>
          </p:nvSpPr>
          <p:spPr>
            <a:xfrm>
              <a:off x="7403861" y="32603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2" name="pt10572"/>
            <p:cNvSpPr/>
            <p:nvPr/>
          </p:nvSpPr>
          <p:spPr>
            <a:xfrm>
              <a:off x="7424228" y="32576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3" name="pt10573"/>
            <p:cNvSpPr/>
            <p:nvPr/>
          </p:nvSpPr>
          <p:spPr>
            <a:xfrm>
              <a:off x="7419052" y="3293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4" name="pt10574"/>
            <p:cNvSpPr/>
            <p:nvPr/>
          </p:nvSpPr>
          <p:spPr>
            <a:xfrm>
              <a:off x="7383631" y="33072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5" name="pt10575"/>
            <p:cNvSpPr/>
            <p:nvPr/>
          </p:nvSpPr>
          <p:spPr>
            <a:xfrm>
              <a:off x="7357117" y="31674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6" name="pt10576"/>
            <p:cNvSpPr/>
            <p:nvPr/>
          </p:nvSpPr>
          <p:spPr>
            <a:xfrm>
              <a:off x="7350568" y="3343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7" name="pt10577"/>
            <p:cNvSpPr/>
            <p:nvPr/>
          </p:nvSpPr>
          <p:spPr>
            <a:xfrm>
              <a:off x="7476784" y="33009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8" name="pt10578"/>
            <p:cNvSpPr/>
            <p:nvPr/>
          </p:nvSpPr>
          <p:spPr>
            <a:xfrm>
              <a:off x="7338683" y="32870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79" name="pt10579"/>
            <p:cNvSpPr/>
            <p:nvPr/>
          </p:nvSpPr>
          <p:spPr>
            <a:xfrm>
              <a:off x="7487285" y="3271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0" name="pt10580"/>
            <p:cNvSpPr/>
            <p:nvPr/>
          </p:nvSpPr>
          <p:spPr>
            <a:xfrm>
              <a:off x="7326274" y="32832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1" name="pt10581"/>
            <p:cNvSpPr/>
            <p:nvPr/>
          </p:nvSpPr>
          <p:spPr>
            <a:xfrm>
              <a:off x="7463550" y="33191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2" name="pt10582"/>
            <p:cNvSpPr/>
            <p:nvPr/>
          </p:nvSpPr>
          <p:spPr>
            <a:xfrm>
              <a:off x="7297422" y="337519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83" name="pt10583"/>
            <p:cNvSpPr/>
            <p:nvPr/>
          </p:nvSpPr>
          <p:spPr>
            <a:xfrm>
              <a:off x="7421993" y="32564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4" name="pt10584"/>
            <p:cNvSpPr/>
            <p:nvPr/>
          </p:nvSpPr>
          <p:spPr>
            <a:xfrm>
              <a:off x="7443910" y="3254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5" name="pt10585"/>
            <p:cNvSpPr/>
            <p:nvPr/>
          </p:nvSpPr>
          <p:spPr>
            <a:xfrm>
              <a:off x="7461286" y="3285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6" name="pt10586"/>
            <p:cNvSpPr/>
            <p:nvPr/>
          </p:nvSpPr>
          <p:spPr>
            <a:xfrm>
              <a:off x="7382381" y="32914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7" name="pt10587"/>
            <p:cNvSpPr/>
            <p:nvPr/>
          </p:nvSpPr>
          <p:spPr>
            <a:xfrm>
              <a:off x="7455283" y="3280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8" name="pt10588"/>
            <p:cNvSpPr/>
            <p:nvPr/>
          </p:nvSpPr>
          <p:spPr>
            <a:xfrm>
              <a:off x="7371044" y="3371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89" name="pt10589"/>
            <p:cNvSpPr/>
            <p:nvPr/>
          </p:nvSpPr>
          <p:spPr>
            <a:xfrm>
              <a:off x="7405896" y="32934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0" name="pt10590"/>
            <p:cNvSpPr/>
            <p:nvPr/>
          </p:nvSpPr>
          <p:spPr>
            <a:xfrm>
              <a:off x="7396145" y="33221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1" name="pt10591"/>
            <p:cNvSpPr/>
            <p:nvPr/>
          </p:nvSpPr>
          <p:spPr>
            <a:xfrm>
              <a:off x="7486541" y="32872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2" name="pt10592"/>
            <p:cNvSpPr/>
            <p:nvPr/>
          </p:nvSpPr>
          <p:spPr>
            <a:xfrm>
              <a:off x="7333843" y="3324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3" name="pt10593"/>
            <p:cNvSpPr/>
            <p:nvPr/>
          </p:nvSpPr>
          <p:spPr>
            <a:xfrm>
              <a:off x="7421068" y="32747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4" name="pt10594"/>
            <p:cNvSpPr/>
            <p:nvPr/>
          </p:nvSpPr>
          <p:spPr>
            <a:xfrm>
              <a:off x="7458283" y="3184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5" name="pt10595"/>
            <p:cNvSpPr/>
            <p:nvPr/>
          </p:nvSpPr>
          <p:spPr>
            <a:xfrm>
              <a:off x="7481307" y="32861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6" name="pt10596"/>
            <p:cNvSpPr/>
            <p:nvPr/>
          </p:nvSpPr>
          <p:spPr>
            <a:xfrm>
              <a:off x="7494188" y="32671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7" name="pt10597"/>
            <p:cNvSpPr/>
            <p:nvPr/>
          </p:nvSpPr>
          <p:spPr>
            <a:xfrm>
              <a:off x="7332304" y="32818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8" name="pt10598"/>
            <p:cNvSpPr/>
            <p:nvPr/>
          </p:nvSpPr>
          <p:spPr>
            <a:xfrm>
              <a:off x="7439365" y="3212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599" name="pt10599"/>
            <p:cNvSpPr/>
            <p:nvPr/>
          </p:nvSpPr>
          <p:spPr>
            <a:xfrm>
              <a:off x="7419623" y="3322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0" name="pt10600"/>
            <p:cNvSpPr/>
            <p:nvPr/>
          </p:nvSpPr>
          <p:spPr>
            <a:xfrm>
              <a:off x="7394020" y="33115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1" name="pt10601"/>
            <p:cNvSpPr/>
            <p:nvPr/>
          </p:nvSpPr>
          <p:spPr>
            <a:xfrm>
              <a:off x="7421290" y="32824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2" name="pt10602"/>
            <p:cNvSpPr/>
            <p:nvPr/>
          </p:nvSpPr>
          <p:spPr>
            <a:xfrm>
              <a:off x="7443349" y="32856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3" name="pt10603"/>
            <p:cNvSpPr/>
            <p:nvPr/>
          </p:nvSpPr>
          <p:spPr>
            <a:xfrm>
              <a:off x="7434769" y="3275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4" name="pt10604"/>
            <p:cNvSpPr/>
            <p:nvPr/>
          </p:nvSpPr>
          <p:spPr>
            <a:xfrm>
              <a:off x="7412705" y="33121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5" name="pt10605"/>
            <p:cNvSpPr/>
            <p:nvPr/>
          </p:nvSpPr>
          <p:spPr>
            <a:xfrm>
              <a:off x="7411576" y="3268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6" name="pt10606"/>
            <p:cNvSpPr/>
            <p:nvPr/>
          </p:nvSpPr>
          <p:spPr>
            <a:xfrm>
              <a:off x="7450662" y="3238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7" name="pt10607"/>
            <p:cNvSpPr/>
            <p:nvPr/>
          </p:nvSpPr>
          <p:spPr>
            <a:xfrm>
              <a:off x="7421214" y="34048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8" name="pt10608"/>
            <p:cNvSpPr/>
            <p:nvPr/>
          </p:nvSpPr>
          <p:spPr>
            <a:xfrm>
              <a:off x="7404945" y="3186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09" name="pt10609"/>
            <p:cNvSpPr/>
            <p:nvPr/>
          </p:nvSpPr>
          <p:spPr>
            <a:xfrm>
              <a:off x="7466605" y="32951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0" name="pt10610"/>
            <p:cNvSpPr/>
            <p:nvPr/>
          </p:nvSpPr>
          <p:spPr>
            <a:xfrm>
              <a:off x="7480452" y="3254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1" name="pt10611"/>
            <p:cNvSpPr/>
            <p:nvPr/>
          </p:nvSpPr>
          <p:spPr>
            <a:xfrm>
              <a:off x="7428919" y="38733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2" name="pt10612"/>
            <p:cNvSpPr/>
            <p:nvPr/>
          </p:nvSpPr>
          <p:spPr>
            <a:xfrm>
              <a:off x="7362183" y="33423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3" name="pt10613"/>
            <p:cNvSpPr/>
            <p:nvPr/>
          </p:nvSpPr>
          <p:spPr>
            <a:xfrm>
              <a:off x="7468159" y="3292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4" name="pt10614"/>
            <p:cNvSpPr/>
            <p:nvPr/>
          </p:nvSpPr>
          <p:spPr>
            <a:xfrm>
              <a:off x="7449042" y="2930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5" name="pt10615"/>
            <p:cNvSpPr/>
            <p:nvPr/>
          </p:nvSpPr>
          <p:spPr>
            <a:xfrm>
              <a:off x="7383030" y="3350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6" name="pt10616"/>
            <p:cNvSpPr/>
            <p:nvPr/>
          </p:nvSpPr>
          <p:spPr>
            <a:xfrm>
              <a:off x="7351756" y="33551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7" name="pt10617"/>
            <p:cNvSpPr/>
            <p:nvPr/>
          </p:nvSpPr>
          <p:spPr>
            <a:xfrm>
              <a:off x="7501257" y="32572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8" name="pt10618"/>
            <p:cNvSpPr/>
            <p:nvPr/>
          </p:nvSpPr>
          <p:spPr>
            <a:xfrm>
              <a:off x="7448213" y="3271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19" name="pt10619"/>
            <p:cNvSpPr/>
            <p:nvPr/>
          </p:nvSpPr>
          <p:spPr>
            <a:xfrm>
              <a:off x="7470980" y="3309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0" name="pt10620"/>
            <p:cNvSpPr/>
            <p:nvPr/>
          </p:nvSpPr>
          <p:spPr>
            <a:xfrm>
              <a:off x="7414713" y="31612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1" name="pt10621"/>
            <p:cNvSpPr/>
            <p:nvPr/>
          </p:nvSpPr>
          <p:spPr>
            <a:xfrm>
              <a:off x="7482519" y="32292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2" name="pt10622"/>
            <p:cNvSpPr/>
            <p:nvPr/>
          </p:nvSpPr>
          <p:spPr>
            <a:xfrm>
              <a:off x="7342812" y="33179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3" name="pt10623"/>
            <p:cNvSpPr/>
            <p:nvPr/>
          </p:nvSpPr>
          <p:spPr>
            <a:xfrm>
              <a:off x="7518372" y="32509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4" name="pt10624"/>
            <p:cNvSpPr/>
            <p:nvPr/>
          </p:nvSpPr>
          <p:spPr>
            <a:xfrm>
              <a:off x="7421963" y="32921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5" name="pt10625"/>
            <p:cNvSpPr/>
            <p:nvPr/>
          </p:nvSpPr>
          <p:spPr>
            <a:xfrm>
              <a:off x="7454228" y="3131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6" name="pt10626"/>
            <p:cNvSpPr/>
            <p:nvPr/>
          </p:nvSpPr>
          <p:spPr>
            <a:xfrm>
              <a:off x="7511357" y="3275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7" name="pt10627"/>
            <p:cNvSpPr/>
            <p:nvPr/>
          </p:nvSpPr>
          <p:spPr>
            <a:xfrm>
              <a:off x="7414571" y="3278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8" name="pt10628"/>
            <p:cNvSpPr/>
            <p:nvPr/>
          </p:nvSpPr>
          <p:spPr>
            <a:xfrm>
              <a:off x="7469076" y="3292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29" name="pt10629"/>
            <p:cNvSpPr/>
            <p:nvPr/>
          </p:nvSpPr>
          <p:spPr>
            <a:xfrm>
              <a:off x="7527367" y="32728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0" name="pt10630"/>
            <p:cNvSpPr/>
            <p:nvPr/>
          </p:nvSpPr>
          <p:spPr>
            <a:xfrm>
              <a:off x="7449686" y="3261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1" name="pt10631"/>
            <p:cNvSpPr/>
            <p:nvPr/>
          </p:nvSpPr>
          <p:spPr>
            <a:xfrm>
              <a:off x="7449501" y="3261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2" name="pt10632"/>
            <p:cNvSpPr/>
            <p:nvPr/>
          </p:nvSpPr>
          <p:spPr>
            <a:xfrm>
              <a:off x="7420555" y="3283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3" name="pt10633"/>
            <p:cNvSpPr/>
            <p:nvPr/>
          </p:nvSpPr>
          <p:spPr>
            <a:xfrm>
              <a:off x="7438667" y="32808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4" name="pt10634"/>
            <p:cNvSpPr/>
            <p:nvPr/>
          </p:nvSpPr>
          <p:spPr>
            <a:xfrm>
              <a:off x="7592518" y="3229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5" name="pt10635"/>
            <p:cNvSpPr/>
            <p:nvPr/>
          </p:nvSpPr>
          <p:spPr>
            <a:xfrm>
              <a:off x="7417345" y="32243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6" name="pt10636"/>
            <p:cNvSpPr/>
            <p:nvPr/>
          </p:nvSpPr>
          <p:spPr>
            <a:xfrm>
              <a:off x="7214839" y="3285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7" name="pt10637"/>
            <p:cNvSpPr/>
            <p:nvPr/>
          </p:nvSpPr>
          <p:spPr>
            <a:xfrm>
              <a:off x="7488294" y="33245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8" name="pt10638"/>
            <p:cNvSpPr/>
            <p:nvPr/>
          </p:nvSpPr>
          <p:spPr>
            <a:xfrm>
              <a:off x="7478179" y="49995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39" name="pt10639"/>
            <p:cNvSpPr/>
            <p:nvPr/>
          </p:nvSpPr>
          <p:spPr>
            <a:xfrm>
              <a:off x="7445462" y="3276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0" name="pt10640"/>
            <p:cNvSpPr/>
            <p:nvPr/>
          </p:nvSpPr>
          <p:spPr>
            <a:xfrm>
              <a:off x="7387281" y="32844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1" name="pt10641"/>
            <p:cNvSpPr/>
            <p:nvPr/>
          </p:nvSpPr>
          <p:spPr>
            <a:xfrm>
              <a:off x="7405994" y="33032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2" name="pt10642"/>
            <p:cNvSpPr/>
            <p:nvPr/>
          </p:nvSpPr>
          <p:spPr>
            <a:xfrm>
              <a:off x="7422340" y="32784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3" name="pt10643"/>
            <p:cNvSpPr/>
            <p:nvPr/>
          </p:nvSpPr>
          <p:spPr>
            <a:xfrm>
              <a:off x="7357559" y="32144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4" name="pt10644"/>
            <p:cNvSpPr/>
            <p:nvPr/>
          </p:nvSpPr>
          <p:spPr>
            <a:xfrm>
              <a:off x="7369417" y="3243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5" name="pt10645"/>
            <p:cNvSpPr/>
            <p:nvPr/>
          </p:nvSpPr>
          <p:spPr>
            <a:xfrm>
              <a:off x="7417840" y="3237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6" name="pt10646"/>
            <p:cNvSpPr/>
            <p:nvPr/>
          </p:nvSpPr>
          <p:spPr>
            <a:xfrm>
              <a:off x="7412673" y="32888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7" name="pt10647"/>
            <p:cNvSpPr/>
            <p:nvPr/>
          </p:nvSpPr>
          <p:spPr>
            <a:xfrm>
              <a:off x="7300160" y="33061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8" name="pt10648"/>
            <p:cNvSpPr/>
            <p:nvPr/>
          </p:nvSpPr>
          <p:spPr>
            <a:xfrm>
              <a:off x="7467275" y="3269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49" name="pt10649"/>
            <p:cNvSpPr/>
            <p:nvPr/>
          </p:nvSpPr>
          <p:spPr>
            <a:xfrm>
              <a:off x="7370791" y="3347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0" name="pt10650"/>
            <p:cNvSpPr/>
            <p:nvPr/>
          </p:nvSpPr>
          <p:spPr>
            <a:xfrm>
              <a:off x="7446364" y="33682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1" name="pt10651"/>
            <p:cNvSpPr/>
            <p:nvPr/>
          </p:nvSpPr>
          <p:spPr>
            <a:xfrm>
              <a:off x="7500612" y="33056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2" name="pt10652"/>
            <p:cNvSpPr/>
            <p:nvPr/>
          </p:nvSpPr>
          <p:spPr>
            <a:xfrm>
              <a:off x="7401564" y="3292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3" name="pt10653"/>
            <p:cNvSpPr/>
            <p:nvPr/>
          </p:nvSpPr>
          <p:spPr>
            <a:xfrm>
              <a:off x="7413951" y="32565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4" name="pt10654"/>
            <p:cNvSpPr/>
            <p:nvPr/>
          </p:nvSpPr>
          <p:spPr>
            <a:xfrm>
              <a:off x="7442656" y="3240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5" name="pt10655"/>
            <p:cNvSpPr/>
            <p:nvPr/>
          </p:nvSpPr>
          <p:spPr>
            <a:xfrm>
              <a:off x="7458707" y="32546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6" name="pt10656"/>
            <p:cNvSpPr/>
            <p:nvPr/>
          </p:nvSpPr>
          <p:spPr>
            <a:xfrm>
              <a:off x="7375118" y="32860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7" name="pt10657"/>
            <p:cNvSpPr/>
            <p:nvPr/>
          </p:nvSpPr>
          <p:spPr>
            <a:xfrm>
              <a:off x="7361327" y="33780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8" name="pt10658"/>
            <p:cNvSpPr/>
            <p:nvPr/>
          </p:nvSpPr>
          <p:spPr>
            <a:xfrm>
              <a:off x="7305242" y="33238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59" name="pt10659"/>
            <p:cNvSpPr/>
            <p:nvPr/>
          </p:nvSpPr>
          <p:spPr>
            <a:xfrm>
              <a:off x="7385086" y="32916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0" name="pt10660"/>
            <p:cNvSpPr/>
            <p:nvPr/>
          </p:nvSpPr>
          <p:spPr>
            <a:xfrm>
              <a:off x="7366786" y="3274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1" name="pt10661"/>
            <p:cNvSpPr/>
            <p:nvPr/>
          </p:nvSpPr>
          <p:spPr>
            <a:xfrm>
              <a:off x="7446242" y="32618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2" name="pt10662"/>
            <p:cNvSpPr/>
            <p:nvPr/>
          </p:nvSpPr>
          <p:spPr>
            <a:xfrm>
              <a:off x="7476609" y="34861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3" name="pt10663"/>
            <p:cNvSpPr/>
            <p:nvPr/>
          </p:nvSpPr>
          <p:spPr>
            <a:xfrm>
              <a:off x="7446166" y="30054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4" name="pt10664"/>
            <p:cNvSpPr/>
            <p:nvPr/>
          </p:nvSpPr>
          <p:spPr>
            <a:xfrm>
              <a:off x="7494375" y="32402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5" name="pt10665"/>
            <p:cNvSpPr/>
            <p:nvPr/>
          </p:nvSpPr>
          <p:spPr>
            <a:xfrm>
              <a:off x="7388688" y="32836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6" name="pt10666"/>
            <p:cNvSpPr/>
            <p:nvPr/>
          </p:nvSpPr>
          <p:spPr>
            <a:xfrm>
              <a:off x="7479559" y="32732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7" name="pt10667"/>
            <p:cNvSpPr/>
            <p:nvPr/>
          </p:nvSpPr>
          <p:spPr>
            <a:xfrm>
              <a:off x="7464212" y="2931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8" name="pt10668"/>
            <p:cNvSpPr/>
            <p:nvPr/>
          </p:nvSpPr>
          <p:spPr>
            <a:xfrm>
              <a:off x="7399478" y="3293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69" name="pt10669"/>
            <p:cNvSpPr/>
            <p:nvPr/>
          </p:nvSpPr>
          <p:spPr>
            <a:xfrm>
              <a:off x="7438212" y="32934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0" name="pt10670"/>
            <p:cNvSpPr/>
            <p:nvPr/>
          </p:nvSpPr>
          <p:spPr>
            <a:xfrm>
              <a:off x="7477653" y="32073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1" name="pt10671"/>
            <p:cNvSpPr/>
            <p:nvPr/>
          </p:nvSpPr>
          <p:spPr>
            <a:xfrm>
              <a:off x="7413420" y="32135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2" name="pt10672"/>
            <p:cNvSpPr/>
            <p:nvPr/>
          </p:nvSpPr>
          <p:spPr>
            <a:xfrm>
              <a:off x="7419452" y="33292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3" name="pt10673"/>
            <p:cNvSpPr/>
            <p:nvPr/>
          </p:nvSpPr>
          <p:spPr>
            <a:xfrm>
              <a:off x="7403200" y="32849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4" name="pt10674"/>
            <p:cNvSpPr/>
            <p:nvPr/>
          </p:nvSpPr>
          <p:spPr>
            <a:xfrm>
              <a:off x="7337149" y="3323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5" name="pt10675"/>
            <p:cNvSpPr/>
            <p:nvPr/>
          </p:nvSpPr>
          <p:spPr>
            <a:xfrm>
              <a:off x="7423645" y="32395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6" name="pt10676"/>
            <p:cNvSpPr/>
            <p:nvPr/>
          </p:nvSpPr>
          <p:spPr>
            <a:xfrm>
              <a:off x="7434501" y="3387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7" name="pt10677"/>
            <p:cNvSpPr/>
            <p:nvPr/>
          </p:nvSpPr>
          <p:spPr>
            <a:xfrm>
              <a:off x="7485152" y="31390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8" name="pt10678"/>
            <p:cNvSpPr/>
            <p:nvPr/>
          </p:nvSpPr>
          <p:spPr>
            <a:xfrm>
              <a:off x="7445998" y="3171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79" name="pt10679"/>
            <p:cNvSpPr/>
            <p:nvPr/>
          </p:nvSpPr>
          <p:spPr>
            <a:xfrm>
              <a:off x="7468655" y="3301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0" name="pt10680"/>
            <p:cNvSpPr/>
            <p:nvPr/>
          </p:nvSpPr>
          <p:spPr>
            <a:xfrm>
              <a:off x="7468874" y="32387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1" name="pt10681"/>
            <p:cNvSpPr/>
            <p:nvPr/>
          </p:nvSpPr>
          <p:spPr>
            <a:xfrm>
              <a:off x="7458872" y="32560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2" name="pt10682"/>
            <p:cNvSpPr/>
            <p:nvPr/>
          </p:nvSpPr>
          <p:spPr>
            <a:xfrm>
              <a:off x="7440955" y="3258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3" name="pt10683"/>
            <p:cNvSpPr/>
            <p:nvPr/>
          </p:nvSpPr>
          <p:spPr>
            <a:xfrm>
              <a:off x="7466548" y="3201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4" name="pt10684"/>
            <p:cNvSpPr/>
            <p:nvPr/>
          </p:nvSpPr>
          <p:spPr>
            <a:xfrm>
              <a:off x="7417574" y="3222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5" name="pt10685"/>
            <p:cNvSpPr/>
            <p:nvPr/>
          </p:nvSpPr>
          <p:spPr>
            <a:xfrm>
              <a:off x="7364335" y="32935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6" name="pt10686"/>
            <p:cNvSpPr/>
            <p:nvPr/>
          </p:nvSpPr>
          <p:spPr>
            <a:xfrm>
              <a:off x="7500795" y="3277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7" name="pt10687"/>
            <p:cNvSpPr/>
            <p:nvPr/>
          </p:nvSpPr>
          <p:spPr>
            <a:xfrm>
              <a:off x="7459528" y="32813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8" name="pt10688"/>
            <p:cNvSpPr/>
            <p:nvPr/>
          </p:nvSpPr>
          <p:spPr>
            <a:xfrm>
              <a:off x="7379961" y="32419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89" name="pt10689"/>
            <p:cNvSpPr/>
            <p:nvPr/>
          </p:nvSpPr>
          <p:spPr>
            <a:xfrm>
              <a:off x="7372727" y="3358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0" name="pt10690"/>
            <p:cNvSpPr/>
            <p:nvPr/>
          </p:nvSpPr>
          <p:spPr>
            <a:xfrm>
              <a:off x="7473481" y="32259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1" name="pt10691"/>
            <p:cNvSpPr/>
            <p:nvPr/>
          </p:nvSpPr>
          <p:spPr>
            <a:xfrm>
              <a:off x="7480476" y="32507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2" name="pt10692"/>
            <p:cNvSpPr/>
            <p:nvPr/>
          </p:nvSpPr>
          <p:spPr>
            <a:xfrm>
              <a:off x="7324504" y="32948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3" name="pt10693"/>
            <p:cNvSpPr/>
            <p:nvPr/>
          </p:nvSpPr>
          <p:spPr>
            <a:xfrm>
              <a:off x="7395475" y="33254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4" name="pt10694"/>
            <p:cNvSpPr/>
            <p:nvPr/>
          </p:nvSpPr>
          <p:spPr>
            <a:xfrm>
              <a:off x="7388628" y="33164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5" name="pt10695"/>
            <p:cNvSpPr/>
            <p:nvPr/>
          </p:nvSpPr>
          <p:spPr>
            <a:xfrm>
              <a:off x="7483792" y="3285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6" name="pt10696"/>
            <p:cNvSpPr/>
            <p:nvPr/>
          </p:nvSpPr>
          <p:spPr>
            <a:xfrm>
              <a:off x="7453805" y="33431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7" name="pt10697"/>
            <p:cNvSpPr/>
            <p:nvPr/>
          </p:nvSpPr>
          <p:spPr>
            <a:xfrm>
              <a:off x="7435400" y="32358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8" name="pt10698"/>
            <p:cNvSpPr/>
            <p:nvPr/>
          </p:nvSpPr>
          <p:spPr>
            <a:xfrm>
              <a:off x="7473664" y="3269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699" name="pt10699"/>
            <p:cNvSpPr/>
            <p:nvPr/>
          </p:nvSpPr>
          <p:spPr>
            <a:xfrm>
              <a:off x="8118777" y="4651112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00" name="pt10700"/>
            <p:cNvSpPr/>
            <p:nvPr/>
          </p:nvSpPr>
          <p:spPr>
            <a:xfrm>
              <a:off x="7434249" y="32644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1" name="pt10701"/>
            <p:cNvSpPr/>
            <p:nvPr/>
          </p:nvSpPr>
          <p:spPr>
            <a:xfrm>
              <a:off x="7445817" y="32848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2" name="pt10702"/>
            <p:cNvSpPr/>
            <p:nvPr/>
          </p:nvSpPr>
          <p:spPr>
            <a:xfrm>
              <a:off x="7460090" y="327250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3" name="pt10703"/>
            <p:cNvSpPr/>
            <p:nvPr/>
          </p:nvSpPr>
          <p:spPr>
            <a:xfrm>
              <a:off x="7429702" y="32749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4" name="pt10704"/>
            <p:cNvSpPr/>
            <p:nvPr/>
          </p:nvSpPr>
          <p:spPr>
            <a:xfrm>
              <a:off x="7413823" y="2811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5" name="pt10705"/>
            <p:cNvSpPr/>
            <p:nvPr/>
          </p:nvSpPr>
          <p:spPr>
            <a:xfrm>
              <a:off x="7456711" y="3298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6" name="pt10706"/>
            <p:cNvSpPr/>
            <p:nvPr/>
          </p:nvSpPr>
          <p:spPr>
            <a:xfrm>
              <a:off x="7399696" y="32795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7" name="pt10707"/>
            <p:cNvSpPr/>
            <p:nvPr/>
          </p:nvSpPr>
          <p:spPr>
            <a:xfrm>
              <a:off x="7356413" y="3272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8" name="pt10708"/>
            <p:cNvSpPr/>
            <p:nvPr/>
          </p:nvSpPr>
          <p:spPr>
            <a:xfrm>
              <a:off x="7384928" y="3306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09" name="pt10709"/>
            <p:cNvSpPr/>
            <p:nvPr/>
          </p:nvSpPr>
          <p:spPr>
            <a:xfrm>
              <a:off x="7449856" y="3301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0" name="pt10710"/>
            <p:cNvSpPr/>
            <p:nvPr/>
          </p:nvSpPr>
          <p:spPr>
            <a:xfrm>
              <a:off x="7426950" y="32430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1" name="pt10711"/>
            <p:cNvSpPr/>
            <p:nvPr/>
          </p:nvSpPr>
          <p:spPr>
            <a:xfrm>
              <a:off x="7500992" y="31194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2" name="pt10712"/>
            <p:cNvSpPr/>
            <p:nvPr/>
          </p:nvSpPr>
          <p:spPr>
            <a:xfrm>
              <a:off x="7463603" y="3258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3" name="pt10713"/>
            <p:cNvSpPr/>
            <p:nvPr/>
          </p:nvSpPr>
          <p:spPr>
            <a:xfrm>
              <a:off x="7351406" y="3340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4" name="pt10714"/>
            <p:cNvSpPr/>
            <p:nvPr/>
          </p:nvSpPr>
          <p:spPr>
            <a:xfrm>
              <a:off x="7428955" y="33163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5" name="pt10715"/>
            <p:cNvSpPr/>
            <p:nvPr/>
          </p:nvSpPr>
          <p:spPr>
            <a:xfrm>
              <a:off x="7520585" y="3263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6" name="pt10716"/>
            <p:cNvSpPr/>
            <p:nvPr/>
          </p:nvSpPr>
          <p:spPr>
            <a:xfrm>
              <a:off x="7481874" y="32657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7" name="pt10717"/>
            <p:cNvSpPr/>
            <p:nvPr/>
          </p:nvSpPr>
          <p:spPr>
            <a:xfrm>
              <a:off x="7384791" y="32515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8" name="pt10718"/>
            <p:cNvSpPr/>
            <p:nvPr/>
          </p:nvSpPr>
          <p:spPr>
            <a:xfrm>
              <a:off x="7347525" y="33741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19" name="pt10719"/>
            <p:cNvSpPr/>
            <p:nvPr/>
          </p:nvSpPr>
          <p:spPr>
            <a:xfrm>
              <a:off x="7431470" y="32727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0" name="pt10720"/>
            <p:cNvSpPr/>
            <p:nvPr/>
          </p:nvSpPr>
          <p:spPr>
            <a:xfrm>
              <a:off x="7572836" y="32720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1" name="pt10721"/>
            <p:cNvSpPr/>
            <p:nvPr/>
          </p:nvSpPr>
          <p:spPr>
            <a:xfrm>
              <a:off x="7505591" y="32924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2" name="pt10722"/>
            <p:cNvSpPr/>
            <p:nvPr/>
          </p:nvSpPr>
          <p:spPr>
            <a:xfrm>
              <a:off x="7490898" y="32932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3" name="pt10723"/>
            <p:cNvSpPr/>
            <p:nvPr/>
          </p:nvSpPr>
          <p:spPr>
            <a:xfrm>
              <a:off x="7551831" y="32926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4" name="pt10724"/>
            <p:cNvSpPr/>
            <p:nvPr/>
          </p:nvSpPr>
          <p:spPr>
            <a:xfrm>
              <a:off x="7499511" y="33098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5" name="pt10725"/>
            <p:cNvSpPr/>
            <p:nvPr/>
          </p:nvSpPr>
          <p:spPr>
            <a:xfrm>
              <a:off x="7478324" y="31972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6" name="pt10726"/>
            <p:cNvSpPr/>
            <p:nvPr/>
          </p:nvSpPr>
          <p:spPr>
            <a:xfrm>
              <a:off x="7407865" y="2982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7" name="pt10727"/>
            <p:cNvSpPr/>
            <p:nvPr/>
          </p:nvSpPr>
          <p:spPr>
            <a:xfrm>
              <a:off x="7384176" y="3851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8" name="pt10728"/>
            <p:cNvSpPr/>
            <p:nvPr/>
          </p:nvSpPr>
          <p:spPr>
            <a:xfrm>
              <a:off x="7412116" y="3297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29" name="pt10729"/>
            <p:cNvSpPr/>
            <p:nvPr/>
          </p:nvSpPr>
          <p:spPr>
            <a:xfrm>
              <a:off x="7461538" y="3301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0" name="pt10730"/>
            <p:cNvSpPr/>
            <p:nvPr/>
          </p:nvSpPr>
          <p:spPr>
            <a:xfrm>
              <a:off x="7459939" y="33599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1" name="pt10731"/>
            <p:cNvSpPr/>
            <p:nvPr/>
          </p:nvSpPr>
          <p:spPr>
            <a:xfrm>
              <a:off x="7369256" y="3253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2" name="pt10732"/>
            <p:cNvSpPr/>
            <p:nvPr/>
          </p:nvSpPr>
          <p:spPr>
            <a:xfrm>
              <a:off x="7377173" y="31582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3" name="pt10733"/>
            <p:cNvSpPr/>
            <p:nvPr/>
          </p:nvSpPr>
          <p:spPr>
            <a:xfrm>
              <a:off x="7474548" y="33051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4" name="pt10734"/>
            <p:cNvSpPr/>
            <p:nvPr/>
          </p:nvSpPr>
          <p:spPr>
            <a:xfrm>
              <a:off x="7468942" y="32906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5" name="pt10735"/>
            <p:cNvSpPr/>
            <p:nvPr/>
          </p:nvSpPr>
          <p:spPr>
            <a:xfrm>
              <a:off x="7382772" y="32863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6" name="pt10736"/>
            <p:cNvSpPr/>
            <p:nvPr/>
          </p:nvSpPr>
          <p:spPr>
            <a:xfrm>
              <a:off x="7437627" y="3256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7" name="pt10737"/>
            <p:cNvSpPr/>
            <p:nvPr/>
          </p:nvSpPr>
          <p:spPr>
            <a:xfrm>
              <a:off x="7465370" y="31759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8" name="pt10738"/>
            <p:cNvSpPr/>
            <p:nvPr/>
          </p:nvSpPr>
          <p:spPr>
            <a:xfrm>
              <a:off x="7401299" y="29389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39" name="pt10739"/>
            <p:cNvSpPr/>
            <p:nvPr/>
          </p:nvSpPr>
          <p:spPr>
            <a:xfrm>
              <a:off x="7461734" y="33396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0" name="pt10740"/>
            <p:cNvSpPr/>
            <p:nvPr/>
          </p:nvSpPr>
          <p:spPr>
            <a:xfrm>
              <a:off x="7319773" y="318231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41" name="pt10741"/>
            <p:cNvSpPr/>
            <p:nvPr/>
          </p:nvSpPr>
          <p:spPr>
            <a:xfrm>
              <a:off x="7350364" y="33236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2" name="pt10742"/>
            <p:cNvSpPr/>
            <p:nvPr/>
          </p:nvSpPr>
          <p:spPr>
            <a:xfrm>
              <a:off x="7417128" y="32870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3" name="pt10743"/>
            <p:cNvSpPr/>
            <p:nvPr/>
          </p:nvSpPr>
          <p:spPr>
            <a:xfrm>
              <a:off x="7322181" y="32860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4" name="pt10744"/>
            <p:cNvSpPr/>
            <p:nvPr/>
          </p:nvSpPr>
          <p:spPr>
            <a:xfrm>
              <a:off x="7449737" y="29566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5" name="pt10745"/>
            <p:cNvSpPr/>
            <p:nvPr/>
          </p:nvSpPr>
          <p:spPr>
            <a:xfrm>
              <a:off x="7507230" y="31964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6" name="pt10746"/>
            <p:cNvSpPr/>
            <p:nvPr/>
          </p:nvSpPr>
          <p:spPr>
            <a:xfrm>
              <a:off x="7433569" y="3265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7" name="pt10747"/>
            <p:cNvSpPr/>
            <p:nvPr/>
          </p:nvSpPr>
          <p:spPr>
            <a:xfrm>
              <a:off x="7527075" y="32321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8" name="pt10748"/>
            <p:cNvSpPr/>
            <p:nvPr/>
          </p:nvSpPr>
          <p:spPr>
            <a:xfrm>
              <a:off x="7360726" y="3273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49" name="pt10749"/>
            <p:cNvSpPr/>
            <p:nvPr/>
          </p:nvSpPr>
          <p:spPr>
            <a:xfrm>
              <a:off x="7362654" y="3267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0" name="pt10750"/>
            <p:cNvSpPr/>
            <p:nvPr/>
          </p:nvSpPr>
          <p:spPr>
            <a:xfrm>
              <a:off x="7442400" y="3340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1" name="pt10751"/>
            <p:cNvSpPr/>
            <p:nvPr/>
          </p:nvSpPr>
          <p:spPr>
            <a:xfrm>
              <a:off x="7355410" y="34303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2" name="pt10752"/>
            <p:cNvSpPr/>
            <p:nvPr/>
          </p:nvSpPr>
          <p:spPr>
            <a:xfrm>
              <a:off x="7360436" y="32373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3" name="pt10753"/>
            <p:cNvSpPr/>
            <p:nvPr/>
          </p:nvSpPr>
          <p:spPr>
            <a:xfrm>
              <a:off x="7424082" y="32472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4" name="pt10754"/>
            <p:cNvSpPr/>
            <p:nvPr/>
          </p:nvSpPr>
          <p:spPr>
            <a:xfrm>
              <a:off x="7383153" y="3276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5" name="pt10755"/>
            <p:cNvSpPr/>
            <p:nvPr/>
          </p:nvSpPr>
          <p:spPr>
            <a:xfrm>
              <a:off x="7469523" y="32496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6" name="pt10756"/>
            <p:cNvSpPr/>
            <p:nvPr/>
          </p:nvSpPr>
          <p:spPr>
            <a:xfrm>
              <a:off x="7467467" y="32534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7" name="pt10757"/>
            <p:cNvSpPr/>
            <p:nvPr/>
          </p:nvSpPr>
          <p:spPr>
            <a:xfrm>
              <a:off x="7442222" y="3267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8" name="pt10758"/>
            <p:cNvSpPr/>
            <p:nvPr/>
          </p:nvSpPr>
          <p:spPr>
            <a:xfrm>
              <a:off x="7405202" y="31826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59" name="pt10759"/>
            <p:cNvSpPr/>
            <p:nvPr/>
          </p:nvSpPr>
          <p:spPr>
            <a:xfrm>
              <a:off x="7463555" y="3033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0" name="pt10760"/>
            <p:cNvSpPr/>
            <p:nvPr/>
          </p:nvSpPr>
          <p:spPr>
            <a:xfrm>
              <a:off x="7430235" y="32842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1" name="pt10761"/>
            <p:cNvSpPr/>
            <p:nvPr/>
          </p:nvSpPr>
          <p:spPr>
            <a:xfrm>
              <a:off x="7454055" y="32332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2" name="pt10762"/>
            <p:cNvSpPr/>
            <p:nvPr/>
          </p:nvSpPr>
          <p:spPr>
            <a:xfrm>
              <a:off x="7414701" y="32678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3" name="pt10763"/>
            <p:cNvSpPr/>
            <p:nvPr/>
          </p:nvSpPr>
          <p:spPr>
            <a:xfrm>
              <a:off x="7402846" y="32645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4" name="pt10764"/>
            <p:cNvSpPr/>
            <p:nvPr/>
          </p:nvSpPr>
          <p:spPr>
            <a:xfrm>
              <a:off x="7444959" y="3298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5" name="pt10765"/>
            <p:cNvSpPr/>
            <p:nvPr/>
          </p:nvSpPr>
          <p:spPr>
            <a:xfrm>
              <a:off x="7420759" y="32837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6" name="pt10766"/>
            <p:cNvSpPr/>
            <p:nvPr/>
          </p:nvSpPr>
          <p:spPr>
            <a:xfrm>
              <a:off x="7526184" y="3162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7" name="pt10767"/>
            <p:cNvSpPr/>
            <p:nvPr/>
          </p:nvSpPr>
          <p:spPr>
            <a:xfrm>
              <a:off x="7418578" y="32929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8" name="pt10768"/>
            <p:cNvSpPr/>
            <p:nvPr/>
          </p:nvSpPr>
          <p:spPr>
            <a:xfrm>
              <a:off x="7329050" y="33272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69" name="pt10769"/>
            <p:cNvSpPr/>
            <p:nvPr/>
          </p:nvSpPr>
          <p:spPr>
            <a:xfrm>
              <a:off x="7335784" y="3372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0" name="pt10770"/>
            <p:cNvSpPr/>
            <p:nvPr/>
          </p:nvSpPr>
          <p:spPr>
            <a:xfrm>
              <a:off x="7464979" y="32879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1" name="pt10771"/>
            <p:cNvSpPr/>
            <p:nvPr/>
          </p:nvSpPr>
          <p:spPr>
            <a:xfrm>
              <a:off x="7336204" y="3241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2" name="pt10772"/>
            <p:cNvSpPr/>
            <p:nvPr/>
          </p:nvSpPr>
          <p:spPr>
            <a:xfrm>
              <a:off x="7388599" y="33411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3" name="pt10773"/>
            <p:cNvSpPr/>
            <p:nvPr/>
          </p:nvSpPr>
          <p:spPr>
            <a:xfrm>
              <a:off x="7440163" y="32387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4" name="pt10774"/>
            <p:cNvSpPr/>
            <p:nvPr/>
          </p:nvSpPr>
          <p:spPr>
            <a:xfrm>
              <a:off x="7449305" y="40362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5" name="pt10775"/>
            <p:cNvSpPr/>
            <p:nvPr/>
          </p:nvSpPr>
          <p:spPr>
            <a:xfrm>
              <a:off x="7391716" y="32963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6" name="pt10776"/>
            <p:cNvSpPr/>
            <p:nvPr/>
          </p:nvSpPr>
          <p:spPr>
            <a:xfrm>
              <a:off x="7385904" y="32304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7" name="pt10777"/>
            <p:cNvSpPr/>
            <p:nvPr/>
          </p:nvSpPr>
          <p:spPr>
            <a:xfrm>
              <a:off x="7432191" y="32670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8" name="pt10778"/>
            <p:cNvSpPr/>
            <p:nvPr/>
          </p:nvSpPr>
          <p:spPr>
            <a:xfrm>
              <a:off x="7432170" y="3292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79" name="pt10779"/>
            <p:cNvSpPr/>
            <p:nvPr/>
          </p:nvSpPr>
          <p:spPr>
            <a:xfrm>
              <a:off x="7446325" y="3121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0" name="pt10780"/>
            <p:cNvSpPr/>
            <p:nvPr/>
          </p:nvSpPr>
          <p:spPr>
            <a:xfrm>
              <a:off x="7461518" y="3297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1" name="pt10781"/>
            <p:cNvSpPr/>
            <p:nvPr/>
          </p:nvSpPr>
          <p:spPr>
            <a:xfrm>
              <a:off x="7397297" y="3333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2" name="pt10782"/>
            <p:cNvSpPr/>
            <p:nvPr/>
          </p:nvSpPr>
          <p:spPr>
            <a:xfrm>
              <a:off x="7434706" y="32468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3" name="pt10783"/>
            <p:cNvSpPr/>
            <p:nvPr/>
          </p:nvSpPr>
          <p:spPr>
            <a:xfrm>
              <a:off x="7510073" y="3297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4" name="pt10784"/>
            <p:cNvSpPr/>
            <p:nvPr/>
          </p:nvSpPr>
          <p:spPr>
            <a:xfrm>
              <a:off x="7438809" y="32713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5" name="pt10785"/>
            <p:cNvSpPr/>
            <p:nvPr/>
          </p:nvSpPr>
          <p:spPr>
            <a:xfrm>
              <a:off x="7419866" y="33047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6" name="pt10786"/>
            <p:cNvSpPr/>
            <p:nvPr/>
          </p:nvSpPr>
          <p:spPr>
            <a:xfrm>
              <a:off x="7437899" y="3341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7" name="pt10787"/>
            <p:cNvSpPr/>
            <p:nvPr/>
          </p:nvSpPr>
          <p:spPr>
            <a:xfrm>
              <a:off x="7462898" y="32655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8" name="pt10788"/>
            <p:cNvSpPr/>
            <p:nvPr/>
          </p:nvSpPr>
          <p:spPr>
            <a:xfrm>
              <a:off x="7497135" y="3273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89" name="pt10789"/>
            <p:cNvSpPr/>
            <p:nvPr/>
          </p:nvSpPr>
          <p:spPr>
            <a:xfrm>
              <a:off x="7306743" y="33028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0" name="pt10790"/>
            <p:cNvSpPr/>
            <p:nvPr/>
          </p:nvSpPr>
          <p:spPr>
            <a:xfrm>
              <a:off x="7419994" y="32749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1" name="pt10791"/>
            <p:cNvSpPr/>
            <p:nvPr/>
          </p:nvSpPr>
          <p:spPr>
            <a:xfrm>
              <a:off x="7433765" y="3217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2" name="pt10792"/>
            <p:cNvSpPr/>
            <p:nvPr/>
          </p:nvSpPr>
          <p:spPr>
            <a:xfrm>
              <a:off x="7493200" y="32641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3" name="pt10793"/>
            <p:cNvSpPr/>
            <p:nvPr/>
          </p:nvSpPr>
          <p:spPr>
            <a:xfrm>
              <a:off x="7517902" y="32533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4" name="pt10794"/>
            <p:cNvSpPr/>
            <p:nvPr/>
          </p:nvSpPr>
          <p:spPr>
            <a:xfrm>
              <a:off x="7433457" y="32999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5" name="pt10795"/>
            <p:cNvSpPr/>
            <p:nvPr/>
          </p:nvSpPr>
          <p:spPr>
            <a:xfrm>
              <a:off x="7485472" y="3269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6" name="pt10796"/>
            <p:cNvSpPr/>
            <p:nvPr/>
          </p:nvSpPr>
          <p:spPr>
            <a:xfrm>
              <a:off x="7519069" y="3310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7" name="pt10797"/>
            <p:cNvSpPr/>
            <p:nvPr/>
          </p:nvSpPr>
          <p:spPr>
            <a:xfrm>
              <a:off x="7420525" y="3271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8" name="pt10798"/>
            <p:cNvSpPr/>
            <p:nvPr/>
          </p:nvSpPr>
          <p:spPr>
            <a:xfrm>
              <a:off x="7438878" y="32457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799" name="pt10799"/>
            <p:cNvSpPr/>
            <p:nvPr/>
          </p:nvSpPr>
          <p:spPr>
            <a:xfrm>
              <a:off x="7545663" y="32813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0" name="pt10800"/>
            <p:cNvSpPr/>
            <p:nvPr/>
          </p:nvSpPr>
          <p:spPr>
            <a:xfrm>
              <a:off x="7414936" y="33131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1" name="pt10801"/>
            <p:cNvSpPr/>
            <p:nvPr/>
          </p:nvSpPr>
          <p:spPr>
            <a:xfrm>
              <a:off x="7399534" y="32915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2" name="pt10802"/>
            <p:cNvSpPr/>
            <p:nvPr/>
          </p:nvSpPr>
          <p:spPr>
            <a:xfrm>
              <a:off x="7473059" y="3301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3" name="pt10803"/>
            <p:cNvSpPr/>
            <p:nvPr/>
          </p:nvSpPr>
          <p:spPr>
            <a:xfrm>
              <a:off x="7391627" y="32838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4" name="pt10804"/>
            <p:cNvSpPr/>
            <p:nvPr/>
          </p:nvSpPr>
          <p:spPr>
            <a:xfrm>
              <a:off x="7380445" y="3261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5" name="pt10805"/>
            <p:cNvSpPr/>
            <p:nvPr/>
          </p:nvSpPr>
          <p:spPr>
            <a:xfrm>
              <a:off x="7435272" y="3326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6" name="pt10806"/>
            <p:cNvSpPr/>
            <p:nvPr/>
          </p:nvSpPr>
          <p:spPr>
            <a:xfrm>
              <a:off x="7377512" y="328975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7" name="pt10807"/>
            <p:cNvSpPr/>
            <p:nvPr/>
          </p:nvSpPr>
          <p:spPr>
            <a:xfrm>
              <a:off x="7359851" y="33065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8" name="pt10808"/>
            <p:cNvSpPr/>
            <p:nvPr/>
          </p:nvSpPr>
          <p:spPr>
            <a:xfrm>
              <a:off x="7396419" y="33082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09" name="pt10809"/>
            <p:cNvSpPr/>
            <p:nvPr/>
          </p:nvSpPr>
          <p:spPr>
            <a:xfrm>
              <a:off x="7397527" y="32943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0" name="pt10810"/>
            <p:cNvSpPr/>
            <p:nvPr/>
          </p:nvSpPr>
          <p:spPr>
            <a:xfrm>
              <a:off x="7405737" y="3353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1" name="pt10811"/>
            <p:cNvSpPr/>
            <p:nvPr/>
          </p:nvSpPr>
          <p:spPr>
            <a:xfrm>
              <a:off x="7448141" y="32960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2" name="pt10812"/>
            <p:cNvSpPr/>
            <p:nvPr/>
          </p:nvSpPr>
          <p:spPr>
            <a:xfrm>
              <a:off x="7348579" y="33003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3" name="pt10813"/>
            <p:cNvSpPr/>
            <p:nvPr/>
          </p:nvSpPr>
          <p:spPr>
            <a:xfrm>
              <a:off x="7442172" y="32405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4" name="pt10814"/>
            <p:cNvSpPr/>
            <p:nvPr/>
          </p:nvSpPr>
          <p:spPr>
            <a:xfrm>
              <a:off x="7426482" y="32906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5" name="pt10815"/>
            <p:cNvSpPr/>
            <p:nvPr/>
          </p:nvSpPr>
          <p:spPr>
            <a:xfrm>
              <a:off x="7378935" y="33221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6" name="pt10816"/>
            <p:cNvSpPr/>
            <p:nvPr/>
          </p:nvSpPr>
          <p:spPr>
            <a:xfrm>
              <a:off x="7454320" y="32966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7" name="pt10817"/>
            <p:cNvSpPr/>
            <p:nvPr/>
          </p:nvSpPr>
          <p:spPr>
            <a:xfrm>
              <a:off x="7406510" y="32974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8" name="pt10818"/>
            <p:cNvSpPr/>
            <p:nvPr/>
          </p:nvSpPr>
          <p:spPr>
            <a:xfrm>
              <a:off x="7541522" y="3196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19" name="pt10819"/>
            <p:cNvSpPr/>
            <p:nvPr/>
          </p:nvSpPr>
          <p:spPr>
            <a:xfrm>
              <a:off x="7438559" y="33218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0" name="pt10820"/>
            <p:cNvSpPr/>
            <p:nvPr/>
          </p:nvSpPr>
          <p:spPr>
            <a:xfrm>
              <a:off x="7422043" y="3313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1" name="pt10821"/>
            <p:cNvSpPr/>
            <p:nvPr/>
          </p:nvSpPr>
          <p:spPr>
            <a:xfrm>
              <a:off x="7369167" y="32601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2" name="pt10822"/>
            <p:cNvSpPr/>
            <p:nvPr/>
          </p:nvSpPr>
          <p:spPr>
            <a:xfrm>
              <a:off x="7467795" y="3254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3" name="pt10823"/>
            <p:cNvSpPr/>
            <p:nvPr/>
          </p:nvSpPr>
          <p:spPr>
            <a:xfrm>
              <a:off x="7468961" y="32630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4" name="pt10824"/>
            <p:cNvSpPr/>
            <p:nvPr/>
          </p:nvSpPr>
          <p:spPr>
            <a:xfrm>
              <a:off x="7436866" y="33436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5" name="pt10825"/>
            <p:cNvSpPr/>
            <p:nvPr/>
          </p:nvSpPr>
          <p:spPr>
            <a:xfrm>
              <a:off x="7276205" y="342457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26" name="pt10826"/>
            <p:cNvSpPr/>
            <p:nvPr/>
          </p:nvSpPr>
          <p:spPr>
            <a:xfrm>
              <a:off x="7469844" y="32815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7" name="pt10827"/>
            <p:cNvSpPr/>
            <p:nvPr/>
          </p:nvSpPr>
          <p:spPr>
            <a:xfrm>
              <a:off x="7368478" y="34426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8" name="pt10828"/>
            <p:cNvSpPr/>
            <p:nvPr/>
          </p:nvSpPr>
          <p:spPr>
            <a:xfrm>
              <a:off x="7441001" y="33557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29" name="pt10829"/>
            <p:cNvSpPr/>
            <p:nvPr/>
          </p:nvSpPr>
          <p:spPr>
            <a:xfrm>
              <a:off x="7389077" y="33023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0" name="pt10830"/>
            <p:cNvSpPr/>
            <p:nvPr/>
          </p:nvSpPr>
          <p:spPr>
            <a:xfrm>
              <a:off x="7470649" y="32704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1" name="pt10831"/>
            <p:cNvSpPr/>
            <p:nvPr/>
          </p:nvSpPr>
          <p:spPr>
            <a:xfrm>
              <a:off x="7381659" y="32973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2" name="pt10832"/>
            <p:cNvSpPr/>
            <p:nvPr/>
          </p:nvSpPr>
          <p:spPr>
            <a:xfrm>
              <a:off x="7418829" y="33653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3" name="pt10833"/>
            <p:cNvSpPr/>
            <p:nvPr/>
          </p:nvSpPr>
          <p:spPr>
            <a:xfrm>
              <a:off x="7439080" y="3283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4" name="pt10834"/>
            <p:cNvSpPr/>
            <p:nvPr/>
          </p:nvSpPr>
          <p:spPr>
            <a:xfrm>
              <a:off x="7692858" y="33574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5" name="pt10835"/>
            <p:cNvSpPr/>
            <p:nvPr/>
          </p:nvSpPr>
          <p:spPr>
            <a:xfrm>
              <a:off x="7460996" y="32753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6" name="pt10836"/>
            <p:cNvSpPr/>
            <p:nvPr/>
          </p:nvSpPr>
          <p:spPr>
            <a:xfrm>
              <a:off x="7520645" y="3271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7" name="pt10837"/>
            <p:cNvSpPr/>
            <p:nvPr/>
          </p:nvSpPr>
          <p:spPr>
            <a:xfrm>
              <a:off x="7349545" y="33146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8" name="pt10838"/>
            <p:cNvSpPr/>
            <p:nvPr/>
          </p:nvSpPr>
          <p:spPr>
            <a:xfrm>
              <a:off x="7478854" y="32832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39" name="pt10839"/>
            <p:cNvSpPr/>
            <p:nvPr/>
          </p:nvSpPr>
          <p:spPr>
            <a:xfrm>
              <a:off x="7449665" y="33226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0" name="pt10840"/>
            <p:cNvSpPr/>
            <p:nvPr/>
          </p:nvSpPr>
          <p:spPr>
            <a:xfrm>
              <a:off x="7431997" y="32673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1" name="pt10841"/>
            <p:cNvSpPr/>
            <p:nvPr/>
          </p:nvSpPr>
          <p:spPr>
            <a:xfrm>
              <a:off x="7437814" y="33360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2" name="pt10842"/>
            <p:cNvSpPr/>
            <p:nvPr/>
          </p:nvSpPr>
          <p:spPr>
            <a:xfrm>
              <a:off x="7526176" y="33257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3" name="pt10843"/>
            <p:cNvSpPr/>
            <p:nvPr/>
          </p:nvSpPr>
          <p:spPr>
            <a:xfrm>
              <a:off x="7424028" y="3291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4" name="pt10844"/>
            <p:cNvSpPr/>
            <p:nvPr/>
          </p:nvSpPr>
          <p:spPr>
            <a:xfrm>
              <a:off x="7454633" y="3197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5" name="pt10845"/>
            <p:cNvSpPr/>
            <p:nvPr/>
          </p:nvSpPr>
          <p:spPr>
            <a:xfrm>
              <a:off x="7467092" y="32731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6" name="pt10846"/>
            <p:cNvSpPr/>
            <p:nvPr/>
          </p:nvSpPr>
          <p:spPr>
            <a:xfrm>
              <a:off x="7389498" y="32169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7" name="pt10847"/>
            <p:cNvSpPr/>
            <p:nvPr/>
          </p:nvSpPr>
          <p:spPr>
            <a:xfrm>
              <a:off x="7423640" y="33173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8" name="pt10848"/>
            <p:cNvSpPr/>
            <p:nvPr/>
          </p:nvSpPr>
          <p:spPr>
            <a:xfrm>
              <a:off x="7426521" y="33024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49" name="pt10849"/>
            <p:cNvSpPr/>
            <p:nvPr/>
          </p:nvSpPr>
          <p:spPr>
            <a:xfrm>
              <a:off x="7347200" y="3277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0" name="pt10850"/>
            <p:cNvSpPr/>
            <p:nvPr/>
          </p:nvSpPr>
          <p:spPr>
            <a:xfrm>
              <a:off x="7508873" y="32349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1" name="pt10851"/>
            <p:cNvSpPr/>
            <p:nvPr/>
          </p:nvSpPr>
          <p:spPr>
            <a:xfrm>
              <a:off x="7483337" y="32659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2" name="pt10852"/>
            <p:cNvSpPr/>
            <p:nvPr/>
          </p:nvSpPr>
          <p:spPr>
            <a:xfrm>
              <a:off x="7466626" y="32328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3" name="pt10853"/>
            <p:cNvSpPr/>
            <p:nvPr/>
          </p:nvSpPr>
          <p:spPr>
            <a:xfrm>
              <a:off x="7406515" y="34057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4" name="pt10854"/>
            <p:cNvSpPr/>
            <p:nvPr/>
          </p:nvSpPr>
          <p:spPr>
            <a:xfrm>
              <a:off x="7464499" y="33699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5" name="pt10855"/>
            <p:cNvSpPr/>
            <p:nvPr/>
          </p:nvSpPr>
          <p:spPr>
            <a:xfrm>
              <a:off x="7367204" y="33594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6" name="pt10856"/>
            <p:cNvSpPr/>
            <p:nvPr/>
          </p:nvSpPr>
          <p:spPr>
            <a:xfrm>
              <a:off x="7446046" y="31615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7" name="pt10857"/>
            <p:cNvSpPr/>
            <p:nvPr/>
          </p:nvSpPr>
          <p:spPr>
            <a:xfrm>
              <a:off x="7430302" y="32890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8" name="pt10858"/>
            <p:cNvSpPr/>
            <p:nvPr/>
          </p:nvSpPr>
          <p:spPr>
            <a:xfrm>
              <a:off x="7468361" y="32865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59" name="pt10859"/>
            <p:cNvSpPr/>
            <p:nvPr/>
          </p:nvSpPr>
          <p:spPr>
            <a:xfrm>
              <a:off x="7400789" y="33447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0" name="pt10860"/>
            <p:cNvSpPr/>
            <p:nvPr/>
          </p:nvSpPr>
          <p:spPr>
            <a:xfrm>
              <a:off x="7342688" y="3321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1" name="pt10861"/>
            <p:cNvSpPr/>
            <p:nvPr/>
          </p:nvSpPr>
          <p:spPr>
            <a:xfrm>
              <a:off x="7420137" y="33115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2" name="pt10862"/>
            <p:cNvSpPr/>
            <p:nvPr/>
          </p:nvSpPr>
          <p:spPr>
            <a:xfrm>
              <a:off x="7498666" y="34599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3" name="pt10863"/>
            <p:cNvSpPr/>
            <p:nvPr/>
          </p:nvSpPr>
          <p:spPr>
            <a:xfrm>
              <a:off x="7390681" y="329506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4" name="pt10864"/>
            <p:cNvSpPr/>
            <p:nvPr/>
          </p:nvSpPr>
          <p:spPr>
            <a:xfrm>
              <a:off x="7457651" y="32621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5" name="pt10865"/>
            <p:cNvSpPr/>
            <p:nvPr/>
          </p:nvSpPr>
          <p:spPr>
            <a:xfrm>
              <a:off x="7473710" y="35005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6" name="pt10866"/>
            <p:cNvSpPr/>
            <p:nvPr/>
          </p:nvSpPr>
          <p:spPr>
            <a:xfrm>
              <a:off x="7412315" y="32591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7" name="pt10867"/>
            <p:cNvSpPr/>
            <p:nvPr/>
          </p:nvSpPr>
          <p:spPr>
            <a:xfrm>
              <a:off x="7394059" y="32877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8" name="pt10868"/>
            <p:cNvSpPr/>
            <p:nvPr/>
          </p:nvSpPr>
          <p:spPr>
            <a:xfrm>
              <a:off x="7208775" y="32523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69" name="pt10869"/>
            <p:cNvSpPr/>
            <p:nvPr/>
          </p:nvSpPr>
          <p:spPr>
            <a:xfrm>
              <a:off x="7450474" y="33084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0" name="pt10870"/>
            <p:cNvSpPr/>
            <p:nvPr/>
          </p:nvSpPr>
          <p:spPr>
            <a:xfrm>
              <a:off x="7335508" y="32821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1" name="pt10871"/>
            <p:cNvSpPr/>
            <p:nvPr/>
          </p:nvSpPr>
          <p:spPr>
            <a:xfrm>
              <a:off x="7476673" y="4036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2" name="pt10872"/>
            <p:cNvSpPr/>
            <p:nvPr/>
          </p:nvSpPr>
          <p:spPr>
            <a:xfrm>
              <a:off x="7374626" y="31582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3" name="pt10873"/>
            <p:cNvSpPr/>
            <p:nvPr/>
          </p:nvSpPr>
          <p:spPr>
            <a:xfrm>
              <a:off x="7392491" y="33297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4" name="pt10874"/>
            <p:cNvSpPr/>
            <p:nvPr/>
          </p:nvSpPr>
          <p:spPr>
            <a:xfrm>
              <a:off x="7409179" y="38127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5" name="pt10875"/>
            <p:cNvSpPr/>
            <p:nvPr/>
          </p:nvSpPr>
          <p:spPr>
            <a:xfrm>
              <a:off x="7428294" y="32730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6" name="pt10876"/>
            <p:cNvSpPr/>
            <p:nvPr/>
          </p:nvSpPr>
          <p:spPr>
            <a:xfrm>
              <a:off x="7376441" y="32352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7" name="pt10877"/>
            <p:cNvSpPr/>
            <p:nvPr/>
          </p:nvSpPr>
          <p:spPr>
            <a:xfrm>
              <a:off x="7456399" y="33537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8" name="pt10878"/>
            <p:cNvSpPr/>
            <p:nvPr/>
          </p:nvSpPr>
          <p:spPr>
            <a:xfrm>
              <a:off x="7412127" y="32667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79" name="pt10879"/>
            <p:cNvSpPr/>
            <p:nvPr/>
          </p:nvSpPr>
          <p:spPr>
            <a:xfrm>
              <a:off x="7378659" y="32533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0" name="pt10880"/>
            <p:cNvSpPr/>
            <p:nvPr/>
          </p:nvSpPr>
          <p:spPr>
            <a:xfrm>
              <a:off x="7441378" y="32715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1" name="pt10881"/>
            <p:cNvSpPr/>
            <p:nvPr/>
          </p:nvSpPr>
          <p:spPr>
            <a:xfrm>
              <a:off x="7395496" y="3266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2" name="pt10882"/>
            <p:cNvSpPr/>
            <p:nvPr/>
          </p:nvSpPr>
          <p:spPr>
            <a:xfrm>
              <a:off x="7269045" y="33161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3" name="pt10883"/>
            <p:cNvSpPr/>
            <p:nvPr/>
          </p:nvSpPr>
          <p:spPr>
            <a:xfrm>
              <a:off x="7466901" y="35200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4" name="pt10884"/>
            <p:cNvSpPr/>
            <p:nvPr/>
          </p:nvSpPr>
          <p:spPr>
            <a:xfrm>
              <a:off x="7425346" y="32880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5" name="pt10885"/>
            <p:cNvSpPr/>
            <p:nvPr/>
          </p:nvSpPr>
          <p:spPr>
            <a:xfrm>
              <a:off x="7474118" y="3326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6" name="pt10886"/>
            <p:cNvSpPr/>
            <p:nvPr/>
          </p:nvSpPr>
          <p:spPr>
            <a:xfrm>
              <a:off x="7539588" y="31966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7" name="pt10887"/>
            <p:cNvSpPr/>
            <p:nvPr/>
          </p:nvSpPr>
          <p:spPr>
            <a:xfrm>
              <a:off x="7447736" y="29721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8" name="pt10888"/>
            <p:cNvSpPr/>
            <p:nvPr/>
          </p:nvSpPr>
          <p:spPr>
            <a:xfrm>
              <a:off x="7397766" y="33039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89" name="pt10889"/>
            <p:cNvSpPr/>
            <p:nvPr/>
          </p:nvSpPr>
          <p:spPr>
            <a:xfrm>
              <a:off x="7440348" y="3313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0" name="pt10890"/>
            <p:cNvSpPr/>
            <p:nvPr/>
          </p:nvSpPr>
          <p:spPr>
            <a:xfrm>
              <a:off x="7507392" y="32702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1" name="pt10891"/>
            <p:cNvSpPr/>
            <p:nvPr/>
          </p:nvSpPr>
          <p:spPr>
            <a:xfrm>
              <a:off x="7436730" y="3300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2" name="pt10892"/>
            <p:cNvSpPr/>
            <p:nvPr/>
          </p:nvSpPr>
          <p:spPr>
            <a:xfrm>
              <a:off x="7363229" y="33064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3" name="pt10893"/>
            <p:cNvSpPr/>
            <p:nvPr/>
          </p:nvSpPr>
          <p:spPr>
            <a:xfrm>
              <a:off x="7424795" y="32781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4" name="pt10894"/>
            <p:cNvSpPr/>
            <p:nvPr/>
          </p:nvSpPr>
          <p:spPr>
            <a:xfrm>
              <a:off x="7423906" y="30787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5" name="pt10895"/>
            <p:cNvSpPr/>
            <p:nvPr/>
          </p:nvSpPr>
          <p:spPr>
            <a:xfrm>
              <a:off x="7436761" y="33309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6" name="pt10896"/>
            <p:cNvSpPr/>
            <p:nvPr/>
          </p:nvSpPr>
          <p:spPr>
            <a:xfrm>
              <a:off x="7425957" y="32856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7" name="pt10897"/>
            <p:cNvSpPr/>
            <p:nvPr/>
          </p:nvSpPr>
          <p:spPr>
            <a:xfrm>
              <a:off x="7440690" y="3265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8" name="pt10898"/>
            <p:cNvSpPr/>
            <p:nvPr/>
          </p:nvSpPr>
          <p:spPr>
            <a:xfrm>
              <a:off x="7428001" y="3288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899" name="pt10899"/>
            <p:cNvSpPr/>
            <p:nvPr/>
          </p:nvSpPr>
          <p:spPr>
            <a:xfrm>
              <a:off x="7391005" y="32741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0" name="pt10900"/>
            <p:cNvSpPr/>
            <p:nvPr/>
          </p:nvSpPr>
          <p:spPr>
            <a:xfrm>
              <a:off x="7469802" y="3930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1" name="pt10901"/>
            <p:cNvSpPr/>
            <p:nvPr/>
          </p:nvSpPr>
          <p:spPr>
            <a:xfrm>
              <a:off x="7516361" y="3443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2" name="pt10902"/>
            <p:cNvSpPr/>
            <p:nvPr/>
          </p:nvSpPr>
          <p:spPr>
            <a:xfrm>
              <a:off x="7477889" y="32082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3" name="pt10903"/>
            <p:cNvSpPr/>
            <p:nvPr/>
          </p:nvSpPr>
          <p:spPr>
            <a:xfrm>
              <a:off x="7401853" y="33273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4" name="pt10904"/>
            <p:cNvSpPr/>
            <p:nvPr/>
          </p:nvSpPr>
          <p:spPr>
            <a:xfrm>
              <a:off x="7450851" y="3290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5" name="pt10905"/>
            <p:cNvSpPr/>
            <p:nvPr/>
          </p:nvSpPr>
          <p:spPr>
            <a:xfrm>
              <a:off x="7413445" y="32856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6" name="pt10906"/>
            <p:cNvSpPr/>
            <p:nvPr/>
          </p:nvSpPr>
          <p:spPr>
            <a:xfrm>
              <a:off x="7441137" y="32989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7" name="pt10907"/>
            <p:cNvSpPr/>
            <p:nvPr/>
          </p:nvSpPr>
          <p:spPr>
            <a:xfrm>
              <a:off x="7134828" y="33071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8" name="pt10908"/>
            <p:cNvSpPr/>
            <p:nvPr/>
          </p:nvSpPr>
          <p:spPr>
            <a:xfrm>
              <a:off x="7467051" y="327571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09" name="pt10909"/>
            <p:cNvSpPr/>
            <p:nvPr/>
          </p:nvSpPr>
          <p:spPr>
            <a:xfrm>
              <a:off x="7447101" y="3305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0" name="pt10910"/>
            <p:cNvSpPr/>
            <p:nvPr/>
          </p:nvSpPr>
          <p:spPr>
            <a:xfrm>
              <a:off x="7265028" y="33130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1" name="pt10911"/>
            <p:cNvSpPr/>
            <p:nvPr/>
          </p:nvSpPr>
          <p:spPr>
            <a:xfrm>
              <a:off x="7369298" y="32850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2" name="pt10912"/>
            <p:cNvSpPr/>
            <p:nvPr/>
          </p:nvSpPr>
          <p:spPr>
            <a:xfrm>
              <a:off x="7532214" y="32637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3" name="pt10913"/>
            <p:cNvSpPr/>
            <p:nvPr/>
          </p:nvSpPr>
          <p:spPr>
            <a:xfrm>
              <a:off x="7447423" y="33121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4" name="pt10914"/>
            <p:cNvSpPr/>
            <p:nvPr/>
          </p:nvSpPr>
          <p:spPr>
            <a:xfrm>
              <a:off x="7493508" y="38885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5" name="pt10915"/>
            <p:cNvSpPr/>
            <p:nvPr/>
          </p:nvSpPr>
          <p:spPr>
            <a:xfrm>
              <a:off x="7474621" y="32573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6" name="pt10916"/>
            <p:cNvSpPr/>
            <p:nvPr/>
          </p:nvSpPr>
          <p:spPr>
            <a:xfrm>
              <a:off x="7429383" y="32336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7" name="pt10917"/>
            <p:cNvSpPr/>
            <p:nvPr/>
          </p:nvSpPr>
          <p:spPr>
            <a:xfrm>
              <a:off x="7355860" y="33585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8" name="pt10918"/>
            <p:cNvSpPr/>
            <p:nvPr/>
          </p:nvSpPr>
          <p:spPr>
            <a:xfrm>
              <a:off x="7409763" y="3268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19" name="pt10919"/>
            <p:cNvSpPr/>
            <p:nvPr/>
          </p:nvSpPr>
          <p:spPr>
            <a:xfrm>
              <a:off x="7412840" y="32814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0" name="pt10920"/>
            <p:cNvSpPr/>
            <p:nvPr/>
          </p:nvSpPr>
          <p:spPr>
            <a:xfrm>
              <a:off x="7438900" y="32556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1" name="pt10921"/>
            <p:cNvSpPr/>
            <p:nvPr/>
          </p:nvSpPr>
          <p:spPr>
            <a:xfrm>
              <a:off x="7418946" y="33046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2" name="pt10922"/>
            <p:cNvSpPr/>
            <p:nvPr/>
          </p:nvSpPr>
          <p:spPr>
            <a:xfrm>
              <a:off x="7457837" y="33095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3" name="pt10923"/>
            <p:cNvSpPr/>
            <p:nvPr/>
          </p:nvSpPr>
          <p:spPr>
            <a:xfrm>
              <a:off x="7451373" y="2730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4" name="pt10924"/>
            <p:cNvSpPr/>
            <p:nvPr/>
          </p:nvSpPr>
          <p:spPr>
            <a:xfrm>
              <a:off x="7496261" y="3226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5" name="pt10925"/>
            <p:cNvSpPr/>
            <p:nvPr/>
          </p:nvSpPr>
          <p:spPr>
            <a:xfrm>
              <a:off x="7444706" y="32973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6" name="pt10926"/>
            <p:cNvSpPr/>
            <p:nvPr/>
          </p:nvSpPr>
          <p:spPr>
            <a:xfrm>
              <a:off x="7431248" y="32721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7" name="pt10927"/>
            <p:cNvSpPr/>
            <p:nvPr/>
          </p:nvSpPr>
          <p:spPr>
            <a:xfrm>
              <a:off x="7548952" y="33291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8" name="pt10928"/>
            <p:cNvSpPr/>
            <p:nvPr/>
          </p:nvSpPr>
          <p:spPr>
            <a:xfrm>
              <a:off x="7429603" y="32343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29" name="pt10929"/>
            <p:cNvSpPr/>
            <p:nvPr/>
          </p:nvSpPr>
          <p:spPr>
            <a:xfrm>
              <a:off x="7430195" y="3266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0" name="pt10930"/>
            <p:cNvSpPr/>
            <p:nvPr/>
          </p:nvSpPr>
          <p:spPr>
            <a:xfrm>
              <a:off x="7496805" y="32837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1" name="pt10931"/>
            <p:cNvSpPr/>
            <p:nvPr/>
          </p:nvSpPr>
          <p:spPr>
            <a:xfrm>
              <a:off x="7449555" y="32796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2" name="pt10932"/>
            <p:cNvSpPr/>
            <p:nvPr/>
          </p:nvSpPr>
          <p:spPr>
            <a:xfrm>
              <a:off x="7459912" y="46019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3" name="pt10933"/>
            <p:cNvSpPr/>
            <p:nvPr/>
          </p:nvSpPr>
          <p:spPr>
            <a:xfrm>
              <a:off x="7500394" y="33482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4" name="pt10934"/>
            <p:cNvSpPr/>
            <p:nvPr/>
          </p:nvSpPr>
          <p:spPr>
            <a:xfrm>
              <a:off x="7450150" y="32999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5" name="pt10935"/>
            <p:cNvSpPr/>
            <p:nvPr/>
          </p:nvSpPr>
          <p:spPr>
            <a:xfrm>
              <a:off x="7465650" y="32839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6" name="pt10936"/>
            <p:cNvSpPr/>
            <p:nvPr/>
          </p:nvSpPr>
          <p:spPr>
            <a:xfrm>
              <a:off x="7475382" y="3268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7" name="pt10937"/>
            <p:cNvSpPr/>
            <p:nvPr/>
          </p:nvSpPr>
          <p:spPr>
            <a:xfrm>
              <a:off x="7454282" y="3120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8" name="pt10938"/>
            <p:cNvSpPr/>
            <p:nvPr/>
          </p:nvSpPr>
          <p:spPr>
            <a:xfrm>
              <a:off x="7385975" y="3314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39" name="pt10939"/>
            <p:cNvSpPr/>
            <p:nvPr/>
          </p:nvSpPr>
          <p:spPr>
            <a:xfrm>
              <a:off x="7506527" y="3308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0" name="pt10940"/>
            <p:cNvSpPr/>
            <p:nvPr/>
          </p:nvSpPr>
          <p:spPr>
            <a:xfrm>
              <a:off x="7442764" y="33022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1" name="pt10941"/>
            <p:cNvSpPr/>
            <p:nvPr/>
          </p:nvSpPr>
          <p:spPr>
            <a:xfrm>
              <a:off x="7384342" y="32168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2" name="pt10942"/>
            <p:cNvSpPr/>
            <p:nvPr/>
          </p:nvSpPr>
          <p:spPr>
            <a:xfrm>
              <a:off x="7383002" y="32464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3" name="pt10943"/>
            <p:cNvSpPr/>
            <p:nvPr/>
          </p:nvSpPr>
          <p:spPr>
            <a:xfrm>
              <a:off x="7464423" y="33211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4" name="pt10944"/>
            <p:cNvSpPr/>
            <p:nvPr/>
          </p:nvSpPr>
          <p:spPr>
            <a:xfrm>
              <a:off x="7310483" y="31904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5" name="pt10945"/>
            <p:cNvSpPr/>
            <p:nvPr/>
          </p:nvSpPr>
          <p:spPr>
            <a:xfrm>
              <a:off x="7497480" y="32589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6" name="pt10946"/>
            <p:cNvSpPr/>
            <p:nvPr/>
          </p:nvSpPr>
          <p:spPr>
            <a:xfrm>
              <a:off x="7433314" y="32975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7" name="pt10947"/>
            <p:cNvSpPr/>
            <p:nvPr/>
          </p:nvSpPr>
          <p:spPr>
            <a:xfrm>
              <a:off x="7478645" y="32944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8" name="pt10948"/>
            <p:cNvSpPr/>
            <p:nvPr/>
          </p:nvSpPr>
          <p:spPr>
            <a:xfrm>
              <a:off x="7467686" y="39488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49" name="pt10949"/>
            <p:cNvSpPr/>
            <p:nvPr/>
          </p:nvSpPr>
          <p:spPr>
            <a:xfrm>
              <a:off x="7417892" y="33057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0" name="pt10950"/>
            <p:cNvSpPr/>
            <p:nvPr/>
          </p:nvSpPr>
          <p:spPr>
            <a:xfrm>
              <a:off x="7408703" y="31567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1" name="pt10951"/>
            <p:cNvSpPr/>
            <p:nvPr/>
          </p:nvSpPr>
          <p:spPr>
            <a:xfrm>
              <a:off x="7549511" y="32529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2" name="pt10952"/>
            <p:cNvSpPr/>
            <p:nvPr/>
          </p:nvSpPr>
          <p:spPr>
            <a:xfrm>
              <a:off x="7511348" y="32468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3" name="pt10953"/>
            <p:cNvSpPr/>
            <p:nvPr/>
          </p:nvSpPr>
          <p:spPr>
            <a:xfrm>
              <a:off x="7465295" y="3274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4" name="pt10954"/>
            <p:cNvSpPr/>
            <p:nvPr/>
          </p:nvSpPr>
          <p:spPr>
            <a:xfrm>
              <a:off x="7420036" y="32367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5" name="pt10955"/>
            <p:cNvSpPr/>
            <p:nvPr/>
          </p:nvSpPr>
          <p:spPr>
            <a:xfrm>
              <a:off x="7457682" y="32786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6" name="pt10956"/>
            <p:cNvSpPr/>
            <p:nvPr/>
          </p:nvSpPr>
          <p:spPr>
            <a:xfrm>
              <a:off x="7426370" y="32665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7" name="pt10957"/>
            <p:cNvSpPr/>
            <p:nvPr/>
          </p:nvSpPr>
          <p:spPr>
            <a:xfrm>
              <a:off x="7425584" y="32819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8" name="pt10958"/>
            <p:cNvSpPr/>
            <p:nvPr/>
          </p:nvSpPr>
          <p:spPr>
            <a:xfrm>
              <a:off x="7443455" y="32786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59" name="pt10959"/>
            <p:cNvSpPr/>
            <p:nvPr/>
          </p:nvSpPr>
          <p:spPr>
            <a:xfrm>
              <a:off x="7498122" y="3279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0" name="pt10960"/>
            <p:cNvSpPr/>
            <p:nvPr/>
          </p:nvSpPr>
          <p:spPr>
            <a:xfrm>
              <a:off x="7508778" y="30093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1" name="pt10961"/>
            <p:cNvSpPr/>
            <p:nvPr/>
          </p:nvSpPr>
          <p:spPr>
            <a:xfrm>
              <a:off x="7419508" y="32625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2" name="pt10962"/>
            <p:cNvSpPr/>
            <p:nvPr/>
          </p:nvSpPr>
          <p:spPr>
            <a:xfrm>
              <a:off x="7417043" y="3317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3" name="pt10963"/>
            <p:cNvSpPr/>
            <p:nvPr/>
          </p:nvSpPr>
          <p:spPr>
            <a:xfrm>
              <a:off x="7455820" y="32337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4" name="pt10964"/>
            <p:cNvSpPr/>
            <p:nvPr/>
          </p:nvSpPr>
          <p:spPr>
            <a:xfrm>
              <a:off x="7470953" y="35216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5" name="pt10965"/>
            <p:cNvSpPr/>
            <p:nvPr/>
          </p:nvSpPr>
          <p:spPr>
            <a:xfrm>
              <a:off x="7409928" y="3280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6" name="pt10966"/>
            <p:cNvSpPr/>
            <p:nvPr/>
          </p:nvSpPr>
          <p:spPr>
            <a:xfrm>
              <a:off x="7466984" y="35383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7" name="pt10967"/>
            <p:cNvSpPr/>
            <p:nvPr/>
          </p:nvSpPr>
          <p:spPr>
            <a:xfrm>
              <a:off x="7430868" y="329656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8" name="pt10968"/>
            <p:cNvSpPr/>
            <p:nvPr/>
          </p:nvSpPr>
          <p:spPr>
            <a:xfrm>
              <a:off x="7457344" y="33264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69" name="pt10969"/>
            <p:cNvSpPr/>
            <p:nvPr/>
          </p:nvSpPr>
          <p:spPr>
            <a:xfrm>
              <a:off x="7450435" y="327852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0" name="pt10970"/>
            <p:cNvSpPr/>
            <p:nvPr/>
          </p:nvSpPr>
          <p:spPr>
            <a:xfrm>
              <a:off x="7459888" y="32377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1" name="pt10971"/>
            <p:cNvSpPr/>
            <p:nvPr/>
          </p:nvSpPr>
          <p:spPr>
            <a:xfrm>
              <a:off x="7455589" y="35093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2" name="pt10972"/>
            <p:cNvSpPr/>
            <p:nvPr/>
          </p:nvSpPr>
          <p:spPr>
            <a:xfrm>
              <a:off x="7438615" y="324798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3" name="pt10973"/>
            <p:cNvSpPr/>
            <p:nvPr/>
          </p:nvSpPr>
          <p:spPr>
            <a:xfrm>
              <a:off x="7458407" y="32984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4" name="pt10974"/>
            <p:cNvSpPr/>
            <p:nvPr/>
          </p:nvSpPr>
          <p:spPr>
            <a:xfrm>
              <a:off x="7314892" y="32526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5" name="pt10975"/>
            <p:cNvSpPr/>
            <p:nvPr/>
          </p:nvSpPr>
          <p:spPr>
            <a:xfrm>
              <a:off x="7449394" y="3254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6" name="pt10976"/>
            <p:cNvSpPr/>
            <p:nvPr/>
          </p:nvSpPr>
          <p:spPr>
            <a:xfrm>
              <a:off x="7480420" y="4095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7" name="pt10977"/>
            <p:cNvSpPr/>
            <p:nvPr/>
          </p:nvSpPr>
          <p:spPr>
            <a:xfrm>
              <a:off x="7357411" y="32626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8" name="pt10978"/>
            <p:cNvSpPr/>
            <p:nvPr/>
          </p:nvSpPr>
          <p:spPr>
            <a:xfrm>
              <a:off x="7389505" y="32570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79" name="pt10979"/>
            <p:cNvSpPr/>
            <p:nvPr/>
          </p:nvSpPr>
          <p:spPr>
            <a:xfrm>
              <a:off x="7507551" y="32443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0" name="pt10980"/>
            <p:cNvSpPr/>
            <p:nvPr/>
          </p:nvSpPr>
          <p:spPr>
            <a:xfrm>
              <a:off x="7449234" y="33210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1" name="pt10981"/>
            <p:cNvSpPr/>
            <p:nvPr/>
          </p:nvSpPr>
          <p:spPr>
            <a:xfrm>
              <a:off x="7399041" y="331162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2" name="pt10982"/>
            <p:cNvSpPr/>
            <p:nvPr/>
          </p:nvSpPr>
          <p:spPr>
            <a:xfrm>
              <a:off x="7379618" y="32438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3" name="pt10983"/>
            <p:cNvSpPr/>
            <p:nvPr/>
          </p:nvSpPr>
          <p:spPr>
            <a:xfrm>
              <a:off x="7491380" y="32342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4" name="pt10984"/>
            <p:cNvSpPr/>
            <p:nvPr/>
          </p:nvSpPr>
          <p:spPr>
            <a:xfrm>
              <a:off x="7376134" y="32525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5" name="pt10985"/>
            <p:cNvSpPr/>
            <p:nvPr/>
          </p:nvSpPr>
          <p:spPr>
            <a:xfrm>
              <a:off x="7441859" y="33024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6" name="pt10986"/>
            <p:cNvSpPr/>
            <p:nvPr/>
          </p:nvSpPr>
          <p:spPr>
            <a:xfrm>
              <a:off x="7422608" y="32986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7" name="pt10987"/>
            <p:cNvSpPr/>
            <p:nvPr/>
          </p:nvSpPr>
          <p:spPr>
            <a:xfrm>
              <a:off x="7382373" y="33051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8" name="pt10988"/>
            <p:cNvSpPr/>
            <p:nvPr/>
          </p:nvSpPr>
          <p:spPr>
            <a:xfrm>
              <a:off x="7442883" y="3284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89" name="pt10989"/>
            <p:cNvSpPr/>
            <p:nvPr/>
          </p:nvSpPr>
          <p:spPr>
            <a:xfrm>
              <a:off x="7428389" y="33221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0" name="pt10990"/>
            <p:cNvSpPr/>
            <p:nvPr/>
          </p:nvSpPr>
          <p:spPr>
            <a:xfrm>
              <a:off x="7439137" y="32330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1" name="pt10991"/>
            <p:cNvSpPr/>
            <p:nvPr/>
          </p:nvSpPr>
          <p:spPr>
            <a:xfrm>
              <a:off x="7344850" y="32839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2" name="pt10992"/>
            <p:cNvSpPr/>
            <p:nvPr/>
          </p:nvSpPr>
          <p:spPr>
            <a:xfrm>
              <a:off x="7468164" y="33834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3" name="pt10993"/>
            <p:cNvSpPr/>
            <p:nvPr/>
          </p:nvSpPr>
          <p:spPr>
            <a:xfrm>
              <a:off x="7430181" y="3274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4" name="pt10994"/>
            <p:cNvSpPr/>
            <p:nvPr/>
          </p:nvSpPr>
          <p:spPr>
            <a:xfrm>
              <a:off x="7415874" y="3248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5" name="pt10995"/>
            <p:cNvSpPr/>
            <p:nvPr/>
          </p:nvSpPr>
          <p:spPr>
            <a:xfrm>
              <a:off x="7348810" y="32615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6" name="pt10996"/>
            <p:cNvSpPr/>
            <p:nvPr/>
          </p:nvSpPr>
          <p:spPr>
            <a:xfrm>
              <a:off x="7410307" y="32624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7" name="pt10997"/>
            <p:cNvSpPr/>
            <p:nvPr/>
          </p:nvSpPr>
          <p:spPr>
            <a:xfrm>
              <a:off x="7406544" y="33348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8" name="pt10998"/>
            <p:cNvSpPr/>
            <p:nvPr/>
          </p:nvSpPr>
          <p:spPr>
            <a:xfrm>
              <a:off x="7368151" y="33106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0999" name="pt10999"/>
            <p:cNvSpPr/>
            <p:nvPr/>
          </p:nvSpPr>
          <p:spPr>
            <a:xfrm>
              <a:off x="7463201" y="32726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0" name="pt11000"/>
            <p:cNvSpPr/>
            <p:nvPr/>
          </p:nvSpPr>
          <p:spPr>
            <a:xfrm>
              <a:off x="7422238" y="33090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1" name="pt11001"/>
            <p:cNvSpPr/>
            <p:nvPr/>
          </p:nvSpPr>
          <p:spPr>
            <a:xfrm>
              <a:off x="7368662" y="32512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2" name="pt11002"/>
            <p:cNvSpPr/>
            <p:nvPr/>
          </p:nvSpPr>
          <p:spPr>
            <a:xfrm>
              <a:off x="7462460" y="30904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3" name="pt11003"/>
            <p:cNvSpPr/>
            <p:nvPr/>
          </p:nvSpPr>
          <p:spPr>
            <a:xfrm>
              <a:off x="7440322" y="32437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4" name="pt11004"/>
            <p:cNvSpPr/>
            <p:nvPr/>
          </p:nvSpPr>
          <p:spPr>
            <a:xfrm>
              <a:off x="7480123" y="32200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5" name="pt11005"/>
            <p:cNvSpPr/>
            <p:nvPr/>
          </p:nvSpPr>
          <p:spPr>
            <a:xfrm>
              <a:off x="7497111" y="32468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6" name="pt11006"/>
            <p:cNvSpPr/>
            <p:nvPr/>
          </p:nvSpPr>
          <p:spPr>
            <a:xfrm>
              <a:off x="7428335" y="32697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7" name="pt11007"/>
            <p:cNvSpPr/>
            <p:nvPr/>
          </p:nvSpPr>
          <p:spPr>
            <a:xfrm>
              <a:off x="7453814" y="32914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8" name="pt11008"/>
            <p:cNvSpPr/>
            <p:nvPr/>
          </p:nvSpPr>
          <p:spPr>
            <a:xfrm>
              <a:off x="7455976" y="33342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09" name="pt11009"/>
            <p:cNvSpPr/>
            <p:nvPr/>
          </p:nvSpPr>
          <p:spPr>
            <a:xfrm>
              <a:off x="7451217" y="33051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0" name="pt11010"/>
            <p:cNvSpPr/>
            <p:nvPr/>
          </p:nvSpPr>
          <p:spPr>
            <a:xfrm>
              <a:off x="7474375" y="32454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1" name="pt11011"/>
            <p:cNvSpPr/>
            <p:nvPr/>
          </p:nvSpPr>
          <p:spPr>
            <a:xfrm>
              <a:off x="7481079" y="321981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2" name="pt11012"/>
            <p:cNvSpPr/>
            <p:nvPr/>
          </p:nvSpPr>
          <p:spPr>
            <a:xfrm>
              <a:off x="7456087" y="327581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3" name="pt11013"/>
            <p:cNvSpPr/>
            <p:nvPr/>
          </p:nvSpPr>
          <p:spPr>
            <a:xfrm>
              <a:off x="7451192" y="3210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4" name="pt11014"/>
            <p:cNvSpPr/>
            <p:nvPr/>
          </p:nvSpPr>
          <p:spPr>
            <a:xfrm>
              <a:off x="7211131" y="32572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5" name="pt11015"/>
            <p:cNvSpPr/>
            <p:nvPr/>
          </p:nvSpPr>
          <p:spPr>
            <a:xfrm>
              <a:off x="7352141" y="32901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6" name="pt11016"/>
            <p:cNvSpPr/>
            <p:nvPr/>
          </p:nvSpPr>
          <p:spPr>
            <a:xfrm>
              <a:off x="7358000" y="3317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7" name="pt11017"/>
            <p:cNvSpPr/>
            <p:nvPr/>
          </p:nvSpPr>
          <p:spPr>
            <a:xfrm>
              <a:off x="7455975" y="3237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8" name="pt11018"/>
            <p:cNvSpPr/>
            <p:nvPr/>
          </p:nvSpPr>
          <p:spPr>
            <a:xfrm>
              <a:off x="7514507" y="33877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19" name="pt11019"/>
            <p:cNvSpPr/>
            <p:nvPr/>
          </p:nvSpPr>
          <p:spPr>
            <a:xfrm>
              <a:off x="7421536" y="3290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0" name="pt11020"/>
            <p:cNvSpPr/>
            <p:nvPr/>
          </p:nvSpPr>
          <p:spPr>
            <a:xfrm>
              <a:off x="7467509" y="3258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1" name="pt11021"/>
            <p:cNvSpPr/>
            <p:nvPr/>
          </p:nvSpPr>
          <p:spPr>
            <a:xfrm>
              <a:off x="7199810" y="327280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2" name="pt11022"/>
            <p:cNvSpPr/>
            <p:nvPr/>
          </p:nvSpPr>
          <p:spPr>
            <a:xfrm>
              <a:off x="7350826" y="27368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3" name="pt11023"/>
            <p:cNvSpPr/>
            <p:nvPr/>
          </p:nvSpPr>
          <p:spPr>
            <a:xfrm>
              <a:off x="7444297" y="31382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4" name="pt11024"/>
            <p:cNvSpPr/>
            <p:nvPr/>
          </p:nvSpPr>
          <p:spPr>
            <a:xfrm>
              <a:off x="7434231" y="32557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5" name="pt11025"/>
            <p:cNvSpPr/>
            <p:nvPr/>
          </p:nvSpPr>
          <p:spPr>
            <a:xfrm>
              <a:off x="7441962" y="3262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6" name="pt11026"/>
            <p:cNvSpPr/>
            <p:nvPr/>
          </p:nvSpPr>
          <p:spPr>
            <a:xfrm>
              <a:off x="7426654" y="32675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7" name="pt11027"/>
            <p:cNvSpPr/>
            <p:nvPr/>
          </p:nvSpPr>
          <p:spPr>
            <a:xfrm>
              <a:off x="7402838" y="32539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8" name="pt11028"/>
            <p:cNvSpPr/>
            <p:nvPr/>
          </p:nvSpPr>
          <p:spPr>
            <a:xfrm>
              <a:off x="7470250" y="32598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29" name="pt11029"/>
            <p:cNvSpPr/>
            <p:nvPr/>
          </p:nvSpPr>
          <p:spPr>
            <a:xfrm>
              <a:off x="7448872" y="32875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0" name="pt11030"/>
            <p:cNvSpPr/>
            <p:nvPr/>
          </p:nvSpPr>
          <p:spPr>
            <a:xfrm>
              <a:off x="7467565" y="32928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1" name="pt11031"/>
            <p:cNvSpPr/>
            <p:nvPr/>
          </p:nvSpPr>
          <p:spPr>
            <a:xfrm>
              <a:off x="7461374" y="33030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2" name="pt11032"/>
            <p:cNvSpPr/>
            <p:nvPr/>
          </p:nvSpPr>
          <p:spPr>
            <a:xfrm>
              <a:off x="7437977" y="32694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3" name="pt11033"/>
            <p:cNvSpPr/>
            <p:nvPr/>
          </p:nvSpPr>
          <p:spPr>
            <a:xfrm>
              <a:off x="7422529" y="3296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4" name="pt11034"/>
            <p:cNvSpPr/>
            <p:nvPr/>
          </p:nvSpPr>
          <p:spPr>
            <a:xfrm>
              <a:off x="7403632" y="3251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5" name="pt11035"/>
            <p:cNvSpPr/>
            <p:nvPr/>
          </p:nvSpPr>
          <p:spPr>
            <a:xfrm>
              <a:off x="7471033" y="33089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6" name="pt11036"/>
            <p:cNvSpPr/>
            <p:nvPr/>
          </p:nvSpPr>
          <p:spPr>
            <a:xfrm>
              <a:off x="7417908" y="33260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7" name="pt11037"/>
            <p:cNvSpPr/>
            <p:nvPr/>
          </p:nvSpPr>
          <p:spPr>
            <a:xfrm>
              <a:off x="7386852" y="3344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8" name="pt11038"/>
            <p:cNvSpPr/>
            <p:nvPr/>
          </p:nvSpPr>
          <p:spPr>
            <a:xfrm>
              <a:off x="7417969" y="33014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39" name="pt11039"/>
            <p:cNvSpPr/>
            <p:nvPr/>
          </p:nvSpPr>
          <p:spPr>
            <a:xfrm>
              <a:off x="7444964" y="3291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0" name="pt11040"/>
            <p:cNvSpPr/>
            <p:nvPr/>
          </p:nvSpPr>
          <p:spPr>
            <a:xfrm>
              <a:off x="7390221" y="32607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1" name="pt11041"/>
            <p:cNvSpPr/>
            <p:nvPr/>
          </p:nvSpPr>
          <p:spPr>
            <a:xfrm>
              <a:off x="7427344" y="32990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2" name="pt11042"/>
            <p:cNvSpPr/>
            <p:nvPr/>
          </p:nvSpPr>
          <p:spPr>
            <a:xfrm>
              <a:off x="7459838" y="32929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3" name="pt11043"/>
            <p:cNvSpPr/>
            <p:nvPr/>
          </p:nvSpPr>
          <p:spPr>
            <a:xfrm>
              <a:off x="7386401" y="33064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4" name="pt11044"/>
            <p:cNvSpPr/>
            <p:nvPr/>
          </p:nvSpPr>
          <p:spPr>
            <a:xfrm>
              <a:off x="7431442" y="32587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5" name="pt11045"/>
            <p:cNvSpPr/>
            <p:nvPr/>
          </p:nvSpPr>
          <p:spPr>
            <a:xfrm>
              <a:off x="7375283" y="32702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6" name="pt11046"/>
            <p:cNvSpPr/>
            <p:nvPr/>
          </p:nvSpPr>
          <p:spPr>
            <a:xfrm>
              <a:off x="7453785" y="31957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7" name="pt11047"/>
            <p:cNvSpPr/>
            <p:nvPr/>
          </p:nvSpPr>
          <p:spPr>
            <a:xfrm>
              <a:off x="7492061" y="332387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8" name="pt11048"/>
            <p:cNvSpPr/>
            <p:nvPr/>
          </p:nvSpPr>
          <p:spPr>
            <a:xfrm>
              <a:off x="7471518" y="3303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49" name="pt11049"/>
            <p:cNvSpPr/>
            <p:nvPr/>
          </p:nvSpPr>
          <p:spPr>
            <a:xfrm>
              <a:off x="7398237" y="328479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0" name="pt11050"/>
            <p:cNvSpPr/>
            <p:nvPr/>
          </p:nvSpPr>
          <p:spPr>
            <a:xfrm>
              <a:off x="7483820" y="3283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1" name="pt11051"/>
            <p:cNvSpPr/>
            <p:nvPr/>
          </p:nvSpPr>
          <p:spPr>
            <a:xfrm>
              <a:off x="7510349" y="32393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2" name="pt11052"/>
            <p:cNvSpPr/>
            <p:nvPr/>
          </p:nvSpPr>
          <p:spPr>
            <a:xfrm>
              <a:off x="7418877" y="33660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3" name="pt11053"/>
            <p:cNvSpPr/>
            <p:nvPr/>
          </p:nvSpPr>
          <p:spPr>
            <a:xfrm>
              <a:off x="7439301" y="32753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4" name="pt11054"/>
            <p:cNvSpPr/>
            <p:nvPr/>
          </p:nvSpPr>
          <p:spPr>
            <a:xfrm>
              <a:off x="7456310" y="31214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5" name="pt11055"/>
            <p:cNvSpPr/>
            <p:nvPr/>
          </p:nvSpPr>
          <p:spPr>
            <a:xfrm>
              <a:off x="7422270" y="329632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6" name="pt11056"/>
            <p:cNvSpPr/>
            <p:nvPr/>
          </p:nvSpPr>
          <p:spPr>
            <a:xfrm>
              <a:off x="7447088" y="32226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7" name="pt11057"/>
            <p:cNvSpPr/>
            <p:nvPr/>
          </p:nvSpPr>
          <p:spPr>
            <a:xfrm>
              <a:off x="7447774" y="31026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8" name="pt11058"/>
            <p:cNvSpPr/>
            <p:nvPr/>
          </p:nvSpPr>
          <p:spPr>
            <a:xfrm>
              <a:off x="7410540" y="330608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59" name="pt11059"/>
            <p:cNvSpPr/>
            <p:nvPr/>
          </p:nvSpPr>
          <p:spPr>
            <a:xfrm>
              <a:off x="7463454" y="327510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0" name="pt11060"/>
            <p:cNvSpPr/>
            <p:nvPr/>
          </p:nvSpPr>
          <p:spPr>
            <a:xfrm>
              <a:off x="7429257" y="328620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1" name="pt11061"/>
            <p:cNvSpPr/>
            <p:nvPr/>
          </p:nvSpPr>
          <p:spPr>
            <a:xfrm>
              <a:off x="7386972" y="32668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2" name="pt11062"/>
            <p:cNvSpPr/>
            <p:nvPr/>
          </p:nvSpPr>
          <p:spPr>
            <a:xfrm>
              <a:off x="7464319" y="3293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3" name="pt11063"/>
            <p:cNvSpPr/>
            <p:nvPr/>
          </p:nvSpPr>
          <p:spPr>
            <a:xfrm>
              <a:off x="7424920" y="32580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4" name="pt11064"/>
            <p:cNvSpPr/>
            <p:nvPr/>
          </p:nvSpPr>
          <p:spPr>
            <a:xfrm>
              <a:off x="7410903" y="2752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5" name="pt11065"/>
            <p:cNvSpPr/>
            <p:nvPr/>
          </p:nvSpPr>
          <p:spPr>
            <a:xfrm>
              <a:off x="7454492" y="32106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6" name="pt11066"/>
            <p:cNvSpPr/>
            <p:nvPr/>
          </p:nvSpPr>
          <p:spPr>
            <a:xfrm>
              <a:off x="7420446" y="32536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7" name="pt11067"/>
            <p:cNvSpPr/>
            <p:nvPr/>
          </p:nvSpPr>
          <p:spPr>
            <a:xfrm>
              <a:off x="7461543" y="32807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8" name="pt11068"/>
            <p:cNvSpPr/>
            <p:nvPr/>
          </p:nvSpPr>
          <p:spPr>
            <a:xfrm>
              <a:off x="7417911" y="326578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69" name="pt11069"/>
            <p:cNvSpPr/>
            <p:nvPr/>
          </p:nvSpPr>
          <p:spPr>
            <a:xfrm>
              <a:off x="7401887" y="32689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0" name="pt11070"/>
            <p:cNvSpPr/>
            <p:nvPr/>
          </p:nvSpPr>
          <p:spPr>
            <a:xfrm>
              <a:off x="7532802" y="32459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1" name="pt11071"/>
            <p:cNvSpPr/>
            <p:nvPr/>
          </p:nvSpPr>
          <p:spPr>
            <a:xfrm>
              <a:off x="7502251" y="365528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2" name="pt11072"/>
            <p:cNvSpPr/>
            <p:nvPr/>
          </p:nvSpPr>
          <p:spPr>
            <a:xfrm>
              <a:off x="7417790" y="31928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3" name="pt11073"/>
            <p:cNvSpPr/>
            <p:nvPr/>
          </p:nvSpPr>
          <p:spPr>
            <a:xfrm>
              <a:off x="7634354" y="3664344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74" name="pt11074"/>
            <p:cNvSpPr/>
            <p:nvPr/>
          </p:nvSpPr>
          <p:spPr>
            <a:xfrm>
              <a:off x="7441306" y="32936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5" name="pt11075"/>
            <p:cNvSpPr/>
            <p:nvPr/>
          </p:nvSpPr>
          <p:spPr>
            <a:xfrm>
              <a:off x="7381270" y="32005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6" name="pt11076"/>
            <p:cNvSpPr/>
            <p:nvPr/>
          </p:nvSpPr>
          <p:spPr>
            <a:xfrm>
              <a:off x="7441290" y="4072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7" name="pt11077"/>
            <p:cNvSpPr/>
            <p:nvPr/>
          </p:nvSpPr>
          <p:spPr>
            <a:xfrm>
              <a:off x="7460170" y="32874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8" name="pt11078"/>
            <p:cNvSpPr/>
            <p:nvPr/>
          </p:nvSpPr>
          <p:spPr>
            <a:xfrm>
              <a:off x="7447112" y="36003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79" name="pt11079"/>
            <p:cNvSpPr/>
            <p:nvPr/>
          </p:nvSpPr>
          <p:spPr>
            <a:xfrm>
              <a:off x="7443798" y="32733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0" name="pt11080"/>
            <p:cNvSpPr/>
            <p:nvPr/>
          </p:nvSpPr>
          <p:spPr>
            <a:xfrm>
              <a:off x="7465287" y="323959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1" name="pt11081"/>
            <p:cNvSpPr/>
            <p:nvPr/>
          </p:nvSpPr>
          <p:spPr>
            <a:xfrm>
              <a:off x="7484530" y="33095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2" name="pt11082"/>
            <p:cNvSpPr/>
            <p:nvPr/>
          </p:nvSpPr>
          <p:spPr>
            <a:xfrm>
              <a:off x="7387682" y="32922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3" name="pt11083"/>
            <p:cNvSpPr/>
            <p:nvPr/>
          </p:nvSpPr>
          <p:spPr>
            <a:xfrm>
              <a:off x="7459930" y="3339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4" name="pt11084"/>
            <p:cNvSpPr/>
            <p:nvPr/>
          </p:nvSpPr>
          <p:spPr>
            <a:xfrm>
              <a:off x="7400784" y="327504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5" name="pt11085"/>
            <p:cNvSpPr/>
            <p:nvPr/>
          </p:nvSpPr>
          <p:spPr>
            <a:xfrm>
              <a:off x="7410862" y="32858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6" name="pt11086"/>
            <p:cNvSpPr/>
            <p:nvPr/>
          </p:nvSpPr>
          <p:spPr>
            <a:xfrm>
              <a:off x="7453411" y="35537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7" name="pt11087"/>
            <p:cNvSpPr/>
            <p:nvPr/>
          </p:nvSpPr>
          <p:spPr>
            <a:xfrm>
              <a:off x="7467852" y="32394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8" name="pt11088"/>
            <p:cNvSpPr/>
            <p:nvPr/>
          </p:nvSpPr>
          <p:spPr>
            <a:xfrm>
              <a:off x="7525649" y="3312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89" name="pt11089"/>
            <p:cNvSpPr/>
            <p:nvPr/>
          </p:nvSpPr>
          <p:spPr>
            <a:xfrm>
              <a:off x="7444592" y="32539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0" name="pt11090"/>
            <p:cNvSpPr/>
            <p:nvPr/>
          </p:nvSpPr>
          <p:spPr>
            <a:xfrm>
              <a:off x="7561455" y="32805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1" name="pt11091"/>
            <p:cNvSpPr/>
            <p:nvPr/>
          </p:nvSpPr>
          <p:spPr>
            <a:xfrm>
              <a:off x="7464393" y="33315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2" name="pt11092"/>
            <p:cNvSpPr/>
            <p:nvPr/>
          </p:nvSpPr>
          <p:spPr>
            <a:xfrm>
              <a:off x="7445605" y="32678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3" name="pt11093"/>
            <p:cNvSpPr/>
            <p:nvPr/>
          </p:nvSpPr>
          <p:spPr>
            <a:xfrm>
              <a:off x="7396498" y="32841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4" name="pt11094"/>
            <p:cNvSpPr/>
            <p:nvPr/>
          </p:nvSpPr>
          <p:spPr>
            <a:xfrm>
              <a:off x="7359917" y="33255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5" name="pt11095"/>
            <p:cNvSpPr/>
            <p:nvPr/>
          </p:nvSpPr>
          <p:spPr>
            <a:xfrm>
              <a:off x="7458659" y="37913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6" name="pt11096"/>
            <p:cNvSpPr/>
            <p:nvPr/>
          </p:nvSpPr>
          <p:spPr>
            <a:xfrm>
              <a:off x="7432183" y="32790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7" name="pt11097"/>
            <p:cNvSpPr/>
            <p:nvPr/>
          </p:nvSpPr>
          <p:spPr>
            <a:xfrm>
              <a:off x="7427944" y="3296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8" name="pt11098"/>
            <p:cNvSpPr/>
            <p:nvPr/>
          </p:nvSpPr>
          <p:spPr>
            <a:xfrm>
              <a:off x="7505359" y="32920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099" name="pt11099"/>
            <p:cNvSpPr/>
            <p:nvPr/>
          </p:nvSpPr>
          <p:spPr>
            <a:xfrm>
              <a:off x="7471138" y="329452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0" name="pt11100"/>
            <p:cNvSpPr/>
            <p:nvPr/>
          </p:nvSpPr>
          <p:spPr>
            <a:xfrm>
              <a:off x="7429467" y="33617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1" name="pt11101"/>
            <p:cNvSpPr/>
            <p:nvPr/>
          </p:nvSpPr>
          <p:spPr>
            <a:xfrm>
              <a:off x="7436207" y="323849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2" name="pt11102"/>
            <p:cNvSpPr/>
            <p:nvPr/>
          </p:nvSpPr>
          <p:spPr>
            <a:xfrm>
              <a:off x="7447356" y="3322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3" name="pt11103"/>
            <p:cNvSpPr/>
            <p:nvPr/>
          </p:nvSpPr>
          <p:spPr>
            <a:xfrm>
              <a:off x="7435426" y="332711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4" name="pt11104"/>
            <p:cNvSpPr/>
            <p:nvPr/>
          </p:nvSpPr>
          <p:spPr>
            <a:xfrm>
              <a:off x="7452333" y="3307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5" name="pt11105"/>
            <p:cNvSpPr/>
            <p:nvPr/>
          </p:nvSpPr>
          <p:spPr>
            <a:xfrm>
              <a:off x="7527554" y="33432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6" name="pt11106"/>
            <p:cNvSpPr/>
            <p:nvPr/>
          </p:nvSpPr>
          <p:spPr>
            <a:xfrm>
              <a:off x="7453243" y="328113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7" name="pt11107"/>
            <p:cNvSpPr/>
            <p:nvPr/>
          </p:nvSpPr>
          <p:spPr>
            <a:xfrm>
              <a:off x="7455849" y="322065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8" name="pt11108"/>
            <p:cNvSpPr/>
            <p:nvPr/>
          </p:nvSpPr>
          <p:spPr>
            <a:xfrm>
              <a:off x="7391758" y="32421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09" name="pt11109"/>
            <p:cNvSpPr/>
            <p:nvPr/>
          </p:nvSpPr>
          <p:spPr>
            <a:xfrm>
              <a:off x="7427458" y="32108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0" name="pt11110"/>
            <p:cNvSpPr/>
            <p:nvPr/>
          </p:nvSpPr>
          <p:spPr>
            <a:xfrm>
              <a:off x="7447571" y="3232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1" name="pt11111"/>
            <p:cNvSpPr/>
            <p:nvPr/>
          </p:nvSpPr>
          <p:spPr>
            <a:xfrm>
              <a:off x="7499293" y="32760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2" name="pt11112"/>
            <p:cNvSpPr/>
            <p:nvPr/>
          </p:nvSpPr>
          <p:spPr>
            <a:xfrm>
              <a:off x="7455199" y="32987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3" name="pt11113"/>
            <p:cNvSpPr/>
            <p:nvPr/>
          </p:nvSpPr>
          <p:spPr>
            <a:xfrm>
              <a:off x="7392362" y="33106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4" name="pt11114"/>
            <p:cNvSpPr/>
            <p:nvPr/>
          </p:nvSpPr>
          <p:spPr>
            <a:xfrm>
              <a:off x="7430525" y="327557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5" name="pt11115"/>
            <p:cNvSpPr/>
            <p:nvPr/>
          </p:nvSpPr>
          <p:spPr>
            <a:xfrm>
              <a:off x="7504024" y="321288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6" name="pt11116"/>
            <p:cNvSpPr/>
            <p:nvPr/>
          </p:nvSpPr>
          <p:spPr>
            <a:xfrm>
              <a:off x="7397207" y="32938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7" name="pt11117"/>
            <p:cNvSpPr/>
            <p:nvPr/>
          </p:nvSpPr>
          <p:spPr>
            <a:xfrm>
              <a:off x="7383274" y="32728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8" name="pt11118"/>
            <p:cNvSpPr/>
            <p:nvPr/>
          </p:nvSpPr>
          <p:spPr>
            <a:xfrm>
              <a:off x="7487539" y="32232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19" name="pt11119"/>
            <p:cNvSpPr/>
            <p:nvPr/>
          </p:nvSpPr>
          <p:spPr>
            <a:xfrm>
              <a:off x="7457381" y="48383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0" name="pt11120"/>
            <p:cNvSpPr/>
            <p:nvPr/>
          </p:nvSpPr>
          <p:spPr>
            <a:xfrm>
              <a:off x="7334702" y="32329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1" name="pt11121"/>
            <p:cNvSpPr/>
            <p:nvPr/>
          </p:nvSpPr>
          <p:spPr>
            <a:xfrm>
              <a:off x="7427406" y="32826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2" name="pt11122"/>
            <p:cNvSpPr/>
            <p:nvPr/>
          </p:nvSpPr>
          <p:spPr>
            <a:xfrm>
              <a:off x="7430929" y="327940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3" name="pt11123"/>
            <p:cNvSpPr/>
            <p:nvPr/>
          </p:nvSpPr>
          <p:spPr>
            <a:xfrm>
              <a:off x="7418558" y="32390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4" name="pt11124"/>
            <p:cNvSpPr/>
            <p:nvPr/>
          </p:nvSpPr>
          <p:spPr>
            <a:xfrm>
              <a:off x="7393756" y="326298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5" name="pt11125"/>
            <p:cNvSpPr/>
            <p:nvPr/>
          </p:nvSpPr>
          <p:spPr>
            <a:xfrm>
              <a:off x="7466045" y="305279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6" name="pt11126"/>
            <p:cNvSpPr/>
            <p:nvPr/>
          </p:nvSpPr>
          <p:spPr>
            <a:xfrm>
              <a:off x="7310791" y="3236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7" name="pt11127"/>
            <p:cNvSpPr/>
            <p:nvPr/>
          </p:nvSpPr>
          <p:spPr>
            <a:xfrm>
              <a:off x="7461457" y="32880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28" name="pt11128"/>
            <p:cNvSpPr/>
            <p:nvPr/>
          </p:nvSpPr>
          <p:spPr>
            <a:xfrm>
              <a:off x="9263458" y="3897171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29" name="pt11129"/>
            <p:cNvSpPr/>
            <p:nvPr/>
          </p:nvSpPr>
          <p:spPr>
            <a:xfrm>
              <a:off x="7423776" y="303192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0" name="pt11130"/>
            <p:cNvSpPr/>
            <p:nvPr/>
          </p:nvSpPr>
          <p:spPr>
            <a:xfrm>
              <a:off x="7466650" y="33064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1" name="pt11131"/>
            <p:cNvSpPr/>
            <p:nvPr/>
          </p:nvSpPr>
          <p:spPr>
            <a:xfrm>
              <a:off x="7500358" y="332613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2" name="pt11132"/>
            <p:cNvSpPr/>
            <p:nvPr/>
          </p:nvSpPr>
          <p:spPr>
            <a:xfrm>
              <a:off x="7411909" y="32862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3" name="pt11133"/>
            <p:cNvSpPr/>
            <p:nvPr/>
          </p:nvSpPr>
          <p:spPr>
            <a:xfrm>
              <a:off x="7317496" y="32665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4" name="pt11134"/>
            <p:cNvSpPr/>
            <p:nvPr/>
          </p:nvSpPr>
          <p:spPr>
            <a:xfrm>
              <a:off x="7422010" y="324466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5" name="pt11135"/>
            <p:cNvSpPr/>
            <p:nvPr/>
          </p:nvSpPr>
          <p:spPr>
            <a:xfrm>
              <a:off x="7364300" y="326592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6" name="pt11136"/>
            <p:cNvSpPr/>
            <p:nvPr/>
          </p:nvSpPr>
          <p:spPr>
            <a:xfrm>
              <a:off x="7349720" y="331218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7" name="pt11137"/>
            <p:cNvSpPr/>
            <p:nvPr/>
          </p:nvSpPr>
          <p:spPr>
            <a:xfrm>
              <a:off x="7424011" y="33024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8" name="pt11138"/>
            <p:cNvSpPr/>
            <p:nvPr/>
          </p:nvSpPr>
          <p:spPr>
            <a:xfrm>
              <a:off x="7310553" y="33413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39" name="pt11139"/>
            <p:cNvSpPr/>
            <p:nvPr/>
          </p:nvSpPr>
          <p:spPr>
            <a:xfrm>
              <a:off x="7476640" y="32994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0" name="pt11140"/>
            <p:cNvSpPr/>
            <p:nvPr/>
          </p:nvSpPr>
          <p:spPr>
            <a:xfrm>
              <a:off x="7425429" y="326009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1" name="pt11141"/>
            <p:cNvSpPr/>
            <p:nvPr/>
          </p:nvSpPr>
          <p:spPr>
            <a:xfrm>
              <a:off x="7457097" y="32758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2" name="pt11142"/>
            <p:cNvSpPr/>
            <p:nvPr/>
          </p:nvSpPr>
          <p:spPr>
            <a:xfrm>
              <a:off x="7448122" y="32593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3" name="pt11143"/>
            <p:cNvSpPr/>
            <p:nvPr/>
          </p:nvSpPr>
          <p:spPr>
            <a:xfrm>
              <a:off x="7464945" y="328702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4" name="pt11144"/>
            <p:cNvSpPr/>
            <p:nvPr/>
          </p:nvSpPr>
          <p:spPr>
            <a:xfrm>
              <a:off x="7318030" y="320766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5" name="pt11145"/>
            <p:cNvSpPr/>
            <p:nvPr/>
          </p:nvSpPr>
          <p:spPr>
            <a:xfrm>
              <a:off x="7421450" y="326703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6" name="pt11146"/>
            <p:cNvSpPr/>
            <p:nvPr/>
          </p:nvSpPr>
          <p:spPr>
            <a:xfrm>
              <a:off x="7456833" y="326407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7" name="pt11147"/>
            <p:cNvSpPr/>
            <p:nvPr/>
          </p:nvSpPr>
          <p:spPr>
            <a:xfrm>
              <a:off x="7462088" y="32972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8" name="pt11148"/>
            <p:cNvSpPr/>
            <p:nvPr/>
          </p:nvSpPr>
          <p:spPr>
            <a:xfrm>
              <a:off x="7425294" y="30891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49" name="pt11149"/>
            <p:cNvSpPr/>
            <p:nvPr/>
          </p:nvSpPr>
          <p:spPr>
            <a:xfrm>
              <a:off x="7457058" y="330167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0" name="pt11150"/>
            <p:cNvSpPr/>
            <p:nvPr/>
          </p:nvSpPr>
          <p:spPr>
            <a:xfrm>
              <a:off x="7473884" y="329111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1" name="pt11151"/>
            <p:cNvSpPr/>
            <p:nvPr/>
          </p:nvSpPr>
          <p:spPr>
            <a:xfrm>
              <a:off x="7436545" y="327904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2" name="pt11152"/>
            <p:cNvSpPr/>
            <p:nvPr/>
          </p:nvSpPr>
          <p:spPr>
            <a:xfrm>
              <a:off x="7384691" y="32517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3" name="pt11153"/>
            <p:cNvSpPr/>
            <p:nvPr/>
          </p:nvSpPr>
          <p:spPr>
            <a:xfrm>
              <a:off x="7419088" y="325857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4" name="pt11154"/>
            <p:cNvSpPr/>
            <p:nvPr/>
          </p:nvSpPr>
          <p:spPr>
            <a:xfrm>
              <a:off x="7477409" y="33280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5" name="pt11155"/>
            <p:cNvSpPr/>
            <p:nvPr/>
          </p:nvSpPr>
          <p:spPr>
            <a:xfrm>
              <a:off x="7342631" y="32915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6" name="pt11156"/>
            <p:cNvSpPr/>
            <p:nvPr/>
          </p:nvSpPr>
          <p:spPr>
            <a:xfrm>
              <a:off x="7407036" y="34356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7" name="pt11157"/>
            <p:cNvSpPr/>
            <p:nvPr/>
          </p:nvSpPr>
          <p:spPr>
            <a:xfrm>
              <a:off x="7490337" y="353624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8" name="pt11158"/>
            <p:cNvSpPr/>
            <p:nvPr/>
          </p:nvSpPr>
          <p:spPr>
            <a:xfrm>
              <a:off x="7445040" y="329846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59" name="pt11159"/>
            <p:cNvSpPr/>
            <p:nvPr/>
          </p:nvSpPr>
          <p:spPr>
            <a:xfrm>
              <a:off x="7440968" y="32731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0" name="pt11160"/>
            <p:cNvSpPr/>
            <p:nvPr/>
          </p:nvSpPr>
          <p:spPr>
            <a:xfrm>
              <a:off x="7467652" y="32549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1" name="pt11161"/>
            <p:cNvSpPr/>
            <p:nvPr/>
          </p:nvSpPr>
          <p:spPr>
            <a:xfrm>
              <a:off x="7457625" y="32770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2" name="pt11162"/>
            <p:cNvSpPr/>
            <p:nvPr/>
          </p:nvSpPr>
          <p:spPr>
            <a:xfrm>
              <a:off x="7409276" y="34000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3" name="pt11163"/>
            <p:cNvSpPr/>
            <p:nvPr/>
          </p:nvSpPr>
          <p:spPr>
            <a:xfrm>
              <a:off x="7436485" y="32874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4" name="pt11164"/>
            <p:cNvSpPr/>
            <p:nvPr/>
          </p:nvSpPr>
          <p:spPr>
            <a:xfrm>
              <a:off x="7541909" y="33244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5" name="pt11165"/>
            <p:cNvSpPr/>
            <p:nvPr/>
          </p:nvSpPr>
          <p:spPr>
            <a:xfrm>
              <a:off x="7381377" y="297135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6" name="pt11166"/>
            <p:cNvSpPr/>
            <p:nvPr/>
          </p:nvSpPr>
          <p:spPr>
            <a:xfrm>
              <a:off x="7436411" y="341318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7" name="pt11167"/>
            <p:cNvSpPr/>
            <p:nvPr/>
          </p:nvSpPr>
          <p:spPr>
            <a:xfrm>
              <a:off x="7444393" y="34732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8" name="pt11168"/>
            <p:cNvSpPr/>
            <p:nvPr/>
          </p:nvSpPr>
          <p:spPr>
            <a:xfrm>
              <a:off x="7420064" y="324583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69" name="pt11169"/>
            <p:cNvSpPr/>
            <p:nvPr/>
          </p:nvSpPr>
          <p:spPr>
            <a:xfrm>
              <a:off x="7422688" y="324951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0" name="pt11170"/>
            <p:cNvSpPr/>
            <p:nvPr/>
          </p:nvSpPr>
          <p:spPr>
            <a:xfrm>
              <a:off x="7431524" y="32355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1" name="pt11171"/>
            <p:cNvSpPr/>
            <p:nvPr/>
          </p:nvSpPr>
          <p:spPr>
            <a:xfrm>
              <a:off x="7369037" y="325964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2" name="pt11172"/>
            <p:cNvSpPr/>
            <p:nvPr/>
          </p:nvSpPr>
          <p:spPr>
            <a:xfrm>
              <a:off x="7462435" y="32822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3" name="pt11173"/>
            <p:cNvSpPr/>
            <p:nvPr/>
          </p:nvSpPr>
          <p:spPr>
            <a:xfrm>
              <a:off x="7384064" y="330200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4" name="pt11174"/>
            <p:cNvSpPr/>
            <p:nvPr/>
          </p:nvSpPr>
          <p:spPr>
            <a:xfrm>
              <a:off x="7481134" y="32923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5" name="pt11175"/>
            <p:cNvSpPr/>
            <p:nvPr/>
          </p:nvSpPr>
          <p:spPr>
            <a:xfrm>
              <a:off x="7475700" y="330140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6" name="pt11176"/>
            <p:cNvSpPr/>
            <p:nvPr/>
          </p:nvSpPr>
          <p:spPr>
            <a:xfrm>
              <a:off x="7452136" y="3172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7" name="pt11177"/>
            <p:cNvSpPr/>
            <p:nvPr/>
          </p:nvSpPr>
          <p:spPr>
            <a:xfrm>
              <a:off x="7458690" y="325225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8" name="pt11178"/>
            <p:cNvSpPr/>
            <p:nvPr/>
          </p:nvSpPr>
          <p:spPr>
            <a:xfrm>
              <a:off x="7394316" y="32666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79" name="pt11179"/>
            <p:cNvSpPr/>
            <p:nvPr/>
          </p:nvSpPr>
          <p:spPr>
            <a:xfrm>
              <a:off x="7437312" y="326842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0" name="pt11180"/>
            <p:cNvSpPr/>
            <p:nvPr/>
          </p:nvSpPr>
          <p:spPr>
            <a:xfrm>
              <a:off x="7435456" y="328311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1" name="pt11181"/>
            <p:cNvSpPr/>
            <p:nvPr/>
          </p:nvSpPr>
          <p:spPr>
            <a:xfrm>
              <a:off x="7297703" y="32982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2" name="pt11182"/>
            <p:cNvSpPr/>
            <p:nvPr/>
          </p:nvSpPr>
          <p:spPr>
            <a:xfrm>
              <a:off x="7528466" y="327451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3" name="pt11183"/>
            <p:cNvSpPr/>
            <p:nvPr/>
          </p:nvSpPr>
          <p:spPr>
            <a:xfrm>
              <a:off x="7376779" y="323454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4" name="pt11184"/>
            <p:cNvSpPr/>
            <p:nvPr/>
          </p:nvSpPr>
          <p:spPr>
            <a:xfrm>
              <a:off x="7446128" y="327953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5" name="pt11185"/>
            <p:cNvSpPr/>
            <p:nvPr/>
          </p:nvSpPr>
          <p:spPr>
            <a:xfrm>
              <a:off x="7404989" y="332988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6" name="pt11186"/>
            <p:cNvSpPr/>
            <p:nvPr/>
          </p:nvSpPr>
          <p:spPr>
            <a:xfrm>
              <a:off x="7428396" y="382086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7" name="pt11187"/>
            <p:cNvSpPr/>
            <p:nvPr/>
          </p:nvSpPr>
          <p:spPr>
            <a:xfrm>
              <a:off x="7480023" y="333787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8" name="pt11188"/>
            <p:cNvSpPr/>
            <p:nvPr/>
          </p:nvSpPr>
          <p:spPr>
            <a:xfrm>
              <a:off x="7471128" y="314056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89" name="pt11189"/>
            <p:cNvSpPr/>
            <p:nvPr/>
          </p:nvSpPr>
          <p:spPr>
            <a:xfrm>
              <a:off x="7448011" y="400467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0" name="pt11190"/>
            <p:cNvSpPr/>
            <p:nvPr/>
          </p:nvSpPr>
          <p:spPr>
            <a:xfrm>
              <a:off x="7396518" y="324954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1" name="pt11191"/>
            <p:cNvSpPr/>
            <p:nvPr/>
          </p:nvSpPr>
          <p:spPr>
            <a:xfrm>
              <a:off x="7519047" y="293274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2" name="pt11192"/>
            <p:cNvSpPr/>
            <p:nvPr/>
          </p:nvSpPr>
          <p:spPr>
            <a:xfrm>
              <a:off x="7485958" y="341111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3" name="pt11193"/>
            <p:cNvSpPr/>
            <p:nvPr/>
          </p:nvSpPr>
          <p:spPr>
            <a:xfrm>
              <a:off x="7470138" y="319351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4" name="pt11194"/>
            <p:cNvSpPr/>
            <p:nvPr/>
          </p:nvSpPr>
          <p:spPr>
            <a:xfrm>
              <a:off x="7453346" y="329326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5" name="pt11195"/>
            <p:cNvSpPr/>
            <p:nvPr/>
          </p:nvSpPr>
          <p:spPr>
            <a:xfrm>
              <a:off x="7368871" y="3067182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6" name="pt11196"/>
            <p:cNvSpPr/>
            <p:nvPr/>
          </p:nvSpPr>
          <p:spPr>
            <a:xfrm>
              <a:off x="7408520" y="321749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7" name="pt11197"/>
            <p:cNvSpPr/>
            <p:nvPr/>
          </p:nvSpPr>
          <p:spPr>
            <a:xfrm>
              <a:off x="7426477" y="333322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8" name="pt11198"/>
            <p:cNvSpPr/>
            <p:nvPr/>
          </p:nvSpPr>
          <p:spPr>
            <a:xfrm>
              <a:off x="7418174" y="328905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199" name="pt11199"/>
            <p:cNvSpPr/>
            <p:nvPr/>
          </p:nvSpPr>
          <p:spPr>
            <a:xfrm>
              <a:off x="7461883" y="3250906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0" name="pt11200"/>
            <p:cNvSpPr/>
            <p:nvPr/>
          </p:nvSpPr>
          <p:spPr>
            <a:xfrm>
              <a:off x="7460587" y="325657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1" name="pt11201"/>
            <p:cNvSpPr/>
            <p:nvPr/>
          </p:nvSpPr>
          <p:spPr>
            <a:xfrm>
              <a:off x="7446521" y="328977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2" name="pt11202"/>
            <p:cNvSpPr/>
            <p:nvPr/>
          </p:nvSpPr>
          <p:spPr>
            <a:xfrm>
              <a:off x="7398004" y="326275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3" name="pt11203"/>
            <p:cNvSpPr/>
            <p:nvPr/>
          </p:nvSpPr>
          <p:spPr>
            <a:xfrm>
              <a:off x="7436080" y="320014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4" name="pt11204"/>
            <p:cNvSpPr/>
            <p:nvPr/>
          </p:nvSpPr>
          <p:spPr>
            <a:xfrm>
              <a:off x="7422982" y="329113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5" name="pt11205"/>
            <p:cNvSpPr/>
            <p:nvPr/>
          </p:nvSpPr>
          <p:spPr>
            <a:xfrm>
              <a:off x="7421330" y="329653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6" name="pt11206"/>
            <p:cNvSpPr/>
            <p:nvPr/>
          </p:nvSpPr>
          <p:spPr>
            <a:xfrm>
              <a:off x="7465852" y="3241599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7" name="pt11207"/>
            <p:cNvSpPr/>
            <p:nvPr/>
          </p:nvSpPr>
          <p:spPr>
            <a:xfrm>
              <a:off x="7488596" y="327343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8" name="pt11208"/>
            <p:cNvSpPr/>
            <p:nvPr/>
          </p:nvSpPr>
          <p:spPr>
            <a:xfrm>
              <a:off x="7414177" y="324524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09" name="pt11209"/>
            <p:cNvSpPr/>
            <p:nvPr/>
          </p:nvSpPr>
          <p:spPr>
            <a:xfrm>
              <a:off x="7462107" y="328005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0" name="pt11210"/>
            <p:cNvSpPr/>
            <p:nvPr/>
          </p:nvSpPr>
          <p:spPr>
            <a:xfrm>
              <a:off x="7435115" y="326520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1" name="pt11211"/>
            <p:cNvSpPr/>
            <p:nvPr/>
          </p:nvSpPr>
          <p:spPr>
            <a:xfrm>
              <a:off x="7400500" y="328037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2" name="pt11212"/>
            <p:cNvSpPr/>
            <p:nvPr/>
          </p:nvSpPr>
          <p:spPr>
            <a:xfrm>
              <a:off x="7466195" y="306226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3" name="pt11213"/>
            <p:cNvSpPr/>
            <p:nvPr/>
          </p:nvSpPr>
          <p:spPr>
            <a:xfrm>
              <a:off x="7388422" y="331159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4" name="pt11214"/>
            <p:cNvSpPr/>
            <p:nvPr/>
          </p:nvSpPr>
          <p:spPr>
            <a:xfrm>
              <a:off x="7472634" y="270315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5" name="pt11215"/>
            <p:cNvSpPr/>
            <p:nvPr/>
          </p:nvSpPr>
          <p:spPr>
            <a:xfrm>
              <a:off x="7463491" y="329125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6" name="pt11216"/>
            <p:cNvSpPr/>
            <p:nvPr/>
          </p:nvSpPr>
          <p:spPr>
            <a:xfrm>
              <a:off x="7417826" y="3273738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7" name="pt11217"/>
            <p:cNvSpPr/>
            <p:nvPr/>
          </p:nvSpPr>
          <p:spPr>
            <a:xfrm>
              <a:off x="7302633" y="328790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8" name="pt11218"/>
            <p:cNvSpPr/>
            <p:nvPr/>
          </p:nvSpPr>
          <p:spPr>
            <a:xfrm>
              <a:off x="7442230" y="3239840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19" name="pt11219"/>
            <p:cNvSpPr/>
            <p:nvPr/>
          </p:nvSpPr>
          <p:spPr>
            <a:xfrm>
              <a:off x="7445252" y="3290324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0" name="pt11220"/>
            <p:cNvSpPr/>
            <p:nvPr/>
          </p:nvSpPr>
          <p:spPr>
            <a:xfrm>
              <a:off x="7418270" y="3174931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1" name="pt11221"/>
            <p:cNvSpPr/>
            <p:nvPr/>
          </p:nvSpPr>
          <p:spPr>
            <a:xfrm>
              <a:off x="7442993" y="3108853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2" name="pt11222"/>
            <p:cNvSpPr/>
            <p:nvPr/>
          </p:nvSpPr>
          <p:spPr>
            <a:xfrm>
              <a:off x="7490208" y="3445397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3" name="pt11223"/>
            <p:cNvSpPr/>
            <p:nvPr/>
          </p:nvSpPr>
          <p:spPr>
            <a:xfrm>
              <a:off x="7460430" y="3256895"/>
              <a:ext cx="54165" cy="54165"/>
            </a:xfrm>
            <a:prstGeom prst="ellipse">
              <a:avLst/>
            </a:prstGeom>
            <a:solidFill>
              <a:srgbClr val="99D594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4" name="pt11224"/>
            <p:cNvSpPr/>
            <p:nvPr/>
          </p:nvSpPr>
          <p:spPr>
            <a:xfrm>
              <a:off x="7458265" y="32796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5" name="pt11225"/>
            <p:cNvSpPr/>
            <p:nvPr/>
          </p:nvSpPr>
          <p:spPr>
            <a:xfrm>
              <a:off x="7472211" y="3284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6" name="pt11226"/>
            <p:cNvSpPr/>
            <p:nvPr/>
          </p:nvSpPr>
          <p:spPr>
            <a:xfrm>
              <a:off x="7453763" y="3244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7" name="pt11227"/>
            <p:cNvSpPr/>
            <p:nvPr/>
          </p:nvSpPr>
          <p:spPr>
            <a:xfrm>
              <a:off x="7433016" y="3274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8" name="pt11228"/>
            <p:cNvSpPr/>
            <p:nvPr/>
          </p:nvSpPr>
          <p:spPr>
            <a:xfrm>
              <a:off x="7467607" y="32849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29" name="pt11229"/>
            <p:cNvSpPr/>
            <p:nvPr/>
          </p:nvSpPr>
          <p:spPr>
            <a:xfrm>
              <a:off x="7502158" y="3289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0" name="pt11230"/>
            <p:cNvSpPr/>
            <p:nvPr/>
          </p:nvSpPr>
          <p:spPr>
            <a:xfrm>
              <a:off x="7500214" y="3273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1" name="pt11231"/>
            <p:cNvSpPr/>
            <p:nvPr/>
          </p:nvSpPr>
          <p:spPr>
            <a:xfrm>
              <a:off x="7434596" y="3255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2" name="pt11232"/>
            <p:cNvSpPr/>
            <p:nvPr/>
          </p:nvSpPr>
          <p:spPr>
            <a:xfrm>
              <a:off x="7431381" y="3284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3" name="pt11233"/>
            <p:cNvSpPr/>
            <p:nvPr/>
          </p:nvSpPr>
          <p:spPr>
            <a:xfrm>
              <a:off x="7450497" y="32725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4" name="pt11234"/>
            <p:cNvSpPr/>
            <p:nvPr/>
          </p:nvSpPr>
          <p:spPr>
            <a:xfrm>
              <a:off x="7534686" y="3238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5" name="pt11235"/>
            <p:cNvSpPr/>
            <p:nvPr/>
          </p:nvSpPr>
          <p:spPr>
            <a:xfrm>
              <a:off x="7431544" y="3253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6" name="pt11236"/>
            <p:cNvSpPr/>
            <p:nvPr/>
          </p:nvSpPr>
          <p:spPr>
            <a:xfrm>
              <a:off x="7446196" y="3261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7" name="pt11237"/>
            <p:cNvSpPr/>
            <p:nvPr/>
          </p:nvSpPr>
          <p:spPr>
            <a:xfrm>
              <a:off x="7469121" y="3274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8" name="pt11238"/>
            <p:cNvSpPr/>
            <p:nvPr/>
          </p:nvSpPr>
          <p:spPr>
            <a:xfrm>
              <a:off x="7435228" y="32610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39" name="pt11239"/>
            <p:cNvSpPr/>
            <p:nvPr/>
          </p:nvSpPr>
          <p:spPr>
            <a:xfrm>
              <a:off x="7453984" y="3249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0" name="pt11240"/>
            <p:cNvSpPr/>
            <p:nvPr/>
          </p:nvSpPr>
          <p:spPr>
            <a:xfrm>
              <a:off x="7468075" y="3267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1" name="pt11241"/>
            <p:cNvSpPr/>
            <p:nvPr/>
          </p:nvSpPr>
          <p:spPr>
            <a:xfrm>
              <a:off x="7563382" y="32598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2" name="pt11242"/>
            <p:cNvSpPr/>
            <p:nvPr/>
          </p:nvSpPr>
          <p:spPr>
            <a:xfrm>
              <a:off x="7451099" y="3244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3" name="pt11243"/>
            <p:cNvSpPr/>
            <p:nvPr/>
          </p:nvSpPr>
          <p:spPr>
            <a:xfrm>
              <a:off x="7458226" y="3229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4" name="pt11244"/>
            <p:cNvSpPr/>
            <p:nvPr/>
          </p:nvSpPr>
          <p:spPr>
            <a:xfrm>
              <a:off x="7480489" y="3249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5" name="pt11245"/>
            <p:cNvSpPr/>
            <p:nvPr/>
          </p:nvSpPr>
          <p:spPr>
            <a:xfrm>
              <a:off x="7478718" y="3265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6" name="pt11246"/>
            <p:cNvSpPr/>
            <p:nvPr/>
          </p:nvSpPr>
          <p:spPr>
            <a:xfrm>
              <a:off x="7434511" y="2538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7" name="pt11247"/>
            <p:cNvSpPr/>
            <p:nvPr/>
          </p:nvSpPr>
          <p:spPr>
            <a:xfrm>
              <a:off x="7451538" y="3584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8" name="pt11248"/>
            <p:cNvSpPr/>
            <p:nvPr/>
          </p:nvSpPr>
          <p:spPr>
            <a:xfrm>
              <a:off x="7466862" y="3265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49" name="pt11249"/>
            <p:cNvSpPr/>
            <p:nvPr/>
          </p:nvSpPr>
          <p:spPr>
            <a:xfrm>
              <a:off x="7493178" y="32425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0" name="pt11250"/>
            <p:cNvSpPr/>
            <p:nvPr/>
          </p:nvSpPr>
          <p:spPr>
            <a:xfrm>
              <a:off x="7447034" y="3226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1" name="pt11251"/>
            <p:cNvSpPr/>
            <p:nvPr/>
          </p:nvSpPr>
          <p:spPr>
            <a:xfrm>
              <a:off x="7455914" y="3119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2" name="pt11252"/>
            <p:cNvSpPr/>
            <p:nvPr/>
          </p:nvSpPr>
          <p:spPr>
            <a:xfrm>
              <a:off x="7458526" y="3262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3" name="pt11253"/>
            <p:cNvSpPr/>
            <p:nvPr/>
          </p:nvSpPr>
          <p:spPr>
            <a:xfrm>
              <a:off x="7456987" y="3255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4" name="pt11254"/>
            <p:cNvSpPr/>
            <p:nvPr/>
          </p:nvSpPr>
          <p:spPr>
            <a:xfrm>
              <a:off x="7494685" y="32755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5" name="pt11255"/>
            <p:cNvSpPr/>
            <p:nvPr/>
          </p:nvSpPr>
          <p:spPr>
            <a:xfrm>
              <a:off x="7280562" y="3278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6" name="pt11256"/>
            <p:cNvSpPr/>
            <p:nvPr/>
          </p:nvSpPr>
          <p:spPr>
            <a:xfrm>
              <a:off x="7479085" y="3235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7" name="pt11257"/>
            <p:cNvSpPr/>
            <p:nvPr/>
          </p:nvSpPr>
          <p:spPr>
            <a:xfrm>
              <a:off x="7448136" y="3233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8" name="pt11258"/>
            <p:cNvSpPr/>
            <p:nvPr/>
          </p:nvSpPr>
          <p:spPr>
            <a:xfrm>
              <a:off x="7445262" y="3265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59" name="pt11259"/>
            <p:cNvSpPr/>
            <p:nvPr/>
          </p:nvSpPr>
          <p:spPr>
            <a:xfrm>
              <a:off x="7475143" y="3271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0" name="pt11260"/>
            <p:cNvSpPr/>
            <p:nvPr/>
          </p:nvSpPr>
          <p:spPr>
            <a:xfrm>
              <a:off x="7444240" y="3403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1" name="pt11261"/>
            <p:cNvSpPr/>
            <p:nvPr/>
          </p:nvSpPr>
          <p:spPr>
            <a:xfrm>
              <a:off x="7947275" y="3236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2" name="pt11262"/>
            <p:cNvSpPr/>
            <p:nvPr/>
          </p:nvSpPr>
          <p:spPr>
            <a:xfrm>
              <a:off x="7402741" y="31308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3" name="pt11263"/>
            <p:cNvSpPr/>
            <p:nvPr/>
          </p:nvSpPr>
          <p:spPr>
            <a:xfrm>
              <a:off x="7393612" y="3606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4" name="pt11264"/>
            <p:cNvSpPr/>
            <p:nvPr/>
          </p:nvSpPr>
          <p:spPr>
            <a:xfrm>
              <a:off x="7427154" y="3269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5" name="pt11265"/>
            <p:cNvSpPr/>
            <p:nvPr/>
          </p:nvSpPr>
          <p:spPr>
            <a:xfrm>
              <a:off x="7483635" y="32625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6" name="pt11266"/>
            <p:cNvSpPr/>
            <p:nvPr/>
          </p:nvSpPr>
          <p:spPr>
            <a:xfrm>
              <a:off x="7454800" y="32645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7" name="pt11267"/>
            <p:cNvSpPr/>
            <p:nvPr/>
          </p:nvSpPr>
          <p:spPr>
            <a:xfrm>
              <a:off x="7483879" y="3271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8" name="pt11268"/>
            <p:cNvSpPr/>
            <p:nvPr/>
          </p:nvSpPr>
          <p:spPr>
            <a:xfrm>
              <a:off x="7450683" y="3408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69" name="pt11269"/>
            <p:cNvSpPr/>
            <p:nvPr/>
          </p:nvSpPr>
          <p:spPr>
            <a:xfrm>
              <a:off x="7737176" y="3296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0" name="pt11270"/>
            <p:cNvSpPr/>
            <p:nvPr/>
          </p:nvSpPr>
          <p:spPr>
            <a:xfrm>
              <a:off x="7528675" y="3264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1" name="pt11271"/>
            <p:cNvSpPr/>
            <p:nvPr/>
          </p:nvSpPr>
          <p:spPr>
            <a:xfrm>
              <a:off x="7503282" y="3273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2" name="pt11272"/>
            <p:cNvSpPr/>
            <p:nvPr/>
          </p:nvSpPr>
          <p:spPr>
            <a:xfrm>
              <a:off x="7685772" y="3293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3" name="pt11273"/>
            <p:cNvSpPr/>
            <p:nvPr/>
          </p:nvSpPr>
          <p:spPr>
            <a:xfrm>
              <a:off x="7454004" y="3258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4" name="pt11274"/>
            <p:cNvSpPr/>
            <p:nvPr/>
          </p:nvSpPr>
          <p:spPr>
            <a:xfrm>
              <a:off x="7441335" y="3312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5" name="pt11275"/>
            <p:cNvSpPr/>
            <p:nvPr/>
          </p:nvSpPr>
          <p:spPr>
            <a:xfrm>
              <a:off x="7439457" y="3255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6" name="pt11276"/>
            <p:cNvSpPr/>
            <p:nvPr/>
          </p:nvSpPr>
          <p:spPr>
            <a:xfrm>
              <a:off x="7446258" y="3242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7" name="pt11277"/>
            <p:cNvSpPr/>
            <p:nvPr/>
          </p:nvSpPr>
          <p:spPr>
            <a:xfrm>
              <a:off x="7454719" y="3282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8" name="pt11278"/>
            <p:cNvSpPr/>
            <p:nvPr/>
          </p:nvSpPr>
          <p:spPr>
            <a:xfrm>
              <a:off x="7436707" y="3262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79" name="pt11279"/>
            <p:cNvSpPr/>
            <p:nvPr/>
          </p:nvSpPr>
          <p:spPr>
            <a:xfrm>
              <a:off x="7471671" y="32420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0" name="pt11280"/>
            <p:cNvSpPr/>
            <p:nvPr/>
          </p:nvSpPr>
          <p:spPr>
            <a:xfrm>
              <a:off x="7424002" y="3259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1" name="pt11281"/>
            <p:cNvSpPr/>
            <p:nvPr/>
          </p:nvSpPr>
          <p:spPr>
            <a:xfrm>
              <a:off x="7478831" y="3294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2" name="pt11282"/>
            <p:cNvSpPr/>
            <p:nvPr/>
          </p:nvSpPr>
          <p:spPr>
            <a:xfrm>
              <a:off x="7486289" y="2984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3" name="pt11283"/>
            <p:cNvSpPr/>
            <p:nvPr/>
          </p:nvSpPr>
          <p:spPr>
            <a:xfrm>
              <a:off x="7467116" y="3256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4" name="pt11284"/>
            <p:cNvSpPr/>
            <p:nvPr/>
          </p:nvSpPr>
          <p:spPr>
            <a:xfrm>
              <a:off x="7454329" y="3820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5" name="pt11285"/>
            <p:cNvSpPr/>
            <p:nvPr/>
          </p:nvSpPr>
          <p:spPr>
            <a:xfrm>
              <a:off x="7438278" y="3344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6" name="pt11286"/>
            <p:cNvSpPr/>
            <p:nvPr/>
          </p:nvSpPr>
          <p:spPr>
            <a:xfrm>
              <a:off x="7499878" y="3285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7" name="pt11287"/>
            <p:cNvSpPr/>
            <p:nvPr/>
          </p:nvSpPr>
          <p:spPr>
            <a:xfrm>
              <a:off x="7487263" y="3264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8" name="pt11288"/>
            <p:cNvSpPr/>
            <p:nvPr/>
          </p:nvSpPr>
          <p:spPr>
            <a:xfrm>
              <a:off x="7474256" y="33193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89" name="pt11289"/>
            <p:cNvSpPr/>
            <p:nvPr/>
          </p:nvSpPr>
          <p:spPr>
            <a:xfrm>
              <a:off x="7436074" y="3301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0" name="pt11290"/>
            <p:cNvSpPr/>
            <p:nvPr/>
          </p:nvSpPr>
          <p:spPr>
            <a:xfrm>
              <a:off x="7467157" y="3303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1" name="pt11291"/>
            <p:cNvSpPr/>
            <p:nvPr/>
          </p:nvSpPr>
          <p:spPr>
            <a:xfrm>
              <a:off x="7460017" y="3268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2" name="pt11292"/>
            <p:cNvSpPr/>
            <p:nvPr/>
          </p:nvSpPr>
          <p:spPr>
            <a:xfrm>
              <a:off x="7467743" y="3202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3" name="pt11293"/>
            <p:cNvSpPr/>
            <p:nvPr/>
          </p:nvSpPr>
          <p:spPr>
            <a:xfrm>
              <a:off x="7450776" y="3267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4" name="pt11294"/>
            <p:cNvSpPr/>
            <p:nvPr/>
          </p:nvSpPr>
          <p:spPr>
            <a:xfrm>
              <a:off x="7445513" y="3303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5" name="pt11295"/>
            <p:cNvSpPr/>
            <p:nvPr/>
          </p:nvSpPr>
          <p:spPr>
            <a:xfrm>
              <a:off x="7473739" y="32795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6" name="pt11296"/>
            <p:cNvSpPr/>
            <p:nvPr/>
          </p:nvSpPr>
          <p:spPr>
            <a:xfrm>
              <a:off x="7387596" y="3253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7" name="pt11297"/>
            <p:cNvSpPr/>
            <p:nvPr/>
          </p:nvSpPr>
          <p:spPr>
            <a:xfrm>
              <a:off x="7474323" y="3287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8" name="pt11298"/>
            <p:cNvSpPr/>
            <p:nvPr/>
          </p:nvSpPr>
          <p:spPr>
            <a:xfrm>
              <a:off x="7430435" y="32694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299" name="pt11299"/>
            <p:cNvSpPr/>
            <p:nvPr/>
          </p:nvSpPr>
          <p:spPr>
            <a:xfrm>
              <a:off x="7427711" y="3255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0" name="pt11300"/>
            <p:cNvSpPr/>
            <p:nvPr/>
          </p:nvSpPr>
          <p:spPr>
            <a:xfrm>
              <a:off x="7399734" y="3281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1" name="pt11301"/>
            <p:cNvSpPr/>
            <p:nvPr/>
          </p:nvSpPr>
          <p:spPr>
            <a:xfrm>
              <a:off x="7423448" y="32422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2" name="pt11302"/>
            <p:cNvSpPr/>
            <p:nvPr/>
          </p:nvSpPr>
          <p:spPr>
            <a:xfrm>
              <a:off x="7485941" y="3245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3" name="pt11303"/>
            <p:cNvSpPr/>
            <p:nvPr/>
          </p:nvSpPr>
          <p:spPr>
            <a:xfrm>
              <a:off x="7483627" y="32704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4" name="pt11304"/>
            <p:cNvSpPr/>
            <p:nvPr/>
          </p:nvSpPr>
          <p:spPr>
            <a:xfrm>
              <a:off x="7438443" y="3275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5" name="pt11305"/>
            <p:cNvSpPr/>
            <p:nvPr/>
          </p:nvSpPr>
          <p:spPr>
            <a:xfrm>
              <a:off x="7447995" y="29353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6" name="pt11306"/>
            <p:cNvSpPr/>
            <p:nvPr/>
          </p:nvSpPr>
          <p:spPr>
            <a:xfrm>
              <a:off x="7444823" y="32607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7" name="pt11307"/>
            <p:cNvSpPr/>
            <p:nvPr/>
          </p:nvSpPr>
          <p:spPr>
            <a:xfrm>
              <a:off x="7453592" y="3260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8" name="pt11308"/>
            <p:cNvSpPr/>
            <p:nvPr/>
          </p:nvSpPr>
          <p:spPr>
            <a:xfrm>
              <a:off x="7463379" y="3270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09" name="pt11309"/>
            <p:cNvSpPr/>
            <p:nvPr/>
          </p:nvSpPr>
          <p:spPr>
            <a:xfrm>
              <a:off x="7460836" y="27049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0" name="pt11310"/>
            <p:cNvSpPr/>
            <p:nvPr/>
          </p:nvSpPr>
          <p:spPr>
            <a:xfrm>
              <a:off x="7418784" y="3279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1" name="pt11311"/>
            <p:cNvSpPr/>
            <p:nvPr/>
          </p:nvSpPr>
          <p:spPr>
            <a:xfrm>
              <a:off x="7457222" y="3273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2" name="pt11312"/>
            <p:cNvSpPr/>
            <p:nvPr/>
          </p:nvSpPr>
          <p:spPr>
            <a:xfrm>
              <a:off x="7500874" y="3277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3" name="pt11313"/>
            <p:cNvSpPr/>
            <p:nvPr/>
          </p:nvSpPr>
          <p:spPr>
            <a:xfrm>
              <a:off x="7499191" y="3281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4" name="pt11314"/>
            <p:cNvSpPr/>
            <p:nvPr/>
          </p:nvSpPr>
          <p:spPr>
            <a:xfrm>
              <a:off x="7457583" y="3241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5" name="pt11315"/>
            <p:cNvSpPr/>
            <p:nvPr/>
          </p:nvSpPr>
          <p:spPr>
            <a:xfrm>
              <a:off x="9301245" y="3269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6" name="pt11316"/>
            <p:cNvSpPr/>
            <p:nvPr/>
          </p:nvSpPr>
          <p:spPr>
            <a:xfrm>
              <a:off x="7461539" y="3268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7" name="pt11317"/>
            <p:cNvSpPr/>
            <p:nvPr/>
          </p:nvSpPr>
          <p:spPr>
            <a:xfrm>
              <a:off x="7493268" y="32179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8" name="pt11318"/>
            <p:cNvSpPr/>
            <p:nvPr/>
          </p:nvSpPr>
          <p:spPr>
            <a:xfrm>
              <a:off x="7429313" y="33010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19" name="pt11319"/>
            <p:cNvSpPr/>
            <p:nvPr/>
          </p:nvSpPr>
          <p:spPr>
            <a:xfrm>
              <a:off x="7484340" y="3208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0" name="pt11320"/>
            <p:cNvSpPr/>
            <p:nvPr/>
          </p:nvSpPr>
          <p:spPr>
            <a:xfrm>
              <a:off x="7506971" y="3255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1" name="pt11321"/>
            <p:cNvSpPr/>
            <p:nvPr/>
          </p:nvSpPr>
          <p:spPr>
            <a:xfrm>
              <a:off x="7467486" y="3255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2" name="pt11322"/>
            <p:cNvSpPr/>
            <p:nvPr/>
          </p:nvSpPr>
          <p:spPr>
            <a:xfrm>
              <a:off x="7463029" y="32909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3" name="pt11323"/>
            <p:cNvSpPr/>
            <p:nvPr/>
          </p:nvSpPr>
          <p:spPr>
            <a:xfrm>
              <a:off x="7479396" y="3274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4" name="pt11324"/>
            <p:cNvSpPr/>
            <p:nvPr/>
          </p:nvSpPr>
          <p:spPr>
            <a:xfrm>
              <a:off x="7473070" y="3283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5" name="pt11325"/>
            <p:cNvSpPr/>
            <p:nvPr/>
          </p:nvSpPr>
          <p:spPr>
            <a:xfrm>
              <a:off x="7464759" y="32590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6" name="pt11326"/>
            <p:cNvSpPr/>
            <p:nvPr/>
          </p:nvSpPr>
          <p:spPr>
            <a:xfrm>
              <a:off x="7465270" y="3260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7" name="pt11327"/>
            <p:cNvSpPr/>
            <p:nvPr/>
          </p:nvSpPr>
          <p:spPr>
            <a:xfrm>
              <a:off x="7453989" y="3267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8" name="pt11328"/>
            <p:cNvSpPr/>
            <p:nvPr/>
          </p:nvSpPr>
          <p:spPr>
            <a:xfrm>
              <a:off x="7589001" y="3276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29" name="pt11329"/>
            <p:cNvSpPr/>
            <p:nvPr/>
          </p:nvSpPr>
          <p:spPr>
            <a:xfrm>
              <a:off x="7486169" y="3267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0" name="pt11330"/>
            <p:cNvSpPr/>
            <p:nvPr/>
          </p:nvSpPr>
          <p:spPr>
            <a:xfrm>
              <a:off x="7489944" y="3269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1" name="pt11331"/>
            <p:cNvSpPr/>
            <p:nvPr/>
          </p:nvSpPr>
          <p:spPr>
            <a:xfrm>
              <a:off x="7491884" y="3272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2" name="pt11332"/>
            <p:cNvSpPr/>
            <p:nvPr/>
          </p:nvSpPr>
          <p:spPr>
            <a:xfrm>
              <a:off x="7470386" y="3267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3" name="pt11333"/>
            <p:cNvSpPr/>
            <p:nvPr/>
          </p:nvSpPr>
          <p:spPr>
            <a:xfrm>
              <a:off x="7490098" y="32242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4" name="pt11334"/>
            <p:cNvSpPr/>
            <p:nvPr/>
          </p:nvSpPr>
          <p:spPr>
            <a:xfrm>
              <a:off x="7477871" y="3215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5" name="pt11335"/>
            <p:cNvSpPr/>
            <p:nvPr/>
          </p:nvSpPr>
          <p:spPr>
            <a:xfrm>
              <a:off x="7503805" y="3189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6" name="pt11336"/>
            <p:cNvSpPr/>
            <p:nvPr/>
          </p:nvSpPr>
          <p:spPr>
            <a:xfrm>
              <a:off x="7423971" y="3401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7" name="pt11337"/>
            <p:cNvSpPr/>
            <p:nvPr/>
          </p:nvSpPr>
          <p:spPr>
            <a:xfrm>
              <a:off x="7480779" y="3297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8" name="pt11338"/>
            <p:cNvSpPr/>
            <p:nvPr/>
          </p:nvSpPr>
          <p:spPr>
            <a:xfrm>
              <a:off x="7437826" y="3309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39" name="pt11339"/>
            <p:cNvSpPr/>
            <p:nvPr/>
          </p:nvSpPr>
          <p:spPr>
            <a:xfrm>
              <a:off x="7458526" y="3324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0" name="pt11340"/>
            <p:cNvSpPr/>
            <p:nvPr/>
          </p:nvSpPr>
          <p:spPr>
            <a:xfrm>
              <a:off x="7429982" y="3332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1" name="pt11341"/>
            <p:cNvSpPr/>
            <p:nvPr/>
          </p:nvSpPr>
          <p:spPr>
            <a:xfrm>
              <a:off x="7458095" y="3270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2" name="pt11342"/>
            <p:cNvSpPr/>
            <p:nvPr/>
          </p:nvSpPr>
          <p:spPr>
            <a:xfrm>
              <a:off x="7444014" y="32483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3" name="pt11343"/>
            <p:cNvSpPr/>
            <p:nvPr/>
          </p:nvSpPr>
          <p:spPr>
            <a:xfrm>
              <a:off x="7439787" y="33435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4" name="pt11344"/>
            <p:cNvSpPr/>
            <p:nvPr/>
          </p:nvSpPr>
          <p:spPr>
            <a:xfrm>
              <a:off x="7399756" y="3373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5" name="pt11345"/>
            <p:cNvSpPr/>
            <p:nvPr/>
          </p:nvSpPr>
          <p:spPr>
            <a:xfrm>
              <a:off x="7449137" y="3273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6" name="pt11346"/>
            <p:cNvSpPr/>
            <p:nvPr/>
          </p:nvSpPr>
          <p:spPr>
            <a:xfrm>
              <a:off x="7501748" y="3233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7" name="pt11347"/>
            <p:cNvSpPr/>
            <p:nvPr/>
          </p:nvSpPr>
          <p:spPr>
            <a:xfrm>
              <a:off x="7443183" y="32643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8" name="pt11348"/>
            <p:cNvSpPr/>
            <p:nvPr/>
          </p:nvSpPr>
          <p:spPr>
            <a:xfrm>
              <a:off x="7454026" y="3291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49" name="pt11349"/>
            <p:cNvSpPr/>
            <p:nvPr/>
          </p:nvSpPr>
          <p:spPr>
            <a:xfrm>
              <a:off x="7492212" y="32474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0" name="pt11350"/>
            <p:cNvSpPr/>
            <p:nvPr/>
          </p:nvSpPr>
          <p:spPr>
            <a:xfrm>
              <a:off x="7438810" y="3301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1" name="pt11351"/>
            <p:cNvSpPr/>
            <p:nvPr/>
          </p:nvSpPr>
          <p:spPr>
            <a:xfrm>
              <a:off x="7447631" y="3110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2" name="pt11352"/>
            <p:cNvSpPr/>
            <p:nvPr/>
          </p:nvSpPr>
          <p:spPr>
            <a:xfrm>
              <a:off x="7442009" y="3255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3" name="pt11353"/>
            <p:cNvSpPr/>
            <p:nvPr/>
          </p:nvSpPr>
          <p:spPr>
            <a:xfrm>
              <a:off x="7417939" y="3288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4" name="pt11354"/>
            <p:cNvSpPr/>
            <p:nvPr/>
          </p:nvSpPr>
          <p:spPr>
            <a:xfrm>
              <a:off x="7449033" y="32956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5" name="pt11355"/>
            <p:cNvSpPr/>
            <p:nvPr/>
          </p:nvSpPr>
          <p:spPr>
            <a:xfrm>
              <a:off x="7455361" y="2823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6" name="pt11356"/>
            <p:cNvSpPr/>
            <p:nvPr/>
          </p:nvSpPr>
          <p:spPr>
            <a:xfrm>
              <a:off x="7415234" y="3944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7" name="pt11357"/>
            <p:cNvSpPr/>
            <p:nvPr/>
          </p:nvSpPr>
          <p:spPr>
            <a:xfrm>
              <a:off x="7463898" y="32745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8" name="pt11358"/>
            <p:cNvSpPr/>
            <p:nvPr/>
          </p:nvSpPr>
          <p:spPr>
            <a:xfrm>
              <a:off x="7463532" y="3276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59" name="pt11359"/>
            <p:cNvSpPr/>
            <p:nvPr/>
          </p:nvSpPr>
          <p:spPr>
            <a:xfrm>
              <a:off x="7394604" y="3185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0" name="pt11360"/>
            <p:cNvSpPr/>
            <p:nvPr/>
          </p:nvSpPr>
          <p:spPr>
            <a:xfrm>
              <a:off x="7449080" y="3272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1" name="pt11361"/>
            <p:cNvSpPr/>
            <p:nvPr/>
          </p:nvSpPr>
          <p:spPr>
            <a:xfrm>
              <a:off x="7451113" y="33383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2" name="pt11362"/>
            <p:cNvSpPr/>
            <p:nvPr/>
          </p:nvSpPr>
          <p:spPr>
            <a:xfrm>
              <a:off x="7717663" y="3250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3" name="pt11363"/>
            <p:cNvSpPr/>
            <p:nvPr/>
          </p:nvSpPr>
          <p:spPr>
            <a:xfrm>
              <a:off x="7517017" y="3253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4" name="pt11364"/>
            <p:cNvSpPr/>
            <p:nvPr/>
          </p:nvSpPr>
          <p:spPr>
            <a:xfrm>
              <a:off x="7475977" y="3276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5" name="pt11365"/>
            <p:cNvSpPr/>
            <p:nvPr/>
          </p:nvSpPr>
          <p:spPr>
            <a:xfrm>
              <a:off x="7489470" y="3288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6" name="pt11366"/>
            <p:cNvSpPr/>
            <p:nvPr/>
          </p:nvSpPr>
          <p:spPr>
            <a:xfrm>
              <a:off x="7537010" y="32416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7" name="pt11367"/>
            <p:cNvSpPr/>
            <p:nvPr/>
          </p:nvSpPr>
          <p:spPr>
            <a:xfrm>
              <a:off x="7510276" y="32603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8" name="pt11368"/>
            <p:cNvSpPr/>
            <p:nvPr/>
          </p:nvSpPr>
          <p:spPr>
            <a:xfrm>
              <a:off x="7410615" y="3296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69" name="pt11369"/>
            <p:cNvSpPr/>
            <p:nvPr/>
          </p:nvSpPr>
          <p:spPr>
            <a:xfrm>
              <a:off x="7487545" y="3341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0" name="pt11370"/>
            <p:cNvSpPr/>
            <p:nvPr/>
          </p:nvSpPr>
          <p:spPr>
            <a:xfrm>
              <a:off x="7394635" y="3273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1" name="pt11371"/>
            <p:cNvSpPr/>
            <p:nvPr/>
          </p:nvSpPr>
          <p:spPr>
            <a:xfrm>
              <a:off x="7482249" y="3287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2" name="pt11372"/>
            <p:cNvSpPr/>
            <p:nvPr/>
          </p:nvSpPr>
          <p:spPr>
            <a:xfrm>
              <a:off x="7489816" y="32404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3" name="pt11373"/>
            <p:cNvSpPr/>
            <p:nvPr/>
          </p:nvSpPr>
          <p:spPr>
            <a:xfrm>
              <a:off x="7489750" y="3266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4" name="pt11374"/>
            <p:cNvSpPr/>
            <p:nvPr/>
          </p:nvSpPr>
          <p:spPr>
            <a:xfrm>
              <a:off x="7484928" y="3239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5" name="pt11375"/>
            <p:cNvSpPr/>
            <p:nvPr/>
          </p:nvSpPr>
          <p:spPr>
            <a:xfrm>
              <a:off x="7490841" y="3266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6" name="pt11376"/>
            <p:cNvSpPr/>
            <p:nvPr/>
          </p:nvSpPr>
          <p:spPr>
            <a:xfrm>
              <a:off x="8330015" y="3227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7" name="pt11377"/>
            <p:cNvSpPr/>
            <p:nvPr/>
          </p:nvSpPr>
          <p:spPr>
            <a:xfrm>
              <a:off x="7463457" y="3236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8" name="pt11378"/>
            <p:cNvSpPr/>
            <p:nvPr/>
          </p:nvSpPr>
          <p:spPr>
            <a:xfrm>
              <a:off x="7441989" y="3292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79" name="pt11379"/>
            <p:cNvSpPr/>
            <p:nvPr/>
          </p:nvSpPr>
          <p:spPr>
            <a:xfrm>
              <a:off x="7464633" y="32754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0" name="pt11380"/>
            <p:cNvSpPr/>
            <p:nvPr/>
          </p:nvSpPr>
          <p:spPr>
            <a:xfrm>
              <a:off x="7558755" y="2992702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81" name="pt11381"/>
            <p:cNvSpPr/>
            <p:nvPr/>
          </p:nvSpPr>
          <p:spPr>
            <a:xfrm>
              <a:off x="7469331" y="32296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2" name="pt11382"/>
            <p:cNvSpPr/>
            <p:nvPr/>
          </p:nvSpPr>
          <p:spPr>
            <a:xfrm>
              <a:off x="7458407" y="32815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3" name="pt11383"/>
            <p:cNvSpPr/>
            <p:nvPr/>
          </p:nvSpPr>
          <p:spPr>
            <a:xfrm>
              <a:off x="7496921" y="3273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4" name="pt11384"/>
            <p:cNvSpPr/>
            <p:nvPr/>
          </p:nvSpPr>
          <p:spPr>
            <a:xfrm>
              <a:off x="7393041" y="3368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5" name="pt11385"/>
            <p:cNvSpPr/>
            <p:nvPr/>
          </p:nvSpPr>
          <p:spPr>
            <a:xfrm>
              <a:off x="7398798" y="3249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6" name="pt11386"/>
            <p:cNvSpPr/>
            <p:nvPr/>
          </p:nvSpPr>
          <p:spPr>
            <a:xfrm>
              <a:off x="7463810" y="3265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7" name="pt11387"/>
            <p:cNvSpPr/>
            <p:nvPr/>
          </p:nvSpPr>
          <p:spPr>
            <a:xfrm>
              <a:off x="7464812" y="32847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8" name="pt11388"/>
            <p:cNvSpPr/>
            <p:nvPr/>
          </p:nvSpPr>
          <p:spPr>
            <a:xfrm>
              <a:off x="7495703" y="3260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89" name="pt11389"/>
            <p:cNvSpPr/>
            <p:nvPr/>
          </p:nvSpPr>
          <p:spPr>
            <a:xfrm>
              <a:off x="7473461" y="3276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0" name="pt11390"/>
            <p:cNvSpPr/>
            <p:nvPr/>
          </p:nvSpPr>
          <p:spPr>
            <a:xfrm>
              <a:off x="7513141" y="3278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1" name="pt11391"/>
            <p:cNvSpPr/>
            <p:nvPr/>
          </p:nvSpPr>
          <p:spPr>
            <a:xfrm>
              <a:off x="7493877" y="32723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2" name="pt11392"/>
            <p:cNvSpPr/>
            <p:nvPr/>
          </p:nvSpPr>
          <p:spPr>
            <a:xfrm>
              <a:off x="7474083" y="3261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3" name="pt11393"/>
            <p:cNvSpPr/>
            <p:nvPr/>
          </p:nvSpPr>
          <p:spPr>
            <a:xfrm>
              <a:off x="7521558" y="3304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4" name="pt11394"/>
            <p:cNvSpPr/>
            <p:nvPr/>
          </p:nvSpPr>
          <p:spPr>
            <a:xfrm>
              <a:off x="7545345" y="3118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5" name="pt11395"/>
            <p:cNvSpPr/>
            <p:nvPr/>
          </p:nvSpPr>
          <p:spPr>
            <a:xfrm>
              <a:off x="7480052" y="3264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6" name="pt11396"/>
            <p:cNvSpPr/>
            <p:nvPr/>
          </p:nvSpPr>
          <p:spPr>
            <a:xfrm>
              <a:off x="7485055" y="32821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7" name="pt11397"/>
            <p:cNvSpPr/>
            <p:nvPr/>
          </p:nvSpPr>
          <p:spPr>
            <a:xfrm>
              <a:off x="7493536" y="32475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8" name="pt11398"/>
            <p:cNvSpPr/>
            <p:nvPr/>
          </p:nvSpPr>
          <p:spPr>
            <a:xfrm>
              <a:off x="7461239" y="3296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399" name="pt11399"/>
            <p:cNvSpPr/>
            <p:nvPr/>
          </p:nvSpPr>
          <p:spPr>
            <a:xfrm>
              <a:off x="7426898" y="3434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0" name="pt11400"/>
            <p:cNvSpPr/>
            <p:nvPr/>
          </p:nvSpPr>
          <p:spPr>
            <a:xfrm>
              <a:off x="7413279" y="34008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1" name="pt11401"/>
            <p:cNvSpPr/>
            <p:nvPr/>
          </p:nvSpPr>
          <p:spPr>
            <a:xfrm>
              <a:off x="7488526" y="3278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2" name="pt11402"/>
            <p:cNvSpPr/>
            <p:nvPr/>
          </p:nvSpPr>
          <p:spPr>
            <a:xfrm>
              <a:off x="7425743" y="3248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3" name="pt11403"/>
            <p:cNvSpPr/>
            <p:nvPr/>
          </p:nvSpPr>
          <p:spPr>
            <a:xfrm>
              <a:off x="7425681" y="3466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4" name="pt11404"/>
            <p:cNvSpPr/>
            <p:nvPr/>
          </p:nvSpPr>
          <p:spPr>
            <a:xfrm>
              <a:off x="7447370" y="3328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5" name="pt11405"/>
            <p:cNvSpPr/>
            <p:nvPr/>
          </p:nvSpPr>
          <p:spPr>
            <a:xfrm>
              <a:off x="7444996" y="3290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6" name="pt11406"/>
            <p:cNvSpPr/>
            <p:nvPr/>
          </p:nvSpPr>
          <p:spPr>
            <a:xfrm>
              <a:off x="7448286" y="3415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7" name="pt11407"/>
            <p:cNvSpPr/>
            <p:nvPr/>
          </p:nvSpPr>
          <p:spPr>
            <a:xfrm>
              <a:off x="7457318" y="2883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8" name="pt11408"/>
            <p:cNvSpPr/>
            <p:nvPr/>
          </p:nvSpPr>
          <p:spPr>
            <a:xfrm>
              <a:off x="7568342" y="3317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09" name="pt11409"/>
            <p:cNvSpPr/>
            <p:nvPr/>
          </p:nvSpPr>
          <p:spPr>
            <a:xfrm>
              <a:off x="7451525" y="3278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0" name="pt11410"/>
            <p:cNvSpPr/>
            <p:nvPr/>
          </p:nvSpPr>
          <p:spPr>
            <a:xfrm>
              <a:off x="7468476" y="32953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1" name="pt11411"/>
            <p:cNvSpPr/>
            <p:nvPr/>
          </p:nvSpPr>
          <p:spPr>
            <a:xfrm>
              <a:off x="7441402" y="32671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2" name="pt11412"/>
            <p:cNvSpPr/>
            <p:nvPr/>
          </p:nvSpPr>
          <p:spPr>
            <a:xfrm>
              <a:off x="7467219" y="3170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3" name="pt11413"/>
            <p:cNvSpPr/>
            <p:nvPr/>
          </p:nvSpPr>
          <p:spPr>
            <a:xfrm>
              <a:off x="7393287" y="2664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4" name="pt11414"/>
            <p:cNvSpPr/>
            <p:nvPr/>
          </p:nvSpPr>
          <p:spPr>
            <a:xfrm>
              <a:off x="7425601" y="3806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5" name="pt11415"/>
            <p:cNvSpPr/>
            <p:nvPr/>
          </p:nvSpPr>
          <p:spPr>
            <a:xfrm>
              <a:off x="7453084" y="3321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6" name="pt11416"/>
            <p:cNvSpPr/>
            <p:nvPr/>
          </p:nvSpPr>
          <p:spPr>
            <a:xfrm>
              <a:off x="7491521" y="3418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7" name="pt11417"/>
            <p:cNvSpPr/>
            <p:nvPr/>
          </p:nvSpPr>
          <p:spPr>
            <a:xfrm>
              <a:off x="7422078" y="3271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8" name="pt11418"/>
            <p:cNvSpPr/>
            <p:nvPr/>
          </p:nvSpPr>
          <p:spPr>
            <a:xfrm>
              <a:off x="7458456" y="3249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19" name="pt11419"/>
            <p:cNvSpPr/>
            <p:nvPr/>
          </p:nvSpPr>
          <p:spPr>
            <a:xfrm>
              <a:off x="7456434" y="3283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0" name="pt11420"/>
            <p:cNvSpPr/>
            <p:nvPr/>
          </p:nvSpPr>
          <p:spPr>
            <a:xfrm>
              <a:off x="7468268" y="3263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1" name="pt11421"/>
            <p:cNvSpPr/>
            <p:nvPr/>
          </p:nvSpPr>
          <p:spPr>
            <a:xfrm>
              <a:off x="7475292" y="3299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2" name="pt11422"/>
            <p:cNvSpPr/>
            <p:nvPr/>
          </p:nvSpPr>
          <p:spPr>
            <a:xfrm>
              <a:off x="7466676" y="3268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3" name="pt11423"/>
            <p:cNvSpPr/>
            <p:nvPr/>
          </p:nvSpPr>
          <p:spPr>
            <a:xfrm>
              <a:off x="7492351" y="3274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4" name="pt11424"/>
            <p:cNvSpPr/>
            <p:nvPr/>
          </p:nvSpPr>
          <p:spPr>
            <a:xfrm>
              <a:off x="7436685" y="3250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5" name="pt11425"/>
            <p:cNvSpPr/>
            <p:nvPr/>
          </p:nvSpPr>
          <p:spPr>
            <a:xfrm>
              <a:off x="7459904" y="32723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6" name="pt11426"/>
            <p:cNvSpPr/>
            <p:nvPr/>
          </p:nvSpPr>
          <p:spPr>
            <a:xfrm>
              <a:off x="7493206" y="32747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7" name="pt11427"/>
            <p:cNvSpPr/>
            <p:nvPr/>
          </p:nvSpPr>
          <p:spPr>
            <a:xfrm>
              <a:off x="7455271" y="3264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8" name="pt11428"/>
            <p:cNvSpPr/>
            <p:nvPr/>
          </p:nvSpPr>
          <p:spPr>
            <a:xfrm>
              <a:off x="7553884" y="3274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29" name="pt11429"/>
            <p:cNvSpPr/>
            <p:nvPr/>
          </p:nvSpPr>
          <p:spPr>
            <a:xfrm>
              <a:off x="7495555" y="3271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0" name="pt11430"/>
            <p:cNvSpPr/>
            <p:nvPr/>
          </p:nvSpPr>
          <p:spPr>
            <a:xfrm>
              <a:off x="7490981" y="3261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1" name="pt11431"/>
            <p:cNvSpPr/>
            <p:nvPr/>
          </p:nvSpPr>
          <p:spPr>
            <a:xfrm>
              <a:off x="7447624" y="3266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2" name="pt11432"/>
            <p:cNvSpPr/>
            <p:nvPr/>
          </p:nvSpPr>
          <p:spPr>
            <a:xfrm>
              <a:off x="7462512" y="3298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3" name="pt11433"/>
            <p:cNvSpPr/>
            <p:nvPr/>
          </p:nvSpPr>
          <p:spPr>
            <a:xfrm>
              <a:off x="7415034" y="32684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4" name="pt11434"/>
            <p:cNvSpPr/>
            <p:nvPr/>
          </p:nvSpPr>
          <p:spPr>
            <a:xfrm>
              <a:off x="7410367" y="32633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5" name="pt11435"/>
            <p:cNvSpPr/>
            <p:nvPr/>
          </p:nvSpPr>
          <p:spPr>
            <a:xfrm>
              <a:off x="7453484" y="3291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6" name="pt11436"/>
            <p:cNvSpPr/>
            <p:nvPr/>
          </p:nvSpPr>
          <p:spPr>
            <a:xfrm>
              <a:off x="7416924" y="3276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7" name="pt11437"/>
            <p:cNvSpPr/>
            <p:nvPr/>
          </p:nvSpPr>
          <p:spPr>
            <a:xfrm>
              <a:off x="7434786" y="3274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8" name="pt11438"/>
            <p:cNvSpPr/>
            <p:nvPr/>
          </p:nvSpPr>
          <p:spPr>
            <a:xfrm>
              <a:off x="7514397" y="3240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39" name="pt11439"/>
            <p:cNvSpPr/>
            <p:nvPr/>
          </p:nvSpPr>
          <p:spPr>
            <a:xfrm>
              <a:off x="7464333" y="3262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0" name="pt11440"/>
            <p:cNvSpPr/>
            <p:nvPr/>
          </p:nvSpPr>
          <p:spPr>
            <a:xfrm>
              <a:off x="7472944" y="3261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1" name="pt11441"/>
            <p:cNvSpPr/>
            <p:nvPr/>
          </p:nvSpPr>
          <p:spPr>
            <a:xfrm>
              <a:off x="7451481" y="32647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2" name="pt11442"/>
            <p:cNvSpPr/>
            <p:nvPr/>
          </p:nvSpPr>
          <p:spPr>
            <a:xfrm>
              <a:off x="7449901" y="3283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3" name="pt11443"/>
            <p:cNvSpPr/>
            <p:nvPr/>
          </p:nvSpPr>
          <p:spPr>
            <a:xfrm>
              <a:off x="7482932" y="33093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4" name="pt11444"/>
            <p:cNvSpPr/>
            <p:nvPr/>
          </p:nvSpPr>
          <p:spPr>
            <a:xfrm>
              <a:off x="7406385" y="32664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5" name="pt11445"/>
            <p:cNvSpPr/>
            <p:nvPr/>
          </p:nvSpPr>
          <p:spPr>
            <a:xfrm>
              <a:off x="7449519" y="3259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6" name="pt11446"/>
            <p:cNvSpPr/>
            <p:nvPr/>
          </p:nvSpPr>
          <p:spPr>
            <a:xfrm>
              <a:off x="7453478" y="33079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7" name="pt11447"/>
            <p:cNvSpPr/>
            <p:nvPr/>
          </p:nvSpPr>
          <p:spPr>
            <a:xfrm>
              <a:off x="7464628" y="3279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8" name="pt11448"/>
            <p:cNvSpPr/>
            <p:nvPr/>
          </p:nvSpPr>
          <p:spPr>
            <a:xfrm>
              <a:off x="7477333" y="3287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49" name="pt11449"/>
            <p:cNvSpPr/>
            <p:nvPr/>
          </p:nvSpPr>
          <p:spPr>
            <a:xfrm>
              <a:off x="7501850" y="3271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0" name="pt11450"/>
            <p:cNvSpPr/>
            <p:nvPr/>
          </p:nvSpPr>
          <p:spPr>
            <a:xfrm>
              <a:off x="7521830" y="3239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1" name="pt11451"/>
            <p:cNvSpPr/>
            <p:nvPr/>
          </p:nvSpPr>
          <p:spPr>
            <a:xfrm>
              <a:off x="7449687" y="3248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2" name="pt11452"/>
            <p:cNvSpPr/>
            <p:nvPr/>
          </p:nvSpPr>
          <p:spPr>
            <a:xfrm>
              <a:off x="7441368" y="33506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3" name="pt11453"/>
            <p:cNvSpPr/>
            <p:nvPr/>
          </p:nvSpPr>
          <p:spPr>
            <a:xfrm>
              <a:off x="7446612" y="32656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4" name="pt11454"/>
            <p:cNvSpPr/>
            <p:nvPr/>
          </p:nvSpPr>
          <p:spPr>
            <a:xfrm>
              <a:off x="7451512" y="2551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5" name="pt11455"/>
            <p:cNvSpPr/>
            <p:nvPr/>
          </p:nvSpPr>
          <p:spPr>
            <a:xfrm>
              <a:off x="7489035" y="3259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6" name="pt11456"/>
            <p:cNvSpPr/>
            <p:nvPr/>
          </p:nvSpPr>
          <p:spPr>
            <a:xfrm>
              <a:off x="7466127" y="3248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7" name="pt11457"/>
            <p:cNvSpPr/>
            <p:nvPr/>
          </p:nvSpPr>
          <p:spPr>
            <a:xfrm>
              <a:off x="7445583" y="3298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8" name="pt11458"/>
            <p:cNvSpPr/>
            <p:nvPr/>
          </p:nvSpPr>
          <p:spPr>
            <a:xfrm>
              <a:off x="7440830" y="3236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59" name="pt11459"/>
            <p:cNvSpPr/>
            <p:nvPr/>
          </p:nvSpPr>
          <p:spPr>
            <a:xfrm>
              <a:off x="7484166" y="32447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0" name="pt11460"/>
            <p:cNvSpPr/>
            <p:nvPr/>
          </p:nvSpPr>
          <p:spPr>
            <a:xfrm>
              <a:off x="7491501" y="32377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1" name="pt11461"/>
            <p:cNvSpPr/>
            <p:nvPr/>
          </p:nvSpPr>
          <p:spPr>
            <a:xfrm>
              <a:off x="7484868" y="3280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2" name="pt11462"/>
            <p:cNvSpPr/>
            <p:nvPr/>
          </p:nvSpPr>
          <p:spPr>
            <a:xfrm>
              <a:off x="7436317" y="32768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3" name="pt11463"/>
            <p:cNvSpPr/>
            <p:nvPr/>
          </p:nvSpPr>
          <p:spPr>
            <a:xfrm>
              <a:off x="7517583" y="3359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4" name="pt11464"/>
            <p:cNvSpPr/>
            <p:nvPr/>
          </p:nvSpPr>
          <p:spPr>
            <a:xfrm>
              <a:off x="7484254" y="3334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5" name="pt11465"/>
            <p:cNvSpPr/>
            <p:nvPr/>
          </p:nvSpPr>
          <p:spPr>
            <a:xfrm>
              <a:off x="7447491" y="33643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6" name="pt11466"/>
            <p:cNvSpPr/>
            <p:nvPr/>
          </p:nvSpPr>
          <p:spPr>
            <a:xfrm>
              <a:off x="7475338" y="3280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7" name="pt11467"/>
            <p:cNvSpPr/>
            <p:nvPr/>
          </p:nvSpPr>
          <p:spPr>
            <a:xfrm>
              <a:off x="7540624" y="3252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8" name="pt11468"/>
            <p:cNvSpPr/>
            <p:nvPr/>
          </p:nvSpPr>
          <p:spPr>
            <a:xfrm>
              <a:off x="7971980" y="3254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69" name="pt11469"/>
            <p:cNvSpPr/>
            <p:nvPr/>
          </p:nvSpPr>
          <p:spPr>
            <a:xfrm>
              <a:off x="7463043" y="3274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0" name="pt11470"/>
            <p:cNvSpPr/>
            <p:nvPr/>
          </p:nvSpPr>
          <p:spPr>
            <a:xfrm>
              <a:off x="7454853" y="3280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1" name="pt11471"/>
            <p:cNvSpPr/>
            <p:nvPr/>
          </p:nvSpPr>
          <p:spPr>
            <a:xfrm>
              <a:off x="7470895" y="3315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2" name="pt11472"/>
            <p:cNvSpPr/>
            <p:nvPr/>
          </p:nvSpPr>
          <p:spPr>
            <a:xfrm>
              <a:off x="7411937" y="3268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3" name="pt11473"/>
            <p:cNvSpPr/>
            <p:nvPr/>
          </p:nvSpPr>
          <p:spPr>
            <a:xfrm>
              <a:off x="7485376" y="3260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4" name="pt11474"/>
            <p:cNvSpPr/>
            <p:nvPr/>
          </p:nvSpPr>
          <p:spPr>
            <a:xfrm>
              <a:off x="7419498" y="3397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5" name="pt11475"/>
            <p:cNvSpPr/>
            <p:nvPr/>
          </p:nvSpPr>
          <p:spPr>
            <a:xfrm>
              <a:off x="7498053" y="3276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6" name="pt11476"/>
            <p:cNvSpPr/>
            <p:nvPr/>
          </p:nvSpPr>
          <p:spPr>
            <a:xfrm>
              <a:off x="7506699" y="3273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7" name="pt11477"/>
            <p:cNvSpPr/>
            <p:nvPr/>
          </p:nvSpPr>
          <p:spPr>
            <a:xfrm>
              <a:off x="7619096" y="3259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8" name="pt11478"/>
            <p:cNvSpPr/>
            <p:nvPr/>
          </p:nvSpPr>
          <p:spPr>
            <a:xfrm>
              <a:off x="7479444" y="32789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79" name="pt11479"/>
            <p:cNvSpPr/>
            <p:nvPr/>
          </p:nvSpPr>
          <p:spPr>
            <a:xfrm>
              <a:off x="7711381" y="3260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0" name="pt11480"/>
            <p:cNvSpPr/>
            <p:nvPr/>
          </p:nvSpPr>
          <p:spPr>
            <a:xfrm>
              <a:off x="7453315" y="3285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1" name="pt11481"/>
            <p:cNvSpPr/>
            <p:nvPr/>
          </p:nvSpPr>
          <p:spPr>
            <a:xfrm>
              <a:off x="7555459" y="3272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2" name="pt11482"/>
            <p:cNvSpPr/>
            <p:nvPr/>
          </p:nvSpPr>
          <p:spPr>
            <a:xfrm>
              <a:off x="7145260" y="32682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3" name="pt11483"/>
            <p:cNvSpPr/>
            <p:nvPr/>
          </p:nvSpPr>
          <p:spPr>
            <a:xfrm>
              <a:off x="7449886" y="3264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4" name="pt11484"/>
            <p:cNvSpPr/>
            <p:nvPr/>
          </p:nvSpPr>
          <p:spPr>
            <a:xfrm>
              <a:off x="7497354" y="3249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5" name="pt11485"/>
            <p:cNvSpPr/>
            <p:nvPr/>
          </p:nvSpPr>
          <p:spPr>
            <a:xfrm>
              <a:off x="7472968" y="3264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6" name="pt11486"/>
            <p:cNvSpPr/>
            <p:nvPr/>
          </p:nvSpPr>
          <p:spPr>
            <a:xfrm>
              <a:off x="7511386" y="32764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7" name="pt11487"/>
            <p:cNvSpPr/>
            <p:nvPr/>
          </p:nvSpPr>
          <p:spPr>
            <a:xfrm>
              <a:off x="7437739" y="32699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8" name="pt11488"/>
            <p:cNvSpPr/>
            <p:nvPr/>
          </p:nvSpPr>
          <p:spPr>
            <a:xfrm>
              <a:off x="7461248" y="3268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89" name="pt11489"/>
            <p:cNvSpPr/>
            <p:nvPr/>
          </p:nvSpPr>
          <p:spPr>
            <a:xfrm>
              <a:off x="7457606" y="3250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0" name="pt11490"/>
            <p:cNvSpPr/>
            <p:nvPr/>
          </p:nvSpPr>
          <p:spPr>
            <a:xfrm>
              <a:off x="7482061" y="3262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1" name="pt11491"/>
            <p:cNvSpPr/>
            <p:nvPr/>
          </p:nvSpPr>
          <p:spPr>
            <a:xfrm>
              <a:off x="7447687" y="3265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2" name="pt11492"/>
            <p:cNvSpPr/>
            <p:nvPr/>
          </p:nvSpPr>
          <p:spPr>
            <a:xfrm>
              <a:off x="7456551" y="3116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3" name="pt11493"/>
            <p:cNvSpPr/>
            <p:nvPr/>
          </p:nvSpPr>
          <p:spPr>
            <a:xfrm>
              <a:off x="7428930" y="3291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4" name="pt11494"/>
            <p:cNvSpPr/>
            <p:nvPr/>
          </p:nvSpPr>
          <p:spPr>
            <a:xfrm>
              <a:off x="7443904" y="3364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5" name="pt11495"/>
            <p:cNvSpPr/>
            <p:nvPr/>
          </p:nvSpPr>
          <p:spPr>
            <a:xfrm>
              <a:off x="7433947" y="3271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6" name="pt11496"/>
            <p:cNvSpPr/>
            <p:nvPr/>
          </p:nvSpPr>
          <p:spPr>
            <a:xfrm>
              <a:off x="7378501" y="3316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7" name="pt11497"/>
            <p:cNvSpPr/>
            <p:nvPr/>
          </p:nvSpPr>
          <p:spPr>
            <a:xfrm>
              <a:off x="7448079" y="3370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8" name="pt11498"/>
            <p:cNvSpPr/>
            <p:nvPr/>
          </p:nvSpPr>
          <p:spPr>
            <a:xfrm>
              <a:off x="7411890" y="3290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499" name="pt11499"/>
            <p:cNvSpPr/>
            <p:nvPr/>
          </p:nvSpPr>
          <p:spPr>
            <a:xfrm>
              <a:off x="7488095" y="3358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0" name="pt11500"/>
            <p:cNvSpPr/>
            <p:nvPr/>
          </p:nvSpPr>
          <p:spPr>
            <a:xfrm>
              <a:off x="7481493" y="32418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1" name="pt11501"/>
            <p:cNvSpPr/>
            <p:nvPr/>
          </p:nvSpPr>
          <p:spPr>
            <a:xfrm>
              <a:off x="7434502" y="3269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2" name="pt11502"/>
            <p:cNvSpPr/>
            <p:nvPr/>
          </p:nvSpPr>
          <p:spPr>
            <a:xfrm>
              <a:off x="7418650" y="3294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3" name="pt11503"/>
            <p:cNvSpPr/>
            <p:nvPr/>
          </p:nvSpPr>
          <p:spPr>
            <a:xfrm>
              <a:off x="7480651" y="3275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4" name="pt11504"/>
            <p:cNvSpPr/>
            <p:nvPr/>
          </p:nvSpPr>
          <p:spPr>
            <a:xfrm>
              <a:off x="7495542" y="3276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5" name="pt11505"/>
            <p:cNvSpPr/>
            <p:nvPr/>
          </p:nvSpPr>
          <p:spPr>
            <a:xfrm>
              <a:off x="7403585" y="3235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6" name="pt11506"/>
            <p:cNvSpPr/>
            <p:nvPr/>
          </p:nvSpPr>
          <p:spPr>
            <a:xfrm>
              <a:off x="7474580" y="3287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7" name="pt11507"/>
            <p:cNvSpPr/>
            <p:nvPr/>
          </p:nvSpPr>
          <p:spPr>
            <a:xfrm>
              <a:off x="7429930" y="30619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8" name="pt11508"/>
            <p:cNvSpPr/>
            <p:nvPr/>
          </p:nvSpPr>
          <p:spPr>
            <a:xfrm>
              <a:off x="7421600" y="32975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09" name="pt11509"/>
            <p:cNvSpPr/>
            <p:nvPr/>
          </p:nvSpPr>
          <p:spPr>
            <a:xfrm>
              <a:off x="7507248" y="32897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0" name="pt11510"/>
            <p:cNvSpPr/>
            <p:nvPr/>
          </p:nvSpPr>
          <p:spPr>
            <a:xfrm>
              <a:off x="7480029" y="3282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1" name="pt11511"/>
            <p:cNvSpPr/>
            <p:nvPr/>
          </p:nvSpPr>
          <p:spPr>
            <a:xfrm>
              <a:off x="7466579" y="3275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2" name="pt11512"/>
            <p:cNvSpPr/>
            <p:nvPr/>
          </p:nvSpPr>
          <p:spPr>
            <a:xfrm>
              <a:off x="7485616" y="32560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3" name="pt11513"/>
            <p:cNvSpPr/>
            <p:nvPr/>
          </p:nvSpPr>
          <p:spPr>
            <a:xfrm>
              <a:off x="7465514" y="3289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4" name="pt11514"/>
            <p:cNvSpPr/>
            <p:nvPr/>
          </p:nvSpPr>
          <p:spPr>
            <a:xfrm>
              <a:off x="7472165" y="3296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5" name="pt11515"/>
            <p:cNvSpPr/>
            <p:nvPr/>
          </p:nvSpPr>
          <p:spPr>
            <a:xfrm>
              <a:off x="7450492" y="3302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6" name="pt11516"/>
            <p:cNvSpPr/>
            <p:nvPr/>
          </p:nvSpPr>
          <p:spPr>
            <a:xfrm>
              <a:off x="7458939" y="3281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7" name="pt11517"/>
            <p:cNvSpPr/>
            <p:nvPr/>
          </p:nvSpPr>
          <p:spPr>
            <a:xfrm>
              <a:off x="7471461" y="3259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8" name="pt11518"/>
            <p:cNvSpPr/>
            <p:nvPr/>
          </p:nvSpPr>
          <p:spPr>
            <a:xfrm>
              <a:off x="7499689" y="3290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19" name="pt11519"/>
            <p:cNvSpPr/>
            <p:nvPr/>
          </p:nvSpPr>
          <p:spPr>
            <a:xfrm>
              <a:off x="7416255" y="33054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0" name="pt11520"/>
            <p:cNvSpPr/>
            <p:nvPr/>
          </p:nvSpPr>
          <p:spPr>
            <a:xfrm>
              <a:off x="7475521" y="3186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1" name="pt11521"/>
            <p:cNvSpPr/>
            <p:nvPr/>
          </p:nvSpPr>
          <p:spPr>
            <a:xfrm>
              <a:off x="7459918" y="32921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2" name="pt11522"/>
            <p:cNvSpPr/>
            <p:nvPr/>
          </p:nvSpPr>
          <p:spPr>
            <a:xfrm>
              <a:off x="7460635" y="3296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3" name="pt11523"/>
            <p:cNvSpPr/>
            <p:nvPr/>
          </p:nvSpPr>
          <p:spPr>
            <a:xfrm>
              <a:off x="7431103" y="3321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4" name="pt11524"/>
            <p:cNvSpPr/>
            <p:nvPr/>
          </p:nvSpPr>
          <p:spPr>
            <a:xfrm>
              <a:off x="7456680" y="3307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5" name="pt11525"/>
            <p:cNvSpPr/>
            <p:nvPr/>
          </p:nvSpPr>
          <p:spPr>
            <a:xfrm>
              <a:off x="7448978" y="3294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6" name="pt11526"/>
            <p:cNvSpPr/>
            <p:nvPr/>
          </p:nvSpPr>
          <p:spPr>
            <a:xfrm>
              <a:off x="7444643" y="3271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7" name="pt11527"/>
            <p:cNvSpPr/>
            <p:nvPr/>
          </p:nvSpPr>
          <p:spPr>
            <a:xfrm>
              <a:off x="7536385" y="3279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8" name="pt11528"/>
            <p:cNvSpPr/>
            <p:nvPr/>
          </p:nvSpPr>
          <p:spPr>
            <a:xfrm>
              <a:off x="7464331" y="3264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29" name="pt11529"/>
            <p:cNvSpPr/>
            <p:nvPr/>
          </p:nvSpPr>
          <p:spPr>
            <a:xfrm>
              <a:off x="7439290" y="33693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0" name="pt11530"/>
            <p:cNvSpPr/>
            <p:nvPr/>
          </p:nvSpPr>
          <p:spPr>
            <a:xfrm>
              <a:off x="7373338" y="3264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1" name="pt11531"/>
            <p:cNvSpPr/>
            <p:nvPr/>
          </p:nvSpPr>
          <p:spPr>
            <a:xfrm>
              <a:off x="8069618" y="32754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2" name="pt11532"/>
            <p:cNvSpPr/>
            <p:nvPr/>
          </p:nvSpPr>
          <p:spPr>
            <a:xfrm>
              <a:off x="7455442" y="3291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3" name="pt11533"/>
            <p:cNvSpPr/>
            <p:nvPr/>
          </p:nvSpPr>
          <p:spPr>
            <a:xfrm>
              <a:off x="7994813" y="3259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4" name="pt11534"/>
            <p:cNvSpPr/>
            <p:nvPr/>
          </p:nvSpPr>
          <p:spPr>
            <a:xfrm>
              <a:off x="7779571" y="3290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5" name="pt11535"/>
            <p:cNvSpPr/>
            <p:nvPr/>
          </p:nvSpPr>
          <p:spPr>
            <a:xfrm>
              <a:off x="7462592" y="3281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6" name="pt11536"/>
            <p:cNvSpPr/>
            <p:nvPr/>
          </p:nvSpPr>
          <p:spPr>
            <a:xfrm>
              <a:off x="7446511" y="3277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7" name="pt11537"/>
            <p:cNvSpPr/>
            <p:nvPr/>
          </p:nvSpPr>
          <p:spPr>
            <a:xfrm>
              <a:off x="7456100" y="2579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8" name="pt11538"/>
            <p:cNvSpPr/>
            <p:nvPr/>
          </p:nvSpPr>
          <p:spPr>
            <a:xfrm>
              <a:off x="7439311" y="2604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39" name="pt11539"/>
            <p:cNvSpPr/>
            <p:nvPr/>
          </p:nvSpPr>
          <p:spPr>
            <a:xfrm>
              <a:off x="7435318" y="3271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0" name="pt11540"/>
            <p:cNvSpPr/>
            <p:nvPr/>
          </p:nvSpPr>
          <p:spPr>
            <a:xfrm>
              <a:off x="7508905" y="3268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1" name="pt11541"/>
            <p:cNvSpPr/>
            <p:nvPr/>
          </p:nvSpPr>
          <p:spPr>
            <a:xfrm>
              <a:off x="7575728" y="3295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2" name="pt11542"/>
            <p:cNvSpPr/>
            <p:nvPr/>
          </p:nvSpPr>
          <p:spPr>
            <a:xfrm>
              <a:off x="7496105" y="3177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3" name="pt11543"/>
            <p:cNvSpPr/>
            <p:nvPr/>
          </p:nvSpPr>
          <p:spPr>
            <a:xfrm>
              <a:off x="7459286" y="3277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4" name="pt11544"/>
            <p:cNvSpPr/>
            <p:nvPr/>
          </p:nvSpPr>
          <p:spPr>
            <a:xfrm>
              <a:off x="7426647" y="3201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5" name="pt11545"/>
            <p:cNvSpPr/>
            <p:nvPr/>
          </p:nvSpPr>
          <p:spPr>
            <a:xfrm>
              <a:off x="7453974" y="2511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6" name="pt11546"/>
            <p:cNvSpPr/>
            <p:nvPr/>
          </p:nvSpPr>
          <p:spPr>
            <a:xfrm>
              <a:off x="7439598" y="32677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7" name="pt11547"/>
            <p:cNvSpPr/>
            <p:nvPr/>
          </p:nvSpPr>
          <p:spPr>
            <a:xfrm>
              <a:off x="7428712" y="3280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8" name="pt11548"/>
            <p:cNvSpPr/>
            <p:nvPr/>
          </p:nvSpPr>
          <p:spPr>
            <a:xfrm>
              <a:off x="7456352" y="3296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49" name="pt11549"/>
            <p:cNvSpPr/>
            <p:nvPr/>
          </p:nvSpPr>
          <p:spPr>
            <a:xfrm>
              <a:off x="7464410" y="3276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0" name="pt11550"/>
            <p:cNvSpPr/>
            <p:nvPr/>
          </p:nvSpPr>
          <p:spPr>
            <a:xfrm>
              <a:off x="7459519" y="3259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1" name="pt11551"/>
            <p:cNvSpPr/>
            <p:nvPr/>
          </p:nvSpPr>
          <p:spPr>
            <a:xfrm>
              <a:off x="7513510" y="3251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2" name="pt11552"/>
            <p:cNvSpPr/>
            <p:nvPr/>
          </p:nvSpPr>
          <p:spPr>
            <a:xfrm>
              <a:off x="7434244" y="3260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3" name="pt11553"/>
            <p:cNvSpPr/>
            <p:nvPr/>
          </p:nvSpPr>
          <p:spPr>
            <a:xfrm>
              <a:off x="7490232" y="33002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4" name="pt11554"/>
            <p:cNvSpPr/>
            <p:nvPr/>
          </p:nvSpPr>
          <p:spPr>
            <a:xfrm>
              <a:off x="7487270" y="33127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5" name="pt11555"/>
            <p:cNvSpPr/>
            <p:nvPr/>
          </p:nvSpPr>
          <p:spPr>
            <a:xfrm>
              <a:off x="7461402" y="3280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6" name="pt11556"/>
            <p:cNvSpPr/>
            <p:nvPr/>
          </p:nvSpPr>
          <p:spPr>
            <a:xfrm>
              <a:off x="7356535" y="3154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7" name="pt11557"/>
            <p:cNvSpPr/>
            <p:nvPr/>
          </p:nvSpPr>
          <p:spPr>
            <a:xfrm>
              <a:off x="7458639" y="3259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8" name="pt11558"/>
            <p:cNvSpPr/>
            <p:nvPr/>
          </p:nvSpPr>
          <p:spPr>
            <a:xfrm>
              <a:off x="7455394" y="3280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59" name="pt11559"/>
            <p:cNvSpPr/>
            <p:nvPr/>
          </p:nvSpPr>
          <p:spPr>
            <a:xfrm>
              <a:off x="7435290" y="3264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0" name="pt11560"/>
            <p:cNvSpPr/>
            <p:nvPr/>
          </p:nvSpPr>
          <p:spPr>
            <a:xfrm>
              <a:off x="7453357" y="3272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1" name="pt11561"/>
            <p:cNvSpPr/>
            <p:nvPr/>
          </p:nvSpPr>
          <p:spPr>
            <a:xfrm>
              <a:off x="7586014" y="3255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2" name="pt11562"/>
            <p:cNvSpPr/>
            <p:nvPr/>
          </p:nvSpPr>
          <p:spPr>
            <a:xfrm>
              <a:off x="7514531" y="3258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3" name="pt11563"/>
            <p:cNvSpPr/>
            <p:nvPr/>
          </p:nvSpPr>
          <p:spPr>
            <a:xfrm>
              <a:off x="7474806" y="3258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4" name="pt11564"/>
            <p:cNvSpPr/>
            <p:nvPr/>
          </p:nvSpPr>
          <p:spPr>
            <a:xfrm>
              <a:off x="7415795" y="3610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5" name="pt11565"/>
            <p:cNvSpPr/>
            <p:nvPr/>
          </p:nvSpPr>
          <p:spPr>
            <a:xfrm>
              <a:off x="7363145" y="3275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6" name="pt11566"/>
            <p:cNvSpPr/>
            <p:nvPr/>
          </p:nvSpPr>
          <p:spPr>
            <a:xfrm>
              <a:off x="7503372" y="3265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7" name="pt11567"/>
            <p:cNvSpPr/>
            <p:nvPr/>
          </p:nvSpPr>
          <p:spPr>
            <a:xfrm>
              <a:off x="7472608" y="3228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8" name="pt11568"/>
            <p:cNvSpPr/>
            <p:nvPr/>
          </p:nvSpPr>
          <p:spPr>
            <a:xfrm>
              <a:off x="7453186" y="3233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69" name="pt11569"/>
            <p:cNvSpPr/>
            <p:nvPr/>
          </p:nvSpPr>
          <p:spPr>
            <a:xfrm>
              <a:off x="7485743" y="2846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0" name="pt11570"/>
            <p:cNvSpPr/>
            <p:nvPr/>
          </p:nvSpPr>
          <p:spPr>
            <a:xfrm>
              <a:off x="7493710" y="32112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1" name="pt11571"/>
            <p:cNvSpPr/>
            <p:nvPr/>
          </p:nvSpPr>
          <p:spPr>
            <a:xfrm>
              <a:off x="7375850" y="33823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2" name="pt11572"/>
            <p:cNvSpPr/>
            <p:nvPr/>
          </p:nvSpPr>
          <p:spPr>
            <a:xfrm>
              <a:off x="7421062" y="3168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3" name="pt11573"/>
            <p:cNvSpPr/>
            <p:nvPr/>
          </p:nvSpPr>
          <p:spPr>
            <a:xfrm>
              <a:off x="7411307" y="3263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4" name="pt11574"/>
            <p:cNvSpPr/>
            <p:nvPr/>
          </p:nvSpPr>
          <p:spPr>
            <a:xfrm>
              <a:off x="7513566" y="3232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5" name="pt11575"/>
            <p:cNvSpPr/>
            <p:nvPr/>
          </p:nvSpPr>
          <p:spPr>
            <a:xfrm>
              <a:off x="7453985" y="3284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6" name="pt11576"/>
            <p:cNvSpPr/>
            <p:nvPr/>
          </p:nvSpPr>
          <p:spPr>
            <a:xfrm>
              <a:off x="7483540" y="3263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7" name="pt11577"/>
            <p:cNvSpPr/>
            <p:nvPr/>
          </p:nvSpPr>
          <p:spPr>
            <a:xfrm>
              <a:off x="7465561" y="32603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8" name="pt11578"/>
            <p:cNvSpPr/>
            <p:nvPr/>
          </p:nvSpPr>
          <p:spPr>
            <a:xfrm>
              <a:off x="7437730" y="3247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79" name="pt11579"/>
            <p:cNvSpPr/>
            <p:nvPr/>
          </p:nvSpPr>
          <p:spPr>
            <a:xfrm>
              <a:off x="7358104" y="3299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0" name="pt11580"/>
            <p:cNvSpPr/>
            <p:nvPr/>
          </p:nvSpPr>
          <p:spPr>
            <a:xfrm>
              <a:off x="7468979" y="32897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1" name="pt11581"/>
            <p:cNvSpPr/>
            <p:nvPr/>
          </p:nvSpPr>
          <p:spPr>
            <a:xfrm>
              <a:off x="7472978" y="3261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2" name="pt11582"/>
            <p:cNvSpPr/>
            <p:nvPr/>
          </p:nvSpPr>
          <p:spPr>
            <a:xfrm>
              <a:off x="7431781" y="3252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3" name="pt11583"/>
            <p:cNvSpPr/>
            <p:nvPr/>
          </p:nvSpPr>
          <p:spPr>
            <a:xfrm>
              <a:off x="7378893" y="3273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4" name="pt11584"/>
            <p:cNvSpPr/>
            <p:nvPr/>
          </p:nvSpPr>
          <p:spPr>
            <a:xfrm>
              <a:off x="7489556" y="32524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5" name="pt11585"/>
            <p:cNvSpPr/>
            <p:nvPr/>
          </p:nvSpPr>
          <p:spPr>
            <a:xfrm>
              <a:off x="7419623" y="3407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6" name="pt11586"/>
            <p:cNvSpPr/>
            <p:nvPr/>
          </p:nvSpPr>
          <p:spPr>
            <a:xfrm>
              <a:off x="7425893" y="3281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7" name="pt11587"/>
            <p:cNvSpPr/>
            <p:nvPr/>
          </p:nvSpPr>
          <p:spPr>
            <a:xfrm>
              <a:off x="7467893" y="3141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8" name="pt11588"/>
            <p:cNvSpPr/>
            <p:nvPr/>
          </p:nvSpPr>
          <p:spPr>
            <a:xfrm>
              <a:off x="7411559" y="3270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89" name="pt11589"/>
            <p:cNvSpPr/>
            <p:nvPr/>
          </p:nvSpPr>
          <p:spPr>
            <a:xfrm>
              <a:off x="7490671" y="32865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0" name="pt11590"/>
            <p:cNvSpPr/>
            <p:nvPr/>
          </p:nvSpPr>
          <p:spPr>
            <a:xfrm>
              <a:off x="7355638" y="3259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1" name="pt11591"/>
            <p:cNvSpPr/>
            <p:nvPr/>
          </p:nvSpPr>
          <p:spPr>
            <a:xfrm>
              <a:off x="7440781" y="32691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2" name="pt11592"/>
            <p:cNvSpPr/>
            <p:nvPr/>
          </p:nvSpPr>
          <p:spPr>
            <a:xfrm>
              <a:off x="7451651" y="32228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3" name="pt11593"/>
            <p:cNvSpPr/>
            <p:nvPr/>
          </p:nvSpPr>
          <p:spPr>
            <a:xfrm>
              <a:off x="7425272" y="3267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4" name="pt11594"/>
            <p:cNvSpPr/>
            <p:nvPr/>
          </p:nvSpPr>
          <p:spPr>
            <a:xfrm>
              <a:off x="7435312" y="32840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5" name="pt11595"/>
            <p:cNvSpPr/>
            <p:nvPr/>
          </p:nvSpPr>
          <p:spPr>
            <a:xfrm>
              <a:off x="7404764" y="32574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6" name="pt11596"/>
            <p:cNvSpPr/>
            <p:nvPr/>
          </p:nvSpPr>
          <p:spPr>
            <a:xfrm>
              <a:off x="7465720" y="3258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7" name="pt11597"/>
            <p:cNvSpPr/>
            <p:nvPr/>
          </p:nvSpPr>
          <p:spPr>
            <a:xfrm>
              <a:off x="7511422" y="32472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8" name="pt11598"/>
            <p:cNvSpPr/>
            <p:nvPr/>
          </p:nvSpPr>
          <p:spPr>
            <a:xfrm>
              <a:off x="7569734" y="3224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599" name="pt11599"/>
            <p:cNvSpPr/>
            <p:nvPr/>
          </p:nvSpPr>
          <p:spPr>
            <a:xfrm>
              <a:off x="7456203" y="32723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0" name="pt11600"/>
            <p:cNvSpPr/>
            <p:nvPr/>
          </p:nvSpPr>
          <p:spPr>
            <a:xfrm>
              <a:off x="7428110" y="32848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1" name="pt11601"/>
            <p:cNvSpPr/>
            <p:nvPr/>
          </p:nvSpPr>
          <p:spPr>
            <a:xfrm>
              <a:off x="7448419" y="3260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2" name="pt11602"/>
            <p:cNvSpPr/>
            <p:nvPr/>
          </p:nvSpPr>
          <p:spPr>
            <a:xfrm>
              <a:off x="7446582" y="3259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3" name="pt11603"/>
            <p:cNvSpPr/>
            <p:nvPr/>
          </p:nvSpPr>
          <p:spPr>
            <a:xfrm>
              <a:off x="7451375" y="32634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4" name="pt11604"/>
            <p:cNvSpPr/>
            <p:nvPr/>
          </p:nvSpPr>
          <p:spPr>
            <a:xfrm>
              <a:off x="7423284" y="3265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5" name="pt11605"/>
            <p:cNvSpPr/>
            <p:nvPr/>
          </p:nvSpPr>
          <p:spPr>
            <a:xfrm>
              <a:off x="7450706" y="3249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6" name="pt11606"/>
            <p:cNvSpPr/>
            <p:nvPr/>
          </p:nvSpPr>
          <p:spPr>
            <a:xfrm>
              <a:off x="7463235" y="3270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7" name="pt11607"/>
            <p:cNvSpPr/>
            <p:nvPr/>
          </p:nvSpPr>
          <p:spPr>
            <a:xfrm>
              <a:off x="7428804" y="3298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8" name="pt11608"/>
            <p:cNvSpPr/>
            <p:nvPr/>
          </p:nvSpPr>
          <p:spPr>
            <a:xfrm>
              <a:off x="7499390" y="3278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09" name="pt11609"/>
            <p:cNvSpPr/>
            <p:nvPr/>
          </p:nvSpPr>
          <p:spPr>
            <a:xfrm>
              <a:off x="7503822" y="3195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0" name="pt11610"/>
            <p:cNvSpPr/>
            <p:nvPr/>
          </p:nvSpPr>
          <p:spPr>
            <a:xfrm>
              <a:off x="8047986" y="3264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1" name="pt11611"/>
            <p:cNvSpPr/>
            <p:nvPr/>
          </p:nvSpPr>
          <p:spPr>
            <a:xfrm>
              <a:off x="7470025" y="3248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2" name="pt11612"/>
            <p:cNvSpPr/>
            <p:nvPr/>
          </p:nvSpPr>
          <p:spPr>
            <a:xfrm>
              <a:off x="7441680" y="3281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3" name="pt11613"/>
            <p:cNvSpPr/>
            <p:nvPr/>
          </p:nvSpPr>
          <p:spPr>
            <a:xfrm>
              <a:off x="7427315" y="3248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4" name="pt11614"/>
            <p:cNvSpPr/>
            <p:nvPr/>
          </p:nvSpPr>
          <p:spPr>
            <a:xfrm>
              <a:off x="7441514" y="3228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5" name="pt11615"/>
            <p:cNvSpPr/>
            <p:nvPr/>
          </p:nvSpPr>
          <p:spPr>
            <a:xfrm>
              <a:off x="7457911" y="3555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6" name="pt11616"/>
            <p:cNvSpPr/>
            <p:nvPr/>
          </p:nvSpPr>
          <p:spPr>
            <a:xfrm>
              <a:off x="7491343" y="29735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7" name="pt11617"/>
            <p:cNvSpPr/>
            <p:nvPr/>
          </p:nvSpPr>
          <p:spPr>
            <a:xfrm>
              <a:off x="7467795" y="3287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8" name="pt11618"/>
            <p:cNvSpPr/>
            <p:nvPr/>
          </p:nvSpPr>
          <p:spPr>
            <a:xfrm>
              <a:off x="7479892" y="3286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19" name="pt11619"/>
            <p:cNvSpPr/>
            <p:nvPr/>
          </p:nvSpPr>
          <p:spPr>
            <a:xfrm>
              <a:off x="7483349" y="32887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0" name="pt11620"/>
            <p:cNvSpPr/>
            <p:nvPr/>
          </p:nvSpPr>
          <p:spPr>
            <a:xfrm>
              <a:off x="7496107" y="32956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1" name="pt11621"/>
            <p:cNvSpPr/>
            <p:nvPr/>
          </p:nvSpPr>
          <p:spPr>
            <a:xfrm>
              <a:off x="7485670" y="3293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2" name="pt11622"/>
            <p:cNvSpPr/>
            <p:nvPr/>
          </p:nvSpPr>
          <p:spPr>
            <a:xfrm>
              <a:off x="7444568" y="3306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3" name="pt11623"/>
            <p:cNvSpPr/>
            <p:nvPr/>
          </p:nvSpPr>
          <p:spPr>
            <a:xfrm>
              <a:off x="7378127" y="3279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4" name="pt11624"/>
            <p:cNvSpPr/>
            <p:nvPr/>
          </p:nvSpPr>
          <p:spPr>
            <a:xfrm>
              <a:off x="7451854" y="3440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5" name="pt11625"/>
            <p:cNvSpPr/>
            <p:nvPr/>
          </p:nvSpPr>
          <p:spPr>
            <a:xfrm>
              <a:off x="7404732" y="3280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6" name="pt11626"/>
            <p:cNvSpPr/>
            <p:nvPr/>
          </p:nvSpPr>
          <p:spPr>
            <a:xfrm>
              <a:off x="7450018" y="3233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7" name="pt11627"/>
            <p:cNvSpPr/>
            <p:nvPr/>
          </p:nvSpPr>
          <p:spPr>
            <a:xfrm>
              <a:off x="7454427" y="33192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8" name="pt11628"/>
            <p:cNvSpPr/>
            <p:nvPr/>
          </p:nvSpPr>
          <p:spPr>
            <a:xfrm>
              <a:off x="7407973" y="3291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29" name="pt11629"/>
            <p:cNvSpPr/>
            <p:nvPr/>
          </p:nvSpPr>
          <p:spPr>
            <a:xfrm>
              <a:off x="7496570" y="3261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0" name="pt11630"/>
            <p:cNvSpPr/>
            <p:nvPr/>
          </p:nvSpPr>
          <p:spPr>
            <a:xfrm>
              <a:off x="7489566" y="3229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1" name="pt11631"/>
            <p:cNvSpPr/>
            <p:nvPr/>
          </p:nvSpPr>
          <p:spPr>
            <a:xfrm>
              <a:off x="7479516" y="3294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2" name="pt11632"/>
            <p:cNvSpPr/>
            <p:nvPr/>
          </p:nvSpPr>
          <p:spPr>
            <a:xfrm>
              <a:off x="7476832" y="3266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3" name="pt11633"/>
            <p:cNvSpPr/>
            <p:nvPr/>
          </p:nvSpPr>
          <p:spPr>
            <a:xfrm>
              <a:off x="7469161" y="32444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4" name="pt11634"/>
            <p:cNvSpPr/>
            <p:nvPr/>
          </p:nvSpPr>
          <p:spPr>
            <a:xfrm>
              <a:off x="7485353" y="3189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5" name="pt11635"/>
            <p:cNvSpPr/>
            <p:nvPr/>
          </p:nvSpPr>
          <p:spPr>
            <a:xfrm>
              <a:off x="7494596" y="3233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6" name="pt11636"/>
            <p:cNvSpPr/>
            <p:nvPr/>
          </p:nvSpPr>
          <p:spPr>
            <a:xfrm>
              <a:off x="7538489" y="3263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7" name="pt11637"/>
            <p:cNvSpPr/>
            <p:nvPr/>
          </p:nvSpPr>
          <p:spPr>
            <a:xfrm>
              <a:off x="7811774" y="32670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8" name="pt11638"/>
            <p:cNvSpPr/>
            <p:nvPr/>
          </p:nvSpPr>
          <p:spPr>
            <a:xfrm>
              <a:off x="7477644" y="3246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39" name="pt11639"/>
            <p:cNvSpPr/>
            <p:nvPr/>
          </p:nvSpPr>
          <p:spPr>
            <a:xfrm>
              <a:off x="7476788" y="3240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0" name="pt11640"/>
            <p:cNvSpPr/>
            <p:nvPr/>
          </p:nvSpPr>
          <p:spPr>
            <a:xfrm>
              <a:off x="7418069" y="32234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1" name="pt11641"/>
            <p:cNvSpPr/>
            <p:nvPr/>
          </p:nvSpPr>
          <p:spPr>
            <a:xfrm>
              <a:off x="7424836" y="3256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2" name="pt11642"/>
            <p:cNvSpPr/>
            <p:nvPr/>
          </p:nvSpPr>
          <p:spPr>
            <a:xfrm>
              <a:off x="7471177" y="3299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3" name="pt11643"/>
            <p:cNvSpPr/>
            <p:nvPr/>
          </p:nvSpPr>
          <p:spPr>
            <a:xfrm>
              <a:off x="7451068" y="32389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4" name="pt11644"/>
            <p:cNvSpPr/>
            <p:nvPr/>
          </p:nvSpPr>
          <p:spPr>
            <a:xfrm>
              <a:off x="7473263" y="3241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5" name="pt11645"/>
            <p:cNvSpPr/>
            <p:nvPr/>
          </p:nvSpPr>
          <p:spPr>
            <a:xfrm>
              <a:off x="7485590" y="3269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6" name="pt11646"/>
            <p:cNvSpPr/>
            <p:nvPr/>
          </p:nvSpPr>
          <p:spPr>
            <a:xfrm>
              <a:off x="7447964" y="3236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7" name="pt11647"/>
            <p:cNvSpPr/>
            <p:nvPr/>
          </p:nvSpPr>
          <p:spPr>
            <a:xfrm>
              <a:off x="7490710" y="33032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8" name="pt11648"/>
            <p:cNvSpPr/>
            <p:nvPr/>
          </p:nvSpPr>
          <p:spPr>
            <a:xfrm>
              <a:off x="7473154" y="2793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49" name="pt11649"/>
            <p:cNvSpPr/>
            <p:nvPr/>
          </p:nvSpPr>
          <p:spPr>
            <a:xfrm>
              <a:off x="7539159" y="3269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0" name="pt11650"/>
            <p:cNvSpPr/>
            <p:nvPr/>
          </p:nvSpPr>
          <p:spPr>
            <a:xfrm>
              <a:off x="7499792" y="3270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1" name="pt11651"/>
            <p:cNvSpPr/>
            <p:nvPr/>
          </p:nvSpPr>
          <p:spPr>
            <a:xfrm>
              <a:off x="7411232" y="3256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2" name="pt11652"/>
            <p:cNvSpPr/>
            <p:nvPr/>
          </p:nvSpPr>
          <p:spPr>
            <a:xfrm>
              <a:off x="7437212" y="3261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3" name="pt11653"/>
            <p:cNvSpPr/>
            <p:nvPr/>
          </p:nvSpPr>
          <p:spPr>
            <a:xfrm>
              <a:off x="7441329" y="3273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4" name="pt11654"/>
            <p:cNvSpPr/>
            <p:nvPr/>
          </p:nvSpPr>
          <p:spPr>
            <a:xfrm>
              <a:off x="7392965" y="3289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5" name="pt11655"/>
            <p:cNvSpPr/>
            <p:nvPr/>
          </p:nvSpPr>
          <p:spPr>
            <a:xfrm>
              <a:off x="7510000" y="3277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6" name="pt11656"/>
            <p:cNvSpPr/>
            <p:nvPr/>
          </p:nvSpPr>
          <p:spPr>
            <a:xfrm>
              <a:off x="7450214" y="3273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7" name="pt11657"/>
            <p:cNvSpPr/>
            <p:nvPr/>
          </p:nvSpPr>
          <p:spPr>
            <a:xfrm>
              <a:off x="7477447" y="32893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8" name="pt11658"/>
            <p:cNvSpPr/>
            <p:nvPr/>
          </p:nvSpPr>
          <p:spPr>
            <a:xfrm>
              <a:off x="7465502" y="3372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59" name="pt11659"/>
            <p:cNvSpPr/>
            <p:nvPr/>
          </p:nvSpPr>
          <p:spPr>
            <a:xfrm>
              <a:off x="7561943" y="3278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0" name="pt11660"/>
            <p:cNvSpPr/>
            <p:nvPr/>
          </p:nvSpPr>
          <p:spPr>
            <a:xfrm>
              <a:off x="7447508" y="3321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1" name="pt11661"/>
            <p:cNvSpPr/>
            <p:nvPr/>
          </p:nvSpPr>
          <p:spPr>
            <a:xfrm>
              <a:off x="7438913" y="3273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2" name="pt11662"/>
            <p:cNvSpPr/>
            <p:nvPr/>
          </p:nvSpPr>
          <p:spPr>
            <a:xfrm>
              <a:off x="7445422" y="3596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3" name="pt11663"/>
            <p:cNvSpPr/>
            <p:nvPr/>
          </p:nvSpPr>
          <p:spPr>
            <a:xfrm>
              <a:off x="7435676" y="3283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4" name="pt11664"/>
            <p:cNvSpPr/>
            <p:nvPr/>
          </p:nvSpPr>
          <p:spPr>
            <a:xfrm>
              <a:off x="7395694" y="32641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5" name="pt11665"/>
            <p:cNvSpPr/>
            <p:nvPr/>
          </p:nvSpPr>
          <p:spPr>
            <a:xfrm>
              <a:off x="7491561" y="3259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6" name="pt11666"/>
            <p:cNvSpPr/>
            <p:nvPr/>
          </p:nvSpPr>
          <p:spPr>
            <a:xfrm>
              <a:off x="7446429" y="3285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7" name="pt11667"/>
            <p:cNvSpPr/>
            <p:nvPr/>
          </p:nvSpPr>
          <p:spPr>
            <a:xfrm>
              <a:off x="7418811" y="3269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8" name="pt11668"/>
            <p:cNvSpPr/>
            <p:nvPr/>
          </p:nvSpPr>
          <p:spPr>
            <a:xfrm>
              <a:off x="7472510" y="3283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69" name="pt11669"/>
            <p:cNvSpPr/>
            <p:nvPr/>
          </p:nvSpPr>
          <p:spPr>
            <a:xfrm>
              <a:off x="7531906" y="3256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0" name="pt11670"/>
            <p:cNvSpPr/>
            <p:nvPr/>
          </p:nvSpPr>
          <p:spPr>
            <a:xfrm>
              <a:off x="7422766" y="3236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1" name="pt11671"/>
            <p:cNvSpPr/>
            <p:nvPr/>
          </p:nvSpPr>
          <p:spPr>
            <a:xfrm>
              <a:off x="7425322" y="32854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2" name="pt11672"/>
            <p:cNvSpPr/>
            <p:nvPr/>
          </p:nvSpPr>
          <p:spPr>
            <a:xfrm>
              <a:off x="7480988" y="3260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3" name="pt11673"/>
            <p:cNvSpPr/>
            <p:nvPr/>
          </p:nvSpPr>
          <p:spPr>
            <a:xfrm>
              <a:off x="7364385" y="3247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4" name="pt11674"/>
            <p:cNvSpPr/>
            <p:nvPr/>
          </p:nvSpPr>
          <p:spPr>
            <a:xfrm>
              <a:off x="7372490" y="3325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5" name="pt11675"/>
            <p:cNvSpPr/>
            <p:nvPr/>
          </p:nvSpPr>
          <p:spPr>
            <a:xfrm>
              <a:off x="7493506" y="3268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6" name="pt11676"/>
            <p:cNvSpPr/>
            <p:nvPr/>
          </p:nvSpPr>
          <p:spPr>
            <a:xfrm>
              <a:off x="7430763" y="3276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7" name="pt11677"/>
            <p:cNvSpPr/>
            <p:nvPr/>
          </p:nvSpPr>
          <p:spPr>
            <a:xfrm>
              <a:off x="7448508" y="32714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8" name="pt11678"/>
            <p:cNvSpPr/>
            <p:nvPr/>
          </p:nvSpPr>
          <p:spPr>
            <a:xfrm>
              <a:off x="7440552" y="3387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79" name="pt11679"/>
            <p:cNvSpPr/>
            <p:nvPr/>
          </p:nvSpPr>
          <p:spPr>
            <a:xfrm>
              <a:off x="7460883" y="32729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0" name="pt11680"/>
            <p:cNvSpPr/>
            <p:nvPr/>
          </p:nvSpPr>
          <p:spPr>
            <a:xfrm>
              <a:off x="7447896" y="3267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1" name="pt11681"/>
            <p:cNvSpPr/>
            <p:nvPr/>
          </p:nvSpPr>
          <p:spPr>
            <a:xfrm>
              <a:off x="7472845" y="3290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2" name="pt11682"/>
            <p:cNvSpPr/>
            <p:nvPr/>
          </p:nvSpPr>
          <p:spPr>
            <a:xfrm>
              <a:off x="7494181" y="3262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3" name="pt11683"/>
            <p:cNvSpPr/>
            <p:nvPr/>
          </p:nvSpPr>
          <p:spPr>
            <a:xfrm>
              <a:off x="7506853" y="32437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4" name="pt11684"/>
            <p:cNvSpPr/>
            <p:nvPr/>
          </p:nvSpPr>
          <p:spPr>
            <a:xfrm>
              <a:off x="7464905" y="29383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5" name="pt11685"/>
            <p:cNvSpPr/>
            <p:nvPr/>
          </p:nvSpPr>
          <p:spPr>
            <a:xfrm>
              <a:off x="7469996" y="3177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6" name="pt11686"/>
            <p:cNvSpPr/>
            <p:nvPr/>
          </p:nvSpPr>
          <p:spPr>
            <a:xfrm>
              <a:off x="7442983" y="3206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7" name="pt11687"/>
            <p:cNvSpPr/>
            <p:nvPr/>
          </p:nvSpPr>
          <p:spPr>
            <a:xfrm>
              <a:off x="7426480" y="3258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8" name="pt11688"/>
            <p:cNvSpPr/>
            <p:nvPr/>
          </p:nvSpPr>
          <p:spPr>
            <a:xfrm>
              <a:off x="7516391" y="3279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89" name="pt11689"/>
            <p:cNvSpPr/>
            <p:nvPr/>
          </p:nvSpPr>
          <p:spPr>
            <a:xfrm>
              <a:off x="7498365" y="33159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0" name="pt11690"/>
            <p:cNvSpPr/>
            <p:nvPr/>
          </p:nvSpPr>
          <p:spPr>
            <a:xfrm>
              <a:off x="7382106" y="3212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1" name="pt11691"/>
            <p:cNvSpPr/>
            <p:nvPr/>
          </p:nvSpPr>
          <p:spPr>
            <a:xfrm>
              <a:off x="7449819" y="3273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2" name="pt11692"/>
            <p:cNvSpPr/>
            <p:nvPr/>
          </p:nvSpPr>
          <p:spPr>
            <a:xfrm>
              <a:off x="7480329" y="33371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3" name="pt11693"/>
            <p:cNvSpPr/>
            <p:nvPr/>
          </p:nvSpPr>
          <p:spPr>
            <a:xfrm>
              <a:off x="7478200" y="3275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4" name="pt11694"/>
            <p:cNvSpPr/>
            <p:nvPr/>
          </p:nvSpPr>
          <p:spPr>
            <a:xfrm>
              <a:off x="7449322" y="3276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5" name="pt11695"/>
            <p:cNvSpPr/>
            <p:nvPr/>
          </p:nvSpPr>
          <p:spPr>
            <a:xfrm>
              <a:off x="7457413" y="3238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6" name="pt11696"/>
            <p:cNvSpPr/>
            <p:nvPr/>
          </p:nvSpPr>
          <p:spPr>
            <a:xfrm>
              <a:off x="7498741" y="3255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7" name="pt11697"/>
            <p:cNvSpPr/>
            <p:nvPr/>
          </p:nvSpPr>
          <p:spPr>
            <a:xfrm>
              <a:off x="7474610" y="32715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8" name="pt11698"/>
            <p:cNvSpPr/>
            <p:nvPr/>
          </p:nvSpPr>
          <p:spPr>
            <a:xfrm>
              <a:off x="7463083" y="3304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699" name="pt11699"/>
            <p:cNvSpPr/>
            <p:nvPr/>
          </p:nvSpPr>
          <p:spPr>
            <a:xfrm>
              <a:off x="7392294" y="3298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0" name="pt11700"/>
            <p:cNvSpPr/>
            <p:nvPr/>
          </p:nvSpPr>
          <p:spPr>
            <a:xfrm>
              <a:off x="7476693" y="3343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1" name="pt11701"/>
            <p:cNvSpPr/>
            <p:nvPr/>
          </p:nvSpPr>
          <p:spPr>
            <a:xfrm>
              <a:off x="7447960" y="3241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2" name="pt11702"/>
            <p:cNvSpPr/>
            <p:nvPr/>
          </p:nvSpPr>
          <p:spPr>
            <a:xfrm>
              <a:off x="7442642" y="3280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3" name="pt11703"/>
            <p:cNvSpPr/>
            <p:nvPr/>
          </p:nvSpPr>
          <p:spPr>
            <a:xfrm>
              <a:off x="7435990" y="33073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4" name="pt11704"/>
            <p:cNvSpPr/>
            <p:nvPr/>
          </p:nvSpPr>
          <p:spPr>
            <a:xfrm>
              <a:off x="7385817" y="32502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5" name="pt11705"/>
            <p:cNvSpPr/>
            <p:nvPr/>
          </p:nvSpPr>
          <p:spPr>
            <a:xfrm>
              <a:off x="7406219" y="3327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6" name="pt11706"/>
            <p:cNvSpPr/>
            <p:nvPr/>
          </p:nvSpPr>
          <p:spPr>
            <a:xfrm>
              <a:off x="7514765" y="2953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7" name="pt11707"/>
            <p:cNvSpPr/>
            <p:nvPr/>
          </p:nvSpPr>
          <p:spPr>
            <a:xfrm>
              <a:off x="7480631" y="3297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8" name="pt11708"/>
            <p:cNvSpPr/>
            <p:nvPr/>
          </p:nvSpPr>
          <p:spPr>
            <a:xfrm>
              <a:off x="7442300" y="3255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09" name="pt11709"/>
            <p:cNvSpPr/>
            <p:nvPr/>
          </p:nvSpPr>
          <p:spPr>
            <a:xfrm>
              <a:off x="7461411" y="3281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0" name="pt11710"/>
            <p:cNvSpPr/>
            <p:nvPr/>
          </p:nvSpPr>
          <p:spPr>
            <a:xfrm>
              <a:off x="7533041" y="31575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1" name="pt11711"/>
            <p:cNvSpPr/>
            <p:nvPr/>
          </p:nvSpPr>
          <p:spPr>
            <a:xfrm>
              <a:off x="7422126" y="3269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2" name="pt11712"/>
            <p:cNvSpPr/>
            <p:nvPr/>
          </p:nvSpPr>
          <p:spPr>
            <a:xfrm>
              <a:off x="7436738" y="3289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3" name="pt11713"/>
            <p:cNvSpPr/>
            <p:nvPr/>
          </p:nvSpPr>
          <p:spPr>
            <a:xfrm>
              <a:off x="7420519" y="3289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4" name="pt11714"/>
            <p:cNvSpPr/>
            <p:nvPr/>
          </p:nvSpPr>
          <p:spPr>
            <a:xfrm>
              <a:off x="7450593" y="3275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5" name="pt11715"/>
            <p:cNvSpPr/>
            <p:nvPr/>
          </p:nvSpPr>
          <p:spPr>
            <a:xfrm>
              <a:off x="7530142" y="3183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6" name="pt11716"/>
            <p:cNvSpPr/>
            <p:nvPr/>
          </p:nvSpPr>
          <p:spPr>
            <a:xfrm>
              <a:off x="7501667" y="32571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7" name="pt11717"/>
            <p:cNvSpPr/>
            <p:nvPr/>
          </p:nvSpPr>
          <p:spPr>
            <a:xfrm>
              <a:off x="7443469" y="3322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8" name="pt11718"/>
            <p:cNvSpPr/>
            <p:nvPr/>
          </p:nvSpPr>
          <p:spPr>
            <a:xfrm>
              <a:off x="7539290" y="3275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19" name="pt11719"/>
            <p:cNvSpPr/>
            <p:nvPr/>
          </p:nvSpPr>
          <p:spPr>
            <a:xfrm>
              <a:off x="7348093" y="33179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0" name="pt11720"/>
            <p:cNvSpPr/>
            <p:nvPr/>
          </p:nvSpPr>
          <p:spPr>
            <a:xfrm>
              <a:off x="7460839" y="3309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1" name="pt11721"/>
            <p:cNvSpPr/>
            <p:nvPr/>
          </p:nvSpPr>
          <p:spPr>
            <a:xfrm>
              <a:off x="7426875" y="3276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2" name="pt11722"/>
            <p:cNvSpPr/>
            <p:nvPr/>
          </p:nvSpPr>
          <p:spPr>
            <a:xfrm>
              <a:off x="7474450" y="32574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3" name="pt11723"/>
            <p:cNvSpPr/>
            <p:nvPr/>
          </p:nvSpPr>
          <p:spPr>
            <a:xfrm>
              <a:off x="7472402" y="3271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4" name="pt11724"/>
            <p:cNvSpPr/>
            <p:nvPr/>
          </p:nvSpPr>
          <p:spPr>
            <a:xfrm>
              <a:off x="7638736" y="3279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5" name="pt11725"/>
            <p:cNvSpPr/>
            <p:nvPr/>
          </p:nvSpPr>
          <p:spPr>
            <a:xfrm>
              <a:off x="7780235" y="3271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6" name="pt11726"/>
            <p:cNvSpPr/>
            <p:nvPr/>
          </p:nvSpPr>
          <p:spPr>
            <a:xfrm>
              <a:off x="7439103" y="3288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7" name="pt11727"/>
            <p:cNvSpPr/>
            <p:nvPr/>
          </p:nvSpPr>
          <p:spPr>
            <a:xfrm>
              <a:off x="7469164" y="3318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8" name="pt11728"/>
            <p:cNvSpPr/>
            <p:nvPr/>
          </p:nvSpPr>
          <p:spPr>
            <a:xfrm>
              <a:off x="7481403" y="3254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29" name="pt11729"/>
            <p:cNvSpPr/>
            <p:nvPr/>
          </p:nvSpPr>
          <p:spPr>
            <a:xfrm>
              <a:off x="7446074" y="32858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0" name="pt11730"/>
            <p:cNvSpPr/>
            <p:nvPr/>
          </p:nvSpPr>
          <p:spPr>
            <a:xfrm>
              <a:off x="7452360" y="3328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1" name="pt11731"/>
            <p:cNvSpPr/>
            <p:nvPr/>
          </p:nvSpPr>
          <p:spPr>
            <a:xfrm>
              <a:off x="7448268" y="3273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2" name="pt11732"/>
            <p:cNvSpPr/>
            <p:nvPr/>
          </p:nvSpPr>
          <p:spPr>
            <a:xfrm>
              <a:off x="7474145" y="3269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3" name="pt11733"/>
            <p:cNvSpPr/>
            <p:nvPr/>
          </p:nvSpPr>
          <p:spPr>
            <a:xfrm>
              <a:off x="7483441" y="3304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4" name="pt11734"/>
            <p:cNvSpPr/>
            <p:nvPr/>
          </p:nvSpPr>
          <p:spPr>
            <a:xfrm>
              <a:off x="7459905" y="3254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5" name="pt11735"/>
            <p:cNvSpPr/>
            <p:nvPr/>
          </p:nvSpPr>
          <p:spPr>
            <a:xfrm>
              <a:off x="7345135" y="3266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6" name="pt11736"/>
            <p:cNvSpPr/>
            <p:nvPr/>
          </p:nvSpPr>
          <p:spPr>
            <a:xfrm>
              <a:off x="7479398" y="32034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7" name="pt11737"/>
            <p:cNvSpPr/>
            <p:nvPr/>
          </p:nvSpPr>
          <p:spPr>
            <a:xfrm>
              <a:off x="7414739" y="3274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8" name="pt11738"/>
            <p:cNvSpPr/>
            <p:nvPr/>
          </p:nvSpPr>
          <p:spPr>
            <a:xfrm>
              <a:off x="7480332" y="3236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39" name="pt11739"/>
            <p:cNvSpPr/>
            <p:nvPr/>
          </p:nvSpPr>
          <p:spPr>
            <a:xfrm>
              <a:off x="7482480" y="3272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0" name="pt11740"/>
            <p:cNvSpPr/>
            <p:nvPr/>
          </p:nvSpPr>
          <p:spPr>
            <a:xfrm>
              <a:off x="7440405" y="3271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1" name="pt11741"/>
            <p:cNvSpPr/>
            <p:nvPr/>
          </p:nvSpPr>
          <p:spPr>
            <a:xfrm>
              <a:off x="7398341" y="3366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2" name="pt11742"/>
            <p:cNvSpPr/>
            <p:nvPr/>
          </p:nvSpPr>
          <p:spPr>
            <a:xfrm>
              <a:off x="7420638" y="33079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3" name="pt11743"/>
            <p:cNvSpPr/>
            <p:nvPr/>
          </p:nvSpPr>
          <p:spPr>
            <a:xfrm>
              <a:off x="7486706" y="3345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4" name="pt11744"/>
            <p:cNvSpPr/>
            <p:nvPr/>
          </p:nvSpPr>
          <p:spPr>
            <a:xfrm>
              <a:off x="7480432" y="32593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5" name="pt11745"/>
            <p:cNvSpPr/>
            <p:nvPr/>
          </p:nvSpPr>
          <p:spPr>
            <a:xfrm>
              <a:off x="7478682" y="3283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6" name="pt11746"/>
            <p:cNvSpPr/>
            <p:nvPr/>
          </p:nvSpPr>
          <p:spPr>
            <a:xfrm>
              <a:off x="7542915" y="3273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7" name="pt11747"/>
            <p:cNvSpPr/>
            <p:nvPr/>
          </p:nvSpPr>
          <p:spPr>
            <a:xfrm>
              <a:off x="7450923" y="32912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8" name="pt11748"/>
            <p:cNvSpPr/>
            <p:nvPr/>
          </p:nvSpPr>
          <p:spPr>
            <a:xfrm>
              <a:off x="7454690" y="33748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49" name="pt11749"/>
            <p:cNvSpPr/>
            <p:nvPr/>
          </p:nvSpPr>
          <p:spPr>
            <a:xfrm>
              <a:off x="7425964" y="3280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0" name="pt11750"/>
            <p:cNvSpPr/>
            <p:nvPr/>
          </p:nvSpPr>
          <p:spPr>
            <a:xfrm>
              <a:off x="7494714" y="3258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1" name="pt11751"/>
            <p:cNvSpPr/>
            <p:nvPr/>
          </p:nvSpPr>
          <p:spPr>
            <a:xfrm>
              <a:off x="7437823" y="3287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2" name="pt11752"/>
            <p:cNvSpPr/>
            <p:nvPr/>
          </p:nvSpPr>
          <p:spPr>
            <a:xfrm>
              <a:off x="7464117" y="32744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3" name="pt11753"/>
            <p:cNvSpPr/>
            <p:nvPr/>
          </p:nvSpPr>
          <p:spPr>
            <a:xfrm>
              <a:off x="7448752" y="3283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4" name="pt11754"/>
            <p:cNvSpPr/>
            <p:nvPr/>
          </p:nvSpPr>
          <p:spPr>
            <a:xfrm>
              <a:off x="7528398" y="3249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5" name="pt11755"/>
            <p:cNvSpPr/>
            <p:nvPr/>
          </p:nvSpPr>
          <p:spPr>
            <a:xfrm>
              <a:off x="7492656" y="3264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6" name="pt11756"/>
            <p:cNvSpPr/>
            <p:nvPr/>
          </p:nvSpPr>
          <p:spPr>
            <a:xfrm>
              <a:off x="7463924" y="3270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7" name="pt11757"/>
            <p:cNvSpPr/>
            <p:nvPr/>
          </p:nvSpPr>
          <p:spPr>
            <a:xfrm>
              <a:off x="7473743" y="3281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8" name="pt11758"/>
            <p:cNvSpPr/>
            <p:nvPr/>
          </p:nvSpPr>
          <p:spPr>
            <a:xfrm>
              <a:off x="7488899" y="3290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59" name="pt11759"/>
            <p:cNvSpPr/>
            <p:nvPr/>
          </p:nvSpPr>
          <p:spPr>
            <a:xfrm>
              <a:off x="7467365" y="3219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0" name="pt11760"/>
            <p:cNvSpPr/>
            <p:nvPr/>
          </p:nvSpPr>
          <p:spPr>
            <a:xfrm>
              <a:off x="7444694" y="3274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1" name="pt11761"/>
            <p:cNvSpPr/>
            <p:nvPr/>
          </p:nvSpPr>
          <p:spPr>
            <a:xfrm>
              <a:off x="7449546" y="3282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2" name="pt11762"/>
            <p:cNvSpPr/>
            <p:nvPr/>
          </p:nvSpPr>
          <p:spPr>
            <a:xfrm>
              <a:off x="7450003" y="3272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3" name="pt11763"/>
            <p:cNvSpPr/>
            <p:nvPr/>
          </p:nvSpPr>
          <p:spPr>
            <a:xfrm>
              <a:off x="7448543" y="3272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4" name="pt11764"/>
            <p:cNvSpPr/>
            <p:nvPr/>
          </p:nvSpPr>
          <p:spPr>
            <a:xfrm>
              <a:off x="7422091" y="3273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5" name="pt11765"/>
            <p:cNvSpPr/>
            <p:nvPr/>
          </p:nvSpPr>
          <p:spPr>
            <a:xfrm>
              <a:off x="7437328" y="3278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6" name="pt11766"/>
            <p:cNvSpPr/>
            <p:nvPr/>
          </p:nvSpPr>
          <p:spPr>
            <a:xfrm>
              <a:off x="7447812" y="3251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7" name="pt11767"/>
            <p:cNvSpPr/>
            <p:nvPr/>
          </p:nvSpPr>
          <p:spPr>
            <a:xfrm>
              <a:off x="7476805" y="3299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8" name="pt11768"/>
            <p:cNvSpPr/>
            <p:nvPr/>
          </p:nvSpPr>
          <p:spPr>
            <a:xfrm>
              <a:off x="7473026" y="3268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69" name="pt11769"/>
            <p:cNvSpPr/>
            <p:nvPr/>
          </p:nvSpPr>
          <p:spPr>
            <a:xfrm>
              <a:off x="7446900" y="3291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0" name="pt11770"/>
            <p:cNvSpPr/>
            <p:nvPr/>
          </p:nvSpPr>
          <p:spPr>
            <a:xfrm>
              <a:off x="7447209" y="3377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1" name="pt11771"/>
            <p:cNvSpPr/>
            <p:nvPr/>
          </p:nvSpPr>
          <p:spPr>
            <a:xfrm>
              <a:off x="7436395" y="3300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2" name="pt11772"/>
            <p:cNvSpPr/>
            <p:nvPr/>
          </p:nvSpPr>
          <p:spPr>
            <a:xfrm>
              <a:off x="7457353" y="3442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3" name="pt11773"/>
            <p:cNvSpPr/>
            <p:nvPr/>
          </p:nvSpPr>
          <p:spPr>
            <a:xfrm>
              <a:off x="7428408" y="3307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4" name="pt11774"/>
            <p:cNvSpPr/>
            <p:nvPr/>
          </p:nvSpPr>
          <p:spPr>
            <a:xfrm>
              <a:off x="7446229" y="3152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5" name="pt11775"/>
            <p:cNvSpPr/>
            <p:nvPr/>
          </p:nvSpPr>
          <p:spPr>
            <a:xfrm>
              <a:off x="7438386" y="3257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6" name="pt11776"/>
            <p:cNvSpPr/>
            <p:nvPr/>
          </p:nvSpPr>
          <p:spPr>
            <a:xfrm>
              <a:off x="7410188" y="3278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7" name="pt11777"/>
            <p:cNvSpPr/>
            <p:nvPr/>
          </p:nvSpPr>
          <p:spPr>
            <a:xfrm>
              <a:off x="7445257" y="3267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8" name="pt11778"/>
            <p:cNvSpPr/>
            <p:nvPr/>
          </p:nvSpPr>
          <p:spPr>
            <a:xfrm>
              <a:off x="7441184" y="33393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79" name="pt11779"/>
            <p:cNvSpPr/>
            <p:nvPr/>
          </p:nvSpPr>
          <p:spPr>
            <a:xfrm>
              <a:off x="7442105" y="3263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0" name="pt11780"/>
            <p:cNvSpPr/>
            <p:nvPr/>
          </p:nvSpPr>
          <p:spPr>
            <a:xfrm>
              <a:off x="7508863" y="3231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1" name="pt11781"/>
            <p:cNvSpPr/>
            <p:nvPr/>
          </p:nvSpPr>
          <p:spPr>
            <a:xfrm>
              <a:off x="7441122" y="32571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2" name="pt11782"/>
            <p:cNvSpPr/>
            <p:nvPr/>
          </p:nvSpPr>
          <p:spPr>
            <a:xfrm>
              <a:off x="7451831" y="3282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3" name="pt11783"/>
            <p:cNvSpPr/>
            <p:nvPr/>
          </p:nvSpPr>
          <p:spPr>
            <a:xfrm>
              <a:off x="7527747" y="32773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4" name="pt11784"/>
            <p:cNvSpPr/>
            <p:nvPr/>
          </p:nvSpPr>
          <p:spPr>
            <a:xfrm>
              <a:off x="7434730" y="3250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5" name="pt11785"/>
            <p:cNvSpPr/>
            <p:nvPr/>
          </p:nvSpPr>
          <p:spPr>
            <a:xfrm>
              <a:off x="7457069" y="32545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6" name="pt11786"/>
            <p:cNvSpPr/>
            <p:nvPr/>
          </p:nvSpPr>
          <p:spPr>
            <a:xfrm>
              <a:off x="7488034" y="3242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7" name="pt11787"/>
            <p:cNvSpPr/>
            <p:nvPr/>
          </p:nvSpPr>
          <p:spPr>
            <a:xfrm>
              <a:off x="7456857" y="3244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8" name="pt11788"/>
            <p:cNvSpPr/>
            <p:nvPr/>
          </p:nvSpPr>
          <p:spPr>
            <a:xfrm>
              <a:off x="7492177" y="3262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89" name="pt11789"/>
            <p:cNvSpPr/>
            <p:nvPr/>
          </p:nvSpPr>
          <p:spPr>
            <a:xfrm>
              <a:off x="7485439" y="3226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0" name="pt11790"/>
            <p:cNvSpPr/>
            <p:nvPr/>
          </p:nvSpPr>
          <p:spPr>
            <a:xfrm>
              <a:off x="7453424" y="3285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1" name="pt11791"/>
            <p:cNvSpPr/>
            <p:nvPr/>
          </p:nvSpPr>
          <p:spPr>
            <a:xfrm>
              <a:off x="7449105" y="33412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2" name="pt11792"/>
            <p:cNvSpPr/>
            <p:nvPr/>
          </p:nvSpPr>
          <p:spPr>
            <a:xfrm>
              <a:off x="7495116" y="3281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3" name="pt11793"/>
            <p:cNvSpPr/>
            <p:nvPr/>
          </p:nvSpPr>
          <p:spPr>
            <a:xfrm>
              <a:off x="7504790" y="32323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4" name="pt11794"/>
            <p:cNvSpPr/>
            <p:nvPr/>
          </p:nvSpPr>
          <p:spPr>
            <a:xfrm>
              <a:off x="7487288" y="3289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5" name="pt11795"/>
            <p:cNvSpPr/>
            <p:nvPr/>
          </p:nvSpPr>
          <p:spPr>
            <a:xfrm>
              <a:off x="7428603" y="3274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6" name="pt11796"/>
            <p:cNvSpPr/>
            <p:nvPr/>
          </p:nvSpPr>
          <p:spPr>
            <a:xfrm>
              <a:off x="7471715" y="32815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7" name="pt11797"/>
            <p:cNvSpPr/>
            <p:nvPr/>
          </p:nvSpPr>
          <p:spPr>
            <a:xfrm>
              <a:off x="7520104" y="3248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8" name="pt11798"/>
            <p:cNvSpPr/>
            <p:nvPr/>
          </p:nvSpPr>
          <p:spPr>
            <a:xfrm>
              <a:off x="7425064" y="32297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799" name="pt11799"/>
            <p:cNvSpPr/>
            <p:nvPr/>
          </p:nvSpPr>
          <p:spPr>
            <a:xfrm>
              <a:off x="7462174" y="3268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0" name="pt11800"/>
            <p:cNvSpPr/>
            <p:nvPr/>
          </p:nvSpPr>
          <p:spPr>
            <a:xfrm>
              <a:off x="7454542" y="32644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1" name="pt11801"/>
            <p:cNvSpPr/>
            <p:nvPr/>
          </p:nvSpPr>
          <p:spPr>
            <a:xfrm>
              <a:off x="7436446" y="3341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2" name="pt11802"/>
            <p:cNvSpPr/>
            <p:nvPr/>
          </p:nvSpPr>
          <p:spPr>
            <a:xfrm>
              <a:off x="7493150" y="3272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3" name="pt11803"/>
            <p:cNvSpPr/>
            <p:nvPr/>
          </p:nvSpPr>
          <p:spPr>
            <a:xfrm>
              <a:off x="7480698" y="3264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4" name="pt11804"/>
            <p:cNvSpPr/>
            <p:nvPr/>
          </p:nvSpPr>
          <p:spPr>
            <a:xfrm>
              <a:off x="7488550" y="3304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5" name="pt11805"/>
            <p:cNvSpPr/>
            <p:nvPr/>
          </p:nvSpPr>
          <p:spPr>
            <a:xfrm>
              <a:off x="7495400" y="3268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6" name="pt11806"/>
            <p:cNvSpPr/>
            <p:nvPr/>
          </p:nvSpPr>
          <p:spPr>
            <a:xfrm>
              <a:off x="7477113" y="3250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7" name="pt11807"/>
            <p:cNvSpPr/>
            <p:nvPr/>
          </p:nvSpPr>
          <p:spPr>
            <a:xfrm>
              <a:off x="7500881" y="3247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8" name="pt11808"/>
            <p:cNvSpPr/>
            <p:nvPr/>
          </p:nvSpPr>
          <p:spPr>
            <a:xfrm>
              <a:off x="7434197" y="3302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09" name="pt11809"/>
            <p:cNvSpPr/>
            <p:nvPr/>
          </p:nvSpPr>
          <p:spPr>
            <a:xfrm>
              <a:off x="7456456" y="3271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0" name="pt11810"/>
            <p:cNvSpPr/>
            <p:nvPr/>
          </p:nvSpPr>
          <p:spPr>
            <a:xfrm>
              <a:off x="7486659" y="32571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1" name="pt11811"/>
            <p:cNvSpPr/>
            <p:nvPr/>
          </p:nvSpPr>
          <p:spPr>
            <a:xfrm>
              <a:off x="7462469" y="32579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2" name="pt11812"/>
            <p:cNvSpPr/>
            <p:nvPr/>
          </p:nvSpPr>
          <p:spPr>
            <a:xfrm>
              <a:off x="7535391" y="3272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3" name="pt11813"/>
            <p:cNvSpPr/>
            <p:nvPr/>
          </p:nvSpPr>
          <p:spPr>
            <a:xfrm>
              <a:off x="7489627" y="3277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4" name="pt11814"/>
            <p:cNvSpPr/>
            <p:nvPr/>
          </p:nvSpPr>
          <p:spPr>
            <a:xfrm>
              <a:off x="7456348" y="3269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5" name="pt11815"/>
            <p:cNvSpPr/>
            <p:nvPr/>
          </p:nvSpPr>
          <p:spPr>
            <a:xfrm>
              <a:off x="7449508" y="3279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6" name="pt11816"/>
            <p:cNvSpPr/>
            <p:nvPr/>
          </p:nvSpPr>
          <p:spPr>
            <a:xfrm>
              <a:off x="7463679" y="3263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7" name="pt11817"/>
            <p:cNvSpPr/>
            <p:nvPr/>
          </p:nvSpPr>
          <p:spPr>
            <a:xfrm>
              <a:off x="7453329" y="3308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8" name="pt11818"/>
            <p:cNvSpPr/>
            <p:nvPr/>
          </p:nvSpPr>
          <p:spPr>
            <a:xfrm>
              <a:off x="7482238" y="3278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19" name="pt11819"/>
            <p:cNvSpPr/>
            <p:nvPr/>
          </p:nvSpPr>
          <p:spPr>
            <a:xfrm>
              <a:off x="7440523" y="3419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0" name="pt11820"/>
            <p:cNvSpPr/>
            <p:nvPr/>
          </p:nvSpPr>
          <p:spPr>
            <a:xfrm>
              <a:off x="7432749" y="3261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1" name="pt11821"/>
            <p:cNvSpPr/>
            <p:nvPr/>
          </p:nvSpPr>
          <p:spPr>
            <a:xfrm>
              <a:off x="7438117" y="31612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2" name="pt11822"/>
            <p:cNvSpPr/>
            <p:nvPr/>
          </p:nvSpPr>
          <p:spPr>
            <a:xfrm>
              <a:off x="7452993" y="3218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3" name="pt11823"/>
            <p:cNvSpPr/>
            <p:nvPr/>
          </p:nvSpPr>
          <p:spPr>
            <a:xfrm>
              <a:off x="7460202" y="3267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4" name="pt11824"/>
            <p:cNvSpPr/>
            <p:nvPr/>
          </p:nvSpPr>
          <p:spPr>
            <a:xfrm>
              <a:off x="7470865" y="32339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5" name="pt11825"/>
            <p:cNvSpPr/>
            <p:nvPr/>
          </p:nvSpPr>
          <p:spPr>
            <a:xfrm>
              <a:off x="7496512" y="3252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6" name="pt11826"/>
            <p:cNvSpPr/>
            <p:nvPr/>
          </p:nvSpPr>
          <p:spPr>
            <a:xfrm>
              <a:off x="7473172" y="33112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7" name="pt11827"/>
            <p:cNvSpPr/>
            <p:nvPr/>
          </p:nvSpPr>
          <p:spPr>
            <a:xfrm>
              <a:off x="7410530" y="3270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8" name="pt11828"/>
            <p:cNvSpPr/>
            <p:nvPr/>
          </p:nvSpPr>
          <p:spPr>
            <a:xfrm>
              <a:off x="7543560" y="3260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29" name="pt11829"/>
            <p:cNvSpPr/>
            <p:nvPr/>
          </p:nvSpPr>
          <p:spPr>
            <a:xfrm>
              <a:off x="7492475" y="32524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0" name="pt11830"/>
            <p:cNvSpPr/>
            <p:nvPr/>
          </p:nvSpPr>
          <p:spPr>
            <a:xfrm>
              <a:off x="7519599" y="3250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1" name="pt11831"/>
            <p:cNvSpPr/>
            <p:nvPr/>
          </p:nvSpPr>
          <p:spPr>
            <a:xfrm>
              <a:off x="7451385" y="3296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2" name="pt11832"/>
            <p:cNvSpPr/>
            <p:nvPr/>
          </p:nvSpPr>
          <p:spPr>
            <a:xfrm>
              <a:off x="7442536" y="3017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3" name="pt11833"/>
            <p:cNvSpPr/>
            <p:nvPr/>
          </p:nvSpPr>
          <p:spPr>
            <a:xfrm>
              <a:off x="7476156" y="3279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4" name="pt11834"/>
            <p:cNvSpPr/>
            <p:nvPr/>
          </p:nvSpPr>
          <p:spPr>
            <a:xfrm>
              <a:off x="7569166" y="3264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5" name="pt11835"/>
            <p:cNvSpPr/>
            <p:nvPr/>
          </p:nvSpPr>
          <p:spPr>
            <a:xfrm>
              <a:off x="7459429" y="32677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6" name="pt11836"/>
            <p:cNvSpPr/>
            <p:nvPr/>
          </p:nvSpPr>
          <p:spPr>
            <a:xfrm>
              <a:off x="7435905" y="3259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7" name="pt11837"/>
            <p:cNvSpPr/>
            <p:nvPr/>
          </p:nvSpPr>
          <p:spPr>
            <a:xfrm>
              <a:off x="7787879" y="32199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8" name="pt11838"/>
            <p:cNvSpPr/>
            <p:nvPr/>
          </p:nvSpPr>
          <p:spPr>
            <a:xfrm>
              <a:off x="7525981" y="32837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39" name="pt11839"/>
            <p:cNvSpPr/>
            <p:nvPr/>
          </p:nvSpPr>
          <p:spPr>
            <a:xfrm>
              <a:off x="7434004" y="3279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0" name="pt11840"/>
            <p:cNvSpPr/>
            <p:nvPr/>
          </p:nvSpPr>
          <p:spPr>
            <a:xfrm>
              <a:off x="7508980" y="3229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1" name="pt11841"/>
            <p:cNvSpPr/>
            <p:nvPr/>
          </p:nvSpPr>
          <p:spPr>
            <a:xfrm>
              <a:off x="7455204" y="32603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2" name="pt11842"/>
            <p:cNvSpPr/>
            <p:nvPr/>
          </p:nvSpPr>
          <p:spPr>
            <a:xfrm>
              <a:off x="7548554" y="3259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3" name="pt11843"/>
            <p:cNvSpPr/>
            <p:nvPr/>
          </p:nvSpPr>
          <p:spPr>
            <a:xfrm>
              <a:off x="7380807" y="33656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4" name="pt11844"/>
            <p:cNvSpPr/>
            <p:nvPr/>
          </p:nvSpPr>
          <p:spPr>
            <a:xfrm>
              <a:off x="7897052" y="32678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5" name="pt11845"/>
            <p:cNvSpPr/>
            <p:nvPr/>
          </p:nvSpPr>
          <p:spPr>
            <a:xfrm>
              <a:off x="7469437" y="3279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6" name="pt11846"/>
            <p:cNvSpPr/>
            <p:nvPr/>
          </p:nvSpPr>
          <p:spPr>
            <a:xfrm>
              <a:off x="7471948" y="33177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7" name="pt11847"/>
            <p:cNvSpPr/>
            <p:nvPr/>
          </p:nvSpPr>
          <p:spPr>
            <a:xfrm>
              <a:off x="7461055" y="3255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8" name="pt11848"/>
            <p:cNvSpPr/>
            <p:nvPr/>
          </p:nvSpPr>
          <p:spPr>
            <a:xfrm>
              <a:off x="7451638" y="32225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49" name="pt11849"/>
            <p:cNvSpPr/>
            <p:nvPr/>
          </p:nvSpPr>
          <p:spPr>
            <a:xfrm>
              <a:off x="7446747" y="3306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0" name="pt11850"/>
            <p:cNvSpPr/>
            <p:nvPr/>
          </p:nvSpPr>
          <p:spPr>
            <a:xfrm>
              <a:off x="7450956" y="3278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1" name="pt11851"/>
            <p:cNvSpPr/>
            <p:nvPr/>
          </p:nvSpPr>
          <p:spPr>
            <a:xfrm>
              <a:off x="7419475" y="3257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2" name="pt11852"/>
            <p:cNvSpPr/>
            <p:nvPr/>
          </p:nvSpPr>
          <p:spPr>
            <a:xfrm>
              <a:off x="7471150" y="3282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3" name="pt11853"/>
            <p:cNvSpPr/>
            <p:nvPr/>
          </p:nvSpPr>
          <p:spPr>
            <a:xfrm>
              <a:off x="7453816" y="3265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4" name="pt11854"/>
            <p:cNvSpPr/>
            <p:nvPr/>
          </p:nvSpPr>
          <p:spPr>
            <a:xfrm>
              <a:off x="7454061" y="3271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5" name="pt11855"/>
            <p:cNvSpPr/>
            <p:nvPr/>
          </p:nvSpPr>
          <p:spPr>
            <a:xfrm>
              <a:off x="7467595" y="3251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6" name="pt11856"/>
            <p:cNvSpPr/>
            <p:nvPr/>
          </p:nvSpPr>
          <p:spPr>
            <a:xfrm>
              <a:off x="7427509" y="3324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7" name="pt11857"/>
            <p:cNvSpPr/>
            <p:nvPr/>
          </p:nvSpPr>
          <p:spPr>
            <a:xfrm>
              <a:off x="7458471" y="3314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8" name="pt11858"/>
            <p:cNvSpPr/>
            <p:nvPr/>
          </p:nvSpPr>
          <p:spPr>
            <a:xfrm>
              <a:off x="7474947" y="3299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59" name="pt11859"/>
            <p:cNvSpPr/>
            <p:nvPr/>
          </p:nvSpPr>
          <p:spPr>
            <a:xfrm>
              <a:off x="7472918" y="3283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0" name="pt11860"/>
            <p:cNvSpPr/>
            <p:nvPr/>
          </p:nvSpPr>
          <p:spPr>
            <a:xfrm>
              <a:off x="7455184" y="3267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1" name="pt11861"/>
            <p:cNvSpPr/>
            <p:nvPr/>
          </p:nvSpPr>
          <p:spPr>
            <a:xfrm>
              <a:off x="7499442" y="3302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2" name="pt11862"/>
            <p:cNvSpPr/>
            <p:nvPr/>
          </p:nvSpPr>
          <p:spPr>
            <a:xfrm>
              <a:off x="7421585" y="32536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3" name="pt11863"/>
            <p:cNvSpPr/>
            <p:nvPr/>
          </p:nvSpPr>
          <p:spPr>
            <a:xfrm>
              <a:off x="7472047" y="3279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4" name="pt11864"/>
            <p:cNvSpPr/>
            <p:nvPr/>
          </p:nvSpPr>
          <p:spPr>
            <a:xfrm>
              <a:off x="7440730" y="3282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5" name="pt11865"/>
            <p:cNvSpPr/>
            <p:nvPr/>
          </p:nvSpPr>
          <p:spPr>
            <a:xfrm>
              <a:off x="7370057" y="3321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6" name="pt11866"/>
            <p:cNvSpPr/>
            <p:nvPr/>
          </p:nvSpPr>
          <p:spPr>
            <a:xfrm>
              <a:off x="7435499" y="3109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7" name="pt11867"/>
            <p:cNvSpPr/>
            <p:nvPr/>
          </p:nvSpPr>
          <p:spPr>
            <a:xfrm>
              <a:off x="7438521" y="32647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8" name="pt11868"/>
            <p:cNvSpPr/>
            <p:nvPr/>
          </p:nvSpPr>
          <p:spPr>
            <a:xfrm>
              <a:off x="7482249" y="3266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69" name="pt11869"/>
            <p:cNvSpPr/>
            <p:nvPr/>
          </p:nvSpPr>
          <p:spPr>
            <a:xfrm>
              <a:off x="7504850" y="3286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0" name="pt11870"/>
            <p:cNvSpPr/>
            <p:nvPr/>
          </p:nvSpPr>
          <p:spPr>
            <a:xfrm>
              <a:off x="7333010" y="3256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1" name="pt11871"/>
            <p:cNvSpPr/>
            <p:nvPr/>
          </p:nvSpPr>
          <p:spPr>
            <a:xfrm>
              <a:off x="7384180" y="3075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2" name="pt11872"/>
            <p:cNvSpPr/>
            <p:nvPr/>
          </p:nvSpPr>
          <p:spPr>
            <a:xfrm>
              <a:off x="7547136" y="3251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3" name="pt11873"/>
            <p:cNvSpPr/>
            <p:nvPr/>
          </p:nvSpPr>
          <p:spPr>
            <a:xfrm>
              <a:off x="7453829" y="3273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4" name="pt11874"/>
            <p:cNvSpPr/>
            <p:nvPr/>
          </p:nvSpPr>
          <p:spPr>
            <a:xfrm>
              <a:off x="7484464" y="32797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5" name="pt11875"/>
            <p:cNvSpPr/>
            <p:nvPr/>
          </p:nvSpPr>
          <p:spPr>
            <a:xfrm>
              <a:off x="7377401" y="3211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6" name="pt11876"/>
            <p:cNvSpPr/>
            <p:nvPr/>
          </p:nvSpPr>
          <p:spPr>
            <a:xfrm>
              <a:off x="7463447" y="3254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7" name="pt11877"/>
            <p:cNvSpPr/>
            <p:nvPr/>
          </p:nvSpPr>
          <p:spPr>
            <a:xfrm>
              <a:off x="7409803" y="32691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8" name="pt11878"/>
            <p:cNvSpPr/>
            <p:nvPr/>
          </p:nvSpPr>
          <p:spPr>
            <a:xfrm>
              <a:off x="7471976" y="3244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79" name="pt11879"/>
            <p:cNvSpPr/>
            <p:nvPr/>
          </p:nvSpPr>
          <p:spPr>
            <a:xfrm>
              <a:off x="7414979" y="32298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0" name="pt11880"/>
            <p:cNvSpPr/>
            <p:nvPr/>
          </p:nvSpPr>
          <p:spPr>
            <a:xfrm>
              <a:off x="7522380" y="3284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1" name="pt11881"/>
            <p:cNvSpPr/>
            <p:nvPr/>
          </p:nvSpPr>
          <p:spPr>
            <a:xfrm>
              <a:off x="7460342" y="3344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2" name="pt11882"/>
            <p:cNvSpPr/>
            <p:nvPr/>
          </p:nvSpPr>
          <p:spPr>
            <a:xfrm>
              <a:off x="7431638" y="32940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3" name="pt11883"/>
            <p:cNvSpPr/>
            <p:nvPr/>
          </p:nvSpPr>
          <p:spPr>
            <a:xfrm>
              <a:off x="7473598" y="3273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4" name="pt11884"/>
            <p:cNvSpPr/>
            <p:nvPr/>
          </p:nvSpPr>
          <p:spPr>
            <a:xfrm>
              <a:off x="7502224" y="3269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5" name="pt11885"/>
            <p:cNvSpPr/>
            <p:nvPr/>
          </p:nvSpPr>
          <p:spPr>
            <a:xfrm>
              <a:off x="7428178" y="3259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6" name="pt11886"/>
            <p:cNvSpPr/>
            <p:nvPr/>
          </p:nvSpPr>
          <p:spPr>
            <a:xfrm>
              <a:off x="7460931" y="32802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7" name="pt11887"/>
            <p:cNvSpPr/>
            <p:nvPr/>
          </p:nvSpPr>
          <p:spPr>
            <a:xfrm>
              <a:off x="7491132" y="33028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8" name="pt11888"/>
            <p:cNvSpPr/>
            <p:nvPr/>
          </p:nvSpPr>
          <p:spPr>
            <a:xfrm>
              <a:off x="7390176" y="3264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89" name="pt11889"/>
            <p:cNvSpPr/>
            <p:nvPr/>
          </p:nvSpPr>
          <p:spPr>
            <a:xfrm>
              <a:off x="7472771" y="3273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0" name="pt11890"/>
            <p:cNvSpPr/>
            <p:nvPr/>
          </p:nvSpPr>
          <p:spPr>
            <a:xfrm>
              <a:off x="7421155" y="3278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1" name="pt11891"/>
            <p:cNvSpPr/>
            <p:nvPr/>
          </p:nvSpPr>
          <p:spPr>
            <a:xfrm>
              <a:off x="7489956" y="3226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2" name="pt11892"/>
            <p:cNvSpPr/>
            <p:nvPr/>
          </p:nvSpPr>
          <p:spPr>
            <a:xfrm>
              <a:off x="7506999" y="3265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3" name="pt11893"/>
            <p:cNvSpPr/>
            <p:nvPr/>
          </p:nvSpPr>
          <p:spPr>
            <a:xfrm>
              <a:off x="7483322" y="3263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4" name="pt11894"/>
            <p:cNvSpPr/>
            <p:nvPr/>
          </p:nvSpPr>
          <p:spPr>
            <a:xfrm>
              <a:off x="7370059" y="3267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5" name="pt11895"/>
            <p:cNvSpPr/>
            <p:nvPr/>
          </p:nvSpPr>
          <p:spPr>
            <a:xfrm>
              <a:off x="7426838" y="3231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6" name="pt11896"/>
            <p:cNvSpPr/>
            <p:nvPr/>
          </p:nvSpPr>
          <p:spPr>
            <a:xfrm>
              <a:off x="7431218" y="3276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7" name="pt11897"/>
            <p:cNvSpPr/>
            <p:nvPr/>
          </p:nvSpPr>
          <p:spPr>
            <a:xfrm>
              <a:off x="7350473" y="3340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8" name="pt11898"/>
            <p:cNvSpPr/>
            <p:nvPr/>
          </p:nvSpPr>
          <p:spPr>
            <a:xfrm>
              <a:off x="7432609" y="3278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899" name="pt11899"/>
            <p:cNvSpPr/>
            <p:nvPr/>
          </p:nvSpPr>
          <p:spPr>
            <a:xfrm>
              <a:off x="7418058" y="3269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0" name="pt11900"/>
            <p:cNvSpPr/>
            <p:nvPr/>
          </p:nvSpPr>
          <p:spPr>
            <a:xfrm>
              <a:off x="7433897" y="3241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1" name="pt11901"/>
            <p:cNvSpPr/>
            <p:nvPr/>
          </p:nvSpPr>
          <p:spPr>
            <a:xfrm>
              <a:off x="7414734" y="3225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2" name="pt11902"/>
            <p:cNvSpPr/>
            <p:nvPr/>
          </p:nvSpPr>
          <p:spPr>
            <a:xfrm>
              <a:off x="7439083" y="3228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3" name="pt11903"/>
            <p:cNvSpPr/>
            <p:nvPr/>
          </p:nvSpPr>
          <p:spPr>
            <a:xfrm>
              <a:off x="7410912" y="3253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4" name="pt11904"/>
            <p:cNvSpPr/>
            <p:nvPr/>
          </p:nvSpPr>
          <p:spPr>
            <a:xfrm>
              <a:off x="7452839" y="32560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5" name="pt11905"/>
            <p:cNvSpPr/>
            <p:nvPr/>
          </p:nvSpPr>
          <p:spPr>
            <a:xfrm>
              <a:off x="7448395" y="3257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6" name="pt11906"/>
            <p:cNvSpPr/>
            <p:nvPr/>
          </p:nvSpPr>
          <p:spPr>
            <a:xfrm>
              <a:off x="7427494" y="3309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7" name="pt11907"/>
            <p:cNvSpPr/>
            <p:nvPr/>
          </p:nvSpPr>
          <p:spPr>
            <a:xfrm>
              <a:off x="7518238" y="3265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8" name="pt11908"/>
            <p:cNvSpPr/>
            <p:nvPr/>
          </p:nvSpPr>
          <p:spPr>
            <a:xfrm>
              <a:off x="7519925" y="3265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09" name="pt11909"/>
            <p:cNvSpPr/>
            <p:nvPr/>
          </p:nvSpPr>
          <p:spPr>
            <a:xfrm>
              <a:off x="7506328" y="3257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0" name="pt11910"/>
            <p:cNvSpPr/>
            <p:nvPr/>
          </p:nvSpPr>
          <p:spPr>
            <a:xfrm>
              <a:off x="7418515" y="3325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1" name="pt11911"/>
            <p:cNvSpPr/>
            <p:nvPr/>
          </p:nvSpPr>
          <p:spPr>
            <a:xfrm>
              <a:off x="7419689" y="3291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2" name="pt11912"/>
            <p:cNvSpPr/>
            <p:nvPr/>
          </p:nvSpPr>
          <p:spPr>
            <a:xfrm>
              <a:off x="7453143" y="3278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3" name="pt11913"/>
            <p:cNvSpPr/>
            <p:nvPr/>
          </p:nvSpPr>
          <p:spPr>
            <a:xfrm>
              <a:off x="7473401" y="3248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4" name="pt11914"/>
            <p:cNvSpPr/>
            <p:nvPr/>
          </p:nvSpPr>
          <p:spPr>
            <a:xfrm>
              <a:off x="7521208" y="3271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5" name="pt11915"/>
            <p:cNvSpPr/>
            <p:nvPr/>
          </p:nvSpPr>
          <p:spPr>
            <a:xfrm>
              <a:off x="7450905" y="3371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6" name="pt11916"/>
            <p:cNvSpPr/>
            <p:nvPr/>
          </p:nvSpPr>
          <p:spPr>
            <a:xfrm>
              <a:off x="7385460" y="32813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7" name="pt11917"/>
            <p:cNvSpPr/>
            <p:nvPr/>
          </p:nvSpPr>
          <p:spPr>
            <a:xfrm>
              <a:off x="7397765" y="3307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8" name="pt11918"/>
            <p:cNvSpPr/>
            <p:nvPr/>
          </p:nvSpPr>
          <p:spPr>
            <a:xfrm>
              <a:off x="7426879" y="3322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19" name="pt11919"/>
            <p:cNvSpPr/>
            <p:nvPr/>
          </p:nvSpPr>
          <p:spPr>
            <a:xfrm>
              <a:off x="7452272" y="3320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0" name="pt11920"/>
            <p:cNvSpPr/>
            <p:nvPr/>
          </p:nvSpPr>
          <p:spPr>
            <a:xfrm>
              <a:off x="7491162" y="32651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1" name="pt11921"/>
            <p:cNvSpPr/>
            <p:nvPr/>
          </p:nvSpPr>
          <p:spPr>
            <a:xfrm>
              <a:off x="7498495" y="3267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2" name="pt11922"/>
            <p:cNvSpPr/>
            <p:nvPr/>
          </p:nvSpPr>
          <p:spPr>
            <a:xfrm>
              <a:off x="7455542" y="32573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3" name="pt11923"/>
            <p:cNvSpPr/>
            <p:nvPr/>
          </p:nvSpPr>
          <p:spPr>
            <a:xfrm>
              <a:off x="7525191" y="3316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4" name="pt11924"/>
            <p:cNvSpPr/>
            <p:nvPr/>
          </p:nvSpPr>
          <p:spPr>
            <a:xfrm>
              <a:off x="7439193" y="32581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5" name="pt11925"/>
            <p:cNvSpPr/>
            <p:nvPr/>
          </p:nvSpPr>
          <p:spPr>
            <a:xfrm>
              <a:off x="7492498" y="3280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6" name="pt11926"/>
            <p:cNvSpPr/>
            <p:nvPr/>
          </p:nvSpPr>
          <p:spPr>
            <a:xfrm>
              <a:off x="7492642" y="3277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7" name="pt11927"/>
            <p:cNvSpPr/>
            <p:nvPr/>
          </p:nvSpPr>
          <p:spPr>
            <a:xfrm>
              <a:off x="7468404" y="3318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8" name="pt11928"/>
            <p:cNvSpPr/>
            <p:nvPr/>
          </p:nvSpPr>
          <p:spPr>
            <a:xfrm>
              <a:off x="7402108" y="32308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29" name="pt11929"/>
            <p:cNvSpPr/>
            <p:nvPr/>
          </p:nvSpPr>
          <p:spPr>
            <a:xfrm>
              <a:off x="7389549" y="32665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0" name="pt11930"/>
            <p:cNvSpPr/>
            <p:nvPr/>
          </p:nvSpPr>
          <p:spPr>
            <a:xfrm>
              <a:off x="7444605" y="32679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1" name="pt11931"/>
            <p:cNvSpPr/>
            <p:nvPr/>
          </p:nvSpPr>
          <p:spPr>
            <a:xfrm>
              <a:off x="7446179" y="3259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2" name="pt11932"/>
            <p:cNvSpPr/>
            <p:nvPr/>
          </p:nvSpPr>
          <p:spPr>
            <a:xfrm>
              <a:off x="7451382" y="3190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3" name="pt11933"/>
            <p:cNvSpPr/>
            <p:nvPr/>
          </p:nvSpPr>
          <p:spPr>
            <a:xfrm>
              <a:off x="7479984" y="3297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4" name="pt11934"/>
            <p:cNvSpPr/>
            <p:nvPr/>
          </p:nvSpPr>
          <p:spPr>
            <a:xfrm>
              <a:off x="7495786" y="3201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5" name="pt11935"/>
            <p:cNvSpPr/>
            <p:nvPr/>
          </p:nvSpPr>
          <p:spPr>
            <a:xfrm>
              <a:off x="7504415" y="3270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6" name="pt11936"/>
            <p:cNvSpPr/>
            <p:nvPr/>
          </p:nvSpPr>
          <p:spPr>
            <a:xfrm>
              <a:off x="7452588" y="3274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7" name="pt11937"/>
            <p:cNvSpPr/>
            <p:nvPr/>
          </p:nvSpPr>
          <p:spPr>
            <a:xfrm>
              <a:off x="7488857" y="3270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8" name="pt11938"/>
            <p:cNvSpPr/>
            <p:nvPr/>
          </p:nvSpPr>
          <p:spPr>
            <a:xfrm>
              <a:off x="7447190" y="3355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39" name="pt11939"/>
            <p:cNvSpPr/>
            <p:nvPr/>
          </p:nvSpPr>
          <p:spPr>
            <a:xfrm>
              <a:off x="7456907" y="32597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0" name="pt11940"/>
            <p:cNvSpPr/>
            <p:nvPr/>
          </p:nvSpPr>
          <p:spPr>
            <a:xfrm>
              <a:off x="7424655" y="3215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1" name="pt11941"/>
            <p:cNvSpPr/>
            <p:nvPr/>
          </p:nvSpPr>
          <p:spPr>
            <a:xfrm>
              <a:off x="7466334" y="3263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2" name="pt11942"/>
            <p:cNvSpPr/>
            <p:nvPr/>
          </p:nvSpPr>
          <p:spPr>
            <a:xfrm>
              <a:off x="7431575" y="32256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3" name="pt11943"/>
            <p:cNvSpPr/>
            <p:nvPr/>
          </p:nvSpPr>
          <p:spPr>
            <a:xfrm>
              <a:off x="7487395" y="32363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4" name="pt11944"/>
            <p:cNvSpPr/>
            <p:nvPr/>
          </p:nvSpPr>
          <p:spPr>
            <a:xfrm>
              <a:off x="7446543" y="3297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5" name="pt11945"/>
            <p:cNvSpPr/>
            <p:nvPr/>
          </p:nvSpPr>
          <p:spPr>
            <a:xfrm>
              <a:off x="7491259" y="3135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6" name="pt11946"/>
            <p:cNvSpPr/>
            <p:nvPr/>
          </p:nvSpPr>
          <p:spPr>
            <a:xfrm>
              <a:off x="7443327" y="3271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7" name="pt11947"/>
            <p:cNvSpPr/>
            <p:nvPr/>
          </p:nvSpPr>
          <p:spPr>
            <a:xfrm>
              <a:off x="7449531" y="3278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8" name="pt11948"/>
            <p:cNvSpPr/>
            <p:nvPr/>
          </p:nvSpPr>
          <p:spPr>
            <a:xfrm>
              <a:off x="7509554" y="3305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49" name="pt11949"/>
            <p:cNvSpPr/>
            <p:nvPr/>
          </p:nvSpPr>
          <p:spPr>
            <a:xfrm>
              <a:off x="7477466" y="3261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0" name="pt11950"/>
            <p:cNvSpPr/>
            <p:nvPr/>
          </p:nvSpPr>
          <p:spPr>
            <a:xfrm>
              <a:off x="7481590" y="3250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1" name="pt11951"/>
            <p:cNvSpPr/>
            <p:nvPr/>
          </p:nvSpPr>
          <p:spPr>
            <a:xfrm>
              <a:off x="7462445" y="3260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2" name="pt11952"/>
            <p:cNvSpPr/>
            <p:nvPr/>
          </p:nvSpPr>
          <p:spPr>
            <a:xfrm>
              <a:off x="7476160" y="3246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3" name="pt11953"/>
            <p:cNvSpPr/>
            <p:nvPr/>
          </p:nvSpPr>
          <p:spPr>
            <a:xfrm>
              <a:off x="7467173" y="3297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4" name="pt11954"/>
            <p:cNvSpPr/>
            <p:nvPr/>
          </p:nvSpPr>
          <p:spPr>
            <a:xfrm>
              <a:off x="7443416" y="32593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5" name="pt11955"/>
            <p:cNvSpPr/>
            <p:nvPr/>
          </p:nvSpPr>
          <p:spPr>
            <a:xfrm>
              <a:off x="7471293" y="3274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6" name="pt11956"/>
            <p:cNvSpPr/>
            <p:nvPr/>
          </p:nvSpPr>
          <p:spPr>
            <a:xfrm>
              <a:off x="7468436" y="33885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7" name="pt11957"/>
            <p:cNvSpPr/>
            <p:nvPr/>
          </p:nvSpPr>
          <p:spPr>
            <a:xfrm>
              <a:off x="7436331" y="3266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8" name="pt11958"/>
            <p:cNvSpPr/>
            <p:nvPr/>
          </p:nvSpPr>
          <p:spPr>
            <a:xfrm>
              <a:off x="7458086" y="3261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59" name="pt11959"/>
            <p:cNvSpPr/>
            <p:nvPr/>
          </p:nvSpPr>
          <p:spPr>
            <a:xfrm>
              <a:off x="7403836" y="3273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0" name="pt11960"/>
            <p:cNvSpPr/>
            <p:nvPr/>
          </p:nvSpPr>
          <p:spPr>
            <a:xfrm>
              <a:off x="7470898" y="3259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1" name="pt11961"/>
            <p:cNvSpPr/>
            <p:nvPr/>
          </p:nvSpPr>
          <p:spPr>
            <a:xfrm>
              <a:off x="7463677" y="3275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2" name="pt11962"/>
            <p:cNvSpPr/>
            <p:nvPr/>
          </p:nvSpPr>
          <p:spPr>
            <a:xfrm>
              <a:off x="7494048" y="3311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3" name="pt11963"/>
            <p:cNvSpPr/>
            <p:nvPr/>
          </p:nvSpPr>
          <p:spPr>
            <a:xfrm>
              <a:off x="7491278" y="3286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4" name="pt11964"/>
            <p:cNvSpPr/>
            <p:nvPr/>
          </p:nvSpPr>
          <p:spPr>
            <a:xfrm>
              <a:off x="7462749" y="3230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5" name="pt11965"/>
            <p:cNvSpPr/>
            <p:nvPr/>
          </p:nvSpPr>
          <p:spPr>
            <a:xfrm>
              <a:off x="7466701" y="3247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6" name="pt11966"/>
            <p:cNvSpPr/>
            <p:nvPr/>
          </p:nvSpPr>
          <p:spPr>
            <a:xfrm>
              <a:off x="7475076" y="3246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7" name="pt11967"/>
            <p:cNvSpPr/>
            <p:nvPr/>
          </p:nvSpPr>
          <p:spPr>
            <a:xfrm>
              <a:off x="7451761" y="3288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8" name="pt11968"/>
            <p:cNvSpPr/>
            <p:nvPr/>
          </p:nvSpPr>
          <p:spPr>
            <a:xfrm>
              <a:off x="7370969" y="3288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69" name="pt11969"/>
            <p:cNvSpPr/>
            <p:nvPr/>
          </p:nvSpPr>
          <p:spPr>
            <a:xfrm>
              <a:off x="7414490" y="32742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0" name="pt11970"/>
            <p:cNvSpPr/>
            <p:nvPr/>
          </p:nvSpPr>
          <p:spPr>
            <a:xfrm>
              <a:off x="7496712" y="3299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1" name="pt11971"/>
            <p:cNvSpPr/>
            <p:nvPr/>
          </p:nvSpPr>
          <p:spPr>
            <a:xfrm>
              <a:off x="7449199" y="3263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2" name="pt11972"/>
            <p:cNvSpPr/>
            <p:nvPr/>
          </p:nvSpPr>
          <p:spPr>
            <a:xfrm>
              <a:off x="7462833" y="3276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3" name="pt11973"/>
            <p:cNvSpPr/>
            <p:nvPr/>
          </p:nvSpPr>
          <p:spPr>
            <a:xfrm>
              <a:off x="7469219" y="3133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4" name="pt11974"/>
            <p:cNvSpPr/>
            <p:nvPr/>
          </p:nvSpPr>
          <p:spPr>
            <a:xfrm>
              <a:off x="7516890" y="3273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5" name="pt11975"/>
            <p:cNvSpPr/>
            <p:nvPr/>
          </p:nvSpPr>
          <p:spPr>
            <a:xfrm>
              <a:off x="7452392" y="3287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6" name="pt11976"/>
            <p:cNvSpPr/>
            <p:nvPr/>
          </p:nvSpPr>
          <p:spPr>
            <a:xfrm>
              <a:off x="7493880" y="3248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7" name="pt11977"/>
            <p:cNvSpPr/>
            <p:nvPr/>
          </p:nvSpPr>
          <p:spPr>
            <a:xfrm>
              <a:off x="7427309" y="3255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8" name="pt11978"/>
            <p:cNvSpPr/>
            <p:nvPr/>
          </p:nvSpPr>
          <p:spPr>
            <a:xfrm>
              <a:off x="7514018" y="3288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79" name="pt11979"/>
            <p:cNvSpPr/>
            <p:nvPr/>
          </p:nvSpPr>
          <p:spPr>
            <a:xfrm>
              <a:off x="7515067" y="3254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0" name="pt11980"/>
            <p:cNvSpPr/>
            <p:nvPr/>
          </p:nvSpPr>
          <p:spPr>
            <a:xfrm>
              <a:off x="7445431" y="3016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1" name="pt11981"/>
            <p:cNvSpPr/>
            <p:nvPr/>
          </p:nvSpPr>
          <p:spPr>
            <a:xfrm>
              <a:off x="7409291" y="3252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2" name="pt11982"/>
            <p:cNvSpPr/>
            <p:nvPr/>
          </p:nvSpPr>
          <p:spPr>
            <a:xfrm>
              <a:off x="7454312" y="3280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3" name="pt11983"/>
            <p:cNvSpPr/>
            <p:nvPr/>
          </p:nvSpPr>
          <p:spPr>
            <a:xfrm>
              <a:off x="7512034" y="3254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4" name="pt11984"/>
            <p:cNvSpPr/>
            <p:nvPr/>
          </p:nvSpPr>
          <p:spPr>
            <a:xfrm>
              <a:off x="7455543" y="3299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5" name="pt11985"/>
            <p:cNvSpPr/>
            <p:nvPr/>
          </p:nvSpPr>
          <p:spPr>
            <a:xfrm>
              <a:off x="7433944" y="34350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6" name="pt11986"/>
            <p:cNvSpPr/>
            <p:nvPr/>
          </p:nvSpPr>
          <p:spPr>
            <a:xfrm>
              <a:off x="7480595" y="3270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7" name="pt11987"/>
            <p:cNvSpPr/>
            <p:nvPr/>
          </p:nvSpPr>
          <p:spPr>
            <a:xfrm>
              <a:off x="7451039" y="3273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8" name="pt11988"/>
            <p:cNvSpPr/>
            <p:nvPr/>
          </p:nvSpPr>
          <p:spPr>
            <a:xfrm>
              <a:off x="7519539" y="32588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89" name="pt11989"/>
            <p:cNvSpPr/>
            <p:nvPr/>
          </p:nvSpPr>
          <p:spPr>
            <a:xfrm>
              <a:off x="7421621" y="3226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0" name="pt11990"/>
            <p:cNvSpPr/>
            <p:nvPr/>
          </p:nvSpPr>
          <p:spPr>
            <a:xfrm>
              <a:off x="7403110" y="32573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1" name="pt11991"/>
            <p:cNvSpPr/>
            <p:nvPr/>
          </p:nvSpPr>
          <p:spPr>
            <a:xfrm>
              <a:off x="7444426" y="3277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2" name="pt11992"/>
            <p:cNvSpPr/>
            <p:nvPr/>
          </p:nvSpPr>
          <p:spPr>
            <a:xfrm>
              <a:off x="7491339" y="3278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3" name="pt11993"/>
            <p:cNvSpPr/>
            <p:nvPr/>
          </p:nvSpPr>
          <p:spPr>
            <a:xfrm>
              <a:off x="7425142" y="3264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4" name="pt11994"/>
            <p:cNvSpPr/>
            <p:nvPr/>
          </p:nvSpPr>
          <p:spPr>
            <a:xfrm>
              <a:off x="7382192" y="3302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5" name="pt11995"/>
            <p:cNvSpPr/>
            <p:nvPr/>
          </p:nvSpPr>
          <p:spPr>
            <a:xfrm>
              <a:off x="7454273" y="3241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6" name="pt11996"/>
            <p:cNvSpPr/>
            <p:nvPr/>
          </p:nvSpPr>
          <p:spPr>
            <a:xfrm>
              <a:off x="7472327" y="33058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7" name="pt11997"/>
            <p:cNvSpPr/>
            <p:nvPr/>
          </p:nvSpPr>
          <p:spPr>
            <a:xfrm>
              <a:off x="7471870" y="3342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8" name="pt11998"/>
            <p:cNvSpPr/>
            <p:nvPr/>
          </p:nvSpPr>
          <p:spPr>
            <a:xfrm>
              <a:off x="7493420" y="3263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1999" name="pt11999"/>
            <p:cNvSpPr/>
            <p:nvPr/>
          </p:nvSpPr>
          <p:spPr>
            <a:xfrm>
              <a:off x="7452806" y="3273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0" name="pt12000"/>
            <p:cNvSpPr/>
            <p:nvPr/>
          </p:nvSpPr>
          <p:spPr>
            <a:xfrm>
              <a:off x="7515487" y="3287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1" name="pt12001"/>
            <p:cNvSpPr/>
            <p:nvPr/>
          </p:nvSpPr>
          <p:spPr>
            <a:xfrm>
              <a:off x="7494654" y="33256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2" name="pt12002"/>
            <p:cNvSpPr/>
            <p:nvPr/>
          </p:nvSpPr>
          <p:spPr>
            <a:xfrm>
              <a:off x="7524276" y="32516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3" name="pt12003"/>
            <p:cNvSpPr/>
            <p:nvPr/>
          </p:nvSpPr>
          <p:spPr>
            <a:xfrm>
              <a:off x="7466330" y="3262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4" name="pt12004"/>
            <p:cNvSpPr/>
            <p:nvPr/>
          </p:nvSpPr>
          <p:spPr>
            <a:xfrm>
              <a:off x="7473440" y="32738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5" name="pt12005"/>
            <p:cNvSpPr/>
            <p:nvPr/>
          </p:nvSpPr>
          <p:spPr>
            <a:xfrm>
              <a:off x="7466605" y="3250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6" name="pt12006"/>
            <p:cNvSpPr/>
            <p:nvPr/>
          </p:nvSpPr>
          <p:spPr>
            <a:xfrm>
              <a:off x="7452633" y="3271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7" name="pt12007"/>
            <p:cNvSpPr/>
            <p:nvPr/>
          </p:nvSpPr>
          <p:spPr>
            <a:xfrm>
              <a:off x="7414515" y="32529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8" name="pt12008"/>
            <p:cNvSpPr/>
            <p:nvPr/>
          </p:nvSpPr>
          <p:spPr>
            <a:xfrm>
              <a:off x="7402710" y="3166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09" name="pt12009"/>
            <p:cNvSpPr/>
            <p:nvPr/>
          </p:nvSpPr>
          <p:spPr>
            <a:xfrm>
              <a:off x="7468396" y="3247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0" name="pt12010"/>
            <p:cNvSpPr/>
            <p:nvPr/>
          </p:nvSpPr>
          <p:spPr>
            <a:xfrm>
              <a:off x="7468270" y="3249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1" name="pt12011"/>
            <p:cNvSpPr/>
            <p:nvPr/>
          </p:nvSpPr>
          <p:spPr>
            <a:xfrm>
              <a:off x="7542208" y="3231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2" name="pt12012"/>
            <p:cNvSpPr/>
            <p:nvPr/>
          </p:nvSpPr>
          <p:spPr>
            <a:xfrm>
              <a:off x="7506659" y="3170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3" name="pt12013"/>
            <p:cNvSpPr/>
            <p:nvPr/>
          </p:nvSpPr>
          <p:spPr>
            <a:xfrm>
              <a:off x="7394455" y="3276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4" name="pt12014"/>
            <p:cNvSpPr/>
            <p:nvPr/>
          </p:nvSpPr>
          <p:spPr>
            <a:xfrm>
              <a:off x="7460010" y="32873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5" name="pt12015"/>
            <p:cNvSpPr/>
            <p:nvPr/>
          </p:nvSpPr>
          <p:spPr>
            <a:xfrm>
              <a:off x="7405109" y="32998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6" name="pt12016"/>
            <p:cNvSpPr/>
            <p:nvPr/>
          </p:nvSpPr>
          <p:spPr>
            <a:xfrm>
              <a:off x="7479769" y="3272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7" name="pt12017"/>
            <p:cNvSpPr/>
            <p:nvPr/>
          </p:nvSpPr>
          <p:spPr>
            <a:xfrm>
              <a:off x="7459639" y="3227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8" name="pt12018"/>
            <p:cNvSpPr/>
            <p:nvPr/>
          </p:nvSpPr>
          <p:spPr>
            <a:xfrm>
              <a:off x="7782327" y="3244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19" name="pt12019"/>
            <p:cNvSpPr/>
            <p:nvPr/>
          </p:nvSpPr>
          <p:spPr>
            <a:xfrm>
              <a:off x="7442573" y="3278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0" name="pt12020"/>
            <p:cNvSpPr/>
            <p:nvPr/>
          </p:nvSpPr>
          <p:spPr>
            <a:xfrm>
              <a:off x="7530347" y="3276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1" name="pt12021"/>
            <p:cNvSpPr/>
            <p:nvPr/>
          </p:nvSpPr>
          <p:spPr>
            <a:xfrm>
              <a:off x="7453358" y="32310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2" name="pt12022"/>
            <p:cNvSpPr/>
            <p:nvPr/>
          </p:nvSpPr>
          <p:spPr>
            <a:xfrm>
              <a:off x="7467155" y="3300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3" name="pt12023"/>
            <p:cNvSpPr/>
            <p:nvPr/>
          </p:nvSpPr>
          <p:spPr>
            <a:xfrm>
              <a:off x="7382745" y="3284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4" name="pt12024"/>
            <p:cNvSpPr/>
            <p:nvPr/>
          </p:nvSpPr>
          <p:spPr>
            <a:xfrm>
              <a:off x="7399075" y="3341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5" name="pt12025"/>
            <p:cNvSpPr/>
            <p:nvPr/>
          </p:nvSpPr>
          <p:spPr>
            <a:xfrm>
              <a:off x="7403662" y="3248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6" name="pt12026"/>
            <p:cNvSpPr/>
            <p:nvPr/>
          </p:nvSpPr>
          <p:spPr>
            <a:xfrm>
              <a:off x="7450457" y="3272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7" name="pt12027"/>
            <p:cNvSpPr/>
            <p:nvPr/>
          </p:nvSpPr>
          <p:spPr>
            <a:xfrm>
              <a:off x="7396503" y="3258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8" name="pt12028"/>
            <p:cNvSpPr/>
            <p:nvPr/>
          </p:nvSpPr>
          <p:spPr>
            <a:xfrm>
              <a:off x="7459699" y="32692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29" name="pt12029"/>
            <p:cNvSpPr/>
            <p:nvPr/>
          </p:nvSpPr>
          <p:spPr>
            <a:xfrm>
              <a:off x="7476124" y="3268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0" name="pt12030"/>
            <p:cNvSpPr/>
            <p:nvPr/>
          </p:nvSpPr>
          <p:spPr>
            <a:xfrm>
              <a:off x="7415062" y="3269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1" name="pt12031"/>
            <p:cNvSpPr/>
            <p:nvPr/>
          </p:nvSpPr>
          <p:spPr>
            <a:xfrm>
              <a:off x="7435056" y="3293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2" name="pt12032"/>
            <p:cNvSpPr/>
            <p:nvPr/>
          </p:nvSpPr>
          <p:spPr>
            <a:xfrm>
              <a:off x="7449638" y="3278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3" name="pt12033"/>
            <p:cNvSpPr/>
            <p:nvPr/>
          </p:nvSpPr>
          <p:spPr>
            <a:xfrm>
              <a:off x="7465720" y="32530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4" name="pt12034"/>
            <p:cNvSpPr/>
            <p:nvPr/>
          </p:nvSpPr>
          <p:spPr>
            <a:xfrm>
              <a:off x="7481198" y="3265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5" name="pt12035"/>
            <p:cNvSpPr/>
            <p:nvPr/>
          </p:nvSpPr>
          <p:spPr>
            <a:xfrm>
              <a:off x="7479801" y="2969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6" name="pt12036"/>
            <p:cNvSpPr/>
            <p:nvPr/>
          </p:nvSpPr>
          <p:spPr>
            <a:xfrm>
              <a:off x="7474430" y="3285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7" name="pt12037"/>
            <p:cNvSpPr/>
            <p:nvPr/>
          </p:nvSpPr>
          <p:spPr>
            <a:xfrm>
              <a:off x="7500801" y="3260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8" name="pt12038"/>
            <p:cNvSpPr/>
            <p:nvPr/>
          </p:nvSpPr>
          <p:spPr>
            <a:xfrm>
              <a:off x="7425701" y="3290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39" name="pt12039"/>
            <p:cNvSpPr/>
            <p:nvPr/>
          </p:nvSpPr>
          <p:spPr>
            <a:xfrm>
              <a:off x="7446235" y="3255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0" name="pt12040"/>
            <p:cNvSpPr/>
            <p:nvPr/>
          </p:nvSpPr>
          <p:spPr>
            <a:xfrm>
              <a:off x="7468943" y="3222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1" name="pt12041"/>
            <p:cNvSpPr/>
            <p:nvPr/>
          </p:nvSpPr>
          <p:spPr>
            <a:xfrm>
              <a:off x="7349343" y="3250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2" name="pt12042"/>
            <p:cNvSpPr/>
            <p:nvPr/>
          </p:nvSpPr>
          <p:spPr>
            <a:xfrm>
              <a:off x="7469301" y="3246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3" name="pt12043"/>
            <p:cNvSpPr/>
            <p:nvPr/>
          </p:nvSpPr>
          <p:spPr>
            <a:xfrm>
              <a:off x="7463358" y="32518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4" name="pt12044"/>
            <p:cNvSpPr/>
            <p:nvPr/>
          </p:nvSpPr>
          <p:spPr>
            <a:xfrm>
              <a:off x="7503361" y="3272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5" name="pt12045"/>
            <p:cNvSpPr/>
            <p:nvPr/>
          </p:nvSpPr>
          <p:spPr>
            <a:xfrm>
              <a:off x="7473642" y="3263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6" name="pt12046"/>
            <p:cNvSpPr/>
            <p:nvPr/>
          </p:nvSpPr>
          <p:spPr>
            <a:xfrm>
              <a:off x="7442370" y="3284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7" name="pt12047"/>
            <p:cNvSpPr/>
            <p:nvPr/>
          </p:nvSpPr>
          <p:spPr>
            <a:xfrm>
              <a:off x="7486428" y="32735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8" name="pt12048"/>
            <p:cNvSpPr/>
            <p:nvPr/>
          </p:nvSpPr>
          <p:spPr>
            <a:xfrm>
              <a:off x="7420595" y="3267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49" name="pt12049"/>
            <p:cNvSpPr/>
            <p:nvPr/>
          </p:nvSpPr>
          <p:spPr>
            <a:xfrm>
              <a:off x="7493115" y="3308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0" name="pt12050"/>
            <p:cNvSpPr/>
            <p:nvPr/>
          </p:nvSpPr>
          <p:spPr>
            <a:xfrm>
              <a:off x="7459081" y="3238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1" name="pt12051"/>
            <p:cNvSpPr/>
            <p:nvPr/>
          </p:nvSpPr>
          <p:spPr>
            <a:xfrm>
              <a:off x="7458339" y="32708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2" name="pt12052"/>
            <p:cNvSpPr/>
            <p:nvPr/>
          </p:nvSpPr>
          <p:spPr>
            <a:xfrm>
              <a:off x="7468215" y="3193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3" name="pt12053"/>
            <p:cNvSpPr/>
            <p:nvPr/>
          </p:nvSpPr>
          <p:spPr>
            <a:xfrm>
              <a:off x="7467890" y="3261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4" name="pt12054"/>
            <p:cNvSpPr/>
            <p:nvPr/>
          </p:nvSpPr>
          <p:spPr>
            <a:xfrm>
              <a:off x="7412141" y="32062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5" name="pt12055"/>
            <p:cNvSpPr/>
            <p:nvPr/>
          </p:nvSpPr>
          <p:spPr>
            <a:xfrm>
              <a:off x="7497098" y="3260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6" name="pt12056"/>
            <p:cNvSpPr/>
            <p:nvPr/>
          </p:nvSpPr>
          <p:spPr>
            <a:xfrm>
              <a:off x="7462039" y="3240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7" name="pt12057"/>
            <p:cNvSpPr/>
            <p:nvPr/>
          </p:nvSpPr>
          <p:spPr>
            <a:xfrm>
              <a:off x="7430836" y="32357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8" name="pt12058"/>
            <p:cNvSpPr/>
            <p:nvPr/>
          </p:nvSpPr>
          <p:spPr>
            <a:xfrm>
              <a:off x="7443948" y="3291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59" name="pt12059"/>
            <p:cNvSpPr/>
            <p:nvPr/>
          </p:nvSpPr>
          <p:spPr>
            <a:xfrm>
              <a:off x="7419713" y="3249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0" name="pt12060"/>
            <p:cNvSpPr/>
            <p:nvPr/>
          </p:nvSpPr>
          <p:spPr>
            <a:xfrm>
              <a:off x="7439655" y="3287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1" name="pt12061"/>
            <p:cNvSpPr/>
            <p:nvPr/>
          </p:nvSpPr>
          <p:spPr>
            <a:xfrm>
              <a:off x="7480467" y="32494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2" name="pt12062"/>
            <p:cNvSpPr/>
            <p:nvPr/>
          </p:nvSpPr>
          <p:spPr>
            <a:xfrm>
              <a:off x="7426313" y="3258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3" name="pt12063"/>
            <p:cNvSpPr/>
            <p:nvPr/>
          </p:nvSpPr>
          <p:spPr>
            <a:xfrm>
              <a:off x="7475103" y="3254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4" name="pt12064"/>
            <p:cNvSpPr/>
            <p:nvPr/>
          </p:nvSpPr>
          <p:spPr>
            <a:xfrm>
              <a:off x="7492750" y="3270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5" name="pt12065"/>
            <p:cNvSpPr/>
            <p:nvPr/>
          </p:nvSpPr>
          <p:spPr>
            <a:xfrm>
              <a:off x="7501793" y="3281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6" name="pt12066"/>
            <p:cNvSpPr/>
            <p:nvPr/>
          </p:nvSpPr>
          <p:spPr>
            <a:xfrm>
              <a:off x="7461110" y="3251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7" name="pt12067"/>
            <p:cNvSpPr/>
            <p:nvPr/>
          </p:nvSpPr>
          <p:spPr>
            <a:xfrm>
              <a:off x="7461989" y="3198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8" name="pt12068"/>
            <p:cNvSpPr/>
            <p:nvPr/>
          </p:nvSpPr>
          <p:spPr>
            <a:xfrm>
              <a:off x="7462018" y="3272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69" name="pt12069"/>
            <p:cNvSpPr/>
            <p:nvPr/>
          </p:nvSpPr>
          <p:spPr>
            <a:xfrm>
              <a:off x="7397437" y="3261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0" name="pt12070"/>
            <p:cNvSpPr/>
            <p:nvPr/>
          </p:nvSpPr>
          <p:spPr>
            <a:xfrm>
              <a:off x="7417102" y="3276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1" name="pt12071"/>
            <p:cNvSpPr/>
            <p:nvPr/>
          </p:nvSpPr>
          <p:spPr>
            <a:xfrm>
              <a:off x="7454086" y="3276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2" name="pt12072"/>
            <p:cNvSpPr/>
            <p:nvPr/>
          </p:nvSpPr>
          <p:spPr>
            <a:xfrm>
              <a:off x="7416448" y="3290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3" name="pt12073"/>
            <p:cNvSpPr/>
            <p:nvPr/>
          </p:nvSpPr>
          <p:spPr>
            <a:xfrm>
              <a:off x="7410348" y="32736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4" name="pt12074"/>
            <p:cNvSpPr/>
            <p:nvPr/>
          </p:nvSpPr>
          <p:spPr>
            <a:xfrm>
              <a:off x="7373626" y="3188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5" name="pt12075"/>
            <p:cNvSpPr/>
            <p:nvPr/>
          </p:nvSpPr>
          <p:spPr>
            <a:xfrm>
              <a:off x="7423440" y="3271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6" name="pt12076"/>
            <p:cNvSpPr/>
            <p:nvPr/>
          </p:nvSpPr>
          <p:spPr>
            <a:xfrm>
              <a:off x="7499185" y="3262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7" name="pt12077"/>
            <p:cNvSpPr/>
            <p:nvPr/>
          </p:nvSpPr>
          <p:spPr>
            <a:xfrm>
              <a:off x="7478439" y="3266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8" name="pt12078"/>
            <p:cNvSpPr/>
            <p:nvPr/>
          </p:nvSpPr>
          <p:spPr>
            <a:xfrm>
              <a:off x="7406104" y="3191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79" name="pt12079"/>
            <p:cNvSpPr/>
            <p:nvPr/>
          </p:nvSpPr>
          <p:spPr>
            <a:xfrm>
              <a:off x="7498742" y="3281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0" name="pt12080"/>
            <p:cNvSpPr/>
            <p:nvPr/>
          </p:nvSpPr>
          <p:spPr>
            <a:xfrm>
              <a:off x="7482164" y="3273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1" name="pt12081"/>
            <p:cNvSpPr/>
            <p:nvPr/>
          </p:nvSpPr>
          <p:spPr>
            <a:xfrm>
              <a:off x="7325729" y="32561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2" name="pt12082"/>
            <p:cNvSpPr/>
            <p:nvPr/>
          </p:nvSpPr>
          <p:spPr>
            <a:xfrm>
              <a:off x="7451185" y="32846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3" name="pt12083"/>
            <p:cNvSpPr/>
            <p:nvPr/>
          </p:nvSpPr>
          <p:spPr>
            <a:xfrm>
              <a:off x="7468131" y="32705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4" name="pt12084"/>
            <p:cNvSpPr/>
            <p:nvPr/>
          </p:nvSpPr>
          <p:spPr>
            <a:xfrm>
              <a:off x="7396835" y="3226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5" name="pt12085"/>
            <p:cNvSpPr/>
            <p:nvPr/>
          </p:nvSpPr>
          <p:spPr>
            <a:xfrm>
              <a:off x="7421511" y="3335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6" name="pt12086"/>
            <p:cNvSpPr/>
            <p:nvPr/>
          </p:nvSpPr>
          <p:spPr>
            <a:xfrm>
              <a:off x="7452480" y="3324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7" name="pt12087"/>
            <p:cNvSpPr/>
            <p:nvPr/>
          </p:nvSpPr>
          <p:spPr>
            <a:xfrm>
              <a:off x="7392270" y="3207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8" name="pt12088"/>
            <p:cNvSpPr/>
            <p:nvPr/>
          </p:nvSpPr>
          <p:spPr>
            <a:xfrm>
              <a:off x="7434242" y="3285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89" name="pt12089"/>
            <p:cNvSpPr/>
            <p:nvPr/>
          </p:nvSpPr>
          <p:spPr>
            <a:xfrm>
              <a:off x="7479506" y="3304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0" name="pt12090"/>
            <p:cNvSpPr/>
            <p:nvPr/>
          </p:nvSpPr>
          <p:spPr>
            <a:xfrm>
              <a:off x="7436374" y="3241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1" name="pt12091"/>
            <p:cNvSpPr/>
            <p:nvPr/>
          </p:nvSpPr>
          <p:spPr>
            <a:xfrm>
              <a:off x="7502204" y="32856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2" name="pt12092"/>
            <p:cNvSpPr/>
            <p:nvPr/>
          </p:nvSpPr>
          <p:spPr>
            <a:xfrm>
              <a:off x="7450689" y="3242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3" name="pt12093"/>
            <p:cNvSpPr/>
            <p:nvPr/>
          </p:nvSpPr>
          <p:spPr>
            <a:xfrm>
              <a:off x="7459803" y="32596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4" name="pt12094"/>
            <p:cNvSpPr/>
            <p:nvPr/>
          </p:nvSpPr>
          <p:spPr>
            <a:xfrm>
              <a:off x="7449584" y="32432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5" name="pt12095"/>
            <p:cNvSpPr/>
            <p:nvPr/>
          </p:nvSpPr>
          <p:spPr>
            <a:xfrm>
              <a:off x="7490851" y="29871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6" name="pt12096"/>
            <p:cNvSpPr/>
            <p:nvPr/>
          </p:nvSpPr>
          <p:spPr>
            <a:xfrm>
              <a:off x="7457468" y="3307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7" name="pt12097"/>
            <p:cNvSpPr/>
            <p:nvPr/>
          </p:nvSpPr>
          <p:spPr>
            <a:xfrm>
              <a:off x="7496299" y="3265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8" name="pt12098"/>
            <p:cNvSpPr/>
            <p:nvPr/>
          </p:nvSpPr>
          <p:spPr>
            <a:xfrm>
              <a:off x="7429585" y="3276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099" name="pt12099"/>
            <p:cNvSpPr/>
            <p:nvPr/>
          </p:nvSpPr>
          <p:spPr>
            <a:xfrm>
              <a:off x="7429767" y="32823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0" name="pt12100"/>
            <p:cNvSpPr/>
            <p:nvPr/>
          </p:nvSpPr>
          <p:spPr>
            <a:xfrm>
              <a:off x="7462957" y="32742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1" name="pt12101"/>
            <p:cNvSpPr/>
            <p:nvPr/>
          </p:nvSpPr>
          <p:spPr>
            <a:xfrm>
              <a:off x="7481369" y="3288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2" name="pt12102"/>
            <p:cNvSpPr/>
            <p:nvPr/>
          </p:nvSpPr>
          <p:spPr>
            <a:xfrm>
              <a:off x="7405655" y="3246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3" name="pt12103"/>
            <p:cNvSpPr/>
            <p:nvPr/>
          </p:nvSpPr>
          <p:spPr>
            <a:xfrm>
              <a:off x="7412082" y="3294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4" name="pt12104"/>
            <p:cNvSpPr/>
            <p:nvPr/>
          </p:nvSpPr>
          <p:spPr>
            <a:xfrm>
              <a:off x="7452946" y="3214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5" name="pt12105"/>
            <p:cNvSpPr/>
            <p:nvPr/>
          </p:nvSpPr>
          <p:spPr>
            <a:xfrm>
              <a:off x="7511027" y="3285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6" name="pt12106"/>
            <p:cNvSpPr/>
            <p:nvPr/>
          </p:nvSpPr>
          <p:spPr>
            <a:xfrm>
              <a:off x="7523647" y="3256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7" name="pt12107"/>
            <p:cNvSpPr/>
            <p:nvPr/>
          </p:nvSpPr>
          <p:spPr>
            <a:xfrm>
              <a:off x="7512831" y="3225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8" name="pt12108"/>
            <p:cNvSpPr/>
            <p:nvPr/>
          </p:nvSpPr>
          <p:spPr>
            <a:xfrm>
              <a:off x="7399387" y="33112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09" name="pt12109"/>
            <p:cNvSpPr/>
            <p:nvPr/>
          </p:nvSpPr>
          <p:spPr>
            <a:xfrm>
              <a:off x="7545954" y="32783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0" name="pt12110"/>
            <p:cNvSpPr/>
            <p:nvPr/>
          </p:nvSpPr>
          <p:spPr>
            <a:xfrm>
              <a:off x="7406405" y="3262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1" name="pt12111"/>
            <p:cNvSpPr/>
            <p:nvPr/>
          </p:nvSpPr>
          <p:spPr>
            <a:xfrm>
              <a:off x="7407896" y="3297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2" name="pt12112"/>
            <p:cNvSpPr/>
            <p:nvPr/>
          </p:nvSpPr>
          <p:spPr>
            <a:xfrm>
              <a:off x="7440098" y="3293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3" name="pt12113"/>
            <p:cNvSpPr/>
            <p:nvPr/>
          </p:nvSpPr>
          <p:spPr>
            <a:xfrm>
              <a:off x="7412434" y="32564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4" name="pt12114"/>
            <p:cNvSpPr/>
            <p:nvPr/>
          </p:nvSpPr>
          <p:spPr>
            <a:xfrm>
              <a:off x="7436875" y="3082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5" name="pt12115"/>
            <p:cNvSpPr/>
            <p:nvPr/>
          </p:nvSpPr>
          <p:spPr>
            <a:xfrm>
              <a:off x="7410172" y="3215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6" name="pt12116"/>
            <p:cNvSpPr/>
            <p:nvPr/>
          </p:nvSpPr>
          <p:spPr>
            <a:xfrm>
              <a:off x="7387289" y="32862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7" name="pt12117"/>
            <p:cNvSpPr/>
            <p:nvPr/>
          </p:nvSpPr>
          <p:spPr>
            <a:xfrm>
              <a:off x="7471856" y="32645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8" name="pt12118"/>
            <p:cNvSpPr/>
            <p:nvPr/>
          </p:nvSpPr>
          <p:spPr>
            <a:xfrm>
              <a:off x="7507022" y="3281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19" name="pt12119"/>
            <p:cNvSpPr/>
            <p:nvPr/>
          </p:nvSpPr>
          <p:spPr>
            <a:xfrm>
              <a:off x="7481849" y="3273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0" name="pt12120"/>
            <p:cNvSpPr/>
            <p:nvPr/>
          </p:nvSpPr>
          <p:spPr>
            <a:xfrm>
              <a:off x="7464207" y="3303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1" name="pt12121"/>
            <p:cNvSpPr/>
            <p:nvPr/>
          </p:nvSpPr>
          <p:spPr>
            <a:xfrm>
              <a:off x="7391982" y="3313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2" name="pt12122"/>
            <p:cNvSpPr/>
            <p:nvPr/>
          </p:nvSpPr>
          <p:spPr>
            <a:xfrm>
              <a:off x="7382766" y="3283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3" name="pt12123"/>
            <p:cNvSpPr/>
            <p:nvPr/>
          </p:nvSpPr>
          <p:spPr>
            <a:xfrm>
              <a:off x="7406340" y="32822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4" name="pt12124"/>
            <p:cNvSpPr/>
            <p:nvPr/>
          </p:nvSpPr>
          <p:spPr>
            <a:xfrm>
              <a:off x="7413025" y="3285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5" name="pt12125"/>
            <p:cNvSpPr/>
            <p:nvPr/>
          </p:nvSpPr>
          <p:spPr>
            <a:xfrm>
              <a:off x="7446005" y="3271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6" name="pt12126"/>
            <p:cNvSpPr/>
            <p:nvPr/>
          </p:nvSpPr>
          <p:spPr>
            <a:xfrm>
              <a:off x="8005373" y="3276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7" name="pt12127"/>
            <p:cNvSpPr/>
            <p:nvPr/>
          </p:nvSpPr>
          <p:spPr>
            <a:xfrm>
              <a:off x="7415782" y="3214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8" name="pt12128"/>
            <p:cNvSpPr/>
            <p:nvPr/>
          </p:nvSpPr>
          <p:spPr>
            <a:xfrm>
              <a:off x="7436253" y="3253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29" name="pt12129"/>
            <p:cNvSpPr/>
            <p:nvPr/>
          </p:nvSpPr>
          <p:spPr>
            <a:xfrm>
              <a:off x="7428059" y="32688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0" name="pt12130"/>
            <p:cNvSpPr/>
            <p:nvPr/>
          </p:nvSpPr>
          <p:spPr>
            <a:xfrm>
              <a:off x="7430130" y="3289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1" name="pt12131"/>
            <p:cNvSpPr/>
            <p:nvPr/>
          </p:nvSpPr>
          <p:spPr>
            <a:xfrm>
              <a:off x="7423114" y="34245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2" name="pt12132"/>
            <p:cNvSpPr/>
            <p:nvPr/>
          </p:nvSpPr>
          <p:spPr>
            <a:xfrm>
              <a:off x="7503578" y="32472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3" name="pt12133"/>
            <p:cNvSpPr/>
            <p:nvPr/>
          </p:nvSpPr>
          <p:spPr>
            <a:xfrm>
              <a:off x="7432423" y="3233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4" name="pt12134"/>
            <p:cNvSpPr/>
            <p:nvPr/>
          </p:nvSpPr>
          <p:spPr>
            <a:xfrm>
              <a:off x="7409951" y="3231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5" name="pt12135"/>
            <p:cNvSpPr/>
            <p:nvPr/>
          </p:nvSpPr>
          <p:spPr>
            <a:xfrm>
              <a:off x="7449969" y="3266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6" name="pt12136"/>
            <p:cNvSpPr/>
            <p:nvPr/>
          </p:nvSpPr>
          <p:spPr>
            <a:xfrm>
              <a:off x="7439319" y="3309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7" name="pt12137"/>
            <p:cNvSpPr/>
            <p:nvPr/>
          </p:nvSpPr>
          <p:spPr>
            <a:xfrm>
              <a:off x="7447400" y="3296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8" name="pt12138"/>
            <p:cNvSpPr/>
            <p:nvPr/>
          </p:nvSpPr>
          <p:spPr>
            <a:xfrm>
              <a:off x="7480312" y="3261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39" name="pt12139"/>
            <p:cNvSpPr/>
            <p:nvPr/>
          </p:nvSpPr>
          <p:spPr>
            <a:xfrm>
              <a:off x="7536347" y="32613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0" name="pt12140"/>
            <p:cNvSpPr/>
            <p:nvPr/>
          </p:nvSpPr>
          <p:spPr>
            <a:xfrm>
              <a:off x="7405878" y="3287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1" name="pt12141"/>
            <p:cNvSpPr/>
            <p:nvPr/>
          </p:nvSpPr>
          <p:spPr>
            <a:xfrm>
              <a:off x="7432758" y="3265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2" name="pt12142"/>
            <p:cNvSpPr/>
            <p:nvPr/>
          </p:nvSpPr>
          <p:spPr>
            <a:xfrm>
              <a:off x="7476246" y="33174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3" name="pt12143"/>
            <p:cNvSpPr/>
            <p:nvPr/>
          </p:nvSpPr>
          <p:spPr>
            <a:xfrm>
              <a:off x="7430208" y="33536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4" name="pt12144"/>
            <p:cNvSpPr/>
            <p:nvPr/>
          </p:nvSpPr>
          <p:spPr>
            <a:xfrm>
              <a:off x="7387916" y="33184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5" name="pt12145"/>
            <p:cNvSpPr/>
            <p:nvPr/>
          </p:nvSpPr>
          <p:spPr>
            <a:xfrm>
              <a:off x="7461633" y="3241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6" name="pt12146"/>
            <p:cNvSpPr/>
            <p:nvPr/>
          </p:nvSpPr>
          <p:spPr>
            <a:xfrm>
              <a:off x="7459426" y="32656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7" name="pt12147"/>
            <p:cNvSpPr/>
            <p:nvPr/>
          </p:nvSpPr>
          <p:spPr>
            <a:xfrm>
              <a:off x="7512010" y="3323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8" name="pt12148"/>
            <p:cNvSpPr/>
            <p:nvPr/>
          </p:nvSpPr>
          <p:spPr>
            <a:xfrm>
              <a:off x="7411840" y="3247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49" name="pt12149"/>
            <p:cNvSpPr/>
            <p:nvPr/>
          </p:nvSpPr>
          <p:spPr>
            <a:xfrm>
              <a:off x="7628332" y="32745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0" name="pt12150"/>
            <p:cNvSpPr/>
            <p:nvPr/>
          </p:nvSpPr>
          <p:spPr>
            <a:xfrm>
              <a:off x="7407596" y="3331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1" name="pt12151"/>
            <p:cNvSpPr/>
            <p:nvPr/>
          </p:nvSpPr>
          <p:spPr>
            <a:xfrm>
              <a:off x="7495739" y="32534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2" name="pt12152"/>
            <p:cNvSpPr/>
            <p:nvPr/>
          </p:nvSpPr>
          <p:spPr>
            <a:xfrm>
              <a:off x="7380026" y="3278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3" name="pt12153"/>
            <p:cNvSpPr/>
            <p:nvPr/>
          </p:nvSpPr>
          <p:spPr>
            <a:xfrm>
              <a:off x="7468961" y="3276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4" name="pt12154"/>
            <p:cNvSpPr/>
            <p:nvPr/>
          </p:nvSpPr>
          <p:spPr>
            <a:xfrm>
              <a:off x="7431666" y="34235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5" name="pt12155"/>
            <p:cNvSpPr/>
            <p:nvPr/>
          </p:nvSpPr>
          <p:spPr>
            <a:xfrm>
              <a:off x="7405137" y="3260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6" name="pt12156"/>
            <p:cNvSpPr/>
            <p:nvPr/>
          </p:nvSpPr>
          <p:spPr>
            <a:xfrm>
              <a:off x="7605245" y="3265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7" name="pt12157"/>
            <p:cNvSpPr/>
            <p:nvPr/>
          </p:nvSpPr>
          <p:spPr>
            <a:xfrm>
              <a:off x="7441353" y="3247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8" name="pt12158"/>
            <p:cNvSpPr/>
            <p:nvPr/>
          </p:nvSpPr>
          <p:spPr>
            <a:xfrm>
              <a:off x="7439759" y="32785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59" name="pt12159"/>
            <p:cNvSpPr/>
            <p:nvPr/>
          </p:nvSpPr>
          <p:spPr>
            <a:xfrm>
              <a:off x="7448870" y="3271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0" name="pt12160"/>
            <p:cNvSpPr/>
            <p:nvPr/>
          </p:nvSpPr>
          <p:spPr>
            <a:xfrm>
              <a:off x="7458337" y="3269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1" name="pt12161"/>
            <p:cNvSpPr/>
            <p:nvPr/>
          </p:nvSpPr>
          <p:spPr>
            <a:xfrm>
              <a:off x="7427827" y="3308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2" name="pt12162"/>
            <p:cNvSpPr/>
            <p:nvPr/>
          </p:nvSpPr>
          <p:spPr>
            <a:xfrm>
              <a:off x="7488150" y="3255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3" name="pt12163"/>
            <p:cNvSpPr/>
            <p:nvPr/>
          </p:nvSpPr>
          <p:spPr>
            <a:xfrm>
              <a:off x="7481008" y="3269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4" name="pt12164"/>
            <p:cNvSpPr/>
            <p:nvPr/>
          </p:nvSpPr>
          <p:spPr>
            <a:xfrm>
              <a:off x="7465876" y="3269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5" name="pt12165"/>
            <p:cNvSpPr/>
            <p:nvPr/>
          </p:nvSpPr>
          <p:spPr>
            <a:xfrm>
              <a:off x="7440771" y="3281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6" name="pt12166"/>
            <p:cNvSpPr/>
            <p:nvPr/>
          </p:nvSpPr>
          <p:spPr>
            <a:xfrm>
              <a:off x="7452121" y="3269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7" name="pt12167"/>
            <p:cNvSpPr/>
            <p:nvPr/>
          </p:nvSpPr>
          <p:spPr>
            <a:xfrm>
              <a:off x="7456315" y="33043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8" name="pt12168"/>
            <p:cNvSpPr/>
            <p:nvPr/>
          </p:nvSpPr>
          <p:spPr>
            <a:xfrm>
              <a:off x="7511388" y="3318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69" name="pt12169"/>
            <p:cNvSpPr/>
            <p:nvPr/>
          </p:nvSpPr>
          <p:spPr>
            <a:xfrm>
              <a:off x="7463036" y="3270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0" name="pt12170"/>
            <p:cNvSpPr/>
            <p:nvPr/>
          </p:nvSpPr>
          <p:spPr>
            <a:xfrm>
              <a:off x="7488433" y="3246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1" name="pt12171"/>
            <p:cNvSpPr/>
            <p:nvPr/>
          </p:nvSpPr>
          <p:spPr>
            <a:xfrm>
              <a:off x="7439254" y="3251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2" name="pt12172"/>
            <p:cNvSpPr/>
            <p:nvPr/>
          </p:nvSpPr>
          <p:spPr>
            <a:xfrm>
              <a:off x="7505485" y="3266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3" name="pt12173"/>
            <p:cNvSpPr/>
            <p:nvPr/>
          </p:nvSpPr>
          <p:spPr>
            <a:xfrm>
              <a:off x="7436515" y="3348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4" name="pt12174"/>
            <p:cNvSpPr/>
            <p:nvPr/>
          </p:nvSpPr>
          <p:spPr>
            <a:xfrm>
              <a:off x="7486006" y="3311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5" name="pt12175"/>
            <p:cNvSpPr/>
            <p:nvPr/>
          </p:nvSpPr>
          <p:spPr>
            <a:xfrm>
              <a:off x="7337088" y="3278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6" name="pt12176"/>
            <p:cNvSpPr/>
            <p:nvPr/>
          </p:nvSpPr>
          <p:spPr>
            <a:xfrm>
              <a:off x="7415659" y="3279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7" name="pt12177"/>
            <p:cNvSpPr/>
            <p:nvPr/>
          </p:nvSpPr>
          <p:spPr>
            <a:xfrm>
              <a:off x="7456460" y="3138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8" name="pt12178"/>
            <p:cNvSpPr/>
            <p:nvPr/>
          </p:nvSpPr>
          <p:spPr>
            <a:xfrm>
              <a:off x="7484218" y="3249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79" name="pt12179"/>
            <p:cNvSpPr/>
            <p:nvPr/>
          </p:nvSpPr>
          <p:spPr>
            <a:xfrm>
              <a:off x="7451209" y="3234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0" name="pt12180"/>
            <p:cNvSpPr/>
            <p:nvPr/>
          </p:nvSpPr>
          <p:spPr>
            <a:xfrm>
              <a:off x="7356448" y="3189163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81" name="pt12181"/>
            <p:cNvSpPr/>
            <p:nvPr/>
          </p:nvSpPr>
          <p:spPr>
            <a:xfrm>
              <a:off x="7402807" y="3230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2" name="pt12182"/>
            <p:cNvSpPr/>
            <p:nvPr/>
          </p:nvSpPr>
          <p:spPr>
            <a:xfrm>
              <a:off x="7464613" y="32575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3" name="pt12183"/>
            <p:cNvSpPr/>
            <p:nvPr/>
          </p:nvSpPr>
          <p:spPr>
            <a:xfrm>
              <a:off x="7506123" y="3300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4" name="pt12184"/>
            <p:cNvSpPr/>
            <p:nvPr/>
          </p:nvSpPr>
          <p:spPr>
            <a:xfrm>
              <a:off x="7472784" y="3274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5" name="pt12185"/>
            <p:cNvSpPr/>
            <p:nvPr/>
          </p:nvSpPr>
          <p:spPr>
            <a:xfrm>
              <a:off x="7402372" y="3818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6" name="pt12186"/>
            <p:cNvSpPr/>
            <p:nvPr/>
          </p:nvSpPr>
          <p:spPr>
            <a:xfrm>
              <a:off x="7368891" y="33219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7" name="pt12187"/>
            <p:cNvSpPr/>
            <p:nvPr/>
          </p:nvSpPr>
          <p:spPr>
            <a:xfrm>
              <a:off x="7471739" y="3288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8" name="pt12188"/>
            <p:cNvSpPr/>
            <p:nvPr/>
          </p:nvSpPr>
          <p:spPr>
            <a:xfrm>
              <a:off x="7443335" y="3162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89" name="pt12189"/>
            <p:cNvSpPr/>
            <p:nvPr/>
          </p:nvSpPr>
          <p:spPr>
            <a:xfrm>
              <a:off x="7506116" y="3266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0" name="pt12190"/>
            <p:cNvSpPr/>
            <p:nvPr/>
          </p:nvSpPr>
          <p:spPr>
            <a:xfrm>
              <a:off x="7460146" y="3271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1" name="pt12191"/>
            <p:cNvSpPr/>
            <p:nvPr/>
          </p:nvSpPr>
          <p:spPr>
            <a:xfrm>
              <a:off x="7440716" y="3265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2" name="pt12192"/>
            <p:cNvSpPr/>
            <p:nvPr/>
          </p:nvSpPr>
          <p:spPr>
            <a:xfrm>
              <a:off x="7489348" y="3295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3" name="pt12193"/>
            <p:cNvSpPr/>
            <p:nvPr/>
          </p:nvSpPr>
          <p:spPr>
            <a:xfrm>
              <a:off x="7372889" y="33165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4" name="pt12194"/>
            <p:cNvSpPr/>
            <p:nvPr/>
          </p:nvSpPr>
          <p:spPr>
            <a:xfrm>
              <a:off x="7455172" y="3229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5" name="pt12195"/>
            <p:cNvSpPr/>
            <p:nvPr/>
          </p:nvSpPr>
          <p:spPr>
            <a:xfrm>
              <a:off x="7476720" y="3281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6" name="pt12196"/>
            <p:cNvSpPr/>
            <p:nvPr/>
          </p:nvSpPr>
          <p:spPr>
            <a:xfrm>
              <a:off x="7458229" y="3267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7" name="pt12197"/>
            <p:cNvSpPr/>
            <p:nvPr/>
          </p:nvSpPr>
          <p:spPr>
            <a:xfrm>
              <a:off x="7415875" y="3324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8" name="pt12198"/>
            <p:cNvSpPr/>
            <p:nvPr/>
          </p:nvSpPr>
          <p:spPr>
            <a:xfrm>
              <a:off x="7503857" y="3268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199" name="pt12199"/>
            <p:cNvSpPr/>
            <p:nvPr/>
          </p:nvSpPr>
          <p:spPr>
            <a:xfrm>
              <a:off x="7474142" y="3645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0" name="pt12200"/>
            <p:cNvSpPr/>
            <p:nvPr/>
          </p:nvSpPr>
          <p:spPr>
            <a:xfrm>
              <a:off x="7471789" y="3276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1" name="pt12201"/>
            <p:cNvSpPr/>
            <p:nvPr/>
          </p:nvSpPr>
          <p:spPr>
            <a:xfrm>
              <a:off x="7446735" y="3271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2" name="pt12202"/>
            <p:cNvSpPr/>
            <p:nvPr/>
          </p:nvSpPr>
          <p:spPr>
            <a:xfrm>
              <a:off x="7436528" y="3284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3" name="pt12203"/>
            <p:cNvSpPr/>
            <p:nvPr/>
          </p:nvSpPr>
          <p:spPr>
            <a:xfrm>
              <a:off x="7462089" y="2769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4" name="pt12204"/>
            <p:cNvSpPr/>
            <p:nvPr/>
          </p:nvSpPr>
          <p:spPr>
            <a:xfrm>
              <a:off x="7424033" y="3266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5" name="pt12205"/>
            <p:cNvSpPr/>
            <p:nvPr/>
          </p:nvSpPr>
          <p:spPr>
            <a:xfrm>
              <a:off x="7422694" y="3228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6" name="pt12206"/>
            <p:cNvSpPr/>
            <p:nvPr/>
          </p:nvSpPr>
          <p:spPr>
            <a:xfrm>
              <a:off x="7428210" y="32604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7" name="pt12207"/>
            <p:cNvSpPr/>
            <p:nvPr/>
          </p:nvSpPr>
          <p:spPr>
            <a:xfrm>
              <a:off x="7445181" y="32700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8" name="pt12208"/>
            <p:cNvSpPr/>
            <p:nvPr/>
          </p:nvSpPr>
          <p:spPr>
            <a:xfrm>
              <a:off x="7560746" y="3280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09" name="pt12209"/>
            <p:cNvSpPr/>
            <p:nvPr/>
          </p:nvSpPr>
          <p:spPr>
            <a:xfrm>
              <a:off x="7423779" y="3273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0" name="pt12210"/>
            <p:cNvSpPr/>
            <p:nvPr/>
          </p:nvSpPr>
          <p:spPr>
            <a:xfrm>
              <a:off x="7489678" y="3266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1" name="pt12211"/>
            <p:cNvSpPr/>
            <p:nvPr/>
          </p:nvSpPr>
          <p:spPr>
            <a:xfrm>
              <a:off x="7396335" y="3269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2" name="pt12212"/>
            <p:cNvSpPr/>
            <p:nvPr/>
          </p:nvSpPr>
          <p:spPr>
            <a:xfrm>
              <a:off x="7581909" y="3229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3" name="pt12213"/>
            <p:cNvSpPr/>
            <p:nvPr/>
          </p:nvSpPr>
          <p:spPr>
            <a:xfrm>
              <a:off x="7436609" y="31905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4" name="pt12214"/>
            <p:cNvSpPr/>
            <p:nvPr/>
          </p:nvSpPr>
          <p:spPr>
            <a:xfrm>
              <a:off x="7415188" y="3268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5" name="pt12215"/>
            <p:cNvSpPr/>
            <p:nvPr/>
          </p:nvSpPr>
          <p:spPr>
            <a:xfrm>
              <a:off x="7471545" y="3257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6" name="pt12216"/>
            <p:cNvSpPr/>
            <p:nvPr/>
          </p:nvSpPr>
          <p:spPr>
            <a:xfrm>
              <a:off x="7443397" y="32772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7" name="pt12217"/>
            <p:cNvSpPr/>
            <p:nvPr/>
          </p:nvSpPr>
          <p:spPr>
            <a:xfrm>
              <a:off x="7466228" y="3282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8" name="pt12218"/>
            <p:cNvSpPr/>
            <p:nvPr/>
          </p:nvSpPr>
          <p:spPr>
            <a:xfrm>
              <a:off x="7444894" y="3263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19" name="pt12219"/>
            <p:cNvSpPr/>
            <p:nvPr/>
          </p:nvSpPr>
          <p:spPr>
            <a:xfrm>
              <a:off x="7483178" y="33071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0" name="pt12220"/>
            <p:cNvSpPr/>
            <p:nvPr/>
          </p:nvSpPr>
          <p:spPr>
            <a:xfrm>
              <a:off x="7490101" y="3262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1" name="pt12221"/>
            <p:cNvSpPr/>
            <p:nvPr/>
          </p:nvSpPr>
          <p:spPr>
            <a:xfrm>
              <a:off x="7398185" y="3216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2" name="pt12222"/>
            <p:cNvSpPr/>
            <p:nvPr/>
          </p:nvSpPr>
          <p:spPr>
            <a:xfrm>
              <a:off x="7936976" y="3254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3" name="pt12223"/>
            <p:cNvSpPr/>
            <p:nvPr/>
          </p:nvSpPr>
          <p:spPr>
            <a:xfrm>
              <a:off x="7397260" y="3291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4" name="pt12224"/>
            <p:cNvSpPr/>
            <p:nvPr/>
          </p:nvSpPr>
          <p:spPr>
            <a:xfrm>
              <a:off x="7431973" y="3262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5" name="pt12225"/>
            <p:cNvSpPr/>
            <p:nvPr/>
          </p:nvSpPr>
          <p:spPr>
            <a:xfrm>
              <a:off x="7478339" y="3277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6" name="pt12226"/>
            <p:cNvSpPr/>
            <p:nvPr/>
          </p:nvSpPr>
          <p:spPr>
            <a:xfrm>
              <a:off x="7459574" y="32722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7" name="pt12227"/>
            <p:cNvSpPr/>
            <p:nvPr/>
          </p:nvSpPr>
          <p:spPr>
            <a:xfrm>
              <a:off x="7477223" y="3257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8" name="pt12228"/>
            <p:cNvSpPr/>
            <p:nvPr/>
          </p:nvSpPr>
          <p:spPr>
            <a:xfrm>
              <a:off x="7463220" y="3373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29" name="pt12229"/>
            <p:cNvSpPr/>
            <p:nvPr/>
          </p:nvSpPr>
          <p:spPr>
            <a:xfrm>
              <a:off x="7435257" y="3288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0" name="pt12230"/>
            <p:cNvSpPr/>
            <p:nvPr/>
          </p:nvSpPr>
          <p:spPr>
            <a:xfrm>
              <a:off x="7427794" y="3265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1" name="pt12231"/>
            <p:cNvSpPr/>
            <p:nvPr/>
          </p:nvSpPr>
          <p:spPr>
            <a:xfrm>
              <a:off x="7420254" y="3263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2" name="pt12232"/>
            <p:cNvSpPr/>
            <p:nvPr/>
          </p:nvSpPr>
          <p:spPr>
            <a:xfrm>
              <a:off x="7476872" y="32245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3" name="pt12233"/>
            <p:cNvSpPr/>
            <p:nvPr/>
          </p:nvSpPr>
          <p:spPr>
            <a:xfrm>
              <a:off x="7421492" y="3258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4" name="pt12234"/>
            <p:cNvSpPr/>
            <p:nvPr/>
          </p:nvSpPr>
          <p:spPr>
            <a:xfrm>
              <a:off x="7433382" y="32319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5" name="pt12235"/>
            <p:cNvSpPr/>
            <p:nvPr/>
          </p:nvSpPr>
          <p:spPr>
            <a:xfrm>
              <a:off x="7524844" y="3268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6" name="pt12236"/>
            <p:cNvSpPr/>
            <p:nvPr/>
          </p:nvSpPr>
          <p:spPr>
            <a:xfrm>
              <a:off x="7507213" y="3255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7" name="pt12237"/>
            <p:cNvSpPr/>
            <p:nvPr/>
          </p:nvSpPr>
          <p:spPr>
            <a:xfrm>
              <a:off x="7537089" y="3241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8" name="pt12238"/>
            <p:cNvSpPr/>
            <p:nvPr/>
          </p:nvSpPr>
          <p:spPr>
            <a:xfrm>
              <a:off x="7413735" y="3249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39" name="pt12239"/>
            <p:cNvSpPr/>
            <p:nvPr/>
          </p:nvSpPr>
          <p:spPr>
            <a:xfrm>
              <a:off x="7497507" y="3317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0" name="pt12240"/>
            <p:cNvSpPr/>
            <p:nvPr/>
          </p:nvSpPr>
          <p:spPr>
            <a:xfrm>
              <a:off x="7463671" y="3252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1" name="pt12241"/>
            <p:cNvSpPr/>
            <p:nvPr/>
          </p:nvSpPr>
          <p:spPr>
            <a:xfrm>
              <a:off x="7503774" y="3319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2" name="pt12242"/>
            <p:cNvSpPr/>
            <p:nvPr/>
          </p:nvSpPr>
          <p:spPr>
            <a:xfrm>
              <a:off x="7405825" y="32700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3" name="pt12243"/>
            <p:cNvSpPr/>
            <p:nvPr/>
          </p:nvSpPr>
          <p:spPr>
            <a:xfrm>
              <a:off x="7399578" y="3257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4" name="pt12244"/>
            <p:cNvSpPr/>
            <p:nvPr/>
          </p:nvSpPr>
          <p:spPr>
            <a:xfrm>
              <a:off x="7482761" y="3249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5" name="pt12245"/>
            <p:cNvSpPr/>
            <p:nvPr/>
          </p:nvSpPr>
          <p:spPr>
            <a:xfrm>
              <a:off x="7463554" y="3358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6" name="pt12246"/>
            <p:cNvSpPr/>
            <p:nvPr/>
          </p:nvSpPr>
          <p:spPr>
            <a:xfrm>
              <a:off x="7454984" y="3298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7" name="pt12247"/>
            <p:cNvSpPr/>
            <p:nvPr/>
          </p:nvSpPr>
          <p:spPr>
            <a:xfrm>
              <a:off x="7391452" y="32716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8" name="pt12248"/>
            <p:cNvSpPr/>
            <p:nvPr/>
          </p:nvSpPr>
          <p:spPr>
            <a:xfrm>
              <a:off x="7417285" y="3242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49" name="pt12249"/>
            <p:cNvSpPr/>
            <p:nvPr/>
          </p:nvSpPr>
          <p:spPr>
            <a:xfrm>
              <a:off x="7471924" y="3349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0" name="pt12250"/>
            <p:cNvSpPr/>
            <p:nvPr/>
          </p:nvSpPr>
          <p:spPr>
            <a:xfrm>
              <a:off x="7484381" y="31614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1" name="pt12251"/>
            <p:cNvSpPr/>
            <p:nvPr/>
          </p:nvSpPr>
          <p:spPr>
            <a:xfrm>
              <a:off x="7409778" y="3255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2" name="pt12252"/>
            <p:cNvSpPr/>
            <p:nvPr/>
          </p:nvSpPr>
          <p:spPr>
            <a:xfrm>
              <a:off x="7468180" y="3243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3" name="pt12253"/>
            <p:cNvSpPr/>
            <p:nvPr/>
          </p:nvSpPr>
          <p:spPr>
            <a:xfrm>
              <a:off x="7413940" y="3188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4" name="pt12254"/>
            <p:cNvSpPr/>
            <p:nvPr/>
          </p:nvSpPr>
          <p:spPr>
            <a:xfrm>
              <a:off x="7460923" y="3283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5" name="pt12255"/>
            <p:cNvSpPr/>
            <p:nvPr/>
          </p:nvSpPr>
          <p:spPr>
            <a:xfrm>
              <a:off x="7474119" y="3272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6" name="pt12256"/>
            <p:cNvSpPr/>
            <p:nvPr/>
          </p:nvSpPr>
          <p:spPr>
            <a:xfrm>
              <a:off x="7469589" y="3269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7" name="pt12257"/>
            <p:cNvSpPr/>
            <p:nvPr/>
          </p:nvSpPr>
          <p:spPr>
            <a:xfrm>
              <a:off x="7474714" y="3297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8" name="pt12258"/>
            <p:cNvSpPr/>
            <p:nvPr/>
          </p:nvSpPr>
          <p:spPr>
            <a:xfrm>
              <a:off x="7449857" y="3247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59" name="pt12259"/>
            <p:cNvSpPr/>
            <p:nvPr/>
          </p:nvSpPr>
          <p:spPr>
            <a:xfrm>
              <a:off x="7440446" y="3285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0" name="pt12260"/>
            <p:cNvSpPr/>
            <p:nvPr/>
          </p:nvSpPr>
          <p:spPr>
            <a:xfrm>
              <a:off x="7457861" y="3235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1" name="pt12261"/>
            <p:cNvSpPr/>
            <p:nvPr/>
          </p:nvSpPr>
          <p:spPr>
            <a:xfrm>
              <a:off x="7440424" y="32805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2" name="pt12262"/>
            <p:cNvSpPr/>
            <p:nvPr/>
          </p:nvSpPr>
          <p:spPr>
            <a:xfrm>
              <a:off x="7454459" y="3269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3" name="pt12263"/>
            <p:cNvSpPr/>
            <p:nvPr/>
          </p:nvSpPr>
          <p:spPr>
            <a:xfrm>
              <a:off x="7409565" y="32877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4" name="pt12264"/>
            <p:cNvSpPr/>
            <p:nvPr/>
          </p:nvSpPr>
          <p:spPr>
            <a:xfrm>
              <a:off x="7404199" y="3311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5" name="pt12265"/>
            <p:cNvSpPr/>
            <p:nvPr/>
          </p:nvSpPr>
          <p:spPr>
            <a:xfrm>
              <a:off x="7446212" y="3246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6" name="pt12266"/>
            <p:cNvSpPr/>
            <p:nvPr/>
          </p:nvSpPr>
          <p:spPr>
            <a:xfrm>
              <a:off x="7444631" y="32599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7" name="pt12267"/>
            <p:cNvSpPr/>
            <p:nvPr/>
          </p:nvSpPr>
          <p:spPr>
            <a:xfrm>
              <a:off x="7457338" y="3312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8" name="pt12268"/>
            <p:cNvSpPr/>
            <p:nvPr/>
          </p:nvSpPr>
          <p:spPr>
            <a:xfrm>
              <a:off x="7444452" y="3270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69" name="pt12269"/>
            <p:cNvSpPr/>
            <p:nvPr/>
          </p:nvSpPr>
          <p:spPr>
            <a:xfrm>
              <a:off x="7473291" y="3263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0" name="pt12270"/>
            <p:cNvSpPr/>
            <p:nvPr/>
          </p:nvSpPr>
          <p:spPr>
            <a:xfrm>
              <a:off x="7445152" y="34313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1" name="pt12271"/>
            <p:cNvSpPr/>
            <p:nvPr/>
          </p:nvSpPr>
          <p:spPr>
            <a:xfrm>
              <a:off x="7378972" y="3295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2" name="pt12272"/>
            <p:cNvSpPr/>
            <p:nvPr/>
          </p:nvSpPr>
          <p:spPr>
            <a:xfrm>
              <a:off x="7444774" y="3286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3" name="pt12273"/>
            <p:cNvSpPr/>
            <p:nvPr/>
          </p:nvSpPr>
          <p:spPr>
            <a:xfrm>
              <a:off x="7455966" y="3296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4" name="pt12274"/>
            <p:cNvSpPr/>
            <p:nvPr/>
          </p:nvSpPr>
          <p:spPr>
            <a:xfrm>
              <a:off x="7447010" y="3286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5" name="pt12275"/>
            <p:cNvSpPr/>
            <p:nvPr/>
          </p:nvSpPr>
          <p:spPr>
            <a:xfrm>
              <a:off x="7437372" y="3243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6" name="pt12276"/>
            <p:cNvSpPr/>
            <p:nvPr/>
          </p:nvSpPr>
          <p:spPr>
            <a:xfrm>
              <a:off x="7471276" y="3262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7" name="pt12277"/>
            <p:cNvSpPr/>
            <p:nvPr/>
          </p:nvSpPr>
          <p:spPr>
            <a:xfrm>
              <a:off x="7454740" y="32782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8" name="pt12278"/>
            <p:cNvSpPr/>
            <p:nvPr/>
          </p:nvSpPr>
          <p:spPr>
            <a:xfrm>
              <a:off x="7478114" y="3300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79" name="pt12279"/>
            <p:cNvSpPr/>
            <p:nvPr/>
          </p:nvSpPr>
          <p:spPr>
            <a:xfrm>
              <a:off x="7422435" y="3680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0" name="pt12280"/>
            <p:cNvSpPr/>
            <p:nvPr/>
          </p:nvSpPr>
          <p:spPr>
            <a:xfrm>
              <a:off x="7405873" y="3343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1" name="pt12281"/>
            <p:cNvSpPr/>
            <p:nvPr/>
          </p:nvSpPr>
          <p:spPr>
            <a:xfrm>
              <a:off x="7467307" y="3282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2" name="pt12282"/>
            <p:cNvSpPr/>
            <p:nvPr/>
          </p:nvSpPr>
          <p:spPr>
            <a:xfrm>
              <a:off x="7401130" y="3295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3" name="pt12283"/>
            <p:cNvSpPr/>
            <p:nvPr/>
          </p:nvSpPr>
          <p:spPr>
            <a:xfrm>
              <a:off x="7494851" y="3299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4" name="pt12284"/>
            <p:cNvSpPr/>
            <p:nvPr/>
          </p:nvSpPr>
          <p:spPr>
            <a:xfrm>
              <a:off x="7458869" y="3267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5" name="pt12285"/>
            <p:cNvSpPr/>
            <p:nvPr/>
          </p:nvSpPr>
          <p:spPr>
            <a:xfrm>
              <a:off x="7491050" y="3367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6" name="pt12286"/>
            <p:cNvSpPr/>
            <p:nvPr/>
          </p:nvSpPr>
          <p:spPr>
            <a:xfrm>
              <a:off x="7357532" y="32537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7" name="pt12287"/>
            <p:cNvSpPr/>
            <p:nvPr/>
          </p:nvSpPr>
          <p:spPr>
            <a:xfrm>
              <a:off x="7383178" y="3281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8" name="pt12288"/>
            <p:cNvSpPr/>
            <p:nvPr/>
          </p:nvSpPr>
          <p:spPr>
            <a:xfrm>
              <a:off x="7476882" y="3280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89" name="pt12289"/>
            <p:cNvSpPr/>
            <p:nvPr/>
          </p:nvSpPr>
          <p:spPr>
            <a:xfrm>
              <a:off x="7451443" y="32750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0" name="pt12290"/>
            <p:cNvSpPr/>
            <p:nvPr/>
          </p:nvSpPr>
          <p:spPr>
            <a:xfrm>
              <a:off x="7515457" y="3273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1" name="pt12291"/>
            <p:cNvSpPr/>
            <p:nvPr/>
          </p:nvSpPr>
          <p:spPr>
            <a:xfrm>
              <a:off x="7427674" y="3261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2" name="pt12292"/>
            <p:cNvSpPr/>
            <p:nvPr/>
          </p:nvSpPr>
          <p:spPr>
            <a:xfrm>
              <a:off x="7421131" y="32894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3" name="pt12293"/>
            <p:cNvSpPr/>
            <p:nvPr/>
          </p:nvSpPr>
          <p:spPr>
            <a:xfrm>
              <a:off x="7466003" y="3277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4" name="pt12294"/>
            <p:cNvSpPr/>
            <p:nvPr/>
          </p:nvSpPr>
          <p:spPr>
            <a:xfrm>
              <a:off x="7492310" y="3275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5" name="pt12295"/>
            <p:cNvSpPr/>
            <p:nvPr/>
          </p:nvSpPr>
          <p:spPr>
            <a:xfrm>
              <a:off x="7438089" y="3261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6" name="pt12296"/>
            <p:cNvSpPr/>
            <p:nvPr/>
          </p:nvSpPr>
          <p:spPr>
            <a:xfrm>
              <a:off x="7426711" y="3272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7" name="pt12297"/>
            <p:cNvSpPr/>
            <p:nvPr/>
          </p:nvSpPr>
          <p:spPr>
            <a:xfrm>
              <a:off x="7397820" y="3393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8" name="pt12298"/>
            <p:cNvSpPr/>
            <p:nvPr/>
          </p:nvSpPr>
          <p:spPr>
            <a:xfrm>
              <a:off x="7465901" y="3267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299" name="pt12299"/>
            <p:cNvSpPr/>
            <p:nvPr/>
          </p:nvSpPr>
          <p:spPr>
            <a:xfrm>
              <a:off x="7484107" y="3286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0" name="pt12300"/>
            <p:cNvSpPr/>
            <p:nvPr/>
          </p:nvSpPr>
          <p:spPr>
            <a:xfrm>
              <a:off x="7377736" y="3297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1" name="pt12301"/>
            <p:cNvSpPr/>
            <p:nvPr/>
          </p:nvSpPr>
          <p:spPr>
            <a:xfrm>
              <a:off x="7503326" y="3261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2" name="pt12302"/>
            <p:cNvSpPr/>
            <p:nvPr/>
          </p:nvSpPr>
          <p:spPr>
            <a:xfrm>
              <a:off x="7425086" y="3297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3" name="pt12303"/>
            <p:cNvSpPr/>
            <p:nvPr/>
          </p:nvSpPr>
          <p:spPr>
            <a:xfrm>
              <a:off x="7519138" y="32683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4" name="pt12304"/>
            <p:cNvSpPr/>
            <p:nvPr/>
          </p:nvSpPr>
          <p:spPr>
            <a:xfrm>
              <a:off x="7428975" y="31635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5" name="pt12305"/>
            <p:cNvSpPr/>
            <p:nvPr/>
          </p:nvSpPr>
          <p:spPr>
            <a:xfrm>
              <a:off x="7396225" y="3285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6" name="pt12306"/>
            <p:cNvSpPr/>
            <p:nvPr/>
          </p:nvSpPr>
          <p:spPr>
            <a:xfrm>
              <a:off x="7441685" y="3281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7" name="pt12307"/>
            <p:cNvSpPr/>
            <p:nvPr/>
          </p:nvSpPr>
          <p:spPr>
            <a:xfrm>
              <a:off x="7452724" y="3521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8" name="pt12308"/>
            <p:cNvSpPr/>
            <p:nvPr/>
          </p:nvSpPr>
          <p:spPr>
            <a:xfrm>
              <a:off x="7426923" y="3303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09" name="pt12309"/>
            <p:cNvSpPr/>
            <p:nvPr/>
          </p:nvSpPr>
          <p:spPr>
            <a:xfrm>
              <a:off x="7474568" y="32381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0" name="pt12310"/>
            <p:cNvSpPr/>
            <p:nvPr/>
          </p:nvSpPr>
          <p:spPr>
            <a:xfrm>
              <a:off x="7442256" y="30069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1" name="pt12311"/>
            <p:cNvSpPr/>
            <p:nvPr/>
          </p:nvSpPr>
          <p:spPr>
            <a:xfrm>
              <a:off x="7432072" y="3264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2" name="pt12312"/>
            <p:cNvSpPr/>
            <p:nvPr/>
          </p:nvSpPr>
          <p:spPr>
            <a:xfrm>
              <a:off x="7452345" y="3278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3" name="pt12313"/>
            <p:cNvSpPr/>
            <p:nvPr/>
          </p:nvSpPr>
          <p:spPr>
            <a:xfrm>
              <a:off x="7654640" y="3236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4" name="pt12314"/>
            <p:cNvSpPr/>
            <p:nvPr/>
          </p:nvSpPr>
          <p:spPr>
            <a:xfrm>
              <a:off x="7492194" y="3282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5" name="pt12315"/>
            <p:cNvSpPr/>
            <p:nvPr/>
          </p:nvSpPr>
          <p:spPr>
            <a:xfrm>
              <a:off x="7440369" y="3281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6" name="pt12316"/>
            <p:cNvSpPr/>
            <p:nvPr/>
          </p:nvSpPr>
          <p:spPr>
            <a:xfrm>
              <a:off x="7503330" y="3283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7" name="pt12317"/>
            <p:cNvSpPr/>
            <p:nvPr/>
          </p:nvSpPr>
          <p:spPr>
            <a:xfrm>
              <a:off x="7422480" y="3227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8" name="pt12318"/>
            <p:cNvSpPr/>
            <p:nvPr/>
          </p:nvSpPr>
          <p:spPr>
            <a:xfrm>
              <a:off x="7432408" y="32401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19" name="pt12319"/>
            <p:cNvSpPr/>
            <p:nvPr/>
          </p:nvSpPr>
          <p:spPr>
            <a:xfrm>
              <a:off x="7417085" y="3335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0" name="pt12320"/>
            <p:cNvSpPr/>
            <p:nvPr/>
          </p:nvSpPr>
          <p:spPr>
            <a:xfrm>
              <a:off x="7471828" y="32594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1" name="pt12321"/>
            <p:cNvSpPr/>
            <p:nvPr/>
          </p:nvSpPr>
          <p:spPr>
            <a:xfrm>
              <a:off x="7436992" y="3286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2" name="pt12322"/>
            <p:cNvSpPr/>
            <p:nvPr/>
          </p:nvSpPr>
          <p:spPr>
            <a:xfrm>
              <a:off x="7427176" y="3271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3" name="pt12323"/>
            <p:cNvSpPr/>
            <p:nvPr/>
          </p:nvSpPr>
          <p:spPr>
            <a:xfrm>
              <a:off x="7425286" y="3292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4" name="pt12324"/>
            <p:cNvSpPr/>
            <p:nvPr/>
          </p:nvSpPr>
          <p:spPr>
            <a:xfrm>
              <a:off x="7400336" y="3264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5" name="pt12325"/>
            <p:cNvSpPr/>
            <p:nvPr/>
          </p:nvSpPr>
          <p:spPr>
            <a:xfrm>
              <a:off x="7414819" y="3256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6" name="pt12326"/>
            <p:cNvSpPr/>
            <p:nvPr/>
          </p:nvSpPr>
          <p:spPr>
            <a:xfrm>
              <a:off x="7475638" y="32798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7" name="pt12327"/>
            <p:cNvSpPr/>
            <p:nvPr/>
          </p:nvSpPr>
          <p:spPr>
            <a:xfrm>
              <a:off x="7463056" y="3254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8" name="pt12328"/>
            <p:cNvSpPr/>
            <p:nvPr/>
          </p:nvSpPr>
          <p:spPr>
            <a:xfrm>
              <a:off x="7385389" y="3269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29" name="pt12329"/>
            <p:cNvSpPr/>
            <p:nvPr/>
          </p:nvSpPr>
          <p:spPr>
            <a:xfrm>
              <a:off x="7378618" y="3329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0" name="pt12330"/>
            <p:cNvSpPr/>
            <p:nvPr/>
          </p:nvSpPr>
          <p:spPr>
            <a:xfrm>
              <a:off x="7434020" y="32499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1" name="pt12331"/>
            <p:cNvSpPr/>
            <p:nvPr/>
          </p:nvSpPr>
          <p:spPr>
            <a:xfrm>
              <a:off x="7500054" y="33934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2" name="pt12332"/>
            <p:cNvSpPr/>
            <p:nvPr/>
          </p:nvSpPr>
          <p:spPr>
            <a:xfrm>
              <a:off x="7423296" y="3235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3" name="pt12333"/>
            <p:cNvSpPr/>
            <p:nvPr/>
          </p:nvSpPr>
          <p:spPr>
            <a:xfrm>
              <a:off x="7471745" y="3277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4" name="pt12334"/>
            <p:cNvSpPr/>
            <p:nvPr/>
          </p:nvSpPr>
          <p:spPr>
            <a:xfrm>
              <a:off x="7492440" y="3256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5" name="pt12335"/>
            <p:cNvSpPr/>
            <p:nvPr/>
          </p:nvSpPr>
          <p:spPr>
            <a:xfrm>
              <a:off x="7455577" y="3328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6" name="pt12336"/>
            <p:cNvSpPr/>
            <p:nvPr/>
          </p:nvSpPr>
          <p:spPr>
            <a:xfrm>
              <a:off x="7386996" y="25968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7" name="pt12337"/>
            <p:cNvSpPr/>
            <p:nvPr/>
          </p:nvSpPr>
          <p:spPr>
            <a:xfrm>
              <a:off x="7428180" y="3246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8" name="pt12338"/>
            <p:cNvSpPr/>
            <p:nvPr/>
          </p:nvSpPr>
          <p:spPr>
            <a:xfrm>
              <a:off x="7465042" y="32865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39" name="pt12339"/>
            <p:cNvSpPr/>
            <p:nvPr/>
          </p:nvSpPr>
          <p:spPr>
            <a:xfrm>
              <a:off x="7451169" y="3258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0" name="pt12340"/>
            <p:cNvSpPr/>
            <p:nvPr/>
          </p:nvSpPr>
          <p:spPr>
            <a:xfrm>
              <a:off x="7487145" y="32587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1" name="pt12341"/>
            <p:cNvSpPr/>
            <p:nvPr/>
          </p:nvSpPr>
          <p:spPr>
            <a:xfrm>
              <a:off x="7495718" y="3158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2" name="pt12342"/>
            <p:cNvSpPr/>
            <p:nvPr/>
          </p:nvSpPr>
          <p:spPr>
            <a:xfrm>
              <a:off x="7383876" y="3264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3" name="pt12343"/>
            <p:cNvSpPr/>
            <p:nvPr/>
          </p:nvSpPr>
          <p:spPr>
            <a:xfrm>
              <a:off x="7455423" y="3271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4" name="pt12344"/>
            <p:cNvSpPr/>
            <p:nvPr/>
          </p:nvSpPr>
          <p:spPr>
            <a:xfrm>
              <a:off x="7444063" y="32594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5" name="pt12345"/>
            <p:cNvSpPr/>
            <p:nvPr/>
          </p:nvSpPr>
          <p:spPr>
            <a:xfrm>
              <a:off x="7463347" y="33167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6" name="pt12346"/>
            <p:cNvSpPr/>
            <p:nvPr/>
          </p:nvSpPr>
          <p:spPr>
            <a:xfrm>
              <a:off x="7435301" y="32163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7" name="pt12347"/>
            <p:cNvSpPr/>
            <p:nvPr/>
          </p:nvSpPr>
          <p:spPr>
            <a:xfrm>
              <a:off x="7445429" y="3238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8" name="pt12348"/>
            <p:cNvSpPr/>
            <p:nvPr/>
          </p:nvSpPr>
          <p:spPr>
            <a:xfrm>
              <a:off x="7432031" y="32650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49" name="pt12349"/>
            <p:cNvSpPr/>
            <p:nvPr/>
          </p:nvSpPr>
          <p:spPr>
            <a:xfrm>
              <a:off x="7418249" y="32514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0" name="pt12350"/>
            <p:cNvSpPr/>
            <p:nvPr/>
          </p:nvSpPr>
          <p:spPr>
            <a:xfrm>
              <a:off x="7539910" y="3280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1" name="pt12351"/>
            <p:cNvSpPr/>
            <p:nvPr/>
          </p:nvSpPr>
          <p:spPr>
            <a:xfrm>
              <a:off x="7454233" y="32688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2" name="pt12352"/>
            <p:cNvSpPr/>
            <p:nvPr/>
          </p:nvSpPr>
          <p:spPr>
            <a:xfrm>
              <a:off x="7423900" y="3236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3" name="pt12353"/>
            <p:cNvSpPr/>
            <p:nvPr/>
          </p:nvSpPr>
          <p:spPr>
            <a:xfrm>
              <a:off x="7529213" y="3020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4" name="pt12354"/>
            <p:cNvSpPr/>
            <p:nvPr/>
          </p:nvSpPr>
          <p:spPr>
            <a:xfrm>
              <a:off x="7717749" y="3167865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55" name="pt12355"/>
            <p:cNvSpPr/>
            <p:nvPr/>
          </p:nvSpPr>
          <p:spPr>
            <a:xfrm>
              <a:off x="7424017" y="3293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6" name="pt12356"/>
            <p:cNvSpPr/>
            <p:nvPr/>
          </p:nvSpPr>
          <p:spPr>
            <a:xfrm>
              <a:off x="7406541" y="3285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7" name="pt12357"/>
            <p:cNvSpPr/>
            <p:nvPr/>
          </p:nvSpPr>
          <p:spPr>
            <a:xfrm>
              <a:off x="7420468" y="3306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8" name="pt12358"/>
            <p:cNvSpPr/>
            <p:nvPr/>
          </p:nvSpPr>
          <p:spPr>
            <a:xfrm>
              <a:off x="7452572" y="3299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59" name="pt12359"/>
            <p:cNvSpPr/>
            <p:nvPr/>
          </p:nvSpPr>
          <p:spPr>
            <a:xfrm>
              <a:off x="7463030" y="3260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0" name="pt12360"/>
            <p:cNvSpPr/>
            <p:nvPr/>
          </p:nvSpPr>
          <p:spPr>
            <a:xfrm>
              <a:off x="7460156" y="3299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1" name="pt12361"/>
            <p:cNvSpPr/>
            <p:nvPr/>
          </p:nvSpPr>
          <p:spPr>
            <a:xfrm>
              <a:off x="7407408" y="3261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2" name="pt12362"/>
            <p:cNvSpPr/>
            <p:nvPr/>
          </p:nvSpPr>
          <p:spPr>
            <a:xfrm>
              <a:off x="7424615" y="3338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3" name="pt12363"/>
            <p:cNvSpPr/>
            <p:nvPr/>
          </p:nvSpPr>
          <p:spPr>
            <a:xfrm>
              <a:off x="7473355" y="3270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4" name="pt12364"/>
            <p:cNvSpPr/>
            <p:nvPr/>
          </p:nvSpPr>
          <p:spPr>
            <a:xfrm>
              <a:off x="7457829" y="3257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5" name="pt12365"/>
            <p:cNvSpPr/>
            <p:nvPr/>
          </p:nvSpPr>
          <p:spPr>
            <a:xfrm>
              <a:off x="7679085" y="3267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6" name="pt12366"/>
            <p:cNvSpPr/>
            <p:nvPr/>
          </p:nvSpPr>
          <p:spPr>
            <a:xfrm>
              <a:off x="7483818" y="3281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7" name="pt12367"/>
            <p:cNvSpPr/>
            <p:nvPr/>
          </p:nvSpPr>
          <p:spPr>
            <a:xfrm>
              <a:off x="7416488" y="3349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8" name="pt12368"/>
            <p:cNvSpPr/>
            <p:nvPr/>
          </p:nvSpPr>
          <p:spPr>
            <a:xfrm>
              <a:off x="7394852" y="3283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69" name="pt12369"/>
            <p:cNvSpPr/>
            <p:nvPr/>
          </p:nvSpPr>
          <p:spPr>
            <a:xfrm>
              <a:off x="7505741" y="3184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0" name="pt12370"/>
            <p:cNvSpPr/>
            <p:nvPr/>
          </p:nvSpPr>
          <p:spPr>
            <a:xfrm>
              <a:off x="7458909" y="2694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1" name="pt12371"/>
            <p:cNvSpPr/>
            <p:nvPr/>
          </p:nvSpPr>
          <p:spPr>
            <a:xfrm>
              <a:off x="7427552" y="3280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2" name="pt12372"/>
            <p:cNvSpPr/>
            <p:nvPr/>
          </p:nvSpPr>
          <p:spPr>
            <a:xfrm>
              <a:off x="7474033" y="3256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3" name="pt12373"/>
            <p:cNvSpPr/>
            <p:nvPr/>
          </p:nvSpPr>
          <p:spPr>
            <a:xfrm>
              <a:off x="7434358" y="2574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4" name="pt12374"/>
            <p:cNvSpPr/>
            <p:nvPr/>
          </p:nvSpPr>
          <p:spPr>
            <a:xfrm>
              <a:off x="7379115" y="3239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5" name="pt12375"/>
            <p:cNvSpPr/>
            <p:nvPr/>
          </p:nvSpPr>
          <p:spPr>
            <a:xfrm>
              <a:off x="7464152" y="3261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6" name="pt12376"/>
            <p:cNvSpPr/>
            <p:nvPr/>
          </p:nvSpPr>
          <p:spPr>
            <a:xfrm>
              <a:off x="7459943" y="32671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7" name="pt12377"/>
            <p:cNvSpPr/>
            <p:nvPr/>
          </p:nvSpPr>
          <p:spPr>
            <a:xfrm>
              <a:off x="7513530" y="3155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8" name="pt12378"/>
            <p:cNvSpPr/>
            <p:nvPr/>
          </p:nvSpPr>
          <p:spPr>
            <a:xfrm>
              <a:off x="7448946" y="32705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79" name="pt12379"/>
            <p:cNvSpPr/>
            <p:nvPr/>
          </p:nvSpPr>
          <p:spPr>
            <a:xfrm>
              <a:off x="7461837" y="3431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0" name="pt12380"/>
            <p:cNvSpPr/>
            <p:nvPr/>
          </p:nvSpPr>
          <p:spPr>
            <a:xfrm>
              <a:off x="7440116" y="32536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1" name="pt12381"/>
            <p:cNvSpPr/>
            <p:nvPr/>
          </p:nvSpPr>
          <p:spPr>
            <a:xfrm>
              <a:off x="7493161" y="3255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2" name="pt12382"/>
            <p:cNvSpPr/>
            <p:nvPr/>
          </p:nvSpPr>
          <p:spPr>
            <a:xfrm>
              <a:off x="7517238" y="3257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3" name="pt12383"/>
            <p:cNvSpPr/>
            <p:nvPr/>
          </p:nvSpPr>
          <p:spPr>
            <a:xfrm>
              <a:off x="7417379" y="3273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4" name="pt12384"/>
            <p:cNvSpPr/>
            <p:nvPr/>
          </p:nvSpPr>
          <p:spPr>
            <a:xfrm>
              <a:off x="7457046" y="3276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5" name="pt12385"/>
            <p:cNvSpPr/>
            <p:nvPr/>
          </p:nvSpPr>
          <p:spPr>
            <a:xfrm>
              <a:off x="7434582" y="3282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6" name="pt12386"/>
            <p:cNvSpPr/>
            <p:nvPr/>
          </p:nvSpPr>
          <p:spPr>
            <a:xfrm>
              <a:off x="7397587" y="3287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7" name="pt12387"/>
            <p:cNvSpPr/>
            <p:nvPr/>
          </p:nvSpPr>
          <p:spPr>
            <a:xfrm>
              <a:off x="7427332" y="3295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8" name="pt12388"/>
            <p:cNvSpPr/>
            <p:nvPr/>
          </p:nvSpPr>
          <p:spPr>
            <a:xfrm>
              <a:off x="7489470" y="3268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89" name="pt12389"/>
            <p:cNvSpPr/>
            <p:nvPr/>
          </p:nvSpPr>
          <p:spPr>
            <a:xfrm>
              <a:off x="7435448" y="3321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0" name="pt12390"/>
            <p:cNvSpPr/>
            <p:nvPr/>
          </p:nvSpPr>
          <p:spPr>
            <a:xfrm>
              <a:off x="7459679" y="3200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1" name="pt12391"/>
            <p:cNvSpPr/>
            <p:nvPr/>
          </p:nvSpPr>
          <p:spPr>
            <a:xfrm>
              <a:off x="7446494" y="3337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2" name="pt12392"/>
            <p:cNvSpPr/>
            <p:nvPr/>
          </p:nvSpPr>
          <p:spPr>
            <a:xfrm>
              <a:off x="7442008" y="3244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3" name="pt12393"/>
            <p:cNvSpPr/>
            <p:nvPr/>
          </p:nvSpPr>
          <p:spPr>
            <a:xfrm>
              <a:off x="7444256" y="3229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4" name="pt12394"/>
            <p:cNvSpPr/>
            <p:nvPr/>
          </p:nvSpPr>
          <p:spPr>
            <a:xfrm>
              <a:off x="7451913" y="3228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5" name="pt12395"/>
            <p:cNvSpPr/>
            <p:nvPr/>
          </p:nvSpPr>
          <p:spPr>
            <a:xfrm>
              <a:off x="7419263" y="3229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6" name="pt12396"/>
            <p:cNvSpPr/>
            <p:nvPr/>
          </p:nvSpPr>
          <p:spPr>
            <a:xfrm>
              <a:off x="7425258" y="32842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7" name="pt12397"/>
            <p:cNvSpPr/>
            <p:nvPr/>
          </p:nvSpPr>
          <p:spPr>
            <a:xfrm>
              <a:off x="7419280" y="3273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8" name="pt12398"/>
            <p:cNvSpPr/>
            <p:nvPr/>
          </p:nvSpPr>
          <p:spPr>
            <a:xfrm>
              <a:off x="7366691" y="32602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399" name="pt12399"/>
            <p:cNvSpPr/>
            <p:nvPr/>
          </p:nvSpPr>
          <p:spPr>
            <a:xfrm>
              <a:off x="7347084" y="3274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0" name="pt12400"/>
            <p:cNvSpPr/>
            <p:nvPr/>
          </p:nvSpPr>
          <p:spPr>
            <a:xfrm>
              <a:off x="7425187" y="3292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1" name="pt12401"/>
            <p:cNvSpPr/>
            <p:nvPr/>
          </p:nvSpPr>
          <p:spPr>
            <a:xfrm>
              <a:off x="7480073" y="3276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2" name="pt12402"/>
            <p:cNvSpPr/>
            <p:nvPr/>
          </p:nvSpPr>
          <p:spPr>
            <a:xfrm>
              <a:off x="7411180" y="32512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3" name="pt12403"/>
            <p:cNvSpPr/>
            <p:nvPr/>
          </p:nvSpPr>
          <p:spPr>
            <a:xfrm>
              <a:off x="8208400" y="3271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4" name="pt12404"/>
            <p:cNvSpPr/>
            <p:nvPr/>
          </p:nvSpPr>
          <p:spPr>
            <a:xfrm>
              <a:off x="7484180" y="3272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5" name="pt12405"/>
            <p:cNvSpPr/>
            <p:nvPr/>
          </p:nvSpPr>
          <p:spPr>
            <a:xfrm>
              <a:off x="7440718" y="3275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6" name="pt12406"/>
            <p:cNvSpPr/>
            <p:nvPr/>
          </p:nvSpPr>
          <p:spPr>
            <a:xfrm>
              <a:off x="7397227" y="33024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7" name="pt12407"/>
            <p:cNvSpPr/>
            <p:nvPr/>
          </p:nvSpPr>
          <p:spPr>
            <a:xfrm>
              <a:off x="7416047" y="3253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8" name="pt12408"/>
            <p:cNvSpPr/>
            <p:nvPr/>
          </p:nvSpPr>
          <p:spPr>
            <a:xfrm>
              <a:off x="7421116" y="3274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09" name="pt12409"/>
            <p:cNvSpPr/>
            <p:nvPr/>
          </p:nvSpPr>
          <p:spPr>
            <a:xfrm>
              <a:off x="7522135" y="32487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0" name="pt12410"/>
            <p:cNvSpPr/>
            <p:nvPr/>
          </p:nvSpPr>
          <p:spPr>
            <a:xfrm>
              <a:off x="7465684" y="3554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1" name="pt12411"/>
            <p:cNvSpPr/>
            <p:nvPr/>
          </p:nvSpPr>
          <p:spPr>
            <a:xfrm>
              <a:off x="7450018" y="32543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2" name="pt12412"/>
            <p:cNvSpPr/>
            <p:nvPr/>
          </p:nvSpPr>
          <p:spPr>
            <a:xfrm>
              <a:off x="7422381" y="3282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3" name="pt12413"/>
            <p:cNvSpPr/>
            <p:nvPr/>
          </p:nvSpPr>
          <p:spPr>
            <a:xfrm>
              <a:off x="7388554" y="3255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4" name="pt12414"/>
            <p:cNvSpPr/>
            <p:nvPr/>
          </p:nvSpPr>
          <p:spPr>
            <a:xfrm>
              <a:off x="7505546" y="32553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5" name="pt12415"/>
            <p:cNvSpPr/>
            <p:nvPr/>
          </p:nvSpPr>
          <p:spPr>
            <a:xfrm>
              <a:off x="7445937" y="3258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6" name="pt12416"/>
            <p:cNvSpPr/>
            <p:nvPr/>
          </p:nvSpPr>
          <p:spPr>
            <a:xfrm>
              <a:off x="7427251" y="3327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7" name="pt12417"/>
            <p:cNvSpPr/>
            <p:nvPr/>
          </p:nvSpPr>
          <p:spPr>
            <a:xfrm>
              <a:off x="7437715" y="3402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8" name="pt12418"/>
            <p:cNvSpPr/>
            <p:nvPr/>
          </p:nvSpPr>
          <p:spPr>
            <a:xfrm>
              <a:off x="7455963" y="32887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19" name="pt12419"/>
            <p:cNvSpPr/>
            <p:nvPr/>
          </p:nvSpPr>
          <p:spPr>
            <a:xfrm>
              <a:off x="7464739" y="3175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0" name="pt12420"/>
            <p:cNvSpPr/>
            <p:nvPr/>
          </p:nvSpPr>
          <p:spPr>
            <a:xfrm>
              <a:off x="7414345" y="3242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1" name="pt12421"/>
            <p:cNvSpPr/>
            <p:nvPr/>
          </p:nvSpPr>
          <p:spPr>
            <a:xfrm>
              <a:off x="7439018" y="3287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2" name="pt12422"/>
            <p:cNvSpPr/>
            <p:nvPr/>
          </p:nvSpPr>
          <p:spPr>
            <a:xfrm>
              <a:off x="7377052" y="3261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3" name="pt12423"/>
            <p:cNvSpPr/>
            <p:nvPr/>
          </p:nvSpPr>
          <p:spPr>
            <a:xfrm>
              <a:off x="7487272" y="3149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4" name="pt12424"/>
            <p:cNvSpPr/>
            <p:nvPr/>
          </p:nvSpPr>
          <p:spPr>
            <a:xfrm>
              <a:off x="7401024" y="3281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5" name="pt12425"/>
            <p:cNvSpPr/>
            <p:nvPr/>
          </p:nvSpPr>
          <p:spPr>
            <a:xfrm>
              <a:off x="7454125" y="32592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6" name="pt12426"/>
            <p:cNvSpPr/>
            <p:nvPr/>
          </p:nvSpPr>
          <p:spPr>
            <a:xfrm>
              <a:off x="7424564" y="3178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7" name="pt12427"/>
            <p:cNvSpPr/>
            <p:nvPr/>
          </p:nvSpPr>
          <p:spPr>
            <a:xfrm>
              <a:off x="7434746" y="3248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8" name="pt12428"/>
            <p:cNvSpPr/>
            <p:nvPr/>
          </p:nvSpPr>
          <p:spPr>
            <a:xfrm>
              <a:off x="7445366" y="3275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29" name="pt12429"/>
            <p:cNvSpPr/>
            <p:nvPr/>
          </p:nvSpPr>
          <p:spPr>
            <a:xfrm>
              <a:off x="7401098" y="3267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0" name="pt12430"/>
            <p:cNvSpPr/>
            <p:nvPr/>
          </p:nvSpPr>
          <p:spPr>
            <a:xfrm>
              <a:off x="7432546" y="3243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1" name="pt12431"/>
            <p:cNvSpPr/>
            <p:nvPr/>
          </p:nvSpPr>
          <p:spPr>
            <a:xfrm>
              <a:off x="7489574" y="3268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2" name="pt12432"/>
            <p:cNvSpPr/>
            <p:nvPr/>
          </p:nvSpPr>
          <p:spPr>
            <a:xfrm>
              <a:off x="7448145" y="32723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3" name="pt12433"/>
            <p:cNvSpPr/>
            <p:nvPr/>
          </p:nvSpPr>
          <p:spPr>
            <a:xfrm>
              <a:off x="7406341" y="33002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4" name="pt12434"/>
            <p:cNvSpPr/>
            <p:nvPr/>
          </p:nvSpPr>
          <p:spPr>
            <a:xfrm>
              <a:off x="7482080" y="3225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5" name="pt12435"/>
            <p:cNvSpPr/>
            <p:nvPr/>
          </p:nvSpPr>
          <p:spPr>
            <a:xfrm>
              <a:off x="7466545" y="31580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6" name="pt12436"/>
            <p:cNvSpPr/>
            <p:nvPr/>
          </p:nvSpPr>
          <p:spPr>
            <a:xfrm>
              <a:off x="7365133" y="3337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7" name="pt12437"/>
            <p:cNvSpPr/>
            <p:nvPr/>
          </p:nvSpPr>
          <p:spPr>
            <a:xfrm>
              <a:off x="7441215" y="32708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8" name="pt12438"/>
            <p:cNvSpPr/>
            <p:nvPr/>
          </p:nvSpPr>
          <p:spPr>
            <a:xfrm>
              <a:off x="7445583" y="3271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39" name="pt12439"/>
            <p:cNvSpPr/>
            <p:nvPr/>
          </p:nvSpPr>
          <p:spPr>
            <a:xfrm>
              <a:off x="7430801" y="3216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0" name="pt12440"/>
            <p:cNvSpPr/>
            <p:nvPr/>
          </p:nvSpPr>
          <p:spPr>
            <a:xfrm>
              <a:off x="7451589" y="3188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1" name="pt12441"/>
            <p:cNvSpPr/>
            <p:nvPr/>
          </p:nvSpPr>
          <p:spPr>
            <a:xfrm>
              <a:off x="7417525" y="3271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2" name="pt12442"/>
            <p:cNvSpPr/>
            <p:nvPr/>
          </p:nvSpPr>
          <p:spPr>
            <a:xfrm>
              <a:off x="7464178" y="3262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3" name="pt12443"/>
            <p:cNvSpPr/>
            <p:nvPr/>
          </p:nvSpPr>
          <p:spPr>
            <a:xfrm>
              <a:off x="7491973" y="36625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4" name="pt12444"/>
            <p:cNvSpPr/>
            <p:nvPr/>
          </p:nvSpPr>
          <p:spPr>
            <a:xfrm>
              <a:off x="7412593" y="32595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5" name="pt12445"/>
            <p:cNvSpPr/>
            <p:nvPr/>
          </p:nvSpPr>
          <p:spPr>
            <a:xfrm>
              <a:off x="7404335" y="3338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6" name="pt12446"/>
            <p:cNvSpPr/>
            <p:nvPr/>
          </p:nvSpPr>
          <p:spPr>
            <a:xfrm>
              <a:off x="7458454" y="3271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7" name="pt12447"/>
            <p:cNvSpPr/>
            <p:nvPr/>
          </p:nvSpPr>
          <p:spPr>
            <a:xfrm>
              <a:off x="7458769" y="32751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8" name="pt12448"/>
            <p:cNvSpPr/>
            <p:nvPr/>
          </p:nvSpPr>
          <p:spPr>
            <a:xfrm>
              <a:off x="7495365" y="32209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49" name="pt12449"/>
            <p:cNvSpPr/>
            <p:nvPr/>
          </p:nvSpPr>
          <p:spPr>
            <a:xfrm>
              <a:off x="7389868" y="3271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0" name="pt12450"/>
            <p:cNvSpPr/>
            <p:nvPr/>
          </p:nvSpPr>
          <p:spPr>
            <a:xfrm>
              <a:off x="7328869" y="3161993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51" name="pt12451"/>
            <p:cNvSpPr/>
            <p:nvPr/>
          </p:nvSpPr>
          <p:spPr>
            <a:xfrm>
              <a:off x="7437324" y="3275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2" name="pt12452"/>
            <p:cNvSpPr/>
            <p:nvPr/>
          </p:nvSpPr>
          <p:spPr>
            <a:xfrm>
              <a:off x="7442915" y="3296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3" name="pt12453"/>
            <p:cNvSpPr/>
            <p:nvPr/>
          </p:nvSpPr>
          <p:spPr>
            <a:xfrm>
              <a:off x="7434850" y="3282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4" name="pt12454"/>
            <p:cNvSpPr/>
            <p:nvPr/>
          </p:nvSpPr>
          <p:spPr>
            <a:xfrm>
              <a:off x="7423677" y="3283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5" name="pt12455"/>
            <p:cNvSpPr/>
            <p:nvPr/>
          </p:nvSpPr>
          <p:spPr>
            <a:xfrm>
              <a:off x="7526310" y="3265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6" name="pt12456"/>
            <p:cNvSpPr/>
            <p:nvPr/>
          </p:nvSpPr>
          <p:spPr>
            <a:xfrm>
              <a:off x="9665157" y="3263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7" name="pt12457"/>
            <p:cNvSpPr/>
            <p:nvPr/>
          </p:nvSpPr>
          <p:spPr>
            <a:xfrm>
              <a:off x="7467791" y="3224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8" name="pt12458"/>
            <p:cNvSpPr/>
            <p:nvPr/>
          </p:nvSpPr>
          <p:spPr>
            <a:xfrm>
              <a:off x="7401418" y="3259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59" name="pt12459"/>
            <p:cNvSpPr/>
            <p:nvPr/>
          </p:nvSpPr>
          <p:spPr>
            <a:xfrm>
              <a:off x="7405865" y="3171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0" name="pt12460"/>
            <p:cNvSpPr/>
            <p:nvPr/>
          </p:nvSpPr>
          <p:spPr>
            <a:xfrm>
              <a:off x="7392279" y="35259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1" name="pt12461"/>
            <p:cNvSpPr/>
            <p:nvPr/>
          </p:nvSpPr>
          <p:spPr>
            <a:xfrm>
              <a:off x="7450283" y="32723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2" name="pt12462"/>
            <p:cNvSpPr/>
            <p:nvPr/>
          </p:nvSpPr>
          <p:spPr>
            <a:xfrm>
              <a:off x="7449978" y="32789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3" name="pt12463"/>
            <p:cNvSpPr/>
            <p:nvPr/>
          </p:nvSpPr>
          <p:spPr>
            <a:xfrm>
              <a:off x="7492959" y="3304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4" name="pt12464"/>
            <p:cNvSpPr/>
            <p:nvPr/>
          </p:nvSpPr>
          <p:spPr>
            <a:xfrm>
              <a:off x="7442355" y="3252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5" name="pt12465"/>
            <p:cNvSpPr/>
            <p:nvPr/>
          </p:nvSpPr>
          <p:spPr>
            <a:xfrm>
              <a:off x="7449378" y="32678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6" name="pt12466"/>
            <p:cNvSpPr/>
            <p:nvPr/>
          </p:nvSpPr>
          <p:spPr>
            <a:xfrm>
              <a:off x="7455662" y="3276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7" name="pt12467"/>
            <p:cNvSpPr/>
            <p:nvPr/>
          </p:nvSpPr>
          <p:spPr>
            <a:xfrm>
              <a:off x="7432171" y="32812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8" name="pt12468"/>
            <p:cNvSpPr/>
            <p:nvPr/>
          </p:nvSpPr>
          <p:spPr>
            <a:xfrm>
              <a:off x="7493698" y="3106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69" name="pt12469"/>
            <p:cNvSpPr/>
            <p:nvPr/>
          </p:nvSpPr>
          <p:spPr>
            <a:xfrm>
              <a:off x="7449536" y="3306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0" name="pt12470"/>
            <p:cNvSpPr/>
            <p:nvPr/>
          </p:nvSpPr>
          <p:spPr>
            <a:xfrm>
              <a:off x="7396949" y="32593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1" name="pt12471"/>
            <p:cNvSpPr/>
            <p:nvPr/>
          </p:nvSpPr>
          <p:spPr>
            <a:xfrm>
              <a:off x="7480055" y="32407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2" name="pt12472"/>
            <p:cNvSpPr/>
            <p:nvPr/>
          </p:nvSpPr>
          <p:spPr>
            <a:xfrm>
              <a:off x="7494512" y="32667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3" name="pt12473"/>
            <p:cNvSpPr/>
            <p:nvPr/>
          </p:nvSpPr>
          <p:spPr>
            <a:xfrm>
              <a:off x="7348095" y="3303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4" name="pt12474"/>
            <p:cNvSpPr/>
            <p:nvPr/>
          </p:nvSpPr>
          <p:spPr>
            <a:xfrm>
              <a:off x="7382722" y="3271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5" name="pt12475"/>
            <p:cNvSpPr/>
            <p:nvPr/>
          </p:nvSpPr>
          <p:spPr>
            <a:xfrm>
              <a:off x="7495886" y="3248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6" name="pt12476"/>
            <p:cNvSpPr/>
            <p:nvPr/>
          </p:nvSpPr>
          <p:spPr>
            <a:xfrm>
              <a:off x="7464753" y="3730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7" name="pt12477"/>
            <p:cNvSpPr/>
            <p:nvPr/>
          </p:nvSpPr>
          <p:spPr>
            <a:xfrm>
              <a:off x="7424668" y="3264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8" name="pt12478"/>
            <p:cNvSpPr/>
            <p:nvPr/>
          </p:nvSpPr>
          <p:spPr>
            <a:xfrm>
              <a:off x="7475718" y="32598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79" name="pt12479"/>
            <p:cNvSpPr/>
            <p:nvPr/>
          </p:nvSpPr>
          <p:spPr>
            <a:xfrm>
              <a:off x="7472224" y="3270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0" name="pt12480"/>
            <p:cNvSpPr/>
            <p:nvPr/>
          </p:nvSpPr>
          <p:spPr>
            <a:xfrm>
              <a:off x="7457403" y="3336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1" name="pt12481"/>
            <p:cNvSpPr/>
            <p:nvPr/>
          </p:nvSpPr>
          <p:spPr>
            <a:xfrm>
              <a:off x="7415372" y="3315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2" name="pt12482"/>
            <p:cNvSpPr/>
            <p:nvPr/>
          </p:nvSpPr>
          <p:spPr>
            <a:xfrm>
              <a:off x="7440670" y="3257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3" name="pt12483"/>
            <p:cNvSpPr/>
            <p:nvPr/>
          </p:nvSpPr>
          <p:spPr>
            <a:xfrm>
              <a:off x="7400398" y="32704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4" name="pt12484"/>
            <p:cNvSpPr/>
            <p:nvPr/>
          </p:nvSpPr>
          <p:spPr>
            <a:xfrm>
              <a:off x="7478625" y="32901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5" name="pt12485"/>
            <p:cNvSpPr/>
            <p:nvPr/>
          </p:nvSpPr>
          <p:spPr>
            <a:xfrm>
              <a:off x="7468196" y="3292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6" name="pt12486"/>
            <p:cNvSpPr/>
            <p:nvPr/>
          </p:nvSpPr>
          <p:spPr>
            <a:xfrm>
              <a:off x="7458920" y="3267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7" name="pt12487"/>
            <p:cNvSpPr/>
            <p:nvPr/>
          </p:nvSpPr>
          <p:spPr>
            <a:xfrm>
              <a:off x="7420532" y="3269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8" name="pt12488"/>
            <p:cNvSpPr/>
            <p:nvPr/>
          </p:nvSpPr>
          <p:spPr>
            <a:xfrm>
              <a:off x="7447416" y="3280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89" name="pt12489"/>
            <p:cNvSpPr/>
            <p:nvPr/>
          </p:nvSpPr>
          <p:spPr>
            <a:xfrm>
              <a:off x="7456239" y="3293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0" name="pt12490"/>
            <p:cNvSpPr/>
            <p:nvPr/>
          </p:nvSpPr>
          <p:spPr>
            <a:xfrm>
              <a:off x="7437597" y="32731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1" name="pt12491"/>
            <p:cNvSpPr/>
            <p:nvPr/>
          </p:nvSpPr>
          <p:spPr>
            <a:xfrm>
              <a:off x="7421716" y="3287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2" name="pt12492"/>
            <p:cNvSpPr/>
            <p:nvPr/>
          </p:nvSpPr>
          <p:spPr>
            <a:xfrm>
              <a:off x="7355821" y="3339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3" name="pt12493"/>
            <p:cNvSpPr/>
            <p:nvPr/>
          </p:nvSpPr>
          <p:spPr>
            <a:xfrm>
              <a:off x="7490697" y="3223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4" name="pt12494"/>
            <p:cNvSpPr/>
            <p:nvPr/>
          </p:nvSpPr>
          <p:spPr>
            <a:xfrm>
              <a:off x="7472315" y="32343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5" name="pt12495"/>
            <p:cNvSpPr/>
            <p:nvPr/>
          </p:nvSpPr>
          <p:spPr>
            <a:xfrm>
              <a:off x="7476743" y="3247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6" name="pt12496"/>
            <p:cNvSpPr/>
            <p:nvPr/>
          </p:nvSpPr>
          <p:spPr>
            <a:xfrm>
              <a:off x="7480481" y="3291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7" name="pt12497"/>
            <p:cNvSpPr/>
            <p:nvPr/>
          </p:nvSpPr>
          <p:spPr>
            <a:xfrm>
              <a:off x="7421387" y="3265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8" name="pt12498"/>
            <p:cNvSpPr/>
            <p:nvPr/>
          </p:nvSpPr>
          <p:spPr>
            <a:xfrm>
              <a:off x="7404782" y="32823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499" name="pt12499"/>
            <p:cNvSpPr/>
            <p:nvPr/>
          </p:nvSpPr>
          <p:spPr>
            <a:xfrm>
              <a:off x="7472083" y="33123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0" name="pt12500"/>
            <p:cNvSpPr/>
            <p:nvPr/>
          </p:nvSpPr>
          <p:spPr>
            <a:xfrm>
              <a:off x="7418999" y="3288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1" name="pt12501"/>
            <p:cNvSpPr/>
            <p:nvPr/>
          </p:nvSpPr>
          <p:spPr>
            <a:xfrm>
              <a:off x="7449154" y="3259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2" name="pt12502"/>
            <p:cNvSpPr/>
            <p:nvPr/>
          </p:nvSpPr>
          <p:spPr>
            <a:xfrm>
              <a:off x="7436871" y="32561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3" name="pt12503"/>
            <p:cNvSpPr/>
            <p:nvPr/>
          </p:nvSpPr>
          <p:spPr>
            <a:xfrm>
              <a:off x="7423718" y="2808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4" name="pt12504"/>
            <p:cNvSpPr/>
            <p:nvPr/>
          </p:nvSpPr>
          <p:spPr>
            <a:xfrm>
              <a:off x="7425402" y="33147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5" name="pt12505"/>
            <p:cNvSpPr/>
            <p:nvPr/>
          </p:nvSpPr>
          <p:spPr>
            <a:xfrm>
              <a:off x="7410876" y="3492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6" name="pt12506"/>
            <p:cNvSpPr/>
            <p:nvPr/>
          </p:nvSpPr>
          <p:spPr>
            <a:xfrm>
              <a:off x="7386674" y="3249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7" name="pt12507"/>
            <p:cNvSpPr/>
            <p:nvPr/>
          </p:nvSpPr>
          <p:spPr>
            <a:xfrm>
              <a:off x="7452726" y="3282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8" name="pt12508"/>
            <p:cNvSpPr/>
            <p:nvPr/>
          </p:nvSpPr>
          <p:spPr>
            <a:xfrm>
              <a:off x="7492921" y="3283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09" name="pt12509"/>
            <p:cNvSpPr/>
            <p:nvPr/>
          </p:nvSpPr>
          <p:spPr>
            <a:xfrm>
              <a:off x="7476335" y="3252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0" name="pt12510"/>
            <p:cNvSpPr/>
            <p:nvPr/>
          </p:nvSpPr>
          <p:spPr>
            <a:xfrm>
              <a:off x="7485508" y="3165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1" name="pt12511"/>
            <p:cNvSpPr/>
            <p:nvPr/>
          </p:nvSpPr>
          <p:spPr>
            <a:xfrm>
              <a:off x="7343599" y="3280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2" name="pt12512"/>
            <p:cNvSpPr/>
            <p:nvPr/>
          </p:nvSpPr>
          <p:spPr>
            <a:xfrm>
              <a:off x="7450348" y="3198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3" name="pt12513"/>
            <p:cNvSpPr/>
            <p:nvPr/>
          </p:nvSpPr>
          <p:spPr>
            <a:xfrm>
              <a:off x="7384589" y="3187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4" name="pt12514"/>
            <p:cNvSpPr/>
            <p:nvPr/>
          </p:nvSpPr>
          <p:spPr>
            <a:xfrm>
              <a:off x="7449657" y="3267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5" name="pt12515"/>
            <p:cNvSpPr/>
            <p:nvPr/>
          </p:nvSpPr>
          <p:spPr>
            <a:xfrm>
              <a:off x="7467523" y="3236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6" name="pt12516"/>
            <p:cNvSpPr/>
            <p:nvPr/>
          </p:nvSpPr>
          <p:spPr>
            <a:xfrm>
              <a:off x="7451155" y="3231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7" name="pt12517"/>
            <p:cNvSpPr/>
            <p:nvPr/>
          </p:nvSpPr>
          <p:spPr>
            <a:xfrm>
              <a:off x="7420484" y="3304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8" name="pt12518"/>
            <p:cNvSpPr/>
            <p:nvPr/>
          </p:nvSpPr>
          <p:spPr>
            <a:xfrm>
              <a:off x="7413321" y="3252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19" name="pt12519"/>
            <p:cNvSpPr/>
            <p:nvPr/>
          </p:nvSpPr>
          <p:spPr>
            <a:xfrm>
              <a:off x="7425950" y="3284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0" name="pt12520"/>
            <p:cNvSpPr/>
            <p:nvPr/>
          </p:nvSpPr>
          <p:spPr>
            <a:xfrm>
              <a:off x="7428381" y="3284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1" name="pt12521"/>
            <p:cNvSpPr/>
            <p:nvPr/>
          </p:nvSpPr>
          <p:spPr>
            <a:xfrm>
              <a:off x="7448955" y="3399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2" name="pt12522"/>
            <p:cNvSpPr/>
            <p:nvPr/>
          </p:nvSpPr>
          <p:spPr>
            <a:xfrm>
              <a:off x="7436365" y="3312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3" name="pt12523"/>
            <p:cNvSpPr/>
            <p:nvPr/>
          </p:nvSpPr>
          <p:spPr>
            <a:xfrm>
              <a:off x="7450219" y="3243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4" name="pt12524"/>
            <p:cNvSpPr/>
            <p:nvPr/>
          </p:nvSpPr>
          <p:spPr>
            <a:xfrm>
              <a:off x="7425381" y="32980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5" name="pt12525"/>
            <p:cNvSpPr/>
            <p:nvPr/>
          </p:nvSpPr>
          <p:spPr>
            <a:xfrm>
              <a:off x="7299390" y="32377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6" name="pt12526"/>
            <p:cNvSpPr/>
            <p:nvPr/>
          </p:nvSpPr>
          <p:spPr>
            <a:xfrm>
              <a:off x="7484695" y="2882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7" name="pt12527"/>
            <p:cNvSpPr/>
            <p:nvPr/>
          </p:nvSpPr>
          <p:spPr>
            <a:xfrm>
              <a:off x="7466095" y="3252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8" name="pt12528"/>
            <p:cNvSpPr/>
            <p:nvPr/>
          </p:nvSpPr>
          <p:spPr>
            <a:xfrm>
              <a:off x="7497828" y="3277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29" name="pt12529"/>
            <p:cNvSpPr/>
            <p:nvPr/>
          </p:nvSpPr>
          <p:spPr>
            <a:xfrm>
              <a:off x="7455525" y="32711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0" name="pt12530"/>
            <p:cNvSpPr/>
            <p:nvPr/>
          </p:nvSpPr>
          <p:spPr>
            <a:xfrm>
              <a:off x="7453074" y="3265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1" name="pt12531"/>
            <p:cNvSpPr/>
            <p:nvPr/>
          </p:nvSpPr>
          <p:spPr>
            <a:xfrm>
              <a:off x="7383247" y="3337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2" name="pt12532"/>
            <p:cNvSpPr/>
            <p:nvPr/>
          </p:nvSpPr>
          <p:spPr>
            <a:xfrm>
              <a:off x="7413451" y="3265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3" name="pt12533"/>
            <p:cNvSpPr/>
            <p:nvPr/>
          </p:nvSpPr>
          <p:spPr>
            <a:xfrm>
              <a:off x="7438235" y="3244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4" name="pt12534"/>
            <p:cNvSpPr/>
            <p:nvPr/>
          </p:nvSpPr>
          <p:spPr>
            <a:xfrm>
              <a:off x="7441796" y="3121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5" name="pt12535"/>
            <p:cNvSpPr/>
            <p:nvPr/>
          </p:nvSpPr>
          <p:spPr>
            <a:xfrm>
              <a:off x="7424439" y="2697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6" name="pt12536"/>
            <p:cNvSpPr/>
            <p:nvPr/>
          </p:nvSpPr>
          <p:spPr>
            <a:xfrm>
              <a:off x="7444943" y="3250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7" name="pt12537"/>
            <p:cNvSpPr/>
            <p:nvPr/>
          </p:nvSpPr>
          <p:spPr>
            <a:xfrm>
              <a:off x="7539769" y="3259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8" name="pt12538"/>
            <p:cNvSpPr/>
            <p:nvPr/>
          </p:nvSpPr>
          <p:spPr>
            <a:xfrm>
              <a:off x="7490495" y="3284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39" name="pt12539"/>
            <p:cNvSpPr/>
            <p:nvPr/>
          </p:nvSpPr>
          <p:spPr>
            <a:xfrm>
              <a:off x="7468430" y="32704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0" name="pt12540"/>
            <p:cNvSpPr/>
            <p:nvPr/>
          </p:nvSpPr>
          <p:spPr>
            <a:xfrm>
              <a:off x="7479644" y="32675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1" name="pt12541"/>
            <p:cNvSpPr/>
            <p:nvPr/>
          </p:nvSpPr>
          <p:spPr>
            <a:xfrm>
              <a:off x="7525607" y="3284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2" name="pt12542"/>
            <p:cNvSpPr/>
            <p:nvPr/>
          </p:nvSpPr>
          <p:spPr>
            <a:xfrm>
              <a:off x="7506036" y="32747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3" name="pt12543"/>
            <p:cNvSpPr/>
            <p:nvPr/>
          </p:nvSpPr>
          <p:spPr>
            <a:xfrm>
              <a:off x="7427038" y="3270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4" name="pt12544"/>
            <p:cNvSpPr/>
            <p:nvPr/>
          </p:nvSpPr>
          <p:spPr>
            <a:xfrm>
              <a:off x="8083630" y="3261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5" name="pt12545"/>
            <p:cNvSpPr/>
            <p:nvPr/>
          </p:nvSpPr>
          <p:spPr>
            <a:xfrm>
              <a:off x="7468871" y="3243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6" name="pt12546"/>
            <p:cNvSpPr/>
            <p:nvPr/>
          </p:nvSpPr>
          <p:spPr>
            <a:xfrm>
              <a:off x="7811906" y="3297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7" name="pt12547"/>
            <p:cNvSpPr/>
            <p:nvPr/>
          </p:nvSpPr>
          <p:spPr>
            <a:xfrm>
              <a:off x="7467444" y="3268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8" name="pt12548"/>
            <p:cNvSpPr/>
            <p:nvPr/>
          </p:nvSpPr>
          <p:spPr>
            <a:xfrm>
              <a:off x="7426767" y="3384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49" name="pt12549"/>
            <p:cNvSpPr/>
            <p:nvPr/>
          </p:nvSpPr>
          <p:spPr>
            <a:xfrm>
              <a:off x="7425400" y="3304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0" name="pt12550"/>
            <p:cNvSpPr/>
            <p:nvPr/>
          </p:nvSpPr>
          <p:spPr>
            <a:xfrm>
              <a:off x="7436695" y="3209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1" name="pt12551"/>
            <p:cNvSpPr/>
            <p:nvPr/>
          </p:nvSpPr>
          <p:spPr>
            <a:xfrm>
              <a:off x="7461034" y="3243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2" name="pt12552"/>
            <p:cNvSpPr/>
            <p:nvPr/>
          </p:nvSpPr>
          <p:spPr>
            <a:xfrm>
              <a:off x="7455113" y="3247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3" name="pt12553"/>
            <p:cNvSpPr/>
            <p:nvPr/>
          </p:nvSpPr>
          <p:spPr>
            <a:xfrm>
              <a:off x="7485701" y="32295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4" name="pt12554"/>
            <p:cNvSpPr/>
            <p:nvPr/>
          </p:nvSpPr>
          <p:spPr>
            <a:xfrm>
              <a:off x="7469923" y="3261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5" name="pt12555"/>
            <p:cNvSpPr/>
            <p:nvPr/>
          </p:nvSpPr>
          <p:spPr>
            <a:xfrm>
              <a:off x="7442375" y="32870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6" name="pt12556"/>
            <p:cNvSpPr/>
            <p:nvPr/>
          </p:nvSpPr>
          <p:spPr>
            <a:xfrm>
              <a:off x="7392678" y="3315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7" name="pt12557"/>
            <p:cNvSpPr/>
            <p:nvPr/>
          </p:nvSpPr>
          <p:spPr>
            <a:xfrm>
              <a:off x="7457615" y="3356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8" name="pt12558"/>
            <p:cNvSpPr/>
            <p:nvPr/>
          </p:nvSpPr>
          <p:spPr>
            <a:xfrm>
              <a:off x="7504793" y="32686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59" name="pt12559"/>
            <p:cNvSpPr/>
            <p:nvPr/>
          </p:nvSpPr>
          <p:spPr>
            <a:xfrm>
              <a:off x="7484947" y="3265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0" name="pt12560"/>
            <p:cNvSpPr/>
            <p:nvPr/>
          </p:nvSpPr>
          <p:spPr>
            <a:xfrm>
              <a:off x="7434822" y="3317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1" name="pt12561"/>
            <p:cNvSpPr/>
            <p:nvPr/>
          </p:nvSpPr>
          <p:spPr>
            <a:xfrm>
              <a:off x="7456952" y="3280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2" name="pt12562"/>
            <p:cNvSpPr/>
            <p:nvPr/>
          </p:nvSpPr>
          <p:spPr>
            <a:xfrm>
              <a:off x="7494045" y="3308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3" name="pt12563"/>
            <p:cNvSpPr/>
            <p:nvPr/>
          </p:nvSpPr>
          <p:spPr>
            <a:xfrm>
              <a:off x="7519589" y="3252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4" name="pt12564"/>
            <p:cNvSpPr/>
            <p:nvPr/>
          </p:nvSpPr>
          <p:spPr>
            <a:xfrm>
              <a:off x="7461104" y="32776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5" name="pt12565"/>
            <p:cNvSpPr/>
            <p:nvPr/>
          </p:nvSpPr>
          <p:spPr>
            <a:xfrm>
              <a:off x="7392953" y="3324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6" name="pt12566"/>
            <p:cNvSpPr/>
            <p:nvPr/>
          </p:nvSpPr>
          <p:spPr>
            <a:xfrm>
              <a:off x="7455534" y="3232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7" name="pt12567"/>
            <p:cNvSpPr/>
            <p:nvPr/>
          </p:nvSpPr>
          <p:spPr>
            <a:xfrm>
              <a:off x="7404743" y="3234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8" name="pt12568"/>
            <p:cNvSpPr/>
            <p:nvPr/>
          </p:nvSpPr>
          <p:spPr>
            <a:xfrm>
              <a:off x="7435282" y="3266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69" name="pt12569"/>
            <p:cNvSpPr/>
            <p:nvPr/>
          </p:nvSpPr>
          <p:spPr>
            <a:xfrm>
              <a:off x="7457895" y="3307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0" name="pt12570"/>
            <p:cNvSpPr/>
            <p:nvPr/>
          </p:nvSpPr>
          <p:spPr>
            <a:xfrm>
              <a:off x="7437840" y="3136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1" name="pt12571"/>
            <p:cNvSpPr/>
            <p:nvPr/>
          </p:nvSpPr>
          <p:spPr>
            <a:xfrm>
              <a:off x="7487775" y="31553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2" name="pt12572"/>
            <p:cNvSpPr/>
            <p:nvPr/>
          </p:nvSpPr>
          <p:spPr>
            <a:xfrm>
              <a:off x="7513473" y="3283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3" name="pt12573"/>
            <p:cNvSpPr/>
            <p:nvPr/>
          </p:nvSpPr>
          <p:spPr>
            <a:xfrm>
              <a:off x="7471911" y="3273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4" name="pt12574"/>
            <p:cNvSpPr/>
            <p:nvPr/>
          </p:nvSpPr>
          <p:spPr>
            <a:xfrm>
              <a:off x="7462580" y="3277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5" name="pt12575"/>
            <p:cNvSpPr/>
            <p:nvPr/>
          </p:nvSpPr>
          <p:spPr>
            <a:xfrm>
              <a:off x="7406690" y="3434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6" name="pt12576"/>
            <p:cNvSpPr/>
            <p:nvPr/>
          </p:nvSpPr>
          <p:spPr>
            <a:xfrm>
              <a:off x="7472248" y="32700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7" name="pt12577"/>
            <p:cNvSpPr/>
            <p:nvPr/>
          </p:nvSpPr>
          <p:spPr>
            <a:xfrm>
              <a:off x="7450288" y="3251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8" name="pt12578"/>
            <p:cNvSpPr/>
            <p:nvPr/>
          </p:nvSpPr>
          <p:spPr>
            <a:xfrm>
              <a:off x="7463121" y="3268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79" name="pt12579"/>
            <p:cNvSpPr/>
            <p:nvPr/>
          </p:nvSpPr>
          <p:spPr>
            <a:xfrm>
              <a:off x="7480341" y="32759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0" name="pt12580"/>
            <p:cNvSpPr/>
            <p:nvPr/>
          </p:nvSpPr>
          <p:spPr>
            <a:xfrm>
              <a:off x="7445449" y="3274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1" name="pt12581"/>
            <p:cNvSpPr/>
            <p:nvPr/>
          </p:nvSpPr>
          <p:spPr>
            <a:xfrm>
              <a:off x="7492567" y="3269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2" name="pt12582"/>
            <p:cNvSpPr/>
            <p:nvPr/>
          </p:nvSpPr>
          <p:spPr>
            <a:xfrm>
              <a:off x="7377168" y="32799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3" name="pt12583"/>
            <p:cNvSpPr/>
            <p:nvPr/>
          </p:nvSpPr>
          <p:spPr>
            <a:xfrm>
              <a:off x="7463575" y="3296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4" name="pt12584"/>
            <p:cNvSpPr/>
            <p:nvPr/>
          </p:nvSpPr>
          <p:spPr>
            <a:xfrm>
              <a:off x="7453129" y="3266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5" name="pt12585"/>
            <p:cNvSpPr/>
            <p:nvPr/>
          </p:nvSpPr>
          <p:spPr>
            <a:xfrm>
              <a:off x="7488492" y="3247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6" name="pt12586"/>
            <p:cNvSpPr/>
            <p:nvPr/>
          </p:nvSpPr>
          <p:spPr>
            <a:xfrm>
              <a:off x="7443738" y="3270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7" name="pt12587"/>
            <p:cNvSpPr/>
            <p:nvPr/>
          </p:nvSpPr>
          <p:spPr>
            <a:xfrm>
              <a:off x="7382137" y="31902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8" name="pt12588"/>
            <p:cNvSpPr/>
            <p:nvPr/>
          </p:nvSpPr>
          <p:spPr>
            <a:xfrm>
              <a:off x="7388534" y="33019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89" name="pt12589"/>
            <p:cNvSpPr/>
            <p:nvPr/>
          </p:nvSpPr>
          <p:spPr>
            <a:xfrm>
              <a:off x="7531248" y="3266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0" name="pt12590"/>
            <p:cNvSpPr/>
            <p:nvPr/>
          </p:nvSpPr>
          <p:spPr>
            <a:xfrm>
              <a:off x="7432893" y="3239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1" name="pt12591"/>
            <p:cNvSpPr/>
            <p:nvPr/>
          </p:nvSpPr>
          <p:spPr>
            <a:xfrm>
              <a:off x="7480911" y="3257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2" name="pt12592"/>
            <p:cNvSpPr/>
            <p:nvPr/>
          </p:nvSpPr>
          <p:spPr>
            <a:xfrm>
              <a:off x="7497652" y="3249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3" name="pt12593"/>
            <p:cNvSpPr/>
            <p:nvPr/>
          </p:nvSpPr>
          <p:spPr>
            <a:xfrm>
              <a:off x="7548979" y="3245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4" name="pt12594"/>
            <p:cNvSpPr/>
            <p:nvPr/>
          </p:nvSpPr>
          <p:spPr>
            <a:xfrm>
              <a:off x="7453252" y="3240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5" name="pt12595"/>
            <p:cNvSpPr/>
            <p:nvPr/>
          </p:nvSpPr>
          <p:spPr>
            <a:xfrm>
              <a:off x="7493848" y="3081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6" name="pt12596"/>
            <p:cNvSpPr/>
            <p:nvPr/>
          </p:nvSpPr>
          <p:spPr>
            <a:xfrm>
              <a:off x="7455714" y="32654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7" name="pt12597"/>
            <p:cNvSpPr/>
            <p:nvPr/>
          </p:nvSpPr>
          <p:spPr>
            <a:xfrm>
              <a:off x="7427454" y="3226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8" name="pt12598"/>
            <p:cNvSpPr/>
            <p:nvPr/>
          </p:nvSpPr>
          <p:spPr>
            <a:xfrm>
              <a:off x="7482230" y="3227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599" name="pt12599"/>
            <p:cNvSpPr/>
            <p:nvPr/>
          </p:nvSpPr>
          <p:spPr>
            <a:xfrm>
              <a:off x="7462259" y="3317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0" name="pt12600"/>
            <p:cNvSpPr/>
            <p:nvPr/>
          </p:nvSpPr>
          <p:spPr>
            <a:xfrm>
              <a:off x="7404718" y="3259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1" name="pt12601"/>
            <p:cNvSpPr/>
            <p:nvPr/>
          </p:nvSpPr>
          <p:spPr>
            <a:xfrm>
              <a:off x="7494941" y="3263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2" name="pt12602"/>
            <p:cNvSpPr/>
            <p:nvPr/>
          </p:nvSpPr>
          <p:spPr>
            <a:xfrm>
              <a:off x="7432614" y="3257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3" name="pt12603"/>
            <p:cNvSpPr/>
            <p:nvPr/>
          </p:nvSpPr>
          <p:spPr>
            <a:xfrm>
              <a:off x="7452299" y="33036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4" name="pt12604"/>
            <p:cNvSpPr/>
            <p:nvPr/>
          </p:nvSpPr>
          <p:spPr>
            <a:xfrm>
              <a:off x="7466995" y="3252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5" name="pt12605"/>
            <p:cNvSpPr/>
            <p:nvPr/>
          </p:nvSpPr>
          <p:spPr>
            <a:xfrm>
              <a:off x="7459120" y="3245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6" name="pt12606"/>
            <p:cNvSpPr/>
            <p:nvPr/>
          </p:nvSpPr>
          <p:spPr>
            <a:xfrm>
              <a:off x="7428215" y="3287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7" name="pt12607"/>
            <p:cNvSpPr/>
            <p:nvPr/>
          </p:nvSpPr>
          <p:spPr>
            <a:xfrm>
              <a:off x="7414121" y="3350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8" name="pt12608"/>
            <p:cNvSpPr/>
            <p:nvPr/>
          </p:nvSpPr>
          <p:spPr>
            <a:xfrm>
              <a:off x="7489705" y="3272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09" name="pt12609"/>
            <p:cNvSpPr/>
            <p:nvPr/>
          </p:nvSpPr>
          <p:spPr>
            <a:xfrm>
              <a:off x="7381789" y="3263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0" name="pt12610"/>
            <p:cNvSpPr/>
            <p:nvPr/>
          </p:nvSpPr>
          <p:spPr>
            <a:xfrm>
              <a:off x="7401085" y="3271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1" name="pt12611"/>
            <p:cNvSpPr/>
            <p:nvPr/>
          </p:nvSpPr>
          <p:spPr>
            <a:xfrm>
              <a:off x="7484848" y="3248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2" name="pt12612"/>
            <p:cNvSpPr/>
            <p:nvPr/>
          </p:nvSpPr>
          <p:spPr>
            <a:xfrm>
              <a:off x="7411403" y="3149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3" name="pt12613"/>
            <p:cNvSpPr/>
            <p:nvPr/>
          </p:nvSpPr>
          <p:spPr>
            <a:xfrm>
              <a:off x="7470418" y="3243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4" name="pt12614"/>
            <p:cNvSpPr/>
            <p:nvPr/>
          </p:nvSpPr>
          <p:spPr>
            <a:xfrm>
              <a:off x="7447783" y="3244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5" name="pt12615"/>
            <p:cNvSpPr/>
            <p:nvPr/>
          </p:nvSpPr>
          <p:spPr>
            <a:xfrm>
              <a:off x="7501109" y="3270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6" name="pt12616"/>
            <p:cNvSpPr/>
            <p:nvPr/>
          </p:nvSpPr>
          <p:spPr>
            <a:xfrm>
              <a:off x="7452993" y="3271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7" name="pt12617"/>
            <p:cNvSpPr/>
            <p:nvPr/>
          </p:nvSpPr>
          <p:spPr>
            <a:xfrm>
              <a:off x="7463510" y="32621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8" name="pt12618"/>
            <p:cNvSpPr/>
            <p:nvPr/>
          </p:nvSpPr>
          <p:spPr>
            <a:xfrm>
              <a:off x="7493100" y="3261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19" name="pt12619"/>
            <p:cNvSpPr/>
            <p:nvPr/>
          </p:nvSpPr>
          <p:spPr>
            <a:xfrm>
              <a:off x="7472250" y="3251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0" name="pt12620"/>
            <p:cNvSpPr/>
            <p:nvPr/>
          </p:nvSpPr>
          <p:spPr>
            <a:xfrm>
              <a:off x="7435038" y="3288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1" name="pt12621"/>
            <p:cNvSpPr/>
            <p:nvPr/>
          </p:nvSpPr>
          <p:spPr>
            <a:xfrm>
              <a:off x="7431138" y="3283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2" name="pt12622"/>
            <p:cNvSpPr/>
            <p:nvPr/>
          </p:nvSpPr>
          <p:spPr>
            <a:xfrm>
              <a:off x="7469046" y="3317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3" name="pt12623"/>
            <p:cNvSpPr/>
            <p:nvPr/>
          </p:nvSpPr>
          <p:spPr>
            <a:xfrm>
              <a:off x="7468057" y="32526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4" name="pt12624"/>
            <p:cNvSpPr/>
            <p:nvPr/>
          </p:nvSpPr>
          <p:spPr>
            <a:xfrm>
              <a:off x="7469794" y="3279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5" name="pt12625"/>
            <p:cNvSpPr/>
            <p:nvPr/>
          </p:nvSpPr>
          <p:spPr>
            <a:xfrm>
              <a:off x="7407329" y="3259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6" name="pt12626"/>
            <p:cNvSpPr/>
            <p:nvPr/>
          </p:nvSpPr>
          <p:spPr>
            <a:xfrm>
              <a:off x="7380338" y="3205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7" name="pt12627"/>
            <p:cNvSpPr/>
            <p:nvPr/>
          </p:nvSpPr>
          <p:spPr>
            <a:xfrm>
              <a:off x="7475073" y="3272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8" name="pt12628"/>
            <p:cNvSpPr/>
            <p:nvPr/>
          </p:nvSpPr>
          <p:spPr>
            <a:xfrm>
              <a:off x="7388853" y="3255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29" name="pt12629"/>
            <p:cNvSpPr/>
            <p:nvPr/>
          </p:nvSpPr>
          <p:spPr>
            <a:xfrm>
              <a:off x="7412441" y="32931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0" name="pt12630"/>
            <p:cNvSpPr/>
            <p:nvPr/>
          </p:nvSpPr>
          <p:spPr>
            <a:xfrm>
              <a:off x="7439665" y="3293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1" name="pt12631"/>
            <p:cNvSpPr/>
            <p:nvPr/>
          </p:nvSpPr>
          <p:spPr>
            <a:xfrm>
              <a:off x="7435137" y="3242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2" name="pt12632"/>
            <p:cNvSpPr/>
            <p:nvPr/>
          </p:nvSpPr>
          <p:spPr>
            <a:xfrm>
              <a:off x="7427786" y="3278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3" name="pt12633"/>
            <p:cNvSpPr/>
            <p:nvPr/>
          </p:nvSpPr>
          <p:spPr>
            <a:xfrm>
              <a:off x="7423407" y="3212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4" name="pt12634"/>
            <p:cNvSpPr/>
            <p:nvPr/>
          </p:nvSpPr>
          <p:spPr>
            <a:xfrm>
              <a:off x="7500155" y="3272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5" name="pt12635"/>
            <p:cNvSpPr/>
            <p:nvPr/>
          </p:nvSpPr>
          <p:spPr>
            <a:xfrm>
              <a:off x="7512930" y="32784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6" name="pt12636"/>
            <p:cNvSpPr/>
            <p:nvPr/>
          </p:nvSpPr>
          <p:spPr>
            <a:xfrm>
              <a:off x="7472510" y="3272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7" name="pt12637"/>
            <p:cNvSpPr/>
            <p:nvPr/>
          </p:nvSpPr>
          <p:spPr>
            <a:xfrm>
              <a:off x="7487960" y="3526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8" name="pt12638"/>
            <p:cNvSpPr/>
            <p:nvPr/>
          </p:nvSpPr>
          <p:spPr>
            <a:xfrm>
              <a:off x="7479877" y="32472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39" name="pt12639"/>
            <p:cNvSpPr/>
            <p:nvPr/>
          </p:nvSpPr>
          <p:spPr>
            <a:xfrm>
              <a:off x="7498744" y="32274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0" name="pt12640"/>
            <p:cNvSpPr/>
            <p:nvPr/>
          </p:nvSpPr>
          <p:spPr>
            <a:xfrm>
              <a:off x="7421782" y="32924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1" name="pt12641"/>
            <p:cNvSpPr/>
            <p:nvPr/>
          </p:nvSpPr>
          <p:spPr>
            <a:xfrm>
              <a:off x="7419171" y="3232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2" name="pt12642"/>
            <p:cNvSpPr/>
            <p:nvPr/>
          </p:nvSpPr>
          <p:spPr>
            <a:xfrm>
              <a:off x="7419655" y="3266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3" name="pt12643"/>
            <p:cNvSpPr/>
            <p:nvPr/>
          </p:nvSpPr>
          <p:spPr>
            <a:xfrm>
              <a:off x="7480841" y="3252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4" name="pt12644"/>
            <p:cNvSpPr/>
            <p:nvPr/>
          </p:nvSpPr>
          <p:spPr>
            <a:xfrm>
              <a:off x="7418383" y="32532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5" name="pt12645"/>
            <p:cNvSpPr/>
            <p:nvPr/>
          </p:nvSpPr>
          <p:spPr>
            <a:xfrm>
              <a:off x="7510797" y="3264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6" name="pt12646"/>
            <p:cNvSpPr/>
            <p:nvPr/>
          </p:nvSpPr>
          <p:spPr>
            <a:xfrm>
              <a:off x="7419311" y="3281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7" name="pt12647"/>
            <p:cNvSpPr/>
            <p:nvPr/>
          </p:nvSpPr>
          <p:spPr>
            <a:xfrm>
              <a:off x="7271675" y="3283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8" name="pt12648"/>
            <p:cNvSpPr/>
            <p:nvPr/>
          </p:nvSpPr>
          <p:spPr>
            <a:xfrm>
              <a:off x="7365965" y="3268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49" name="pt12649"/>
            <p:cNvSpPr/>
            <p:nvPr/>
          </p:nvSpPr>
          <p:spPr>
            <a:xfrm>
              <a:off x="7397471" y="3383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0" name="pt12650"/>
            <p:cNvSpPr/>
            <p:nvPr/>
          </p:nvSpPr>
          <p:spPr>
            <a:xfrm>
              <a:off x="7466793" y="3321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1" name="pt12651"/>
            <p:cNvSpPr/>
            <p:nvPr/>
          </p:nvSpPr>
          <p:spPr>
            <a:xfrm>
              <a:off x="7428319" y="3275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2" name="pt12652"/>
            <p:cNvSpPr/>
            <p:nvPr/>
          </p:nvSpPr>
          <p:spPr>
            <a:xfrm>
              <a:off x="7461172" y="3262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3" name="pt12653"/>
            <p:cNvSpPr/>
            <p:nvPr/>
          </p:nvSpPr>
          <p:spPr>
            <a:xfrm>
              <a:off x="7477358" y="3184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4" name="pt12654"/>
            <p:cNvSpPr/>
            <p:nvPr/>
          </p:nvSpPr>
          <p:spPr>
            <a:xfrm>
              <a:off x="7412159" y="3277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5" name="pt12655"/>
            <p:cNvSpPr/>
            <p:nvPr/>
          </p:nvSpPr>
          <p:spPr>
            <a:xfrm>
              <a:off x="7385159" y="33322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6" name="pt12656"/>
            <p:cNvSpPr/>
            <p:nvPr/>
          </p:nvSpPr>
          <p:spPr>
            <a:xfrm>
              <a:off x="7456599" y="3295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7" name="pt12657"/>
            <p:cNvSpPr/>
            <p:nvPr/>
          </p:nvSpPr>
          <p:spPr>
            <a:xfrm>
              <a:off x="7443548" y="33589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8" name="pt12658"/>
            <p:cNvSpPr/>
            <p:nvPr/>
          </p:nvSpPr>
          <p:spPr>
            <a:xfrm>
              <a:off x="7380877" y="3263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59" name="pt12659"/>
            <p:cNvSpPr/>
            <p:nvPr/>
          </p:nvSpPr>
          <p:spPr>
            <a:xfrm>
              <a:off x="7467677" y="32601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0" name="pt12660"/>
            <p:cNvSpPr/>
            <p:nvPr/>
          </p:nvSpPr>
          <p:spPr>
            <a:xfrm>
              <a:off x="7427616" y="3259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1" name="pt12661"/>
            <p:cNvSpPr/>
            <p:nvPr/>
          </p:nvSpPr>
          <p:spPr>
            <a:xfrm>
              <a:off x="7426589" y="3331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2" name="pt12662"/>
            <p:cNvSpPr/>
            <p:nvPr/>
          </p:nvSpPr>
          <p:spPr>
            <a:xfrm>
              <a:off x="7416110" y="3253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3" name="pt12663"/>
            <p:cNvSpPr/>
            <p:nvPr/>
          </p:nvSpPr>
          <p:spPr>
            <a:xfrm>
              <a:off x="7327086" y="3273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4" name="pt12664"/>
            <p:cNvSpPr/>
            <p:nvPr/>
          </p:nvSpPr>
          <p:spPr>
            <a:xfrm>
              <a:off x="7371254" y="32703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5" name="pt12665"/>
            <p:cNvSpPr/>
            <p:nvPr/>
          </p:nvSpPr>
          <p:spPr>
            <a:xfrm>
              <a:off x="7495412" y="3245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6" name="pt12666"/>
            <p:cNvSpPr/>
            <p:nvPr/>
          </p:nvSpPr>
          <p:spPr>
            <a:xfrm>
              <a:off x="7434298" y="3244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7" name="pt12667"/>
            <p:cNvSpPr/>
            <p:nvPr/>
          </p:nvSpPr>
          <p:spPr>
            <a:xfrm>
              <a:off x="7456472" y="3246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8" name="pt12668"/>
            <p:cNvSpPr/>
            <p:nvPr/>
          </p:nvSpPr>
          <p:spPr>
            <a:xfrm>
              <a:off x="7415239" y="33225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69" name="pt12669"/>
            <p:cNvSpPr/>
            <p:nvPr/>
          </p:nvSpPr>
          <p:spPr>
            <a:xfrm>
              <a:off x="7350219" y="3360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0" name="pt12670"/>
            <p:cNvSpPr/>
            <p:nvPr/>
          </p:nvSpPr>
          <p:spPr>
            <a:xfrm>
              <a:off x="7486559" y="32670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1" name="pt12671"/>
            <p:cNvSpPr/>
            <p:nvPr/>
          </p:nvSpPr>
          <p:spPr>
            <a:xfrm>
              <a:off x="7415302" y="32480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2" name="pt12672"/>
            <p:cNvSpPr/>
            <p:nvPr/>
          </p:nvSpPr>
          <p:spPr>
            <a:xfrm>
              <a:off x="7401154" y="3266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3" name="pt12673"/>
            <p:cNvSpPr/>
            <p:nvPr/>
          </p:nvSpPr>
          <p:spPr>
            <a:xfrm>
              <a:off x="7458662" y="3288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4" name="pt12674"/>
            <p:cNvSpPr/>
            <p:nvPr/>
          </p:nvSpPr>
          <p:spPr>
            <a:xfrm>
              <a:off x="7381382" y="3335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5" name="pt12675"/>
            <p:cNvSpPr/>
            <p:nvPr/>
          </p:nvSpPr>
          <p:spPr>
            <a:xfrm>
              <a:off x="7468799" y="3276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6" name="pt12676"/>
            <p:cNvSpPr/>
            <p:nvPr/>
          </p:nvSpPr>
          <p:spPr>
            <a:xfrm>
              <a:off x="7467402" y="32280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7" name="pt12677"/>
            <p:cNvSpPr/>
            <p:nvPr/>
          </p:nvSpPr>
          <p:spPr>
            <a:xfrm>
              <a:off x="7452989" y="3255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8" name="pt12678"/>
            <p:cNvSpPr/>
            <p:nvPr/>
          </p:nvSpPr>
          <p:spPr>
            <a:xfrm>
              <a:off x="7464390" y="3294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79" name="pt12679"/>
            <p:cNvSpPr/>
            <p:nvPr/>
          </p:nvSpPr>
          <p:spPr>
            <a:xfrm>
              <a:off x="7477906" y="3244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0" name="pt12680"/>
            <p:cNvSpPr/>
            <p:nvPr/>
          </p:nvSpPr>
          <p:spPr>
            <a:xfrm>
              <a:off x="7442532" y="32722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1" name="pt12681"/>
            <p:cNvSpPr/>
            <p:nvPr/>
          </p:nvSpPr>
          <p:spPr>
            <a:xfrm>
              <a:off x="7527799" y="3256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2" name="pt12682"/>
            <p:cNvSpPr/>
            <p:nvPr/>
          </p:nvSpPr>
          <p:spPr>
            <a:xfrm>
              <a:off x="7435623" y="3249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3" name="pt12683"/>
            <p:cNvSpPr/>
            <p:nvPr/>
          </p:nvSpPr>
          <p:spPr>
            <a:xfrm>
              <a:off x="7457635" y="3248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4" name="pt12684"/>
            <p:cNvSpPr/>
            <p:nvPr/>
          </p:nvSpPr>
          <p:spPr>
            <a:xfrm>
              <a:off x="7447457" y="24688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5" name="pt12685"/>
            <p:cNvSpPr/>
            <p:nvPr/>
          </p:nvSpPr>
          <p:spPr>
            <a:xfrm>
              <a:off x="7381436" y="32769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6" name="pt12686"/>
            <p:cNvSpPr/>
            <p:nvPr/>
          </p:nvSpPr>
          <p:spPr>
            <a:xfrm>
              <a:off x="7454891" y="3245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7" name="pt12687"/>
            <p:cNvSpPr/>
            <p:nvPr/>
          </p:nvSpPr>
          <p:spPr>
            <a:xfrm>
              <a:off x="7420644" y="3271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8" name="pt12688"/>
            <p:cNvSpPr/>
            <p:nvPr/>
          </p:nvSpPr>
          <p:spPr>
            <a:xfrm>
              <a:off x="7427117" y="3303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89" name="pt12689"/>
            <p:cNvSpPr/>
            <p:nvPr/>
          </p:nvSpPr>
          <p:spPr>
            <a:xfrm>
              <a:off x="7437573" y="32784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0" name="pt12690"/>
            <p:cNvSpPr/>
            <p:nvPr/>
          </p:nvSpPr>
          <p:spPr>
            <a:xfrm>
              <a:off x="7435714" y="2929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1" name="pt12691"/>
            <p:cNvSpPr/>
            <p:nvPr/>
          </p:nvSpPr>
          <p:spPr>
            <a:xfrm>
              <a:off x="7448766" y="3238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2" name="pt12692"/>
            <p:cNvSpPr/>
            <p:nvPr/>
          </p:nvSpPr>
          <p:spPr>
            <a:xfrm>
              <a:off x="7461355" y="3282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3" name="pt12693"/>
            <p:cNvSpPr/>
            <p:nvPr/>
          </p:nvSpPr>
          <p:spPr>
            <a:xfrm>
              <a:off x="7477623" y="33053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4" name="pt12694"/>
            <p:cNvSpPr/>
            <p:nvPr/>
          </p:nvSpPr>
          <p:spPr>
            <a:xfrm>
              <a:off x="7496269" y="3246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5" name="pt12695"/>
            <p:cNvSpPr/>
            <p:nvPr/>
          </p:nvSpPr>
          <p:spPr>
            <a:xfrm>
              <a:off x="7447971" y="32556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6" name="pt12696"/>
            <p:cNvSpPr/>
            <p:nvPr/>
          </p:nvSpPr>
          <p:spPr>
            <a:xfrm>
              <a:off x="7472948" y="32374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7" name="pt12697"/>
            <p:cNvSpPr/>
            <p:nvPr/>
          </p:nvSpPr>
          <p:spPr>
            <a:xfrm>
              <a:off x="7460663" y="3269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8" name="pt12698"/>
            <p:cNvSpPr/>
            <p:nvPr/>
          </p:nvSpPr>
          <p:spPr>
            <a:xfrm>
              <a:off x="7479213" y="3290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699" name="pt12699"/>
            <p:cNvSpPr/>
            <p:nvPr/>
          </p:nvSpPr>
          <p:spPr>
            <a:xfrm>
              <a:off x="7478112" y="3258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0" name="pt12700"/>
            <p:cNvSpPr/>
            <p:nvPr/>
          </p:nvSpPr>
          <p:spPr>
            <a:xfrm>
              <a:off x="7477066" y="3258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1" name="pt12701"/>
            <p:cNvSpPr/>
            <p:nvPr/>
          </p:nvSpPr>
          <p:spPr>
            <a:xfrm>
              <a:off x="7469005" y="32551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2" name="pt12702"/>
            <p:cNvSpPr/>
            <p:nvPr/>
          </p:nvSpPr>
          <p:spPr>
            <a:xfrm>
              <a:off x="7376318" y="3245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3" name="pt12703"/>
            <p:cNvSpPr/>
            <p:nvPr/>
          </p:nvSpPr>
          <p:spPr>
            <a:xfrm>
              <a:off x="7461426" y="3275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4" name="pt12704"/>
            <p:cNvSpPr/>
            <p:nvPr/>
          </p:nvSpPr>
          <p:spPr>
            <a:xfrm>
              <a:off x="7381596" y="33891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5" name="pt12705"/>
            <p:cNvSpPr/>
            <p:nvPr/>
          </p:nvSpPr>
          <p:spPr>
            <a:xfrm>
              <a:off x="7429671" y="3273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6" name="pt12706"/>
            <p:cNvSpPr/>
            <p:nvPr/>
          </p:nvSpPr>
          <p:spPr>
            <a:xfrm>
              <a:off x="7402981" y="3292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7" name="pt12707"/>
            <p:cNvSpPr/>
            <p:nvPr/>
          </p:nvSpPr>
          <p:spPr>
            <a:xfrm>
              <a:off x="7533587" y="3246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8" name="pt12708"/>
            <p:cNvSpPr/>
            <p:nvPr/>
          </p:nvSpPr>
          <p:spPr>
            <a:xfrm>
              <a:off x="7444068" y="32522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09" name="pt12709"/>
            <p:cNvSpPr/>
            <p:nvPr/>
          </p:nvSpPr>
          <p:spPr>
            <a:xfrm>
              <a:off x="7383057" y="3218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0" name="pt12710"/>
            <p:cNvSpPr/>
            <p:nvPr/>
          </p:nvSpPr>
          <p:spPr>
            <a:xfrm>
              <a:off x="7505371" y="3263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1" name="pt12711"/>
            <p:cNvSpPr/>
            <p:nvPr/>
          </p:nvSpPr>
          <p:spPr>
            <a:xfrm>
              <a:off x="7511753" y="3279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2" name="pt12712"/>
            <p:cNvSpPr/>
            <p:nvPr/>
          </p:nvSpPr>
          <p:spPr>
            <a:xfrm>
              <a:off x="7440001" y="3173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3" name="pt12713"/>
            <p:cNvSpPr/>
            <p:nvPr/>
          </p:nvSpPr>
          <p:spPr>
            <a:xfrm>
              <a:off x="7477363" y="3256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4" name="pt12714"/>
            <p:cNvSpPr/>
            <p:nvPr/>
          </p:nvSpPr>
          <p:spPr>
            <a:xfrm>
              <a:off x="7457112" y="3310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5" name="pt12715"/>
            <p:cNvSpPr/>
            <p:nvPr/>
          </p:nvSpPr>
          <p:spPr>
            <a:xfrm>
              <a:off x="7439456" y="33295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6" name="pt12716"/>
            <p:cNvSpPr/>
            <p:nvPr/>
          </p:nvSpPr>
          <p:spPr>
            <a:xfrm>
              <a:off x="7465983" y="3255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7" name="pt12717"/>
            <p:cNvSpPr/>
            <p:nvPr/>
          </p:nvSpPr>
          <p:spPr>
            <a:xfrm>
              <a:off x="7450505" y="3312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8" name="pt12718"/>
            <p:cNvSpPr/>
            <p:nvPr/>
          </p:nvSpPr>
          <p:spPr>
            <a:xfrm>
              <a:off x="7432100" y="32531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19" name="pt12719"/>
            <p:cNvSpPr/>
            <p:nvPr/>
          </p:nvSpPr>
          <p:spPr>
            <a:xfrm>
              <a:off x="7446622" y="3304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0" name="pt12720"/>
            <p:cNvSpPr/>
            <p:nvPr/>
          </p:nvSpPr>
          <p:spPr>
            <a:xfrm>
              <a:off x="7422732" y="3269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1" name="pt12721"/>
            <p:cNvSpPr/>
            <p:nvPr/>
          </p:nvSpPr>
          <p:spPr>
            <a:xfrm>
              <a:off x="7416884" y="3265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2" name="pt12722"/>
            <p:cNvSpPr/>
            <p:nvPr/>
          </p:nvSpPr>
          <p:spPr>
            <a:xfrm>
              <a:off x="7464136" y="3225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3" name="pt12723"/>
            <p:cNvSpPr/>
            <p:nvPr/>
          </p:nvSpPr>
          <p:spPr>
            <a:xfrm>
              <a:off x="7514940" y="32785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4" name="pt12724"/>
            <p:cNvSpPr/>
            <p:nvPr/>
          </p:nvSpPr>
          <p:spPr>
            <a:xfrm>
              <a:off x="7409965" y="3282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5" name="pt12725"/>
            <p:cNvSpPr/>
            <p:nvPr/>
          </p:nvSpPr>
          <p:spPr>
            <a:xfrm>
              <a:off x="7406459" y="3250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6" name="pt12726"/>
            <p:cNvSpPr/>
            <p:nvPr/>
          </p:nvSpPr>
          <p:spPr>
            <a:xfrm>
              <a:off x="7529627" y="3203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7" name="pt12727"/>
            <p:cNvSpPr/>
            <p:nvPr/>
          </p:nvSpPr>
          <p:spPr>
            <a:xfrm>
              <a:off x="7383179" y="3368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8" name="pt12728"/>
            <p:cNvSpPr/>
            <p:nvPr/>
          </p:nvSpPr>
          <p:spPr>
            <a:xfrm>
              <a:off x="7419986" y="3308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29" name="pt12729"/>
            <p:cNvSpPr/>
            <p:nvPr/>
          </p:nvSpPr>
          <p:spPr>
            <a:xfrm>
              <a:off x="7469170" y="3094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0" name="pt12730"/>
            <p:cNvSpPr/>
            <p:nvPr/>
          </p:nvSpPr>
          <p:spPr>
            <a:xfrm>
              <a:off x="7386333" y="3270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1" name="pt12731"/>
            <p:cNvSpPr/>
            <p:nvPr/>
          </p:nvSpPr>
          <p:spPr>
            <a:xfrm>
              <a:off x="7508046" y="3258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2" name="pt12732"/>
            <p:cNvSpPr/>
            <p:nvPr/>
          </p:nvSpPr>
          <p:spPr>
            <a:xfrm>
              <a:off x="7431394" y="33108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3" name="pt12733"/>
            <p:cNvSpPr/>
            <p:nvPr/>
          </p:nvSpPr>
          <p:spPr>
            <a:xfrm>
              <a:off x="7448835" y="3273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4" name="pt12734"/>
            <p:cNvSpPr/>
            <p:nvPr/>
          </p:nvSpPr>
          <p:spPr>
            <a:xfrm>
              <a:off x="7468818" y="3285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5" name="pt12735"/>
            <p:cNvSpPr/>
            <p:nvPr/>
          </p:nvSpPr>
          <p:spPr>
            <a:xfrm>
              <a:off x="7418760" y="3282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6" name="pt12736"/>
            <p:cNvSpPr/>
            <p:nvPr/>
          </p:nvSpPr>
          <p:spPr>
            <a:xfrm>
              <a:off x="7482618" y="3276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7" name="pt12737"/>
            <p:cNvSpPr/>
            <p:nvPr/>
          </p:nvSpPr>
          <p:spPr>
            <a:xfrm>
              <a:off x="7425257" y="3290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8" name="pt12738"/>
            <p:cNvSpPr/>
            <p:nvPr/>
          </p:nvSpPr>
          <p:spPr>
            <a:xfrm>
              <a:off x="7470773" y="3278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39" name="pt12739"/>
            <p:cNvSpPr/>
            <p:nvPr/>
          </p:nvSpPr>
          <p:spPr>
            <a:xfrm>
              <a:off x="7515525" y="3284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0" name="pt12740"/>
            <p:cNvSpPr/>
            <p:nvPr/>
          </p:nvSpPr>
          <p:spPr>
            <a:xfrm>
              <a:off x="7427834" y="3272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1" name="pt12741"/>
            <p:cNvSpPr/>
            <p:nvPr/>
          </p:nvSpPr>
          <p:spPr>
            <a:xfrm>
              <a:off x="7416591" y="3283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2" name="pt12742"/>
            <p:cNvSpPr/>
            <p:nvPr/>
          </p:nvSpPr>
          <p:spPr>
            <a:xfrm>
              <a:off x="7466128" y="32576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3" name="pt12743"/>
            <p:cNvSpPr/>
            <p:nvPr/>
          </p:nvSpPr>
          <p:spPr>
            <a:xfrm>
              <a:off x="7489054" y="3232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4" name="pt12744"/>
            <p:cNvSpPr/>
            <p:nvPr/>
          </p:nvSpPr>
          <p:spPr>
            <a:xfrm>
              <a:off x="7433764" y="3315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5" name="pt12745"/>
            <p:cNvSpPr/>
            <p:nvPr/>
          </p:nvSpPr>
          <p:spPr>
            <a:xfrm>
              <a:off x="7382972" y="3291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6" name="pt12746"/>
            <p:cNvSpPr/>
            <p:nvPr/>
          </p:nvSpPr>
          <p:spPr>
            <a:xfrm>
              <a:off x="7436572" y="3298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7" name="pt12747"/>
            <p:cNvSpPr/>
            <p:nvPr/>
          </p:nvSpPr>
          <p:spPr>
            <a:xfrm>
              <a:off x="7494576" y="3244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8" name="pt12748"/>
            <p:cNvSpPr/>
            <p:nvPr/>
          </p:nvSpPr>
          <p:spPr>
            <a:xfrm>
              <a:off x="7461527" y="3258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49" name="pt12749"/>
            <p:cNvSpPr/>
            <p:nvPr/>
          </p:nvSpPr>
          <p:spPr>
            <a:xfrm>
              <a:off x="7374754" y="3274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0" name="pt12750"/>
            <p:cNvSpPr/>
            <p:nvPr/>
          </p:nvSpPr>
          <p:spPr>
            <a:xfrm>
              <a:off x="7454365" y="3238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1" name="pt12751"/>
            <p:cNvSpPr/>
            <p:nvPr/>
          </p:nvSpPr>
          <p:spPr>
            <a:xfrm>
              <a:off x="7480826" y="3306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2" name="pt12752"/>
            <p:cNvSpPr/>
            <p:nvPr/>
          </p:nvSpPr>
          <p:spPr>
            <a:xfrm>
              <a:off x="7419166" y="3272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3" name="pt12753"/>
            <p:cNvSpPr/>
            <p:nvPr/>
          </p:nvSpPr>
          <p:spPr>
            <a:xfrm>
              <a:off x="7445020" y="3256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4" name="pt12754"/>
            <p:cNvSpPr/>
            <p:nvPr/>
          </p:nvSpPr>
          <p:spPr>
            <a:xfrm>
              <a:off x="7436999" y="3266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5" name="pt12755"/>
            <p:cNvSpPr/>
            <p:nvPr/>
          </p:nvSpPr>
          <p:spPr>
            <a:xfrm>
              <a:off x="7376774" y="33233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6" name="pt12756"/>
            <p:cNvSpPr/>
            <p:nvPr/>
          </p:nvSpPr>
          <p:spPr>
            <a:xfrm>
              <a:off x="8804976" y="3274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7" name="pt12757"/>
            <p:cNvSpPr/>
            <p:nvPr/>
          </p:nvSpPr>
          <p:spPr>
            <a:xfrm>
              <a:off x="7429689" y="32549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8" name="pt12758"/>
            <p:cNvSpPr/>
            <p:nvPr/>
          </p:nvSpPr>
          <p:spPr>
            <a:xfrm>
              <a:off x="7425603" y="3285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59" name="pt12759"/>
            <p:cNvSpPr/>
            <p:nvPr/>
          </p:nvSpPr>
          <p:spPr>
            <a:xfrm>
              <a:off x="7476400" y="3342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0" name="pt12760"/>
            <p:cNvSpPr/>
            <p:nvPr/>
          </p:nvSpPr>
          <p:spPr>
            <a:xfrm>
              <a:off x="7415557" y="3298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1" name="pt12761"/>
            <p:cNvSpPr/>
            <p:nvPr/>
          </p:nvSpPr>
          <p:spPr>
            <a:xfrm>
              <a:off x="7462527" y="3258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2" name="pt12762"/>
            <p:cNvSpPr/>
            <p:nvPr/>
          </p:nvSpPr>
          <p:spPr>
            <a:xfrm>
              <a:off x="7515758" y="3253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3" name="pt12763"/>
            <p:cNvSpPr/>
            <p:nvPr/>
          </p:nvSpPr>
          <p:spPr>
            <a:xfrm>
              <a:off x="7412474" y="3262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4" name="pt12764"/>
            <p:cNvSpPr/>
            <p:nvPr/>
          </p:nvSpPr>
          <p:spPr>
            <a:xfrm>
              <a:off x="7512401" y="32970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5" name="pt12765"/>
            <p:cNvSpPr/>
            <p:nvPr/>
          </p:nvSpPr>
          <p:spPr>
            <a:xfrm>
              <a:off x="7440621" y="3262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6" name="pt12766"/>
            <p:cNvSpPr/>
            <p:nvPr/>
          </p:nvSpPr>
          <p:spPr>
            <a:xfrm>
              <a:off x="7444063" y="3272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7" name="pt12767"/>
            <p:cNvSpPr/>
            <p:nvPr/>
          </p:nvSpPr>
          <p:spPr>
            <a:xfrm>
              <a:off x="7364109" y="3273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8" name="pt12768"/>
            <p:cNvSpPr/>
            <p:nvPr/>
          </p:nvSpPr>
          <p:spPr>
            <a:xfrm>
              <a:off x="7396165" y="3244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69" name="pt12769"/>
            <p:cNvSpPr/>
            <p:nvPr/>
          </p:nvSpPr>
          <p:spPr>
            <a:xfrm>
              <a:off x="7437497" y="3256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0" name="pt12770"/>
            <p:cNvSpPr/>
            <p:nvPr/>
          </p:nvSpPr>
          <p:spPr>
            <a:xfrm>
              <a:off x="7494298" y="32675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1" name="pt12771"/>
            <p:cNvSpPr/>
            <p:nvPr/>
          </p:nvSpPr>
          <p:spPr>
            <a:xfrm>
              <a:off x="7431760" y="32973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2" name="pt12772"/>
            <p:cNvSpPr/>
            <p:nvPr/>
          </p:nvSpPr>
          <p:spPr>
            <a:xfrm>
              <a:off x="7480583" y="3232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3" name="pt12773"/>
            <p:cNvSpPr/>
            <p:nvPr/>
          </p:nvSpPr>
          <p:spPr>
            <a:xfrm>
              <a:off x="7473304" y="32619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4" name="pt12774"/>
            <p:cNvSpPr/>
            <p:nvPr/>
          </p:nvSpPr>
          <p:spPr>
            <a:xfrm>
              <a:off x="7402119" y="32928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5" name="pt12775"/>
            <p:cNvSpPr/>
            <p:nvPr/>
          </p:nvSpPr>
          <p:spPr>
            <a:xfrm>
              <a:off x="7447226" y="3286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6" name="pt12776"/>
            <p:cNvSpPr/>
            <p:nvPr/>
          </p:nvSpPr>
          <p:spPr>
            <a:xfrm>
              <a:off x="7479272" y="3307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7" name="pt12777"/>
            <p:cNvSpPr/>
            <p:nvPr/>
          </p:nvSpPr>
          <p:spPr>
            <a:xfrm>
              <a:off x="7471614" y="3253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8" name="pt12778"/>
            <p:cNvSpPr/>
            <p:nvPr/>
          </p:nvSpPr>
          <p:spPr>
            <a:xfrm>
              <a:off x="7400605" y="3282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79" name="pt12779"/>
            <p:cNvSpPr/>
            <p:nvPr/>
          </p:nvSpPr>
          <p:spPr>
            <a:xfrm>
              <a:off x="7480283" y="32781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0" name="pt12780"/>
            <p:cNvSpPr/>
            <p:nvPr/>
          </p:nvSpPr>
          <p:spPr>
            <a:xfrm>
              <a:off x="7469311" y="3271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1" name="pt12781"/>
            <p:cNvSpPr/>
            <p:nvPr/>
          </p:nvSpPr>
          <p:spPr>
            <a:xfrm>
              <a:off x="7442029" y="3263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2" name="pt12782"/>
            <p:cNvSpPr/>
            <p:nvPr/>
          </p:nvSpPr>
          <p:spPr>
            <a:xfrm>
              <a:off x="7516767" y="3251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3" name="pt12783"/>
            <p:cNvSpPr/>
            <p:nvPr/>
          </p:nvSpPr>
          <p:spPr>
            <a:xfrm>
              <a:off x="7503615" y="32335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4" name="pt12784"/>
            <p:cNvSpPr/>
            <p:nvPr/>
          </p:nvSpPr>
          <p:spPr>
            <a:xfrm>
              <a:off x="7474387" y="3279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5" name="pt12785"/>
            <p:cNvSpPr/>
            <p:nvPr/>
          </p:nvSpPr>
          <p:spPr>
            <a:xfrm>
              <a:off x="7465763" y="3277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6" name="pt12786"/>
            <p:cNvSpPr/>
            <p:nvPr/>
          </p:nvSpPr>
          <p:spPr>
            <a:xfrm>
              <a:off x="7420733" y="3143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7" name="pt12787"/>
            <p:cNvSpPr/>
            <p:nvPr/>
          </p:nvSpPr>
          <p:spPr>
            <a:xfrm>
              <a:off x="7444126" y="3257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8" name="pt12788"/>
            <p:cNvSpPr/>
            <p:nvPr/>
          </p:nvSpPr>
          <p:spPr>
            <a:xfrm>
              <a:off x="7482557" y="32669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89" name="pt12789"/>
            <p:cNvSpPr/>
            <p:nvPr/>
          </p:nvSpPr>
          <p:spPr>
            <a:xfrm>
              <a:off x="7396884" y="3272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0" name="pt12790"/>
            <p:cNvSpPr/>
            <p:nvPr/>
          </p:nvSpPr>
          <p:spPr>
            <a:xfrm>
              <a:off x="7355567" y="32544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1" name="pt12791"/>
            <p:cNvSpPr/>
            <p:nvPr/>
          </p:nvSpPr>
          <p:spPr>
            <a:xfrm>
              <a:off x="7502520" y="3242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2" name="pt12792"/>
            <p:cNvSpPr/>
            <p:nvPr/>
          </p:nvSpPr>
          <p:spPr>
            <a:xfrm>
              <a:off x="7479616" y="3256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3" name="pt12793"/>
            <p:cNvSpPr/>
            <p:nvPr/>
          </p:nvSpPr>
          <p:spPr>
            <a:xfrm>
              <a:off x="7448157" y="3268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4" name="pt12794"/>
            <p:cNvSpPr/>
            <p:nvPr/>
          </p:nvSpPr>
          <p:spPr>
            <a:xfrm>
              <a:off x="7496386" y="3259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5" name="pt12795"/>
            <p:cNvSpPr/>
            <p:nvPr/>
          </p:nvSpPr>
          <p:spPr>
            <a:xfrm>
              <a:off x="7439491" y="3278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6" name="pt12796"/>
            <p:cNvSpPr/>
            <p:nvPr/>
          </p:nvSpPr>
          <p:spPr>
            <a:xfrm>
              <a:off x="7489350" y="3282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7" name="pt12797"/>
            <p:cNvSpPr/>
            <p:nvPr/>
          </p:nvSpPr>
          <p:spPr>
            <a:xfrm>
              <a:off x="7437466" y="3260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8" name="pt12798"/>
            <p:cNvSpPr/>
            <p:nvPr/>
          </p:nvSpPr>
          <p:spPr>
            <a:xfrm>
              <a:off x="7506909" y="3329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799" name="pt12799"/>
            <p:cNvSpPr/>
            <p:nvPr/>
          </p:nvSpPr>
          <p:spPr>
            <a:xfrm>
              <a:off x="7453814" y="3234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0" name="pt12800"/>
            <p:cNvSpPr/>
            <p:nvPr/>
          </p:nvSpPr>
          <p:spPr>
            <a:xfrm>
              <a:off x="7522253" y="3319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1" name="pt12801"/>
            <p:cNvSpPr/>
            <p:nvPr/>
          </p:nvSpPr>
          <p:spPr>
            <a:xfrm>
              <a:off x="7472767" y="32610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2" name="pt12802"/>
            <p:cNvSpPr/>
            <p:nvPr/>
          </p:nvSpPr>
          <p:spPr>
            <a:xfrm>
              <a:off x="7481909" y="32881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3" name="pt12803"/>
            <p:cNvSpPr/>
            <p:nvPr/>
          </p:nvSpPr>
          <p:spPr>
            <a:xfrm>
              <a:off x="7521238" y="3275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4" name="pt12804"/>
            <p:cNvSpPr/>
            <p:nvPr/>
          </p:nvSpPr>
          <p:spPr>
            <a:xfrm>
              <a:off x="7470707" y="32900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5" name="pt12805"/>
            <p:cNvSpPr/>
            <p:nvPr/>
          </p:nvSpPr>
          <p:spPr>
            <a:xfrm>
              <a:off x="7398133" y="3267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6" name="pt12806"/>
            <p:cNvSpPr/>
            <p:nvPr/>
          </p:nvSpPr>
          <p:spPr>
            <a:xfrm>
              <a:off x="7402706" y="3278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7" name="pt12807"/>
            <p:cNvSpPr/>
            <p:nvPr/>
          </p:nvSpPr>
          <p:spPr>
            <a:xfrm>
              <a:off x="7410153" y="3234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8" name="pt12808"/>
            <p:cNvSpPr/>
            <p:nvPr/>
          </p:nvSpPr>
          <p:spPr>
            <a:xfrm>
              <a:off x="7416379" y="32741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09" name="pt12809"/>
            <p:cNvSpPr/>
            <p:nvPr/>
          </p:nvSpPr>
          <p:spPr>
            <a:xfrm>
              <a:off x="7453870" y="31669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0" name="pt12810"/>
            <p:cNvSpPr/>
            <p:nvPr/>
          </p:nvSpPr>
          <p:spPr>
            <a:xfrm>
              <a:off x="7452515" y="3276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1" name="pt12811"/>
            <p:cNvSpPr/>
            <p:nvPr/>
          </p:nvSpPr>
          <p:spPr>
            <a:xfrm>
              <a:off x="7487137" y="32522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2" name="pt12812"/>
            <p:cNvSpPr/>
            <p:nvPr/>
          </p:nvSpPr>
          <p:spPr>
            <a:xfrm>
              <a:off x="7443775" y="3296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3" name="pt12813"/>
            <p:cNvSpPr/>
            <p:nvPr/>
          </p:nvSpPr>
          <p:spPr>
            <a:xfrm>
              <a:off x="7379276" y="32661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4" name="pt12814"/>
            <p:cNvSpPr/>
            <p:nvPr/>
          </p:nvSpPr>
          <p:spPr>
            <a:xfrm>
              <a:off x="7456070" y="3254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5" name="pt12815"/>
            <p:cNvSpPr/>
            <p:nvPr/>
          </p:nvSpPr>
          <p:spPr>
            <a:xfrm>
              <a:off x="7466234" y="32660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6" name="pt12816"/>
            <p:cNvSpPr/>
            <p:nvPr/>
          </p:nvSpPr>
          <p:spPr>
            <a:xfrm>
              <a:off x="7469597" y="3246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7" name="pt12817"/>
            <p:cNvSpPr/>
            <p:nvPr/>
          </p:nvSpPr>
          <p:spPr>
            <a:xfrm>
              <a:off x="7465126" y="3254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8" name="pt12818"/>
            <p:cNvSpPr/>
            <p:nvPr/>
          </p:nvSpPr>
          <p:spPr>
            <a:xfrm>
              <a:off x="7499462" y="3307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19" name="pt12819"/>
            <p:cNvSpPr/>
            <p:nvPr/>
          </p:nvSpPr>
          <p:spPr>
            <a:xfrm>
              <a:off x="7506558" y="3316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0" name="pt12820"/>
            <p:cNvSpPr/>
            <p:nvPr/>
          </p:nvSpPr>
          <p:spPr>
            <a:xfrm>
              <a:off x="7477179" y="3257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1" name="pt12821"/>
            <p:cNvSpPr/>
            <p:nvPr/>
          </p:nvSpPr>
          <p:spPr>
            <a:xfrm>
              <a:off x="7376911" y="32272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2" name="pt12822"/>
            <p:cNvSpPr/>
            <p:nvPr/>
          </p:nvSpPr>
          <p:spPr>
            <a:xfrm>
              <a:off x="7527854" y="3302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3" name="pt12823"/>
            <p:cNvSpPr/>
            <p:nvPr/>
          </p:nvSpPr>
          <p:spPr>
            <a:xfrm>
              <a:off x="7467893" y="32544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4" name="pt12824"/>
            <p:cNvSpPr/>
            <p:nvPr/>
          </p:nvSpPr>
          <p:spPr>
            <a:xfrm>
              <a:off x="7484386" y="3293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5" name="pt12825"/>
            <p:cNvSpPr/>
            <p:nvPr/>
          </p:nvSpPr>
          <p:spPr>
            <a:xfrm>
              <a:off x="7502164" y="3293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6" name="pt12826"/>
            <p:cNvSpPr/>
            <p:nvPr/>
          </p:nvSpPr>
          <p:spPr>
            <a:xfrm>
              <a:off x="7458078" y="3255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7" name="pt12827"/>
            <p:cNvSpPr/>
            <p:nvPr/>
          </p:nvSpPr>
          <p:spPr>
            <a:xfrm>
              <a:off x="7465664" y="3275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8" name="pt12828"/>
            <p:cNvSpPr/>
            <p:nvPr/>
          </p:nvSpPr>
          <p:spPr>
            <a:xfrm>
              <a:off x="7464238" y="3261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29" name="pt12829"/>
            <p:cNvSpPr/>
            <p:nvPr/>
          </p:nvSpPr>
          <p:spPr>
            <a:xfrm>
              <a:off x="7536648" y="3238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0" name="pt12830"/>
            <p:cNvSpPr/>
            <p:nvPr/>
          </p:nvSpPr>
          <p:spPr>
            <a:xfrm>
              <a:off x="7440235" y="3270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1" name="pt12831"/>
            <p:cNvSpPr/>
            <p:nvPr/>
          </p:nvSpPr>
          <p:spPr>
            <a:xfrm>
              <a:off x="7471701" y="32646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2" name="pt12832"/>
            <p:cNvSpPr/>
            <p:nvPr/>
          </p:nvSpPr>
          <p:spPr>
            <a:xfrm>
              <a:off x="7352880" y="3224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3" name="pt12833"/>
            <p:cNvSpPr/>
            <p:nvPr/>
          </p:nvSpPr>
          <p:spPr>
            <a:xfrm>
              <a:off x="7368076" y="3251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4" name="pt12834"/>
            <p:cNvSpPr/>
            <p:nvPr/>
          </p:nvSpPr>
          <p:spPr>
            <a:xfrm>
              <a:off x="7469325" y="3294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5" name="pt12835"/>
            <p:cNvSpPr/>
            <p:nvPr/>
          </p:nvSpPr>
          <p:spPr>
            <a:xfrm>
              <a:off x="7353607" y="3316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6" name="pt12836"/>
            <p:cNvSpPr/>
            <p:nvPr/>
          </p:nvSpPr>
          <p:spPr>
            <a:xfrm>
              <a:off x="7453345" y="33116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7" name="pt12837"/>
            <p:cNvSpPr/>
            <p:nvPr/>
          </p:nvSpPr>
          <p:spPr>
            <a:xfrm>
              <a:off x="7467562" y="33162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8" name="pt12838"/>
            <p:cNvSpPr/>
            <p:nvPr/>
          </p:nvSpPr>
          <p:spPr>
            <a:xfrm>
              <a:off x="7464722" y="32712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39" name="pt12839"/>
            <p:cNvSpPr/>
            <p:nvPr/>
          </p:nvSpPr>
          <p:spPr>
            <a:xfrm>
              <a:off x="7409626" y="33440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0" name="pt12840"/>
            <p:cNvSpPr/>
            <p:nvPr/>
          </p:nvSpPr>
          <p:spPr>
            <a:xfrm>
              <a:off x="7398631" y="3273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1" name="pt12841"/>
            <p:cNvSpPr/>
            <p:nvPr/>
          </p:nvSpPr>
          <p:spPr>
            <a:xfrm>
              <a:off x="7368460" y="33148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2" name="pt12842"/>
            <p:cNvSpPr/>
            <p:nvPr/>
          </p:nvSpPr>
          <p:spPr>
            <a:xfrm>
              <a:off x="7439238" y="3276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3" name="pt12843"/>
            <p:cNvSpPr/>
            <p:nvPr/>
          </p:nvSpPr>
          <p:spPr>
            <a:xfrm>
              <a:off x="7452824" y="3268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4" name="pt12844"/>
            <p:cNvSpPr/>
            <p:nvPr/>
          </p:nvSpPr>
          <p:spPr>
            <a:xfrm>
              <a:off x="7473030" y="3261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5" name="pt12845"/>
            <p:cNvSpPr/>
            <p:nvPr/>
          </p:nvSpPr>
          <p:spPr>
            <a:xfrm>
              <a:off x="7506469" y="3299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6" name="pt12846"/>
            <p:cNvSpPr/>
            <p:nvPr/>
          </p:nvSpPr>
          <p:spPr>
            <a:xfrm>
              <a:off x="7455634" y="3260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7" name="pt12847"/>
            <p:cNvSpPr/>
            <p:nvPr/>
          </p:nvSpPr>
          <p:spPr>
            <a:xfrm>
              <a:off x="7458261" y="3269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8" name="pt12848"/>
            <p:cNvSpPr/>
            <p:nvPr/>
          </p:nvSpPr>
          <p:spPr>
            <a:xfrm>
              <a:off x="7473181" y="3261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49" name="pt12849"/>
            <p:cNvSpPr/>
            <p:nvPr/>
          </p:nvSpPr>
          <p:spPr>
            <a:xfrm>
              <a:off x="7442370" y="3253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0" name="pt12850"/>
            <p:cNvSpPr/>
            <p:nvPr/>
          </p:nvSpPr>
          <p:spPr>
            <a:xfrm>
              <a:off x="7480263" y="32675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1" name="pt12851"/>
            <p:cNvSpPr/>
            <p:nvPr/>
          </p:nvSpPr>
          <p:spPr>
            <a:xfrm>
              <a:off x="7492565" y="3286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2" name="pt12852"/>
            <p:cNvSpPr/>
            <p:nvPr/>
          </p:nvSpPr>
          <p:spPr>
            <a:xfrm>
              <a:off x="7448242" y="3234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3" name="pt12853"/>
            <p:cNvSpPr/>
            <p:nvPr/>
          </p:nvSpPr>
          <p:spPr>
            <a:xfrm>
              <a:off x="7454007" y="3220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4" name="pt12854"/>
            <p:cNvSpPr/>
            <p:nvPr/>
          </p:nvSpPr>
          <p:spPr>
            <a:xfrm>
              <a:off x="7389344" y="3316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5" name="pt12855"/>
            <p:cNvSpPr/>
            <p:nvPr/>
          </p:nvSpPr>
          <p:spPr>
            <a:xfrm>
              <a:off x="7442796" y="33391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6" name="pt12856"/>
            <p:cNvSpPr/>
            <p:nvPr/>
          </p:nvSpPr>
          <p:spPr>
            <a:xfrm>
              <a:off x="7468730" y="32194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7" name="pt12857"/>
            <p:cNvSpPr/>
            <p:nvPr/>
          </p:nvSpPr>
          <p:spPr>
            <a:xfrm>
              <a:off x="7401768" y="3278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8" name="pt12858"/>
            <p:cNvSpPr/>
            <p:nvPr/>
          </p:nvSpPr>
          <p:spPr>
            <a:xfrm>
              <a:off x="7518723" y="32987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59" name="pt12859"/>
            <p:cNvSpPr/>
            <p:nvPr/>
          </p:nvSpPr>
          <p:spPr>
            <a:xfrm>
              <a:off x="7471115" y="3308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0" name="pt12860"/>
            <p:cNvSpPr/>
            <p:nvPr/>
          </p:nvSpPr>
          <p:spPr>
            <a:xfrm>
              <a:off x="7505757" y="3265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1" name="pt12861"/>
            <p:cNvSpPr/>
            <p:nvPr/>
          </p:nvSpPr>
          <p:spPr>
            <a:xfrm>
              <a:off x="7479688" y="3265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2" name="pt12862"/>
            <p:cNvSpPr/>
            <p:nvPr/>
          </p:nvSpPr>
          <p:spPr>
            <a:xfrm>
              <a:off x="7514109" y="3256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3" name="pt12863"/>
            <p:cNvSpPr/>
            <p:nvPr/>
          </p:nvSpPr>
          <p:spPr>
            <a:xfrm>
              <a:off x="7406751" y="3296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4" name="pt12864"/>
            <p:cNvSpPr/>
            <p:nvPr/>
          </p:nvSpPr>
          <p:spPr>
            <a:xfrm>
              <a:off x="7448835" y="33074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5" name="pt12865"/>
            <p:cNvSpPr/>
            <p:nvPr/>
          </p:nvSpPr>
          <p:spPr>
            <a:xfrm>
              <a:off x="7491512" y="3246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6" name="pt12866"/>
            <p:cNvSpPr/>
            <p:nvPr/>
          </p:nvSpPr>
          <p:spPr>
            <a:xfrm>
              <a:off x="7488708" y="3270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7" name="pt12867"/>
            <p:cNvSpPr/>
            <p:nvPr/>
          </p:nvSpPr>
          <p:spPr>
            <a:xfrm>
              <a:off x="7495975" y="3286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8" name="pt12868"/>
            <p:cNvSpPr/>
            <p:nvPr/>
          </p:nvSpPr>
          <p:spPr>
            <a:xfrm>
              <a:off x="7468967" y="3289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69" name="pt12869"/>
            <p:cNvSpPr/>
            <p:nvPr/>
          </p:nvSpPr>
          <p:spPr>
            <a:xfrm>
              <a:off x="7488800" y="3211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0" name="pt12870"/>
            <p:cNvSpPr/>
            <p:nvPr/>
          </p:nvSpPr>
          <p:spPr>
            <a:xfrm>
              <a:off x="7404223" y="3268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1" name="pt12871"/>
            <p:cNvSpPr/>
            <p:nvPr/>
          </p:nvSpPr>
          <p:spPr>
            <a:xfrm>
              <a:off x="7438463" y="3297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2" name="pt12872"/>
            <p:cNvSpPr/>
            <p:nvPr/>
          </p:nvSpPr>
          <p:spPr>
            <a:xfrm>
              <a:off x="7394642" y="33473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3" name="pt12873"/>
            <p:cNvSpPr/>
            <p:nvPr/>
          </p:nvSpPr>
          <p:spPr>
            <a:xfrm>
              <a:off x="7390039" y="3293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4" name="pt12874"/>
            <p:cNvSpPr/>
            <p:nvPr/>
          </p:nvSpPr>
          <p:spPr>
            <a:xfrm>
              <a:off x="7492888" y="3271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5" name="pt12875"/>
            <p:cNvSpPr/>
            <p:nvPr/>
          </p:nvSpPr>
          <p:spPr>
            <a:xfrm>
              <a:off x="7454516" y="32294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6" name="pt12876"/>
            <p:cNvSpPr/>
            <p:nvPr/>
          </p:nvSpPr>
          <p:spPr>
            <a:xfrm>
              <a:off x="7397766" y="32489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7" name="pt12877"/>
            <p:cNvSpPr/>
            <p:nvPr/>
          </p:nvSpPr>
          <p:spPr>
            <a:xfrm>
              <a:off x="7569654" y="3274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8" name="pt12878"/>
            <p:cNvSpPr/>
            <p:nvPr/>
          </p:nvSpPr>
          <p:spPr>
            <a:xfrm>
              <a:off x="7464086" y="3259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79" name="pt12879"/>
            <p:cNvSpPr/>
            <p:nvPr/>
          </p:nvSpPr>
          <p:spPr>
            <a:xfrm>
              <a:off x="7421495" y="3282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0" name="pt12880"/>
            <p:cNvSpPr/>
            <p:nvPr/>
          </p:nvSpPr>
          <p:spPr>
            <a:xfrm>
              <a:off x="7460170" y="3263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1" name="pt12881"/>
            <p:cNvSpPr/>
            <p:nvPr/>
          </p:nvSpPr>
          <p:spPr>
            <a:xfrm>
              <a:off x="7482287" y="3290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2" name="pt12882"/>
            <p:cNvSpPr/>
            <p:nvPr/>
          </p:nvSpPr>
          <p:spPr>
            <a:xfrm>
              <a:off x="7443933" y="3234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3" name="pt12883"/>
            <p:cNvSpPr/>
            <p:nvPr/>
          </p:nvSpPr>
          <p:spPr>
            <a:xfrm>
              <a:off x="7446821" y="3258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4" name="pt12884"/>
            <p:cNvSpPr/>
            <p:nvPr/>
          </p:nvSpPr>
          <p:spPr>
            <a:xfrm>
              <a:off x="7449801" y="3265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5" name="pt12885"/>
            <p:cNvSpPr/>
            <p:nvPr/>
          </p:nvSpPr>
          <p:spPr>
            <a:xfrm>
              <a:off x="7471903" y="3076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6" name="pt12886"/>
            <p:cNvSpPr/>
            <p:nvPr/>
          </p:nvSpPr>
          <p:spPr>
            <a:xfrm>
              <a:off x="7461562" y="32857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7" name="pt12887"/>
            <p:cNvSpPr/>
            <p:nvPr/>
          </p:nvSpPr>
          <p:spPr>
            <a:xfrm>
              <a:off x="7483333" y="3276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8" name="pt12888"/>
            <p:cNvSpPr/>
            <p:nvPr/>
          </p:nvSpPr>
          <p:spPr>
            <a:xfrm>
              <a:off x="7436608" y="3476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89" name="pt12889"/>
            <p:cNvSpPr/>
            <p:nvPr/>
          </p:nvSpPr>
          <p:spPr>
            <a:xfrm>
              <a:off x="7494904" y="32536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0" name="pt12890"/>
            <p:cNvSpPr/>
            <p:nvPr/>
          </p:nvSpPr>
          <p:spPr>
            <a:xfrm>
              <a:off x="7454505" y="3365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1" name="pt12891"/>
            <p:cNvSpPr/>
            <p:nvPr/>
          </p:nvSpPr>
          <p:spPr>
            <a:xfrm>
              <a:off x="7436235" y="28043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2" name="pt12892"/>
            <p:cNvSpPr/>
            <p:nvPr/>
          </p:nvSpPr>
          <p:spPr>
            <a:xfrm>
              <a:off x="7455329" y="3243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3" name="pt12893"/>
            <p:cNvSpPr/>
            <p:nvPr/>
          </p:nvSpPr>
          <p:spPr>
            <a:xfrm>
              <a:off x="7460139" y="3275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4" name="pt12894"/>
            <p:cNvSpPr/>
            <p:nvPr/>
          </p:nvSpPr>
          <p:spPr>
            <a:xfrm>
              <a:off x="7380066" y="3248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5" name="pt12895"/>
            <p:cNvSpPr/>
            <p:nvPr/>
          </p:nvSpPr>
          <p:spPr>
            <a:xfrm>
              <a:off x="7339721" y="3294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6" name="pt12896"/>
            <p:cNvSpPr/>
            <p:nvPr/>
          </p:nvSpPr>
          <p:spPr>
            <a:xfrm>
              <a:off x="7495613" y="3239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7" name="pt12897"/>
            <p:cNvSpPr/>
            <p:nvPr/>
          </p:nvSpPr>
          <p:spPr>
            <a:xfrm>
              <a:off x="7452661" y="3280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8" name="pt12898"/>
            <p:cNvSpPr/>
            <p:nvPr/>
          </p:nvSpPr>
          <p:spPr>
            <a:xfrm>
              <a:off x="7512304" y="3230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899" name="pt12899"/>
            <p:cNvSpPr/>
            <p:nvPr/>
          </p:nvSpPr>
          <p:spPr>
            <a:xfrm>
              <a:off x="7540075" y="32854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0" name="pt12900"/>
            <p:cNvSpPr/>
            <p:nvPr/>
          </p:nvSpPr>
          <p:spPr>
            <a:xfrm>
              <a:off x="7504498" y="3296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1" name="pt12901"/>
            <p:cNvSpPr/>
            <p:nvPr/>
          </p:nvSpPr>
          <p:spPr>
            <a:xfrm>
              <a:off x="7394182" y="33407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2" name="pt12902"/>
            <p:cNvSpPr/>
            <p:nvPr/>
          </p:nvSpPr>
          <p:spPr>
            <a:xfrm>
              <a:off x="7447583" y="3288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3" name="pt12903"/>
            <p:cNvSpPr/>
            <p:nvPr/>
          </p:nvSpPr>
          <p:spPr>
            <a:xfrm>
              <a:off x="7426923" y="3280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4" name="pt12904"/>
            <p:cNvSpPr/>
            <p:nvPr/>
          </p:nvSpPr>
          <p:spPr>
            <a:xfrm>
              <a:off x="7486263" y="3257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5" name="pt12905"/>
            <p:cNvSpPr/>
            <p:nvPr/>
          </p:nvSpPr>
          <p:spPr>
            <a:xfrm>
              <a:off x="7508775" y="3267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6" name="pt12906"/>
            <p:cNvSpPr/>
            <p:nvPr/>
          </p:nvSpPr>
          <p:spPr>
            <a:xfrm>
              <a:off x="7473649" y="3298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7" name="pt12907"/>
            <p:cNvSpPr/>
            <p:nvPr/>
          </p:nvSpPr>
          <p:spPr>
            <a:xfrm>
              <a:off x="7467386" y="33371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8" name="pt12908"/>
            <p:cNvSpPr/>
            <p:nvPr/>
          </p:nvSpPr>
          <p:spPr>
            <a:xfrm>
              <a:off x="7519492" y="3296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09" name="pt12909"/>
            <p:cNvSpPr/>
            <p:nvPr/>
          </p:nvSpPr>
          <p:spPr>
            <a:xfrm>
              <a:off x="7454617" y="3248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0" name="pt12910"/>
            <p:cNvSpPr/>
            <p:nvPr/>
          </p:nvSpPr>
          <p:spPr>
            <a:xfrm>
              <a:off x="7465967" y="3318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1" name="pt12911"/>
            <p:cNvSpPr/>
            <p:nvPr/>
          </p:nvSpPr>
          <p:spPr>
            <a:xfrm>
              <a:off x="7429815" y="3282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2" name="pt12912"/>
            <p:cNvSpPr/>
            <p:nvPr/>
          </p:nvSpPr>
          <p:spPr>
            <a:xfrm>
              <a:off x="7442852" y="3278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3" name="pt12913"/>
            <p:cNvSpPr/>
            <p:nvPr/>
          </p:nvSpPr>
          <p:spPr>
            <a:xfrm>
              <a:off x="7500177" y="3270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4" name="pt12914"/>
            <p:cNvSpPr/>
            <p:nvPr/>
          </p:nvSpPr>
          <p:spPr>
            <a:xfrm>
              <a:off x="7507893" y="31347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5" name="pt12915"/>
            <p:cNvSpPr/>
            <p:nvPr/>
          </p:nvSpPr>
          <p:spPr>
            <a:xfrm>
              <a:off x="7484249" y="3298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6" name="pt12916"/>
            <p:cNvSpPr/>
            <p:nvPr/>
          </p:nvSpPr>
          <p:spPr>
            <a:xfrm>
              <a:off x="7445787" y="3241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7" name="pt12917"/>
            <p:cNvSpPr/>
            <p:nvPr/>
          </p:nvSpPr>
          <p:spPr>
            <a:xfrm>
              <a:off x="7493456" y="3271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8" name="pt12918"/>
            <p:cNvSpPr/>
            <p:nvPr/>
          </p:nvSpPr>
          <p:spPr>
            <a:xfrm>
              <a:off x="7470003" y="3258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19" name="pt12919"/>
            <p:cNvSpPr/>
            <p:nvPr/>
          </p:nvSpPr>
          <p:spPr>
            <a:xfrm>
              <a:off x="7404783" y="3286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0" name="pt12920"/>
            <p:cNvSpPr/>
            <p:nvPr/>
          </p:nvSpPr>
          <p:spPr>
            <a:xfrm>
              <a:off x="7538875" y="32784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1" name="pt12921"/>
            <p:cNvSpPr/>
            <p:nvPr/>
          </p:nvSpPr>
          <p:spPr>
            <a:xfrm>
              <a:off x="7465664" y="3279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2" name="pt12922"/>
            <p:cNvSpPr/>
            <p:nvPr/>
          </p:nvSpPr>
          <p:spPr>
            <a:xfrm>
              <a:off x="7505500" y="32554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3" name="pt12923"/>
            <p:cNvSpPr/>
            <p:nvPr/>
          </p:nvSpPr>
          <p:spPr>
            <a:xfrm>
              <a:off x="7459314" y="3290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4" name="pt12924"/>
            <p:cNvSpPr/>
            <p:nvPr/>
          </p:nvSpPr>
          <p:spPr>
            <a:xfrm>
              <a:off x="7559502" y="3279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5" name="pt12925"/>
            <p:cNvSpPr/>
            <p:nvPr/>
          </p:nvSpPr>
          <p:spPr>
            <a:xfrm>
              <a:off x="7420895" y="3254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6" name="pt12926"/>
            <p:cNvSpPr/>
            <p:nvPr/>
          </p:nvSpPr>
          <p:spPr>
            <a:xfrm>
              <a:off x="7486775" y="32768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7" name="pt12927"/>
            <p:cNvSpPr/>
            <p:nvPr/>
          </p:nvSpPr>
          <p:spPr>
            <a:xfrm>
              <a:off x="7475746" y="32306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8" name="pt12928"/>
            <p:cNvSpPr/>
            <p:nvPr/>
          </p:nvSpPr>
          <p:spPr>
            <a:xfrm>
              <a:off x="7460721" y="3311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29" name="pt12929"/>
            <p:cNvSpPr/>
            <p:nvPr/>
          </p:nvSpPr>
          <p:spPr>
            <a:xfrm>
              <a:off x="7473705" y="3260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0" name="pt12930"/>
            <p:cNvSpPr/>
            <p:nvPr/>
          </p:nvSpPr>
          <p:spPr>
            <a:xfrm>
              <a:off x="7440681" y="3260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1" name="pt12931"/>
            <p:cNvSpPr/>
            <p:nvPr/>
          </p:nvSpPr>
          <p:spPr>
            <a:xfrm>
              <a:off x="7449990" y="3331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2" name="pt12932"/>
            <p:cNvSpPr/>
            <p:nvPr/>
          </p:nvSpPr>
          <p:spPr>
            <a:xfrm>
              <a:off x="7426017" y="32817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3" name="pt12933"/>
            <p:cNvSpPr/>
            <p:nvPr/>
          </p:nvSpPr>
          <p:spPr>
            <a:xfrm>
              <a:off x="7459584" y="32692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4" name="pt12934"/>
            <p:cNvSpPr/>
            <p:nvPr/>
          </p:nvSpPr>
          <p:spPr>
            <a:xfrm>
              <a:off x="7470867" y="3305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5" name="pt12935"/>
            <p:cNvSpPr/>
            <p:nvPr/>
          </p:nvSpPr>
          <p:spPr>
            <a:xfrm>
              <a:off x="7452716" y="3399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6" name="pt12936"/>
            <p:cNvSpPr/>
            <p:nvPr/>
          </p:nvSpPr>
          <p:spPr>
            <a:xfrm>
              <a:off x="7457965" y="3267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7" name="pt12937"/>
            <p:cNvSpPr/>
            <p:nvPr/>
          </p:nvSpPr>
          <p:spPr>
            <a:xfrm>
              <a:off x="7486916" y="3271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8" name="pt12938"/>
            <p:cNvSpPr/>
            <p:nvPr/>
          </p:nvSpPr>
          <p:spPr>
            <a:xfrm>
              <a:off x="7492984" y="3241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39" name="pt12939"/>
            <p:cNvSpPr/>
            <p:nvPr/>
          </p:nvSpPr>
          <p:spPr>
            <a:xfrm>
              <a:off x="7400386" y="32635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0" name="pt12940"/>
            <p:cNvSpPr/>
            <p:nvPr/>
          </p:nvSpPr>
          <p:spPr>
            <a:xfrm>
              <a:off x="7488647" y="3297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1" name="pt12941"/>
            <p:cNvSpPr/>
            <p:nvPr/>
          </p:nvSpPr>
          <p:spPr>
            <a:xfrm>
              <a:off x="7454476" y="32793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2" name="pt12942"/>
            <p:cNvSpPr/>
            <p:nvPr/>
          </p:nvSpPr>
          <p:spPr>
            <a:xfrm>
              <a:off x="7477514" y="3262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3" name="pt12943"/>
            <p:cNvSpPr/>
            <p:nvPr/>
          </p:nvSpPr>
          <p:spPr>
            <a:xfrm>
              <a:off x="7431194" y="3265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4" name="pt12944"/>
            <p:cNvSpPr/>
            <p:nvPr/>
          </p:nvSpPr>
          <p:spPr>
            <a:xfrm>
              <a:off x="7460460" y="33000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5" name="pt12945"/>
            <p:cNvSpPr/>
            <p:nvPr/>
          </p:nvSpPr>
          <p:spPr>
            <a:xfrm>
              <a:off x="7506313" y="3072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6" name="pt12946"/>
            <p:cNvSpPr/>
            <p:nvPr/>
          </p:nvSpPr>
          <p:spPr>
            <a:xfrm>
              <a:off x="7442589" y="3230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7" name="pt12947"/>
            <p:cNvSpPr/>
            <p:nvPr/>
          </p:nvSpPr>
          <p:spPr>
            <a:xfrm>
              <a:off x="7470813" y="3278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8" name="pt12948"/>
            <p:cNvSpPr/>
            <p:nvPr/>
          </p:nvSpPr>
          <p:spPr>
            <a:xfrm>
              <a:off x="7406670" y="3287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49" name="pt12949"/>
            <p:cNvSpPr/>
            <p:nvPr/>
          </p:nvSpPr>
          <p:spPr>
            <a:xfrm>
              <a:off x="7477143" y="3276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0" name="pt12950"/>
            <p:cNvSpPr/>
            <p:nvPr/>
          </p:nvSpPr>
          <p:spPr>
            <a:xfrm>
              <a:off x="7504869" y="3237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1" name="pt12951"/>
            <p:cNvSpPr/>
            <p:nvPr/>
          </p:nvSpPr>
          <p:spPr>
            <a:xfrm>
              <a:off x="7468186" y="3269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2" name="pt12952"/>
            <p:cNvSpPr/>
            <p:nvPr/>
          </p:nvSpPr>
          <p:spPr>
            <a:xfrm>
              <a:off x="7456387" y="3222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3" name="pt12953"/>
            <p:cNvSpPr/>
            <p:nvPr/>
          </p:nvSpPr>
          <p:spPr>
            <a:xfrm>
              <a:off x="7481055" y="3260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4" name="pt12954"/>
            <p:cNvSpPr/>
            <p:nvPr/>
          </p:nvSpPr>
          <p:spPr>
            <a:xfrm>
              <a:off x="7432539" y="3295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5" name="pt12955"/>
            <p:cNvSpPr/>
            <p:nvPr/>
          </p:nvSpPr>
          <p:spPr>
            <a:xfrm>
              <a:off x="7459279" y="3268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6" name="pt12956"/>
            <p:cNvSpPr/>
            <p:nvPr/>
          </p:nvSpPr>
          <p:spPr>
            <a:xfrm>
              <a:off x="7492143" y="3284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7" name="pt12957"/>
            <p:cNvSpPr/>
            <p:nvPr/>
          </p:nvSpPr>
          <p:spPr>
            <a:xfrm>
              <a:off x="7466097" y="3271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8" name="pt12958"/>
            <p:cNvSpPr/>
            <p:nvPr/>
          </p:nvSpPr>
          <p:spPr>
            <a:xfrm>
              <a:off x="7410879" y="3289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59" name="pt12959"/>
            <p:cNvSpPr/>
            <p:nvPr/>
          </p:nvSpPr>
          <p:spPr>
            <a:xfrm>
              <a:off x="7408901" y="3255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0" name="pt12960"/>
            <p:cNvSpPr/>
            <p:nvPr/>
          </p:nvSpPr>
          <p:spPr>
            <a:xfrm>
              <a:off x="7499023" y="32288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1" name="pt12961"/>
            <p:cNvSpPr/>
            <p:nvPr/>
          </p:nvSpPr>
          <p:spPr>
            <a:xfrm>
              <a:off x="7427322" y="3256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2" name="pt12962"/>
            <p:cNvSpPr/>
            <p:nvPr/>
          </p:nvSpPr>
          <p:spPr>
            <a:xfrm>
              <a:off x="7434864" y="3269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3" name="pt12963"/>
            <p:cNvSpPr/>
            <p:nvPr/>
          </p:nvSpPr>
          <p:spPr>
            <a:xfrm>
              <a:off x="7444994" y="3207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4" name="pt12964"/>
            <p:cNvSpPr/>
            <p:nvPr/>
          </p:nvSpPr>
          <p:spPr>
            <a:xfrm>
              <a:off x="7456928" y="32222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5" name="pt12965"/>
            <p:cNvSpPr/>
            <p:nvPr/>
          </p:nvSpPr>
          <p:spPr>
            <a:xfrm>
              <a:off x="7396799" y="3297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6" name="pt12966"/>
            <p:cNvSpPr/>
            <p:nvPr/>
          </p:nvSpPr>
          <p:spPr>
            <a:xfrm>
              <a:off x="7489551" y="31483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7" name="pt12967"/>
            <p:cNvSpPr/>
            <p:nvPr/>
          </p:nvSpPr>
          <p:spPr>
            <a:xfrm>
              <a:off x="7496049" y="3238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8" name="pt12968"/>
            <p:cNvSpPr/>
            <p:nvPr/>
          </p:nvSpPr>
          <p:spPr>
            <a:xfrm>
              <a:off x="7455251" y="3275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69" name="pt12969"/>
            <p:cNvSpPr/>
            <p:nvPr/>
          </p:nvSpPr>
          <p:spPr>
            <a:xfrm>
              <a:off x="7512761" y="3241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0" name="pt12970"/>
            <p:cNvSpPr/>
            <p:nvPr/>
          </p:nvSpPr>
          <p:spPr>
            <a:xfrm>
              <a:off x="7477060" y="32551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1" name="pt12971"/>
            <p:cNvSpPr/>
            <p:nvPr/>
          </p:nvSpPr>
          <p:spPr>
            <a:xfrm>
              <a:off x="7367723" y="32503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2" name="pt12972"/>
            <p:cNvSpPr/>
            <p:nvPr/>
          </p:nvSpPr>
          <p:spPr>
            <a:xfrm>
              <a:off x="7414071" y="3265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3" name="pt12973"/>
            <p:cNvSpPr/>
            <p:nvPr/>
          </p:nvSpPr>
          <p:spPr>
            <a:xfrm>
              <a:off x="7497196" y="3267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4" name="pt12974"/>
            <p:cNvSpPr/>
            <p:nvPr/>
          </p:nvSpPr>
          <p:spPr>
            <a:xfrm>
              <a:off x="7488356" y="3235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5" name="pt12975"/>
            <p:cNvSpPr/>
            <p:nvPr/>
          </p:nvSpPr>
          <p:spPr>
            <a:xfrm>
              <a:off x="7459497" y="3289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6" name="pt12976"/>
            <p:cNvSpPr/>
            <p:nvPr/>
          </p:nvSpPr>
          <p:spPr>
            <a:xfrm>
              <a:off x="7466772" y="3271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7" name="pt12977"/>
            <p:cNvSpPr/>
            <p:nvPr/>
          </p:nvSpPr>
          <p:spPr>
            <a:xfrm>
              <a:off x="7367561" y="3214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8" name="pt12978"/>
            <p:cNvSpPr/>
            <p:nvPr/>
          </p:nvSpPr>
          <p:spPr>
            <a:xfrm>
              <a:off x="7382533" y="3311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79" name="pt12979"/>
            <p:cNvSpPr/>
            <p:nvPr/>
          </p:nvSpPr>
          <p:spPr>
            <a:xfrm>
              <a:off x="7891968" y="3256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0" name="pt12980"/>
            <p:cNvSpPr/>
            <p:nvPr/>
          </p:nvSpPr>
          <p:spPr>
            <a:xfrm>
              <a:off x="7520478" y="32821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1" name="pt12981"/>
            <p:cNvSpPr/>
            <p:nvPr/>
          </p:nvSpPr>
          <p:spPr>
            <a:xfrm>
              <a:off x="7365956" y="3194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2" name="pt12982"/>
            <p:cNvSpPr/>
            <p:nvPr/>
          </p:nvSpPr>
          <p:spPr>
            <a:xfrm>
              <a:off x="7395763" y="32810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3" name="pt12983"/>
            <p:cNvSpPr/>
            <p:nvPr/>
          </p:nvSpPr>
          <p:spPr>
            <a:xfrm>
              <a:off x="7529060" y="3261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4" name="pt12984"/>
            <p:cNvSpPr/>
            <p:nvPr/>
          </p:nvSpPr>
          <p:spPr>
            <a:xfrm>
              <a:off x="7436752" y="3269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5" name="pt12985"/>
            <p:cNvSpPr/>
            <p:nvPr/>
          </p:nvSpPr>
          <p:spPr>
            <a:xfrm>
              <a:off x="7497096" y="32653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6" name="pt12986"/>
            <p:cNvSpPr/>
            <p:nvPr/>
          </p:nvSpPr>
          <p:spPr>
            <a:xfrm>
              <a:off x="7606913" y="3241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7" name="pt12987"/>
            <p:cNvSpPr/>
            <p:nvPr/>
          </p:nvSpPr>
          <p:spPr>
            <a:xfrm>
              <a:off x="7489351" y="3264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8" name="pt12988"/>
            <p:cNvSpPr/>
            <p:nvPr/>
          </p:nvSpPr>
          <p:spPr>
            <a:xfrm>
              <a:off x="7469604" y="3264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89" name="pt12989"/>
            <p:cNvSpPr/>
            <p:nvPr/>
          </p:nvSpPr>
          <p:spPr>
            <a:xfrm>
              <a:off x="7476454" y="32572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0" name="pt12990"/>
            <p:cNvSpPr/>
            <p:nvPr/>
          </p:nvSpPr>
          <p:spPr>
            <a:xfrm>
              <a:off x="7412537" y="3270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1" name="pt12991"/>
            <p:cNvSpPr/>
            <p:nvPr/>
          </p:nvSpPr>
          <p:spPr>
            <a:xfrm>
              <a:off x="7452793" y="3265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2" name="pt12992"/>
            <p:cNvSpPr/>
            <p:nvPr/>
          </p:nvSpPr>
          <p:spPr>
            <a:xfrm>
              <a:off x="7419109" y="3278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3" name="pt12993"/>
            <p:cNvSpPr/>
            <p:nvPr/>
          </p:nvSpPr>
          <p:spPr>
            <a:xfrm>
              <a:off x="7454941" y="3255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4" name="pt12994"/>
            <p:cNvSpPr/>
            <p:nvPr/>
          </p:nvSpPr>
          <p:spPr>
            <a:xfrm>
              <a:off x="7406551" y="3281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5" name="pt12995"/>
            <p:cNvSpPr/>
            <p:nvPr/>
          </p:nvSpPr>
          <p:spPr>
            <a:xfrm>
              <a:off x="7453757" y="3277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6" name="pt12996"/>
            <p:cNvSpPr/>
            <p:nvPr/>
          </p:nvSpPr>
          <p:spPr>
            <a:xfrm>
              <a:off x="7494223" y="3266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7" name="pt12997"/>
            <p:cNvSpPr/>
            <p:nvPr/>
          </p:nvSpPr>
          <p:spPr>
            <a:xfrm>
              <a:off x="7504311" y="32239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8" name="pt12998"/>
            <p:cNvSpPr/>
            <p:nvPr/>
          </p:nvSpPr>
          <p:spPr>
            <a:xfrm>
              <a:off x="7473305" y="3272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2999" name="pt12999"/>
            <p:cNvSpPr/>
            <p:nvPr/>
          </p:nvSpPr>
          <p:spPr>
            <a:xfrm>
              <a:off x="7507893" y="3271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0" name="pt13000"/>
            <p:cNvSpPr/>
            <p:nvPr/>
          </p:nvSpPr>
          <p:spPr>
            <a:xfrm>
              <a:off x="7429570" y="32816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1" name="pt13001"/>
            <p:cNvSpPr/>
            <p:nvPr/>
          </p:nvSpPr>
          <p:spPr>
            <a:xfrm>
              <a:off x="7492749" y="3232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2" name="pt13002"/>
            <p:cNvSpPr/>
            <p:nvPr/>
          </p:nvSpPr>
          <p:spPr>
            <a:xfrm>
              <a:off x="7475690" y="3277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3" name="pt13003"/>
            <p:cNvSpPr/>
            <p:nvPr/>
          </p:nvSpPr>
          <p:spPr>
            <a:xfrm>
              <a:off x="7447533" y="33903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4" name="pt13004"/>
            <p:cNvSpPr/>
            <p:nvPr/>
          </p:nvSpPr>
          <p:spPr>
            <a:xfrm>
              <a:off x="7483311" y="3257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5" name="pt13005"/>
            <p:cNvSpPr/>
            <p:nvPr/>
          </p:nvSpPr>
          <p:spPr>
            <a:xfrm>
              <a:off x="7415657" y="3288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6" name="pt13006"/>
            <p:cNvSpPr/>
            <p:nvPr/>
          </p:nvSpPr>
          <p:spPr>
            <a:xfrm>
              <a:off x="7457928" y="3280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7" name="pt13007"/>
            <p:cNvSpPr/>
            <p:nvPr/>
          </p:nvSpPr>
          <p:spPr>
            <a:xfrm>
              <a:off x="7429034" y="32670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8" name="pt13008"/>
            <p:cNvSpPr/>
            <p:nvPr/>
          </p:nvSpPr>
          <p:spPr>
            <a:xfrm>
              <a:off x="7452807" y="3276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09" name="pt13009"/>
            <p:cNvSpPr/>
            <p:nvPr/>
          </p:nvSpPr>
          <p:spPr>
            <a:xfrm>
              <a:off x="7402245" y="3290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0" name="pt13010"/>
            <p:cNvSpPr/>
            <p:nvPr/>
          </p:nvSpPr>
          <p:spPr>
            <a:xfrm>
              <a:off x="7460253" y="3284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1" name="pt13011"/>
            <p:cNvSpPr/>
            <p:nvPr/>
          </p:nvSpPr>
          <p:spPr>
            <a:xfrm>
              <a:off x="7490085" y="33462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2" name="pt13012"/>
            <p:cNvSpPr/>
            <p:nvPr/>
          </p:nvSpPr>
          <p:spPr>
            <a:xfrm>
              <a:off x="7459284" y="3248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3" name="pt13013"/>
            <p:cNvSpPr/>
            <p:nvPr/>
          </p:nvSpPr>
          <p:spPr>
            <a:xfrm>
              <a:off x="7488421" y="3279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4" name="pt13014"/>
            <p:cNvSpPr/>
            <p:nvPr/>
          </p:nvSpPr>
          <p:spPr>
            <a:xfrm>
              <a:off x="7413853" y="3236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5" name="pt13015"/>
            <p:cNvSpPr/>
            <p:nvPr/>
          </p:nvSpPr>
          <p:spPr>
            <a:xfrm>
              <a:off x="7463752" y="3205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6" name="pt13016"/>
            <p:cNvSpPr/>
            <p:nvPr/>
          </p:nvSpPr>
          <p:spPr>
            <a:xfrm>
              <a:off x="7448615" y="3266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7" name="pt13017"/>
            <p:cNvSpPr/>
            <p:nvPr/>
          </p:nvSpPr>
          <p:spPr>
            <a:xfrm>
              <a:off x="7436886" y="3250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8" name="pt13018"/>
            <p:cNvSpPr/>
            <p:nvPr/>
          </p:nvSpPr>
          <p:spPr>
            <a:xfrm>
              <a:off x="7470017" y="3303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19" name="pt13019"/>
            <p:cNvSpPr/>
            <p:nvPr/>
          </p:nvSpPr>
          <p:spPr>
            <a:xfrm>
              <a:off x="7433958" y="32541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0" name="pt13020"/>
            <p:cNvSpPr/>
            <p:nvPr/>
          </p:nvSpPr>
          <p:spPr>
            <a:xfrm>
              <a:off x="7462055" y="3239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1" name="pt13021"/>
            <p:cNvSpPr/>
            <p:nvPr/>
          </p:nvSpPr>
          <p:spPr>
            <a:xfrm>
              <a:off x="7513580" y="3274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2" name="pt13022"/>
            <p:cNvSpPr/>
            <p:nvPr/>
          </p:nvSpPr>
          <p:spPr>
            <a:xfrm>
              <a:off x="7457008" y="3246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3" name="pt13023"/>
            <p:cNvSpPr/>
            <p:nvPr/>
          </p:nvSpPr>
          <p:spPr>
            <a:xfrm>
              <a:off x="7411115" y="3274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4" name="pt13024"/>
            <p:cNvSpPr/>
            <p:nvPr/>
          </p:nvSpPr>
          <p:spPr>
            <a:xfrm>
              <a:off x="7475935" y="3257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5" name="pt13025"/>
            <p:cNvSpPr/>
            <p:nvPr/>
          </p:nvSpPr>
          <p:spPr>
            <a:xfrm>
              <a:off x="7471081" y="3288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6" name="pt13026"/>
            <p:cNvSpPr/>
            <p:nvPr/>
          </p:nvSpPr>
          <p:spPr>
            <a:xfrm>
              <a:off x="7857932" y="3191425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27" name="pt13027"/>
            <p:cNvSpPr/>
            <p:nvPr/>
          </p:nvSpPr>
          <p:spPr>
            <a:xfrm>
              <a:off x="7456113" y="3242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8" name="pt13028"/>
            <p:cNvSpPr/>
            <p:nvPr/>
          </p:nvSpPr>
          <p:spPr>
            <a:xfrm>
              <a:off x="7493758" y="3267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29" name="pt13029"/>
            <p:cNvSpPr/>
            <p:nvPr/>
          </p:nvSpPr>
          <p:spPr>
            <a:xfrm>
              <a:off x="7441022" y="32780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0" name="pt13030"/>
            <p:cNvSpPr/>
            <p:nvPr/>
          </p:nvSpPr>
          <p:spPr>
            <a:xfrm>
              <a:off x="7432275" y="3263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1" name="pt13031"/>
            <p:cNvSpPr/>
            <p:nvPr/>
          </p:nvSpPr>
          <p:spPr>
            <a:xfrm>
              <a:off x="7469744" y="3273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2" name="pt13032"/>
            <p:cNvSpPr/>
            <p:nvPr/>
          </p:nvSpPr>
          <p:spPr>
            <a:xfrm>
              <a:off x="7457413" y="32672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3" name="pt13033"/>
            <p:cNvSpPr/>
            <p:nvPr/>
          </p:nvSpPr>
          <p:spPr>
            <a:xfrm>
              <a:off x="7497533" y="3280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4" name="pt13034"/>
            <p:cNvSpPr/>
            <p:nvPr/>
          </p:nvSpPr>
          <p:spPr>
            <a:xfrm>
              <a:off x="7484427" y="3291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5" name="pt13035"/>
            <p:cNvSpPr/>
            <p:nvPr/>
          </p:nvSpPr>
          <p:spPr>
            <a:xfrm>
              <a:off x="7470263" y="3258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6" name="pt13036"/>
            <p:cNvSpPr/>
            <p:nvPr/>
          </p:nvSpPr>
          <p:spPr>
            <a:xfrm>
              <a:off x="7504679" y="3273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7" name="pt13037"/>
            <p:cNvSpPr/>
            <p:nvPr/>
          </p:nvSpPr>
          <p:spPr>
            <a:xfrm>
              <a:off x="7453460" y="3259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8" name="pt13038"/>
            <p:cNvSpPr/>
            <p:nvPr/>
          </p:nvSpPr>
          <p:spPr>
            <a:xfrm>
              <a:off x="7470373" y="3277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39" name="pt13039"/>
            <p:cNvSpPr/>
            <p:nvPr/>
          </p:nvSpPr>
          <p:spPr>
            <a:xfrm>
              <a:off x="7464445" y="3256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0" name="pt13040"/>
            <p:cNvSpPr/>
            <p:nvPr/>
          </p:nvSpPr>
          <p:spPr>
            <a:xfrm>
              <a:off x="7431641" y="3270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1" name="pt13041"/>
            <p:cNvSpPr/>
            <p:nvPr/>
          </p:nvSpPr>
          <p:spPr>
            <a:xfrm>
              <a:off x="7483062" y="3269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2" name="pt13042"/>
            <p:cNvSpPr/>
            <p:nvPr/>
          </p:nvSpPr>
          <p:spPr>
            <a:xfrm>
              <a:off x="7427988" y="3284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3" name="pt13043"/>
            <p:cNvSpPr/>
            <p:nvPr/>
          </p:nvSpPr>
          <p:spPr>
            <a:xfrm>
              <a:off x="7484549" y="3258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4" name="pt13044"/>
            <p:cNvSpPr/>
            <p:nvPr/>
          </p:nvSpPr>
          <p:spPr>
            <a:xfrm>
              <a:off x="7437328" y="3254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5" name="pt13045"/>
            <p:cNvSpPr/>
            <p:nvPr/>
          </p:nvSpPr>
          <p:spPr>
            <a:xfrm>
              <a:off x="7379767" y="3261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6" name="pt13046"/>
            <p:cNvSpPr/>
            <p:nvPr/>
          </p:nvSpPr>
          <p:spPr>
            <a:xfrm>
              <a:off x="7423439" y="3273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7" name="pt13047"/>
            <p:cNvSpPr/>
            <p:nvPr/>
          </p:nvSpPr>
          <p:spPr>
            <a:xfrm>
              <a:off x="7469842" y="3277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8" name="pt13048"/>
            <p:cNvSpPr/>
            <p:nvPr/>
          </p:nvSpPr>
          <p:spPr>
            <a:xfrm>
              <a:off x="7435412" y="3287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49" name="pt13049"/>
            <p:cNvSpPr/>
            <p:nvPr/>
          </p:nvSpPr>
          <p:spPr>
            <a:xfrm>
              <a:off x="7464793" y="32639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0" name="pt13050"/>
            <p:cNvSpPr/>
            <p:nvPr/>
          </p:nvSpPr>
          <p:spPr>
            <a:xfrm>
              <a:off x="7512324" y="32150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1" name="pt13051"/>
            <p:cNvSpPr/>
            <p:nvPr/>
          </p:nvSpPr>
          <p:spPr>
            <a:xfrm>
              <a:off x="7520556" y="3293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2" name="pt13052"/>
            <p:cNvSpPr/>
            <p:nvPr/>
          </p:nvSpPr>
          <p:spPr>
            <a:xfrm>
              <a:off x="7453987" y="3291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3" name="pt13053"/>
            <p:cNvSpPr/>
            <p:nvPr/>
          </p:nvSpPr>
          <p:spPr>
            <a:xfrm>
              <a:off x="7416004" y="3236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4" name="pt13054"/>
            <p:cNvSpPr/>
            <p:nvPr/>
          </p:nvSpPr>
          <p:spPr>
            <a:xfrm>
              <a:off x="7385149" y="3255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5" name="pt13055"/>
            <p:cNvSpPr/>
            <p:nvPr/>
          </p:nvSpPr>
          <p:spPr>
            <a:xfrm>
              <a:off x="7475122" y="3301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6" name="pt13056"/>
            <p:cNvSpPr/>
            <p:nvPr/>
          </p:nvSpPr>
          <p:spPr>
            <a:xfrm>
              <a:off x="7476982" y="3294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7" name="pt13057"/>
            <p:cNvSpPr/>
            <p:nvPr/>
          </p:nvSpPr>
          <p:spPr>
            <a:xfrm>
              <a:off x="7513148" y="3234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8" name="pt13058"/>
            <p:cNvSpPr/>
            <p:nvPr/>
          </p:nvSpPr>
          <p:spPr>
            <a:xfrm>
              <a:off x="7473635" y="3253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59" name="pt13059"/>
            <p:cNvSpPr/>
            <p:nvPr/>
          </p:nvSpPr>
          <p:spPr>
            <a:xfrm>
              <a:off x="7492260" y="3324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0" name="pt13060"/>
            <p:cNvSpPr/>
            <p:nvPr/>
          </p:nvSpPr>
          <p:spPr>
            <a:xfrm>
              <a:off x="7459376" y="3249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1" name="pt13061"/>
            <p:cNvSpPr/>
            <p:nvPr/>
          </p:nvSpPr>
          <p:spPr>
            <a:xfrm>
              <a:off x="7408231" y="3193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2" name="pt13062"/>
            <p:cNvSpPr/>
            <p:nvPr/>
          </p:nvSpPr>
          <p:spPr>
            <a:xfrm>
              <a:off x="7408236" y="3242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3" name="pt13063"/>
            <p:cNvSpPr/>
            <p:nvPr/>
          </p:nvSpPr>
          <p:spPr>
            <a:xfrm>
              <a:off x="7453094" y="32794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4" name="pt13064"/>
            <p:cNvSpPr/>
            <p:nvPr/>
          </p:nvSpPr>
          <p:spPr>
            <a:xfrm>
              <a:off x="7488638" y="32690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5" name="pt13065"/>
            <p:cNvSpPr/>
            <p:nvPr/>
          </p:nvSpPr>
          <p:spPr>
            <a:xfrm>
              <a:off x="7472921" y="32581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6" name="pt13066"/>
            <p:cNvSpPr/>
            <p:nvPr/>
          </p:nvSpPr>
          <p:spPr>
            <a:xfrm>
              <a:off x="7474351" y="3254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7" name="pt13067"/>
            <p:cNvSpPr/>
            <p:nvPr/>
          </p:nvSpPr>
          <p:spPr>
            <a:xfrm>
              <a:off x="7483693" y="3269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8" name="pt13068"/>
            <p:cNvSpPr/>
            <p:nvPr/>
          </p:nvSpPr>
          <p:spPr>
            <a:xfrm>
              <a:off x="7454760" y="3241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69" name="pt13069"/>
            <p:cNvSpPr/>
            <p:nvPr/>
          </p:nvSpPr>
          <p:spPr>
            <a:xfrm>
              <a:off x="7395534" y="32442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0" name="pt13070"/>
            <p:cNvSpPr/>
            <p:nvPr/>
          </p:nvSpPr>
          <p:spPr>
            <a:xfrm>
              <a:off x="7449361" y="32561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1" name="pt13071"/>
            <p:cNvSpPr/>
            <p:nvPr/>
          </p:nvSpPr>
          <p:spPr>
            <a:xfrm>
              <a:off x="7452067" y="3269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2" name="pt13072"/>
            <p:cNvSpPr/>
            <p:nvPr/>
          </p:nvSpPr>
          <p:spPr>
            <a:xfrm>
              <a:off x="7450728" y="3272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3" name="pt13073"/>
            <p:cNvSpPr/>
            <p:nvPr/>
          </p:nvSpPr>
          <p:spPr>
            <a:xfrm>
              <a:off x="7573654" y="3291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4" name="pt13074"/>
            <p:cNvSpPr/>
            <p:nvPr/>
          </p:nvSpPr>
          <p:spPr>
            <a:xfrm>
              <a:off x="7477449" y="3260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5" name="pt13075"/>
            <p:cNvSpPr/>
            <p:nvPr/>
          </p:nvSpPr>
          <p:spPr>
            <a:xfrm>
              <a:off x="7400449" y="32879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6" name="pt13076"/>
            <p:cNvSpPr/>
            <p:nvPr/>
          </p:nvSpPr>
          <p:spPr>
            <a:xfrm>
              <a:off x="7457559" y="3207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7" name="pt13077"/>
            <p:cNvSpPr/>
            <p:nvPr/>
          </p:nvSpPr>
          <p:spPr>
            <a:xfrm>
              <a:off x="7476019" y="3252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8" name="pt13078"/>
            <p:cNvSpPr/>
            <p:nvPr/>
          </p:nvSpPr>
          <p:spPr>
            <a:xfrm>
              <a:off x="7493874" y="2901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79" name="pt13079"/>
            <p:cNvSpPr/>
            <p:nvPr/>
          </p:nvSpPr>
          <p:spPr>
            <a:xfrm>
              <a:off x="7467288" y="3271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0" name="pt13080"/>
            <p:cNvSpPr/>
            <p:nvPr/>
          </p:nvSpPr>
          <p:spPr>
            <a:xfrm>
              <a:off x="7425414" y="3315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1" name="pt13081"/>
            <p:cNvSpPr/>
            <p:nvPr/>
          </p:nvSpPr>
          <p:spPr>
            <a:xfrm>
              <a:off x="7425883" y="3509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2" name="pt13082"/>
            <p:cNvSpPr/>
            <p:nvPr/>
          </p:nvSpPr>
          <p:spPr>
            <a:xfrm>
              <a:off x="7475443" y="3543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3" name="pt13083"/>
            <p:cNvSpPr/>
            <p:nvPr/>
          </p:nvSpPr>
          <p:spPr>
            <a:xfrm>
              <a:off x="7480516" y="3246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4" name="pt13084"/>
            <p:cNvSpPr/>
            <p:nvPr/>
          </p:nvSpPr>
          <p:spPr>
            <a:xfrm>
              <a:off x="7471462" y="34909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5" name="pt13085"/>
            <p:cNvSpPr/>
            <p:nvPr/>
          </p:nvSpPr>
          <p:spPr>
            <a:xfrm>
              <a:off x="7456032" y="3264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6" name="pt13086"/>
            <p:cNvSpPr/>
            <p:nvPr/>
          </p:nvSpPr>
          <p:spPr>
            <a:xfrm>
              <a:off x="7586839" y="3246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7" name="pt13087"/>
            <p:cNvSpPr/>
            <p:nvPr/>
          </p:nvSpPr>
          <p:spPr>
            <a:xfrm>
              <a:off x="7470969" y="3257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8" name="pt13088"/>
            <p:cNvSpPr/>
            <p:nvPr/>
          </p:nvSpPr>
          <p:spPr>
            <a:xfrm>
              <a:off x="7534195" y="31716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89" name="pt13089"/>
            <p:cNvSpPr/>
            <p:nvPr/>
          </p:nvSpPr>
          <p:spPr>
            <a:xfrm>
              <a:off x="7460583" y="3232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0" name="pt13090"/>
            <p:cNvSpPr/>
            <p:nvPr/>
          </p:nvSpPr>
          <p:spPr>
            <a:xfrm>
              <a:off x="7460131" y="32657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1" name="pt13091"/>
            <p:cNvSpPr/>
            <p:nvPr/>
          </p:nvSpPr>
          <p:spPr>
            <a:xfrm>
              <a:off x="7463884" y="3245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2" name="pt13092"/>
            <p:cNvSpPr/>
            <p:nvPr/>
          </p:nvSpPr>
          <p:spPr>
            <a:xfrm>
              <a:off x="7455040" y="3289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3" name="pt13093"/>
            <p:cNvSpPr/>
            <p:nvPr/>
          </p:nvSpPr>
          <p:spPr>
            <a:xfrm>
              <a:off x="7463195" y="3321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4" name="pt13094"/>
            <p:cNvSpPr/>
            <p:nvPr/>
          </p:nvSpPr>
          <p:spPr>
            <a:xfrm>
              <a:off x="7478092" y="3236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5" name="pt13095"/>
            <p:cNvSpPr/>
            <p:nvPr/>
          </p:nvSpPr>
          <p:spPr>
            <a:xfrm>
              <a:off x="7510024" y="3202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6" name="pt13096"/>
            <p:cNvSpPr/>
            <p:nvPr/>
          </p:nvSpPr>
          <p:spPr>
            <a:xfrm>
              <a:off x="7475761" y="32653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7" name="pt13097"/>
            <p:cNvSpPr/>
            <p:nvPr/>
          </p:nvSpPr>
          <p:spPr>
            <a:xfrm>
              <a:off x="7509740" y="3265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8" name="pt13098"/>
            <p:cNvSpPr/>
            <p:nvPr/>
          </p:nvSpPr>
          <p:spPr>
            <a:xfrm>
              <a:off x="7469685" y="3270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099" name="pt13099"/>
            <p:cNvSpPr/>
            <p:nvPr/>
          </p:nvSpPr>
          <p:spPr>
            <a:xfrm>
              <a:off x="7479844" y="3261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0" name="pt13100"/>
            <p:cNvSpPr/>
            <p:nvPr/>
          </p:nvSpPr>
          <p:spPr>
            <a:xfrm>
              <a:off x="7514756" y="3255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1" name="pt13101"/>
            <p:cNvSpPr/>
            <p:nvPr/>
          </p:nvSpPr>
          <p:spPr>
            <a:xfrm>
              <a:off x="7410953" y="3244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2" name="pt13102"/>
            <p:cNvSpPr/>
            <p:nvPr/>
          </p:nvSpPr>
          <p:spPr>
            <a:xfrm>
              <a:off x="7484577" y="33566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3" name="pt13103"/>
            <p:cNvSpPr/>
            <p:nvPr/>
          </p:nvSpPr>
          <p:spPr>
            <a:xfrm>
              <a:off x="7494064" y="3265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4" name="pt13104"/>
            <p:cNvSpPr/>
            <p:nvPr/>
          </p:nvSpPr>
          <p:spPr>
            <a:xfrm>
              <a:off x="7389665" y="3220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5" name="pt13105"/>
            <p:cNvSpPr/>
            <p:nvPr/>
          </p:nvSpPr>
          <p:spPr>
            <a:xfrm>
              <a:off x="7461983" y="32462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6" name="pt13106"/>
            <p:cNvSpPr/>
            <p:nvPr/>
          </p:nvSpPr>
          <p:spPr>
            <a:xfrm>
              <a:off x="7456341" y="3261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7" name="pt13107"/>
            <p:cNvSpPr/>
            <p:nvPr/>
          </p:nvSpPr>
          <p:spPr>
            <a:xfrm>
              <a:off x="7449934" y="3241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8" name="pt13108"/>
            <p:cNvSpPr/>
            <p:nvPr/>
          </p:nvSpPr>
          <p:spPr>
            <a:xfrm>
              <a:off x="7495861" y="3276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09" name="pt13109"/>
            <p:cNvSpPr/>
            <p:nvPr/>
          </p:nvSpPr>
          <p:spPr>
            <a:xfrm>
              <a:off x="7486730" y="3233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0" name="pt13110"/>
            <p:cNvSpPr/>
            <p:nvPr/>
          </p:nvSpPr>
          <p:spPr>
            <a:xfrm>
              <a:off x="7534722" y="32840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1" name="pt13111"/>
            <p:cNvSpPr/>
            <p:nvPr/>
          </p:nvSpPr>
          <p:spPr>
            <a:xfrm>
              <a:off x="7449886" y="3270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2" name="pt13112"/>
            <p:cNvSpPr/>
            <p:nvPr/>
          </p:nvSpPr>
          <p:spPr>
            <a:xfrm>
              <a:off x="8337963" y="32523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3" name="pt13113"/>
            <p:cNvSpPr/>
            <p:nvPr/>
          </p:nvSpPr>
          <p:spPr>
            <a:xfrm>
              <a:off x="7487916" y="3309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4" name="pt13114"/>
            <p:cNvSpPr/>
            <p:nvPr/>
          </p:nvSpPr>
          <p:spPr>
            <a:xfrm>
              <a:off x="7540517" y="3266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5" name="pt13115"/>
            <p:cNvSpPr/>
            <p:nvPr/>
          </p:nvSpPr>
          <p:spPr>
            <a:xfrm>
              <a:off x="7424466" y="3280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6" name="pt13116"/>
            <p:cNvSpPr/>
            <p:nvPr/>
          </p:nvSpPr>
          <p:spPr>
            <a:xfrm>
              <a:off x="7490950" y="3258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7" name="pt13117"/>
            <p:cNvSpPr/>
            <p:nvPr/>
          </p:nvSpPr>
          <p:spPr>
            <a:xfrm>
              <a:off x="7486653" y="3270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8" name="pt13118"/>
            <p:cNvSpPr/>
            <p:nvPr/>
          </p:nvSpPr>
          <p:spPr>
            <a:xfrm>
              <a:off x="7498516" y="3289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19" name="pt13119"/>
            <p:cNvSpPr/>
            <p:nvPr/>
          </p:nvSpPr>
          <p:spPr>
            <a:xfrm>
              <a:off x="7475607" y="3380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0" name="pt13120"/>
            <p:cNvSpPr/>
            <p:nvPr/>
          </p:nvSpPr>
          <p:spPr>
            <a:xfrm>
              <a:off x="7490214" y="3620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1" name="pt13121"/>
            <p:cNvSpPr/>
            <p:nvPr/>
          </p:nvSpPr>
          <p:spPr>
            <a:xfrm>
              <a:off x="7544759" y="3233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2" name="pt13122"/>
            <p:cNvSpPr/>
            <p:nvPr/>
          </p:nvSpPr>
          <p:spPr>
            <a:xfrm>
              <a:off x="7452057" y="3281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3" name="pt13123"/>
            <p:cNvSpPr/>
            <p:nvPr/>
          </p:nvSpPr>
          <p:spPr>
            <a:xfrm>
              <a:off x="7441183" y="3452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4" name="pt13124"/>
            <p:cNvSpPr/>
            <p:nvPr/>
          </p:nvSpPr>
          <p:spPr>
            <a:xfrm>
              <a:off x="7456464" y="33074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5" name="pt13125"/>
            <p:cNvSpPr/>
            <p:nvPr/>
          </p:nvSpPr>
          <p:spPr>
            <a:xfrm>
              <a:off x="7451945" y="3269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6" name="pt13126"/>
            <p:cNvSpPr/>
            <p:nvPr/>
          </p:nvSpPr>
          <p:spPr>
            <a:xfrm>
              <a:off x="7422671" y="3308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7" name="pt13127"/>
            <p:cNvSpPr/>
            <p:nvPr/>
          </p:nvSpPr>
          <p:spPr>
            <a:xfrm>
              <a:off x="7459062" y="3193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8" name="pt13128"/>
            <p:cNvSpPr/>
            <p:nvPr/>
          </p:nvSpPr>
          <p:spPr>
            <a:xfrm>
              <a:off x="7493695" y="3272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29" name="pt13129"/>
            <p:cNvSpPr/>
            <p:nvPr/>
          </p:nvSpPr>
          <p:spPr>
            <a:xfrm>
              <a:off x="7426420" y="33104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0" name="pt13130"/>
            <p:cNvSpPr/>
            <p:nvPr/>
          </p:nvSpPr>
          <p:spPr>
            <a:xfrm>
              <a:off x="7492022" y="33074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1" name="pt13131"/>
            <p:cNvSpPr/>
            <p:nvPr/>
          </p:nvSpPr>
          <p:spPr>
            <a:xfrm>
              <a:off x="7452523" y="33376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2" name="pt13132"/>
            <p:cNvSpPr/>
            <p:nvPr/>
          </p:nvSpPr>
          <p:spPr>
            <a:xfrm>
              <a:off x="7472397" y="3241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3" name="pt13133"/>
            <p:cNvSpPr/>
            <p:nvPr/>
          </p:nvSpPr>
          <p:spPr>
            <a:xfrm>
              <a:off x="7476580" y="3207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4" name="pt13134"/>
            <p:cNvSpPr/>
            <p:nvPr/>
          </p:nvSpPr>
          <p:spPr>
            <a:xfrm>
              <a:off x="7445894" y="3342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5" name="pt13135"/>
            <p:cNvSpPr/>
            <p:nvPr/>
          </p:nvSpPr>
          <p:spPr>
            <a:xfrm>
              <a:off x="7462880" y="3246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6" name="pt13136"/>
            <p:cNvSpPr/>
            <p:nvPr/>
          </p:nvSpPr>
          <p:spPr>
            <a:xfrm>
              <a:off x="7444911" y="3301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7" name="pt13137"/>
            <p:cNvSpPr/>
            <p:nvPr/>
          </p:nvSpPr>
          <p:spPr>
            <a:xfrm>
              <a:off x="7439574" y="32437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8" name="pt13138"/>
            <p:cNvSpPr/>
            <p:nvPr/>
          </p:nvSpPr>
          <p:spPr>
            <a:xfrm>
              <a:off x="7471725" y="3248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39" name="pt13139"/>
            <p:cNvSpPr/>
            <p:nvPr/>
          </p:nvSpPr>
          <p:spPr>
            <a:xfrm>
              <a:off x="7434267" y="33170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0" name="pt13140"/>
            <p:cNvSpPr/>
            <p:nvPr/>
          </p:nvSpPr>
          <p:spPr>
            <a:xfrm>
              <a:off x="7398570" y="3305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1" name="pt13141"/>
            <p:cNvSpPr/>
            <p:nvPr/>
          </p:nvSpPr>
          <p:spPr>
            <a:xfrm>
              <a:off x="7453800" y="31940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2" name="pt13142"/>
            <p:cNvSpPr/>
            <p:nvPr/>
          </p:nvSpPr>
          <p:spPr>
            <a:xfrm>
              <a:off x="7385118" y="3332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3" name="pt13143"/>
            <p:cNvSpPr/>
            <p:nvPr/>
          </p:nvSpPr>
          <p:spPr>
            <a:xfrm>
              <a:off x="7444314" y="3282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4" name="pt13144"/>
            <p:cNvSpPr/>
            <p:nvPr/>
          </p:nvSpPr>
          <p:spPr>
            <a:xfrm>
              <a:off x="7486481" y="3029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5" name="pt13145"/>
            <p:cNvSpPr/>
            <p:nvPr/>
          </p:nvSpPr>
          <p:spPr>
            <a:xfrm>
              <a:off x="7417564" y="3283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6" name="pt13146"/>
            <p:cNvSpPr/>
            <p:nvPr/>
          </p:nvSpPr>
          <p:spPr>
            <a:xfrm>
              <a:off x="7450771" y="3265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7" name="pt13147"/>
            <p:cNvSpPr/>
            <p:nvPr/>
          </p:nvSpPr>
          <p:spPr>
            <a:xfrm>
              <a:off x="7387122" y="32920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8" name="pt13148"/>
            <p:cNvSpPr/>
            <p:nvPr/>
          </p:nvSpPr>
          <p:spPr>
            <a:xfrm>
              <a:off x="7466789" y="3277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49" name="pt13149"/>
            <p:cNvSpPr/>
            <p:nvPr/>
          </p:nvSpPr>
          <p:spPr>
            <a:xfrm>
              <a:off x="7442458" y="33718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0" name="pt13150"/>
            <p:cNvSpPr/>
            <p:nvPr/>
          </p:nvSpPr>
          <p:spPr>
            <a:xfrm>
              <a:off x="7506247" y="3247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1" name="pt13151"/>
            <p:cNvSpPr/>
            <p:nvPr/>
          </p:nvSpPr>
          <p:spPr>
            <a:xfrm>
              <a:off x="7455115" y="32836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2" name="pt13152"/>
            <p:cNvSpPr/>
            <p:nvPr/>
          </p:nvSpPr>
          <p:spPr>
            <a:xfrm>
              <a:off x="7476150" y="32569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3" name="pt13153"/>
            <p:cNvSpPr/>
            <p:nvPr/>
          </p:nvSpPr>
          <p:spPr>
            <a:xfrm>
              <a:off x="7449568" y="3276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4" name="pt13154"/>
            <p:cNvSpPr/>
            <p:nvPr/>
          </p:nvSpPr>
          <p:spPr>
            <a:xfrm>
              <a:off x="7448481" y="3552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5" name="pt13155"/>
            <p:cNvSpPr/>
            <p:nvPr/>
          </p:nvSpPr>
          <p:spPr>
            <a:xfrm>
              <a:off x="7472834" y="3291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6" name="pt13156"/>
            <p:cNvSpPr/>
            <p:nvPr/>
          </p:nvSpPr>
          <p:spPr>
            <a:xfrm>
              <a:off x="7450197" y="3299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7" name="pt13157"/>
            <p:cNvSpPr/>
            <p:nvPr/>
          </p:nvSpPr>
          <p:spPr>
            <a:xfrm>
              <a:off x="7468676" y="32584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8" name="pt13158"/>
            <p:cNvSpPr/>
            <p:nvPr/>
          </p:nvSpPr>
          <p:spPr>
            <a:xfrm>
              <a:off x="7509552" y="3308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59" name="pt13159"/>
            <p:cNvSpPr/>
            <p:nvPr/>
          </p:nvSpPr>
          <p:spPr>
            <a:xfrm>
              <a:off x="7445048" y="3270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0" name="pt13160"/>
            <p:cNvSpPr/>
            <p:nvPr/>
          </p:nvSpPr>
          <p:spPr>
            <a:xfrm>
              <a:off x="7461849" y="3253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1" name="pt13161"/>
            <p:cNvSpPr/>
            <p:nvPr/>
          </p:nvSpPr>
          <p:spPr>
            <a:xfrm>
              <a:off x="7445776" y="3307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2" name="pt13162"/>
            <p:cNvSpPr/>
            <p:nvPr/>
          </p:nvSpPr>
          <p:spPr>
            <a:xfrm>
              <a:off x="7436293" y="3213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3" name="pt13163"/>
            <p:cNvSpPr/>
            <p:nvPr/>
          </p:nvSpPr>
          <p:spPr>
            <a:xfrm>
              <a:off x="7460319" y="3287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4" name="pt13164"/>
            <p:cNvSpPr/>
            <p:nvPr/>
          </p:nvSpPr>
          <p:spPr>
            <a:xfrm>
              <a:off x="7378720" y="3234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5" name="pt13165"/>
            <p:cNvSpPr/>
            <p:nvPr/>
          </p:nvSpPr>
          <p:spPr>
            <a:xfrm>
              <a:off x="7452760" y="32288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6" name="pt13166"/>
            <p:cNvSpPr/>
            <p:nvPr/>
          </p:nvSpPr>
          <p:spPr>
            <a:xfrm>
              <a:off x="7450334" y="3280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7" name="pt13167"/>
            <p:cNvSpPr/>
            <p:nvPr/>
          </p:nvSpPr>
          <p:spPr>
            <a:xfrm>
              <a:off x="7520817" y="3278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8" name="pt13168"/>
            <p:cNvSpPr/>
            <p:nvPr/>
          </p:nvSpPr>
          <p:spPr>
            <a:xfrm>
              <a:off x="7463343" y="3230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69" name="pt13169"/>
            <p:cNvSpPr/>
            <p:nvPr/>
          </p:nvSpPr>
          <p:spPr>
            <a:xfrm>
              <a:off x="7456265" y="3273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0" name="pt13170"/>
            <p:cNvSpPr/>
            <p:nvPr/>
          </p:nvSpPr>
          <p:spPr>
            <a:xfrm>
              <a:off x="7488956" y="3274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1" name="pt13171"/>
            <p:cNvSpPr/>
            <p:nvPr/>
          </p:nvSpPr>
          <p:spPr>
            <a:xfrm>
              <a:off x="7466016" y="3149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2" name="pt13172"/>
            <p:cNvSpPr/>
            <p:nvPr/>
          </p:nvSpPr>
          <p:spPr>
            <a:xfrm>
              <a:off x="7472039" y="3242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3" name="pt13173"/>
            <p:cNvSpPr/>
            <p:nvPr/>
          </p:nvSpPr>
          <p:spPr>
            <a:xfrm>
              <a:off x="7403746" y="3218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4" name="pt13174"/>
            <p:cNvSpPr/>
            <p:nvPr/>
          </p:nvSpPr>
          <p:spPr>
            <a:xfrm>
              <a:off x="7480899" y="3267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5" name="pt13175"/>
            <p:cNvSpPr/>
            <p:nvPr/>
          </p:nvSpPr>
          <p:spPr>
            <a:xfrm>
              <a:off x="7446798" y="3304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6" name="pt13176"/>
            <p:cNvSpPr/>
            <p:nvPr/>
          </p:nvSpPr>
          <p:spPr>
            <a:xfrm>
              <a:off x="7434527" y="3276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7" name="pt13177"/>
            <p:cNvSpPr/>
            <p:nvPr/>
          </p:nvSpPr>
          <p:spPr>
            <a:xfrm>
              <a:off x="7451841" y="3293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8" name="pt13178"/>
            <p:cNvSpPr/>
            <p:nvPr/>
          </p:nvSpPr>
          <p:spPr>
            <a:xfrm>
              <a:off x="7472490" y="3292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79" name="pt13179"/>
            <p:cNvSpPr/>
            <p:nvPr/>
          </p:nvSpPr>
          <p:spPr>
            <a:xfrm>
              <a:off x="7396731" y="3274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0" name="pt13180"/>
            <p:cNvSpPr/>
            <p:nvPr/>
          </p:nvSpPr>
          <p:spPr>
            <a:xfrm>
              <a:off x="7447664" y="3485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1" name="pt13181"/>
            <p:cNvSpPr/>
            <p:nvPr/>
          </p:nvSpPr>
          <p:spPr>
            <a:xfrm>
              <a:off x="7427001" y="3293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2" name="pt13182"/>
            <p:cNvSpPr/>
            <p:nvPr/>
          </p:nvSpPr>
          <p:spPr>
            <a:xfrm>
              <a:off x="7465827" y="3302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3" name="pt13183"/>
            <p:cNvSpPr/>
            <p:nvPr/>
          </p:nvSpPr>
          <p:spPr>
            <a:xfrm>
              <a:off x="7461281" y="3268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4" name="pt13184"/>
            <p:cNvSpPr/>
            <p:nvPr/>
          </p:nvSpPr>
          <p:spPr>
            <a:xfrm>
              <a:off x="7450699" y="32754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5" name="pt13185"/>
            <p:cNvSpPr/>
            <p:nvPr/>
          </p:nvSpPr>
          <p:spPr>
            <a:xfrm>
              <a:off x="7467274" y="3284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6" name="pt13186"/>
            <p:cNvSpPr/>
            <p:nvPr/>
          </p:nvSpPr>
          <p:spPr>
            <a:xfrm>
              <a:off x="7428127" y="3211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7" name="pt13187"/>
            <p:cNvSpPr/>
            <p:nvPr/>
          </p:nvSpPr>
          <p:spPr>
            <a:xfrm>
              <a:off x="7457922" y="3268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8" name="pt13188"/>
            <p:cNvSpPr/>
            <p:nvPr/>
          </p:nvSpPr>
          <p:spPr>
            <a:xfrm>
              <a:off x="7426947" y="33223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89" name="pt13189"/>
            <p:cNvSpPr/>
            <p:nvPr/>
          </p:nvSpPr>
          <p:spPr>
            <a:xfrm>
              <a:off x="7457369" y="3225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0" name="pt13190"/>
            <p:cNvSpPr/>
            <p:nvPr/>
          </p:nvSpPr>
          <p:spPr>
            <a:xfrm>
              <a:off x="7447263" y="3254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1" name="pt13191"/>
            <p:cNvSpPr/>
            <p:nvPr/>
          </p:nvSpPr>
          <p:spPr>
            <a:xfrm>
              <a:off x="7520726" y="3278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2" name="pt13192"/>
            <p:cNvSpPr/>
            <p:nvPr/>
          </p:nvSpPr>
          <p:spPr>
            <a:xfrm>
              <a:off x="7476651" y="3292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3" name="pt13193"/>
            <p:cNvSpPr/>
            <p:nvPr/>
          </p:nvSpPr>
          <p:spPr>
            <a:xfrm>
              <a:off x="7487121" y="3284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4" name="pt13194"/>
            <p:cNvSpPr/>
            <p:nvPr/>
          </p:nvSpPr>
          <p:spPr>
            <a:xfrm>
              <a:off x="7479256" y="32697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5" name="pt13195"/>
            <p:cNvSpPr/>
            <p:nvPr/>
          </p:nvSpPr>
          <p:spPr>
            <a:xfrm>
              <a:off x="7455874" y="3285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6" name="pt13196"/>
            <p:cNvSpPr/>
            <p:nvPr/>
          </p:nvSpPr>
          <p:spPr>
            <a:xfrm>
              <a:off x="7486175" y="32928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7" name="pt13197"/>
            <p:cNvSpPr/>
            <p:nvPr/>
          </p:nvSpPr>
          <p:spPr>
            <a:xfrm>
              <a:off x="7335574" y="3320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8" name="pt13198"/>
            <p:cNvSpPr/>
            <p:nvPr/>
          </p:nvSpPr>
          <p:spPr>
            <a:xfrm>
              <a:off x="7437582" y="32604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199" name="pt13199"/>
            <p:cNvSpPr/>
            <p:nvPr/>
          </p:nvSpPr>
          <p:spPr>
            <a:xfrm>
              <a:off x="7416056" y="32921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0" name="pt13200"/>
            <p:cNvSpPr/>
            <p:nvPr/>
          </p:nvSpPr>
          <p:spPr>
            <a:xfrm>
              <a:off x="7474129" y="3312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1" name="pt13201"/>
            <p:cNvSpPr/>
            <p:nvPr/>
          </p:nvSpPr>
          <p:spPr>
            <a:xfrm>
              <a:off x="7489331" y="32657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2" name="pt13202"/>
            <p:cNvSpPr/>
            <p:nvPr/>
          </p:nvSpPr>
          <p:spPr>
            <a:xfrm>
              <a:off x="7457918" y="3253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3" name="pt13203"/>
            <p:cNvSpPr/>
            <p:nvPr/>
          </p:nvSpPr>
          <p:spPr>
            <a:xfrm>
              <a:off x="7417295" y="3304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4" name="pt13204"/>
            <p:cNvSpPr/>
            <p:nvPr/>
          </p:nvSpPr>
          <p:spPr>
            <a:xfrm>
              <a:off x="7406124" y="32742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5" name="pt13205"/>
            <p:cNvSpPr/>
            <p:nvPr/>
          </p:nvSpPr>
          <p:spPr>
            <a:xfrm>
              <a:off x="7460534" y="3180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6" name="pt13206"/>
            <p:cNvSpPr/>
            <p:nvPr/>
          </p:nvSpPr>
          <p:spPr>
            <a:xfrm>
              <a:off x="7474094" y="3273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7" name="pt13207"/>
            <p:cNvSpPr/>
            <p:nvPr/>
          </p:nvSpPr>
          <p:spPr>
            <a:xfrm>
              <a:off x="7452273" y="32996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8" name="pt13208"/>
            <p:cNvSpPr/>
            <p:nvPr/>
          </p:nvSpPr>
          <p:spPr>
            <a:xfrm>
              <a:off x="7467934" y="32502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09" name="pt13209"/>
            <p:cNvSpPr/>
            <p:nvPr/>
          </p:nvSpPr>
          <p:spPr>
            <a:xfrm>
              <a:off x="7431412" y="32895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0" name="pt13210"/>
            <p:cNvSpPr/>
            <p:nvPr/>
          </p:nvSpPr>
          <p:spPr>
            <a:xfrm>
              <a:off x="7489423" y="3265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1" name="pt13211"/>
            <p:cNvSpPr/>
            <p:nvPr/>
          </p:nvSpPr>
          <p:spPr>
            <a:xfrm>
              <a:off x="7462797" y="3245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2" name="pt13212"/>
            <p:cNvSpPr/>
            <p:nvPr/>
          </p:nvSpPr>
          <p:spPr>
            <a:xfrm>
              <a:off x="7467723" y="31569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3" name="pt13213"/>
            <p:cNvSpPr/>
            <p:nvPr/>
          </p:nvSpPr>
          <p:spPr>
            <a:xfrm>
              <a:off x="7499409" y="3251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4" name="pt13214"/>
            <p:cNvSpPr/>
            <p:nvPr/>
          </p:nvSpPr>
          <p:spPr>
            <a:xfrm>
              <a:off x="7508447" y="3259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5" name="pt13215"/>
            <p:cNvSpPr/>
            <p:nvPr/>
          </p:nvSpPr>
          <p:spPr>
            <a:xfrm>
              <a:off x="7458818" y="3264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6" name="pt13216"/>
            <p:cNvSpPr/>
            <p:nvPr/>
          </p:nvSpPr>
          <p:spPr>
            <a:xfrm>
              <a:off x="7492699" y="3431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7" name="pt13217"/>
            <p:cNvSpPr/>
            <p:nvPr/>
          </p:nvSpPr>
          <p:spPr>
            <a:xfrm>
              <a:off x="7363917" y="3119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8" name="pt13218"/>
            <p:cNvSpPr/>
            <p:nvPr/>
          </p:nvSpPr>
          <p:spPr>
            <a:xfrm>
              <a:off x="7482197" y="32474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19" name="pt13219"/>
            <p:cNvSpPr/>
            <p:nvPr/>
          </p:nvSpPr>
          <p:spPr>
            <a:xfrm>
              <a:off x="7433232" y="3285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0" name="pt13220"/>
            <p:cNvSpPr/>
            <p:nvPr/>
          </p:nvSpPr>
          <p:spPr>
            <a:xfrm>
              <a:off x="7444834" y="3274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1" name="pt13221"/>
            <p:cNvSpPr/>
            <p:nvPr/>
          </p:nvSpPr>
          <p:spPr>
            <a:xfrm>
              <a:off x="7486264" y="3190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2" name="pt13222"/>
            <p:cNvSpPr/>
            <p:nvPr/>
          </p:nvSpPr>
          <p:spPr>
            <a:xfrm>
              <a:off x="7426378" y="3230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3" name="pt13223"/>
            <p:cNvSpPr/>
            <p:nvPr/>
          </p:nvSpPr>
          <p:spPr>
            <a:xfrm>
              <a:off x="7436031" y="3301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4" name="pt13224"/>
            <p:cNvSpPr/>
            <p:nvPr/>
          </p:nvSpPr>
          <p:spPr>
            <a:xfrm>
              <a:off x="7447736" y="3263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5" name="pt13225"/>
            <p:cNvSpPr/>
            <p:nvPr/>
          </p:nvSpPr>
          <p:spPr>
            <a:xfrm>
              <a:off x="7475350" y="32525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6" name="pt13226"/>
            <p:cNvSpPr/>
            <p:nvPr/>
          </p:nvSpPr>
          <p:spPr>
            <a:xfrm>
              <a:off x="7428278" y="31939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7" name="pt13227"/>
            <p:cNvSpPr/>
            <p:nvPr/>
          </p:nvSpPr>
          <p:spPr>
            <a:xfrm>
              <a:off x="7480574" y="3215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8" name="pt13228"/>
            <p:cNvSpPr/>
            <p:nvPr/>
          </p:nvSpPr>
          <p:spPr>
            <a:xfrm>
              <a:off x="7514931" y="3252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29" name="pt13229"/>
            <p:cNvSpPr/>
            <p:nvPr/>
          </p:nvSpPr>
          <p:spPr>
            <a:xfrm>
              <a:off x="7410593" y="3243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0" name="pt13230"/>
            <p:cNvSpPr/>
            <p:nvPr/>
          </p:nvSpPr>
          <p:spPr>
            <a:xfrm>
              <a:off x="7424870" y="3291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1" name="pt13231"/>
            <p:cNvSpPr/>
            <p:nvPr/>
          </p:nvSpPr>
          <p:spPr>
            <a:xfrm>
              <a:off x="7368490" y="3264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2" name="pt13232"/>
            <p:cNvSpPr/>
            <p:nvPr/>
          </p:nvSpPr>
          <p:spPr>
            <a:xfrm>
              <a:off x="7349900" y="3303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3" name="pt13233"/>
            <p:cNvSpPr/>
            <p:nvPr/>
          </p:nvSpPr>
          <p:spPr>
            <a:xfrm>
              <a:off x="7483019" y="3266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4" name="pt13234"/>
            <p:cNvSpPr/>
            <p:nvPr/>
          </p:nvSpPr>
          <p:spPr>
            <a:xfrm>
              <a:off x="7458619" y="3272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5" name="pt13235"/>
            <p:cNvSpPr/>
            <p:nvPr/>
          </p:nvSpPr>
          <p:spPr>
            <a:xfrm>
              <a:off x="7472003" y="3335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6" name="pt13236"/>
            <p:cNvSpPr/>
            <p:nvPr/>
          </p:nvSpPr>
          <p:spPr>
            <a:xfrm>
              <a:off x="7484978" y="3094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7" name="pt13237"/>
            <p:cNvSpPr/>
            <p:nvPr/>
          </p:nvSpPr>
          <p:spPr>
            <a:xfrm>
              <a:off x="7460491" y="3308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8" name="pt13238"/>
            <p:cNvSpPr/>
            <p:nvPr/>
          </p:nvSpPr>
          <p:spPr>
            <a:xfrm>
              <a:off x="7444792" y="32719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39" name="pt13239"/>
            <p:cNvSpPr/>
            <p:nvPr/>
          </p:nvSpPr>
          <p:spPr>
            <a:xfrm>
              <a:off x="7499711" y="3253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0" name="pt13240"/>
            <p:cNvSpPr/>
            <p:nvPr/>
          </p:nvSpPr>
          <p:spPr>
            <a:xfrm>
              <a:off x="7454020" y="3252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1" name="pt13241"/>
            <p:cNvSpPr/>
            <p:nvPr/>
          </p:nvSpPr>
          <p:spPr>
            <a:xfrm>
              <a:off x="7414127" y="3272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2" name="pt13242"/>
            <p:cNvSpPr/>
            <p:nvPr/>
          </p:nvSpPr>
          <p:spPr>
            <a:xfrm>
              <a:off x="7492792" y="3256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3" name="pt13243"/>
            <p:cNvSpPr/>
            <p:nvPr/>
          </p:nvSpPr>
          <p:spPr>
            <a:xfrm>
              <a:off x="7464047" y="32620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4" name="pt13244"/>
            <p:cNvSpPr/>
            <p:nvPr/>
          </p:nvSpPr>
          <p:spPr>
            <a:xfrm>
              <a:off x="7461253" y="32853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5" name="pt13245"/>
            <p:cNvSpPr/>
            <p:nvPr/>
          </p:nvSpPr>
          <p:spPr>
            <a:xfrm>
              <a:off x="7521845" y="3242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6" name="pt13246"/>
            <p:cNvSpPr/>
            <p:nvPr/>
          </p:nvSpPr>
          <p:spPr>
            <a:xfrm>
              <a:off x="7496018" y="3265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7" name="pt13247"/>
            <p:cNvSpPr/>
            <p:nvPr/>
          </p:nvSpPr>
          <p:spPr>
            <a:xfrm>
              <a:off x="7436781" y="33088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8" name="pt13248"/>
            <p:cNvSpPr/>
            <p:nvPr/>
          </p:nvSpPr>
          <p:spPr>
            <a:xfrm>
              <a:off x="7489300" y="3249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49" name="pt13249"/>
            <p:cNvSpPr/>
            <p:nvPr/>
          </p:nvSpPr>
          <p:spPr>
            <a:xfrm>
              <a:off x="7452537" y="3178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0" name="pt13250"/>
            <p:cNvSpPr/>
            <p:nvPr/>
          </p:nvSpPr>
          <p:spPr>
            <a:xfrm>
              <a:off x="7467101" y="3303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1" name="pt13251"/>
            <p:cNvSpPr/>
            <p:nvPr/>
          </p:nvSpPr>
          <p:spPr>
            <a:xfrm>
              <a:off x="7528155" y="3285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2" name="pt13252"/>
            <p:cNvSpPr/>
            <p:nvPr/>
          </p:nvSpPr>
          <p:spPr>
            <a:xfrm>
              <a:off x="7351914" y="34279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3" name="pt13253"/>
            <p:cNvSpPr/>
            <p:nvPr/>
          </p:nvSpPr>
          <p:spPr>
            <a:xfrm>
              <a:off x="7472333" y="32671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4" name="pt13254"/>
            <p:cNvSpPr/>
            <p:nvPr/>
          </p:nvSpPr>
          <p:spPr>
            <a:xfrm>
              <a:off x="7622294" y="3233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5" name="pt13255"/>
            <p:cNvSpPr/>
            <p:nvPr/>
          </p:nvSpPr>
          <p:spPr>
            <a:xfrm>
              <a:off x="7392092" y="3275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6" name="pt13256"/>
            <p:cNvSpPr/>
            <p:nvPr/>
          </p:nvSpPr>
          <p:spPr>
            <a:xfrm>
              <a:off x="7447741" y="3354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7" name="pt13257"/>
            <p:cNvSpPr/>
            <p:nvPr/>
          </p:nvSpPr>
          <p:spPr>
            <a:xfrm>
              <a:off x="7464570" y="32787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8" name="pt13258"/>
            <p:cNvSpPr/>
            <p:nvPr/>
          </p:nvSpPr>
          <p:spPr>
            <a:xfrm>
              <a:off x="7486136" y="3338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59" name="pt13259"/>
            <p:cNvSpPr/>
            <p:nvPr/>
          </p:nvSpPr>
          <p:spPr>
            <a:xfrm>
              <a:off x="7467076" y="3304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0" name="pt13260"/>
            <p:cNvSpPr/>
            <p:nvPr/>
          </p:nvSpPr>
          <p:spPr>
            <a:xfrm>
              <a:off x="7462854" y="32513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1" name="pt13261"/>
            <p:cNvSpPr/>
            <p:nvPr/>
          </p:nvSpPr>
          <p:spPr>
            <a:xfrm>
              <a:off x="7448599" y="3352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2" name="pt13262"/>
            <p:cNvSpPr/>
            <p:nvPr/>
          </p:nvSpPr>
          <p:spPr>
            <a:xfrm>
              <a:off x="7461267" y="3292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3" name="pt13263"/>
            <p:cNvSpPr/>
            <p:nvPr/>
          </p:nvSpPr>
          <p:spPr>
            <a:xfrm>
              <a:off x="7393784" y="3281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4" name="pt13264"/>
            <p:cNvSpPr/>
            <p:nvPr/>
          </p:nvSpPr>
          <p:spPr>
            <a:xfrm>
              <a:off x="7455173" y="3287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5" name="pt13265"/>
            <p:cNvSpPr/>
            <p:nvPr/>
          </p:nvSpPr>
          <p:spPr>
            <a:xfrm>
              <a:off x="7437208" y="3269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6" name="pt13266"/>
            <p:cNvSpPr/>
            <p:nvPr/>
          </p:nvSpPr>
          <p:spPr>
            <a:xfrm>
              <a:off x="7434670" y="3312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7" name="pt13267"/>
            <p:cNvSpPr/>
            <p:nvPr/>
          </p:nvSpPr>
          <p:spPr>
            <a:xfrm>
              <a:off x="7526954" y="3164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8" name="pt13268"/>
            <p:cNvSpPr/>
            <p:nvPr/>
          </p:nvSpPr>
          <p:spPr>
            <a:xfrm>
              <a:off x="7453983" y="3284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69" name="pt13269"/>
            <p:cNvSpPr/>
            <p:nvPr/>
          </p:nvSpPr>
          <p:spPr>
            <a:xfrm>
              <a:off x="7415835" y="3294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0" name="pt13270"/>
            <p:cNvSpPr/>
            <p:nvPr/>
          </p:nvSpPr>
          <p:spPr>
            <a:xfrm>
              <a:off x="7495165" y="32033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1" name="pt13271"/>
            <p:cNvSpPr/>
            <p:nvPr/>
          </p:nvSpPr>
          <p:spPr>
            <a:xfrm>
              <a:off x="7410914" y="3298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2" name="pt13272"/>
            <p:cNvSpPr/>
            <p:nvPr/>
          </p:nvSpPr>
          <p:spPr>
            <a:xfrm>
              <a:off x="7466915" y="3288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3" name="pt13273"/>
            <p:cNvSpPr/>
            <p:nvPr/>
          </p:nvSpPr>
          <p:spPr>
            <a:xfrm>
              <a:off x="7469744" y="3276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4" name="pt13274"/>
            <p:cNvSpPr/>
            <p:nvPr/>
          </p:nvSpPr>
          <p:spPr>
            <a:xfrm>
              <a:off x="7489850" y="32559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5" name="pt13275"/>
            <p:cNvSpPr/>
            <p:nvPr/>
          </p:nvSpPr>
          <p:spPr>
            <a:xfrm>
              <a:off x="7446974" y="3308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6" name="pt13276"/>
            <p:cNvSpPr/>
            <p:nvPr/>
          </p:nvSpPr>
          <p:spPr>
            <a:xfrm>
              <a:off x="7450692" y="3259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7" name="pt13277"/>
            <p:cNvSpPr/>
            <p:nvPr/>
          </p:nvSpPr>
          <p:spPr>
            <a:xfrm>
              <a:off x="7431603" y="3262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8" name="pt13278"/>
            <p:cNvSpPr/>
            <p:nvPr/>
          </p:nvSpPr>
          <p:spPr>
            <a:xfrm>
              <a:off x="7428622" y="3270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79" name="pt13279"/>
            <p:cNvSpPr/>
            <p:nvPr/>
          </p:nvSpPr>
          <p:spPr>
            <a:xfrm>
              <a:off x="7450936" y="3468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0" name="pt13280"/>
            <p:cNvSpPr/>
            <p:nvPr/>
          </p:nvSpPr>
          <p:spPr>
            <a:xfrm>
              <a:off x="7473794" y="3199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1" name="pt13281"/>
            <p:cNvSpPr/>
            <p:nvPr/>
          </p:nvSpPr>
          <p:spPr>
            <a:xfrm>
              <a:off x="7478531" y="3305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2" name="pt13282"/>
            <p:cNvSpPr/>
            <p:nvPr/>
          </p:nvSpPr>
          <p:spPr>
            <a:xfrm>
              <a:off x="7460006" y="32664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3" name="pt13283"/>
            <p:cNvSpPr/>
            <p:nvPr/>
          </p:nvSpPr>
          <p:spPr>
            <a:xfrm>
              <a:off x="7464017" y="3273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4" name="pt13284"/>
            <p:cNvSpPr/>
            <p:nvPr/>
          </p:nvSpPr>
          <p:spPr>
            <a:xfrm>
              <a:off x="7360627" y="32471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5" name="pt13285"/>
            <p:cNvSpPr/>
            <p:nvPr/>
          </p:nvSpPr>
          <p:spPr>
            <a:xfrm>
              <a:off x="7491748" y="3280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6" name="pt13286"/>
            <p:cNvSpPr/>
            <p:nvPr/>
          </p:nvSpPr>
          <p:spPr>
            <a:xfrm>
              <a:off x="7518541" y="3209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7" name="pt13287"/>
            <p:cNvSpPr/>
            <p:nvPr/>
          </p:nvSpPr>
          <p:spPr>
            <a:xfrm>
              <a:off x="7498623" y="3287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8" name="pt13288"/>
            <p:cNvSpPr/>
            <p:nvPr/>
          </p:nvSpPr>
          <p:spPr>
            <a:xfrm>
              <a:off x="7530458" y="3274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89" name="pt13289"/>
            <p:cNvSpPr/>
            <p:nvPr/>
          </p:nvSpPr>
          <p:spPr>
            <a:xfrm>
              <a:off x="7465038" y="3259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0" name="pt13290"/>
            <p:cNvSpPr/>
            <p:nvPr/>
          </p:nvSpPr>
          <p:spPr>
            <a:xfrm>
              <a:off x="7477157" y="3232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1" name="pt13291"/>
            <p:cNvSpPr/>
            <p:nvPr/>
          </p:nvSpPr>
          <p:spPr>
            <a:xfrm>
              <a:off x="7361112" y="33263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2" name="pt13292"/>
            <p:cNvSpPr/>
            <p:nvPr/>
          </p:nvSpPr>
          <p:spPr>
            <a:xfrm>
              <a:off x="7428003" y="3213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3" name="pt13293"/>
            <p:cNvSpPr/>
            <p:nvPr/>
          </p:nvSpPr>
          <p:spPr>
            <a:xfrm>
              <a:off x="7422699" y="3268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4" name="pt13294"/>
            <p:cNvSpPr/>
            <p:nvPr/>
          </p:nvSpPr>
          <p:spPr>
            <a:xfrm>
              <a:off x="7471209" y="33083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5" name="pt13295"/>
            <p:cNvSpPr/>
            <p:nvPr/>
          </p:nvSpPr>
          <p:spPr>
            <a:xfrm>
              <a:off x="7517896" y="3275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6" name="pt13296"/>
            <p:cNvSpPr/>
            <p:nvPr/>
          </p:nvSpPr>
          <p:spPr>
            <a:xfrm>
              <a:off x="7391586" y="32726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7" name="pt13297"/>
            <p:cNvSpPr/>
            <p:nvPr/>
          </p:nvSpPr>
          <p:spPr>
            <a:xfrm>
              <a:off x="7461872" y="3238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8" name="pt13298"/>
            <p:cNvSpPr/>
            <p:nvPr/>
          </p:nvSpPr>
          <p:spPr>
            <a:xfrm>
              <a:off x="7480231" y="3286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299" name="pt13299"/>
            <p:cNvSpPr/>
            <p:nvPr/>
          </p:nvSpPr>
          <p:spPr>
            <a:xfrm>
              <a:off x="7450286" y="32936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0" name="pt13300"/>
            <p:cNvSpPr/>
            <p:nvPr/>
          </p:nvSpPr>
          <p:spPr>
            <a:xfrm>
              <a:off x="7370581" y="3310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1" name="pt13301"/>
            <p:cNvSpPr/>
            <p:nvPr/>
          </p:nvSpPr>
          <p:spPr>
            <a:xfrm>
              <a:off x="7446510" y="32847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2" name="pt13302"/>
            <p:cNvSpPr/>
            <p:nvPr/>
          </p:nvSpPr>
          <p:spPr>
            <a:xfrm>
              <a:off x="7411135" y="3299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3" name="pt13303"/>
            <p:cNvSpPr/>
            <p:nvPr/>
          </p:nvSpPr>
          <p:spPr>
            <a:xfrm>
              <a:off x="7484399" y="32561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4" name="pt13304"/>
            <p:cNvSpPr/>
            <p:nvPr/>
          </p:nvSpPr>
          <p:spPr>
            <a:xfrm>
              <a:off x="7449322" y="3268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5" name="pt13305"/>
            <p:cNvSpPr/>
            <p:nvPr/>
          </p:nvSpPr>
          <p:spPr>
            <a:xfrm>
              <a:off x="7437070" y="3249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6" name="pt13306"/>
            <p:cNvSpPr/>
            <p:nvPr/>
          </p:nvSpPr>
          <p:spPr>
            <a:xfrm>
              <a:off x="7387680" y="3241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7" name="pt13307"/>
            <p:cNvSpPr/>
            <p:nvPr/>
          </p:nvSpPr>
          <p:spPr>
            <a:xfrm>
              <a:off x="7459644" y="3297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8" name="pt13308"/>
            <p:cNvSpPr/>
            <p:nvPr/>
          </p:nvSpPr>
          <p:spPr>
            <a:xfrm>
              <a:off x="7441089" y="3208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09" name="pt13309"/>
            <p:cNvSpPr/>
            <p:nvPr/>
          </p:nvSpPr>
          <p:spPr>
            <a:xfrm>
              <a:off x="7430975" y="3247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0" name="pt13310"/>
            <p:cNvSpPr/>
            <p:nvPr/>
          </p:nvSpPr>
          <p:spPr>
            <a:xfrm>
              <a:off x="7475092" y="3244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1" name="pt13311"/>
            <p:cNvSpPr/>
            <p:nvPr/>
          </p:nvSpPr>
          <p:spPr>
            <a:xfrm>
              <a:off x="7462804" y="3320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2" name="pt13312"/>
            <p:cNvSpPr/>
            <p:nvPr/>
          </p:nvSpPr>
          <p:spPr>
            <a:xfrm>
              <a:off x="7476702" y="3263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3" name="pt13313"/>
            <p:cNvSpPr/>
            <p:nvPr/>
          </p:nvSpPr>
          <p:spPr>
            <a:xfrm>
              <a:off x="7489068" y="3344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4" name="pt13314"/>
            <p:cNvSpPr/>
            <p:nvPr/>
          </p:nvSpPr>
          <p:spPr>
            <a:xfrm>
              <a:off x="7439990" y="3197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5" name="pt13315"/>
            <p:cNvSpPr/>
            <p:nvPr/>
          </p:nvSpPr>
          <p:spPr>
            <a:xfrm>
              <a:off x="7472373" y="32442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6" name="pt13316"/>
            <p:cNvSpPr/>
            <p:nvPr/>
          </p:nvSpPr>
          <p:spPr>
            <a:xfrm>
              <a:off x="7437337" y="3366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7" name="pt13317"/>
            <p:cNvSpPr/>
            <p:nvPr/>
          </p:nvSpPr>
          <p:spPr>
            <a:xfrm>
              <a:off x="7444029" y="3275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8" name="pt13318"/>
            <p:cNvSpPr/>
            <p:nvPr/>
          </p:nvSpPr>
          <p:spPr>
            <a:xfrm>
              <a:off x="7482433" y="3240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19" name="pt13319"/>
            <p:cNvSpPr/>
            <p:nvPr/>
          </p:nvSpPr>
          <p:spPr>
            <a:xfrm>
              <a:off x="7461937" y="3275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0" name="pt13320"/>
            <p:cNvSpPr/>
            <p:nvPr/>
          </p:nvSpPr>
          <p:spPr>
            <a:xfrm>
              <a:off x="7311863" y="3237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1" name="pt13321"/>
            <p:cNvSpPr/>
            <p:nvPr/>
          </p:nvSpPr>
          <p:spPr>
            <a:xfrm>
              <a:off x="7458735" y="3172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2" name="pt13322"/>
            <p:cNvSpPr/>
            <p:nvPr/>
          </p:nvSpPr>
          <p:spPr>
            <a:xfrm>
              <a:off x="7456503" y="3274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3" name="pt13323"/>
            <p:cNvSpPr/>
            <p:nvPr/>
          </p:nvSpPr>
          <p:spPr>
            <a:xfrm>
              <a:off x="7442869" y="3278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4" name="pt13324"/>
            <p:cNvSpPr/>
            <p:nvPr/>
          </p:nvSpPr>
          <p:spPr>
            <a:xfrm>
              <a:off x="7597859" y="32626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5" name="pt13325"/>
            <p:cNvSpPr/>
            <p:nvPr/>
          </p:nvSpPr>
          <p:spPr>
            <a:xfrm>
              <a:off x="7477385" y="32724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6" name="pt13326"/>
            <p:cNvSpPr/>
            <p:nvPr/>
          </p:nvSpPr>
          <p:spPr>
            <a:xfrm>
              <a:off x="7450481" y="32860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7" name="pt13327"/>
            <p:cNvSpPr/>
            <p:nvPr/>
          </p:nvSpPr>
          <p:spPr>
            <a:xfrm>
              <a:off x="7497789" y="3267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8" name="pt13328"/>
            <p:cNvSpPr/>
            <p:nvPr/>
          </p:nvSpPr>
          <p:spPr>
            <a:xfrm>
              <a:off x="7525956" y="32792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29" name="pt13329"/>
            <p:cNvSpPr/>
            <p:nvPr/>
          </p:nvSpPr>
          <p:spPr>
            <a:xfrm>
              <a:off x="7442315" y="3316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0" name="pt13330"/>
            <p:cNvSpPr/>
            <p:nvPr/>
          </p:nvSpPr>
          <p:spPr>
            <a:xfrm>
              <a:off x="7446061" y="3277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1" name="pt13331"/>
            <p:cNvSpPr/>
            <p:nvPr/>
          </p:nvSpPr>
          <p:spPr>
            <a:xfrm>
              <a:off x="7487489" y="32752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2" name="pt13332"/>
            <p:cNvSpPr/>
            <p:nvPr/>
          </p:nvSpPr>
          <p:spPr>
            <a:xfrm>
              <a:off x="7481807" y="32748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3" name="pt13333"/>
            <p:cNvSpPr/>
            <p:nvPr/>
          </p:nvSpPr>
          <p:spPr>
            <a:xfrm>
              <a:off x="7403867" y="3255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4" name="pt13334"/>
            <p:cNvSpPr/>
            <p:nvPr/>
          </p:nvSpPr>
          <p:spPr>
            <a:xfrm>
              <a:off x="7487916" y="3263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5" name="pt13335"/>
            <p:cNvSpPr/>
            <p:nvPr/>
          </p:nvSpPr>
          <p:spPr>
            <a:xfrm>
              <a:off x="7429897" y="3278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6" name="pt13336"/>
            <p:cNvSpPr/>
            <p:nvPr/>
          </p:nvSpPr>
          <p:spPr>
            <a:xfrm>
              <a:off x="7407193" y="33295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7" name="pt13337"/>
            <p:cNvSpPr/>
            <p:nvPr/>
          </p:nvSpPr>
          <p:spPr>
            <a:xfrm>
              <a:off x="7458121" y="32912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8" name="pt13338"/>
            <p:cNvSpPr/>
            <p:nvPr/>
          </p:nvSpPr>
          <p:spPr>
            <a:xfrm>
              <a:off x="7456033" y="3449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39" name="pt13339"/>
            <p:cNvSpPr/>
            <p:nvPr/>
          </p:nvSpPr>
          <p:spPr>
            <a:xfrm>
              <a:off x="7434148" y="3244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0" name="pt13340"/>
            <p:cNvSpPr/>
            <p:nvPr/>
          </p:nvSpPr>
          <p:spPr>
            <a:xfrm>
              <a:off x="7429739" y="32784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1" name="pt13341"/>
            <p:cNvSpPr/>
            <p:nvPr/>
          </p:nvSpPr>
          <p:spPr>
            <a:xfrm>
              <a:off x="7496598" y="3280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2" name="pt13342"/>
            <p:cNvSpPr/>
            <p:nvPr/>
          </p:nvSpPr>
          <p:spPr>
            <a:xfrm>
              <a:off x="7442634" y="3250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3" name="pt13343"/>
            <p:cNvSpPr/>
            <p:nvPr/>
          </p:nvSpPr>
          <p:spPr>
            <a:xfrm>
              <a:off x="7410119" y="33545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4" name="pt13344"/>
            <p:cNvSpPr/>
            <p:nvPr/>
          </p:nvSpPr>
          <p:spPr>
            <a:xfrm>
              <a:off x="7501177" y="3282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5" name="pt13345"/>
            <p:cNvSpPr/>
            <p:nvPr/>
          </p:nvSpPr>
          <p:spPr>
            <a:xfrm>
              <a:off x="7501963" y="3216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6" name="pt13346"/>
            <p:cNvSpPr/>
            <p:nvPr/>
          </p:nvSpPr>
          <p:spPr>
            <a:xfrm>
              <a:off x="7491115" y="3264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7" name="pt13347"/>
            <p:cNvSpPr/>
            <p:nvPr/>
          </p:nvSpPr>
          <p:spPr>
            <a:xfrm>
              <a:off x="7403930" y="3297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8" name="pt13348"/>
            <p:cNvSpPr/>
            <p:nvPr/>
          </p:nvSpPr>
          <p:spPr>
            <a:xfrm>
              <a:off x="7501928" y="3244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49" name="pt13349"/>
            <p:cNvSpPr/>
            <p:nvPr/>
          </p:nvSpPr>
          <p:spPr>
            <a:xfrm>
              <a:off x="7426998" y="3261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0" name="pt13350"/>
            <p:cNvSpPr/>
            <p:nvPr/>
          </p:nvSpPr>
          <p:spPr>
            <a:xfrm>
              <a:off x="7462396" y="3371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1" name="pt13351"/>
            <p:cNvSpPr/>
            <p:nvPr/>
          </p:nvSpPr>
          <p:spPr>
            <a:xfrm>
              <a:off x="7472458" y="3287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2" name="pt13352"/>
            <p:cNvSpPr/>
            <p:nvPr/>
          </p:nvSpPr>
          <p:spPr>
            <a:xfrm>
              <a:off x="7499343" y="3233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3" name="pt13353"/>
            <p:cNvSpPr/>
            <p:nvPr/>
          </p:nvSpPr>
          <p:spPr>
            <a:xfrm>
              <a:off x="7461008" y="3223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4" name="pt13354"/>
            <p:cNvSpPr/>
            <p:nvPr/>
          </p:nvSpPr>
          <p:spPr>
            <a:xfrm>
              <a:off x="7491641" y="32771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5" name="pt13355"/>
            <p:cNvSpPr/>
            <p:nvPr/>
          </p:nvSpPr>
          <p:spPr>
            <a:xfrm>
              <a:off x="7549668" y="3278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6" name="pt13356"/>
            <p:cNvSpPr/>
            <p:nvPr/>
          </p:nvSpPr>
          <p:spPr>
            <a:xfrm>
              <a:off x="7431081" y="3242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7" name="pt13357"/>
            <p:cNvSpPr/>
            <p:nvPr/>
          </p:nvSpPr>
          <p:spPr>
            <a:xfrm>
              <a:off x="7425874" y="3310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8" name="pt13358"/>
            <p:cNvSpPr/>
            <p:nvPr/>
          </p:nvSpPr>
          <p:spPr>
            <a:xfrm>
              <a:off x="7430537" y="3279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59" name="pt13359"/>
            <p:cNvSpPr/>
            <p:nvPr/>
          </p:nvSpPr>
          <p:spPr>
            <a:xfrm>
              <a:off x="7488544" y="32031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0" name="pt13360"/>
            <p:cNvSpPr/>
            <p:nvPr/>
          </p:nvSpPr>
          <p:spPr>
            <a:xfrm>
              <a:off x="7466019" y="3215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1" name="pt13361"/>
            <p:cNvSpPr/>
            <p:nvPr/>
          </p:nvSpPr>
          <p:spPr>
            <a:xfrm>
              <a:off x="7475670" y="3203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2" name="pt13362"/>
            <p:cNvSpPr/>
            <p:nvPr/>
          </p:nvSpPr>
          <p:spPr>
            <a:xfrm>
              <a:off x="7479030" y="32847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3" name="pt13363"/>
            <p:cNvSpPr/>
            <p:nvPr/>
          </p:nvSpPr>
          <p:spPr>
            <a:xfrm>
              <a:off x="7459303" y="3215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4" name="pt13364"/>
            <p:cNvSpPr/>
            <p:nvPr/>
          </p:nvSpPr>
          <p:spPr>
            <a:xfrm>
              <a:off x="7403757" y="3145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5" name="pt13365"/>
            <p:cNvSpPr/>
            <p:nvPr/>
          </p:nvSpPr>
          <p:spPr>
            <a:xfrm>
              <a:off x="7435995" y="3267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6" name="pt13366"/>
            <p:cNvSpPr/>
            <p:nvPr/>
          </p:nvSpPr>
          <p:spPr>
            <a:xfrm>
              <a:off x="7545574" y="3196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7" name="pt13367"/>
            <p:cNvSpPr/>
            <p:nvPr/>
          </p:nvSpPr>
          <p:spPr>
            <a:xfrm>
              <a:off x="7382300" y="3265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8" name="pt13368"/>
            <p:cNvSpPr/>
            <p:nvPr/>
          </p:nvSpPr>
          <p:spPr>
            <a:xfrm>
              <a:off x="7359152" y="3234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69" name="pt13369"/>
            <p:cNvSpPr/>
            <p:nvPr/>
          </p:nvSpPr>
          <p:spPr>
            <a:xfrm>
              <a:off x="7583802" y="3283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0" name="pt13370"/>
            <p:cNvSpPr/>
            <p:nvPr/>
          </p:nvSpPr>
          <p:spPr>
            <a:xfrm>
              <a:off x="7517993" y="33463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1" name="pt13371"/>
            <p:cNvSpPr/>
            <p:nvPr/>
          </p:nvSpPr>
          <p:spPr>
            <a:xfrm>
              <a:off x="7507855" y="3304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2" name="pt13372"/>
            <p:cNvSpPr/>
            <p:nvPr/>
          </p:nvSpPr>
          <p:spPr>
            <a:xfrm>
              <a:off x="7568694" y="3151123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73" name="pt13373"/>
            <p:cNvSpPr/>
            <p:nvPr/>
          </p:nvSpPr>
          <p:spPr>
            <a:xfrm>
              <a:off x="7368989" y="3288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4" name="pt13374"/>
            <p:cNvSpPr/>
            <p:nvPr/>
          </p:nvSpPr>
          <p:spPr>
            <a:xfrm>
              <a:off x="7418593" y="3394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5" name="pt13375"/>
            <p:cNvSpPr/>
            <p:nvPr/>
          </p:nvSpPr>
          <p:spPr>
            <a:xfrm>
              <a:off x="7458444" y="32352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6" name="pt13376"/>
            <p:cNvSpPr/>
            <p:nvPr/>
          </p:nvSpPr>
          <p:spPr>
            <a:xfrm>
              <a:off x="7459678" y="3272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7" name="pt13377"/>
            <p:cNvSpPr/>
            <p:nvPr/>
          </p:nvSpPr>
          <p:spPr>
            <a:xfrm>
              <a:off x="7468972" y="3213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8" name="pt13378"/>
            <p:cNvSpPr/>
            <p:nvPr/>
          </p:nvSpPr>
          <p:spPr>
            <a:xfrm>
              <a:off x="7375448" y="3246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79" name="pt13379"/>
            <p:cNvSpPr/>
            <p:nvPr/>
          </p:nvSpPr>
          <p:spPr>
            <a:xfrm>
              <a:off x="7470412" y="3318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0" name="pt13380"/>
            <p:cNvSpPr/>
            <p:nvPr/>
          </p:nvSpPr>
          <p:spPr>
            <a:xfrm>
              <a:off x="7414132" y="3406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1" name="pt13381"/>
            <p:cNvSpPr/>
            <p:nvPr/>
          </p:nvSpPr>
          <p:spPr>
            <a:xfrm>
              <a:off x="7513094" y="3231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2" name="pt13382"/>
            <p:cNvSpPr/>
            <p:nvPr/>
          </p:nvSpPr>
          <p:spPr>
            <a:xfrm>
              <a:off x="7475391" y="3268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3" name="pt13383"/>
            <p:cNvSpPr/>
            <p:nvPr/>
          </p:nvSpPr>
          <p:spPr>
            <a:xfrm>
              <a:off x="7438694" y="25802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4" name="pt13384"/>
            <p:cNvSpPr/>
            <p:nvPr/>
          </p:nvSpPr>
          <p:spPr>
            <a:xfrm>
              <a:off x="7517768" y="3299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5" name="pt13385"/>
            <p:cNvSpPr/>
            <p:nvPr/>
          </p:nvSpPr>
          <p:spPr>
            <a:xfrm>
              <a:off x="7463466" y="3252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6" name="pt13386"/>
            <p:cNvSpPr/>
            <p:nvPr/>
          </p:nvSpPr>
          <p:spPr>
            <a:xfrm>
              <a:off x="7486071" y="3271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7" name="pt13387"/>
            <p:cNvSpPr/>
            <p:nvPr/>
          </p:nvSpPr>
          <p:spPr>
            <a:xfrm>
              <a:off x="7395073" y="3253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8" name="pt13388"/>
            <p:cNvSpPr/>
            <p:nvPr/>
          </p:nvSpPr>
          <p:spPr>
            <a:xfrm>
              <a:off x="7481213" y="3265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89" name="pt13389"/>
            <p:cNvSpPr/>
            <p:nvPr/>
          </p:nvSpPr>
          <p:spPr>
            <a:xfrm>
              <a:off x="7447536" y="3244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0" name="pt13390"/>
            <p:cNvSpPr/>
            <p:nvPr/>
          </p:nvSpPr>
          <p:spPr>
            <a:xfrm>
              <a:off x="7458111" y="3261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1" name="pt13391"/>
            <p:cNvSpPr/>
            <p:nvPr/>
          </p:nvSpPr>
          <p:spPr>
            <a:xfrm>
              <a:off x="7484091" y="3309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2" name="pt13392"/>
            <p:cNvSpPr/>
            <p:nvPr/>
          </p:nvSpPr>
          <p:spPr>
            <a:xfrm>
              <a:off x="7486759" y="3351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3" name="pt13393"/>
            <p:cNvSpPr/>
            <p:nvPr/>
          </p:nvSpPr>
          <p:spPr>
            <a:xfrm>
              <a:off x="7472977" y="3278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4" name="pt13394"/>
            <p:cNvSpPr/>
            <p:nvPr/>
          </p:nvSpPr>
          <p:spPr>
            <a:xfrm>
              <a:off x="7476414" y="3262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5" name="pt13395"/>
            <p:cNvSpPr/>
            <p:nvPr/>
          </p:nvSpPr>
          <p:spPr>
            <a:xfrm>
              <a:off x="7495533" y="3260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6" name="pt13396"/>
            <p:cNvSpPr/>
            <p:nvPr/>
          </p:nvSpPr>
          <p:spPr>
            <a:xfrm>
              <a:off x="7380262" y="3314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7" name="pt13397"/>
            <p:cNvSpPr/>
            <p:nvPr/>
          </p:nvSpPr>
          <p:spPr>
            <a:xfrm>
              <a:off x="7462515" y="3288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8" name="pt13398"/>
            <p:cNvSpPr/>
            <p:nvPr/>
          </p:nvSpPr>
          <p:spPr>
            <a:xfrm>
              <a:off x="7452472" y="3255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399" name="pt13399"/>
            <p:cNvSpPr/>
            <p:nvPr/>
          </p:nvSpPr>
          <p:spPr>
            <a:xfrm>
              <a:off x="7448334" y="3273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0" name="pt13400"/>
            <p:cNvSpPr/>
            <p:nvPr/>
          </p:nvSpPr>
          <p:spPr>
            <a:xfrm>
              <a:off x="7417621" y="3333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1" name="pt13401"/>
            <p:cNvSpPr/>
            <p:nvPr/>
          </p:nvSpPr>
          <p:spPr>
            <a:xfrm>
              <a:off x="7447188" y="3273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2" name="pt13402"/>
            <p:cNvSpPr/>
            <p:nvPr/>
          </p:nvSpPr>
          <p:spPr>
            <a:xfrm>
              <a:off x="7407285" y="3275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3" name="pt13403"/>
            <p:cNvSpPr/>
            <p:nvPr/>
          </p:nvSpPr>
          <p:spPr>
            <a:xfrm>
              <a:off x="7474077" y="3277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4" name="pt13404"/>
            <p:cNvSpPr/>
            <p:nvPr/>
          </p:nvSpPr>
          <p:spPr>
            <a:xfrm>
              <a:off x="7513496" y="3316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5" name="pt13405"/>
            <p:cNvSpPr/>
            <p:nvPr/>
          </p:nvSpPr>
          <p:spPr>
            <a:xfrm>
              <a:off x="7503820" y="32870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6" name="pt13406"/>
            <p:cNvSpPr/>
            <p:nvPr/>
          </p:nvSpPr>
          <p:spPr>
            <a:xfrm>
              <a:off x="7452849" y="3278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7" name="pt13407"/>
            <p:cNvSpPr/>
            <p:nvPr/>
          </p:nvSpPr>
          <p:spPr>
            <a:xfrm>
              <a:off x="7336169" y="3235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8" name="pt13408"/>
            <p:cNvSpPr/>
            <p:nvPr/>
          </p:nvSpPr>
          <p:spPr>
            <a:xfrm>
              <a:off x="7461127" y="3488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09" name="pt13409"/>
            <p:cNvSpPr/>
            <p:nvPr/>
          </p:nvSpPr>
          <p:spPr>
            <a:xfrm>
              <a:off x="7458306" y="32537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0" name="pt13410"/>
            <p:cNvSpPr/>
            <p:nvPr/>
          </p:nvSpPr>
          <p:spPr>
            <a:xfrm>
              <a:off x="7477495" y="3271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1" name="pt13411"/>
            <p:cNvSpPr/>
            <p:nvPr/>
          </p:nvSpPr>
          <p:spPr>
            <a:xfrm>
              <a:off x="7410881" y="3241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2" name="pt13412"/>
            <p:cNvSpPr/>
            <p:nvPr/>
          </p:nvSpPr>
          <p:spPr>
            <a:xfrm>
              <a:off x="7466642" y="3230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3" name="pt13413"/>
            <p:cNvSpPr/>
            <p:nvPr/>
          </p:nvSpPr>
          <p:spPr>
            <a:xfrm>
              <a:off x="7460553" y="3243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4" name="pt13414"/>
            <p:cNvSpPr/>
            <p:nvPr/>
          </p:nvSpPr>
          <p:spPr>
            <a:xfrm>
              <a:off x="7458684" y="3171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5" name="pt13415"/>
            <p:cNvSpPr/>
            <p:nvPr/>
          </p:nvSpPr>
          <p:spPr>
            <a:xfrm>
              <a:off x="7394605" y="32873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6" name="pt13416"/>
            <p:cNvSpPr/>
            <p:nvPr/>
          </p:nvSpPr>
          <p:spPr>
            <a:xfrm>
              <a:off x="7377576" y="3244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7" name="pt13417"/>
            <p:cNvSpPr/>
            <p:nvPr/>
          </p:nvSpPr>
          <p:spPr>
            <a:xfrm>
              <a:off x="7456598" y="3254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8" name="pt13418"/>
            <p:cNvSpPr/>
            <p:nvPr/>
          </p:nvSpPr>
          <p:spPr>
            <a:xfrm>
              <a:off x="7463258" y="3274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19" name="pt13419"/>
            <p:cNvSpPr/>
            <p:nvPr/>
          </p:nvSpPr>
          <p:spPr>
            <a:xfrm>
              <a:off x="7503697" y="3240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0" name="pt13420"/>
            <p:cNvSpPr/>
            <p:nvPr/>
          </p:nvSpPr>
          <p:spPr>
            <a:xfrm>
              <a:off x="7453475" y="32693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1" name="pt13421"/>
            <p:cNvSpPr/>
            <p:nvPr/>
          </p:nvSpPr>
          <p:spPr>
            <a:xfrm>
              <a:off x="7449117" y="3268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2" name="pt13422"/>
            <p:cNvSpPr/>
            <p:nvPr/>
          </p:nvSpPr>
          <p:spPr>
            <a:xfrm>
              <a:off x="7496354" y="3301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3" name="pt13423"/>
            <p:cNvSpPr/>
            <p:nvPr/>
          </p:nvSpPr>
          <p:spPr>
            <a:xfrm>
              <a:off x="7501897" y="3321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4" name="pt13424"/>
            <p:cNvSpPr/>
            <p:nvPr/>
          </p:nvSpPr>
          <p:spPr>
            <a:xfrm>
              <a:off x="7532851" y="3262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5" name="pt13425"/>
            <p:cNvSpPr/>
            <p:nvPr/>
          </p:nvSpPr>
          <p:spPr>
            <a:xfrm>
              <a:off x="7450806" y="3259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6" name="pt13426"/>
            <p:cNvSpPr/>
            <p:nvPr/>
          </p:nvSpPr>
          <p:spPr>
            <a:xfrm>
              <a:off x="7527471" y="3252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7" name="pt13427"/>
            <p:cNvSpPr/>
            <p:nvPr/>
          </p:nvSpPr>
          <p:spPr>
            <a:xfrm>
              <a:off x="7531513" y="3254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8" name="pt13428"/>
            <p:cNvSpPr/>
            <p:nvPr/>
          </p:nvSpPr>
          <p:spPr>
            <a:xfrm>
              <a:off x="7487577" y="3278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29" name="pt13429"/>
            <p:cNvSpPr/>
            <p:nvPr/>
          </p:nvSpPr>
          <p:spPr>
            <a:xfrm>
              <a:off x="7478319" y="32713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0" name="pt13430"/>
            <p:cNvSpPr/>
            <p:nvPr/>
          </p:nvSpPr>
          <p:spPr>
            <a:xfrm>
              <a:off x="7510372" y="3278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1" name="pt13431"/>
            <p:cNvSpPr/>
            <p:nvPr/>
          </p:nvSpPr>
          <p:spPr>
            <a:xfrm>
              <a:off x="7451536" y="3274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2" name="pt13432"/>
            <p:cNvSpPr/>
            <p:nvPr/>
          </p:nvSpPr>
          <p:spPr>
            <a:xfrm>
              <a:off x="7529222" y="31715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3" name="pt13433"/>
            <p:cNvSpPr/>
            <p:nvPr/>
          </p:nvSpPr>
          <p:spPr>
            <a:xfrm>
              <a:off x="7501097" y="3270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4" name="pt13434"/>
            <p:cNvSpPr/>
            <p:nvPr/>
          </p:nvSpPr>
          <p:spPr>
            <a:xfrm>
              <a:off x="7503726" y="3285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5" name="pt13435"/>
            <p:cNvSpPr/>
            <p:nvPr/>
          </p:nvSpPr>
          <p:spPr>
            <a:xfrm>
              <a:off x="7486044" y="3268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6" name="pt13436"/>
            <p:cNvSpPr/>
            <p:nvPr/>
          </p:nvSpPr>
          <p:spPr>
            <a:xfrm>
              <a:off x="7469932" y="3316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7" name="pt13437"/>
            <p:cNvSpPr/>
            <p:nvPr/>
          </p:nvSpPr>
          <p:spPr>
            <a:xfrm>
              <a:off x="7472884" y="3283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8" name="pt13438"/>
            <p:cNvSpPr/>
            <p:nvPr/>
          </p:nvSpPr>
          <p:spPr>
            <a:xfrm>
              <a:off x="7420214" y="3271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39" name="pt13439"/>
            <p:cNvSpPr/>
            <p:nvPr/>
          </p:nvSpPr>
          <p:spPr>
            <a:xfrm>
              <a:off x="7433612" y="3246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0" name="pt13440"/>
            <p:cNvSpPr/>
            <p:nvPr/>
          </p:nvSpPr>
          <p:spPr>
            <a:xfrm>
              <a:off x="7490040" y="2313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1" name="pt13441"/>
            <p:cNvSpPr/>
            <p:nvPr/>
          </p:nvSpPr>
          <p:spPr>
            <a:xfrm>
              <a:off x="7452779" y="3261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2" name="pt13442"/>
            <p:cNvSpPr/>
            <p:nvPr/>
          </p:nvSpPr>
          <p:spPr>
            <a:xfrm>
              <a:off x="7512082" y="3243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3" name="pt13443"/>
            <p:cNvSpPr/>
            <p:nvPr/>
          </p:nvSpPr>
          <p:spPr>
            <a:xfrm>
              <a:off x="7394361" y="3247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4" name="pt13444"/>
            <p:cNvSpPr/>
            <p:nvPr/>
          </p:nvSpPr>
          <p:spPr>
            <a:xfrm>
              <a:off x="7486391" y="32742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5" name="pt13445"/>
            <p:cNvSpPr/>
            <p:nvPr/>
          </p:nvSpPr>
          <p:spPr>
            <a:xfrm>
              <a:off x="7506172" y="3235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6" name="pt13446"/>
            <p:cNvSpPr/>
            <p:nvPr/>
          </p:nvSpPr>
          <p:spPr>
            <a:xfrm>
              <a:off x="7507238" y="3269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7" name="pt13447"/>
            <p:cNvSpPr/>
            <p:nvPr/>
          </p:nvSpPr>
          <p:spPr>
            <a:xfrm>
              <a:off x="7513440" y="3290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8" name="pt13448"/>
            <p:cNvSpPr/>
            <p:nvPr/>
          </p:nvSpPr>
          <p:spPr>
            <a:xfrm>
              <a:off x="7472438" y="3249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49" name="pt13449"/>
            <p:cNvSpPr/>
            <p:nvPr/>
          </p:nvSpPr>
          <p:spPr>
            <a:xfrm>
              <a:off x="7530527" y="3214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0" name="pt13450"/>
            <p:cNvSpPr/>
            <p:nvPr/>
          </p:nvSpPr>
          <p:spPr>
            <a:xfrm>
              <a:off x="7484840" y="3259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1" name="pt13451"/>
            <p:cNvSpPr/>
            <p:nvPr/>
          </p:nvSpPr>
          <p:spPr>
            <a:xfrm>
              <a:off x="7452980" y="3260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2" name="pt13452"/>
            <p:cNvSpPr/>
            <p:nvPr/>
          </p:nvSpPr>
          <p:spPr>
            <a:xfrm>
              <a:off x="7478408" y="3307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3" name="pt13453"/>
            <p:cNvSpPr/>
            <p:nvPr/>
          </p:nvSpPr>
          <p:spPr>
            <a:xfrm>
              <a:off x="7466105" y="3283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4" name="pt13454"/>
            <p:cNvSpPr/>
            <p:nvPr/>
          </p:nvSpPr>
          <p:spPr>
            <a:xfrm>
              <a:off x="7421333" y="3321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5" name="pt13455"/>
            <p:cNvSpPr/>
            <p:nvPr/>
          </p:nvSpPr>
          <p:spPr>
            <a:xfrm>
              <a:off x="7461280" y="3310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6" name="pt13456"/>
            <p:cNvSpPr/>
            <p:nvPr/>
          </p:nvSpPr>
          <p:spPr>
            <a:xfrm>
              <a:off x="7479860" y="3293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7" name="pt13457"/>
            <p:cNvSpPr/>
            <p:nvPr/>
          </p:nvSpPr>
          <p:spPr>
            <a:xfrm>
              <a:off x="7426841" y="3258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8" name="pt13458"/>
            <p:cNvSpPr/>
            <p:nvPr/>
          </p:nvSpPr>
          <p:spPr>
            <a:xfrm>
              <a:off x="7459179" y="3129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59" name="pt13459"/>
            <p:cNvSpPr/>
            <p:nvPr/>
          </p:nvSpPr>
          <p:spPr>
            <a:xfrm>
              <a:off x="7474921" y="32506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0" name="pt13460"/>
            <p:cNvSpPr/>
            <p:nvPr/>
          </p:nvSpPr>
          <p:spPr>
            <a:xfrm>
              <a:off x="7455244" y="32746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1" name="pt13461"/>
            <p:cNvSpPr/>
            <p:nvPr/>
          </p:nvSpPr>
          <p:spPr>
            <a:xfrm>
              <a:off x="7436429" y="3285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2" name="pt13462"/>
            <p:cNvSpPr/>
            <p:nvPr/>
          </p:nvSpPr>
          <p:spPr>
            <a:xfrm>
              <a:off x="7474810" y="3255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3" name="pt13463"/>
            <p:cNvSpPr/>
            <p:nvPr/>
          </p:nvSpPr>
          <p:spPr>
            <a:xfrm>
              <a:off x="7509718" y="3306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4" name="pt13464"/>
            <p:cNvSpPr/>
            <p:nvPr/>
          </p:nvSpPr>
          <p:spPr>
            <a:xfrm>
              <a:off x="7469671" y="3274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5" name="pt13465"/>
            <p:cNvSpPr/>
            <p:nvPr/>
          </p:nvSpPr>
          <p:spPr>
            <a:xfrm>
              <a:off x="7403372" y="32620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6" name="pt13466"/>
            <p:cNvSpPr/>
            <p:nvPr/>
          </p:nvSpPr>
          <p:spPr>
            <a:xfrm>
              <a:off x="7531605" y="3241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7" name="pt13467"/>
            <p:cNvSpPr/>
            <p:nvPr/>
          </p:nvSpPr>
          <p:spPr>
            <a:xfrm>
              <a:off x="7492878" y="3256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8" name="pt13468"/>
            <p:cNvSpPr/>
            <p:nvPr/>
          </p:nvSpPr>
          <p:spPr>
            <a:xfrm>
              <a:off x="7442598" y="3264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69" name="pt13469"/>
            <p:cNvSpPr/>
            <p:nvPr/>
          </p:nvSpPr>
          <p:spPr>
            <a:xfrm>
              <a:off x="7407005" y="32761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0" name="pt13470"/>
            <p:cNvSpPr/>
            <p:nvPr/>
          </p:nvSpPr>
          <p:spPr>
            <a:xfrm>
              <a:off x="7442686" y="32063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1" name="pt13471"/>
            <p:cNvSpPr/>
            <p:nvPr/>
          </p:nvSpPr>
          <p:spPr>
            <a:xfrm>
              <a:off x="7471208" y="3252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2" name="pt13472"/>
            <p:cNvSpPr/>
            <p:nvPr/>
          </p:nvSpPr>
          <p:spPr>
            <a:xfrm>
              <a:off x="7455232" y="3219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3" name="pt13473"/>
            <p:cNvSpPr/>
            <p:nvPr/>
          </p:nvSpPr>
          <p:spPr>
            <a:xfrm>
              <a:off x="7409988" y="3299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4" name="pt13474"/>
            <p:cNvSpPr/>
            <p:nvPr/>
          </p:nvSpPr>
          <p:spPr>
            <a:xfrm>
              <a:off x="7397327" y="3258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5" name="pt13475"/>
            <p:cNvSpPr/>
            <p:nvPr/>
          </p:nvSpPr>
          <p:spPr>
            <a:xfrm>
              <a:off x="7516328" y="3246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6" name="pt13476"/>
            <p:cNvSpPr/>
            <p:nvPr/>
          </p:nvSpPr>
          <p:spPr>
            <a:xfrm>
              <a:off x="7415779" y="32878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7" name="pt13477"/>
            <p:cNvSpPr/>
            <p:nvPr/>
          </p:nvSpPr>
          <p:spPr>
            <a:xfrm>
              <a:off x="7387340" y="32701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8" name="pt13478"/>
            <p:cNvSpPr/>
            <p:nvPr/>
          </p:nvSpPr>
          <p:spPr>
            <a:xfrm>
              <a:off x="7428719" y="3252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79" name="pt13479"/>
            <p:cNvSpPr/>
            <p:nvPr/>
          </p:nvSpPr>
          <p:spPr>
            <a:xfrm>
              <a:off x="7481419" y="3266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0" name="pt13480"/>
            <p:cNvSpPr/>
            <p:nvPr/>
          </p:nvSpPr>
          <p:spPr>
            <a:xfrm>
              <a:off x="7469506" y="3199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1" name="pt13481"/>
            <p:cNvSpPr/>
            <p:nvPr/>
          </p:nvSpPr>
          <p:spPr>
            <a:xfrm>
              <a:off x="7434826" y="3312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2" name="pt13482"/>
            <p:cNvSpPr/>
            <p:nvPr/>
          </p:nvSpPr>
          <p:spPr>
            <a:xfrm>
              <a:off x="7491747" y="32839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3" name="pt13483"/>
            <p:cNvSpPr/>
            <p:nvPr/>
          </p:nvSpPr>
          <p:spPr>
            <a:xfrm>
              <a:off x="7470067" y="3270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4" name="pt13484"/>
            <p:cNvSpPr/>
            <p:nvPr/>
          </p:nvSpPr>
          <p:spPr>
            <a:xfrm>
              <a:off x="7506669" y="3284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5" name="pt13485"/>
            <p:cNvSpPr/>
            <p:nvPr/>
          </p:nvSpPr>
          <p:spPr>
            <a:xfrm>
              <a:off x="7405974" y="3253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6" name="pt13486"/>
            <p:cNvSpPr/>
            <p:nvPr/>
          </p:nvSpPr>
          <p:spPr>
            <a:xfrm>
              <a:off x="7398800" y="3272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7" name="pt13487"/>
            <p:cNvSpPr/>
            <p:nvPr/>
          </p:nvSpPr>
          <p:spPr>
            <a:xfrm>
              <a:off x="7492793" y="3267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8" name="pt13488"/>
            <p:cNvSpPr/>
            <p:nvPr/>
          </p:nvSpPr>
          <p:spPr>
            <a:xfrm>
              <a:off x="7414809" y="3214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89" name="pt13489"/>
            <p:cNvSpPr/>
            <p:nvPr/>
          </p:nvSpPr>
          <p:spPr>
            <a:xfrm>
              <a:off x="7425120" y="3283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0" name="pt13490"/>
            <p:cNvSpPr/>
            <p:nvPr/>
          </p:nvSpPr>
          <p:spPr>
            <a:xfrm>
              <a:off x="7479339" y="3264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1" name="pt13491"/>
            <p:cNvSpPr/>
            <p:nvPr/>
          </p:nvSpPr>
          <p:spPr>
            <a:xfrm>
              <a:off x="7462049" y="3241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2" name="pt13492"/>
            <p:cNvSpPr/>
            <p:nvPr/>
          </p:nvSpPr>
          <p:spPr>
            <a:xfrm>
              <a:off x="7484995" y="3296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3" name="pt13493"/>
            <p:cNvSpPr/>
            <p:nvPr/>
          </p:nvSpPr>
          <p:spPr>
            <a:xfrm>
              <a:off x="7451407" y="32820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4" name="pt13494"/>
            <p:cNvSpPr/>
            <p:nvPr/>
          </p:nvSpPr>
          <p:spPr>
            <a:xfrm>
              <a:off x="7432198" y="3271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5" name="pt13495"/>
            <p:cNvSpPr/>
            <p:nvPr/>
          </p:nvSpPr>
          <p:spPr>
            <a:xfrm>
              <a:off x="7408136" y="3242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6" name="pt13496"/>
            <p:cNvSpPr/>
            <p:nvPr/>
          </p:nvSpPr>
          <p:spPr>
            <a:xfrm>
              <a:off x="7468380" y="3303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7" name="pt13497"/>
            <p:cNvSpPr/>
            <p:nvPr/>
          </p:nvSpPr>
          <p:spPr>
            <a:xfrm>
              <a:off x="7443158" y="3306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8" name="pt13498"/>
            <p:cNvSpPr/>
            <p:nvPr/>
          </p:nvSpPr>
          <p:spPr>
            <a:xfrm>
              <a:off x="7369842" y="3328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499" name="pt13499"/>
            <p:cNvSpPr/>
            <p:nvPr/>
          </p:nvSpPr>
          <p:spPr>
            <a:xfrm>
              <a:off x="7446989" y="3233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0" name="pt13500"/>
            <p:cNvSpPr/>
            <p:nvPr/>
          </p:nvSpPr>
          <p:spPr>
            <a:xfrm>
              <a:off x="7411698" y="3249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1" name="pt13501"/>
            <p:cNvSpPr/>
            <p:nvPr/>
          </p:nvSpPr>
          <p:spPr>
            <a:xfrm>
              <a:off x="7444766" y="3291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2" name="pt13502"/>
            <p:cNvSpPr/>
            <p:nvPr/>
          </p:nvSpPr>
          <p:spPr>
            <a:xfrm>
              <a:off x="7423831" y="3287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3" name="pt13503"/>
            <p:cNvSpPr/>
            <p:nvPr/>
          </p:nvSpPr>
          <p:spPr>
            <a:xfrm>
              <a:off x="7516593" y="3205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4" name="pt13504"/>
            <p:cNvSpPr/>
            <p:nvPr/>
          </p:nvSpPr>
          <p:spPr>
            <a:xfrm>
              <a:off x="7496506" y="3304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5" name="pt13505"/>
            <p:cNvSpPr/>
            <p:nvPr/>
          </p:nvSpPr>
          <p:spPr>
            <a:xfrm>
              <a:off x="7432728" y="3242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6" name="pt13506"/>
            <p:cNvSpPr/>
            <p:nvPr/>
          </p:nvSpPr>
          <p:spPr>
            <a:xfrm>
              <a:off x="7504752" y="3268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7" name="pt13507"/>
            <p:cNvSpPr/>
            <p:nvPr/>
          </p:nvSpPr>
          <p:spPr>
            <a:xfrm>
              <a:off x="7442644" y="3307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8" name="pt13508"/>
            <p:cNvSpPr/>
            <p:nvPr/>
          </p:nvSpPr>
          <p:spPr>
            <a:xfrm>
              <a:off x="7478648" y="3271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09" name="pt13509"/>
            <p:cNvSpPr/>
            <p:nvPr/>
          </p:nvSpPr>
          <p:spPr>
            <a:xfrm>
              <a:off x="7400311" y="32432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0" name="pt13510"/>
            <p:cNvSpPr/>
            <p:nvPr/>
          </p:nvSpPr>
          <p:spPr>
            <a:xfrm>
              <a:off x="7395846" y="3270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1" name="pt13511"/>
            <p:cNvSpPr/>
            <p:nvPr/>
          </p:nvSpPr>
          <p:spPr>
            <a:xfrm>
              <a:off x="7472799" y="3277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2" name="pt13512"/>
            <p:cNvSpPr/>
            <p:nvPr/>
          </p:nvSpPr>
          <p:spPr>
            <a:xfrm>
              <a:off x="7455543" y="3093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3" name="pt13513"/>
            <p:cNvSpPr/>
            <p:nvPr/>
          </p:nvSpPr>
          <p:spPr>
            <a:xfrm>
              <a:off x="7477167" y="3295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4" name="pt13514"/>
            <p:cNvSpPr/>
            <p:nvPr/>
          </p:nvSpPr>
          <p:spPr>
            <a:xfrm>
              <a:off x="7465304" y="3211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5" name="pt13515"/>
            <p:cNvSpPr/>
            <p:nvPr/>
          </p:nvSpPr>
          <p:spPr>
            <a:xfrm>
              <a:off x="7474501" y="3292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6" name="pt13516"/>
            <p:cNvSpPr/>
            <p:nvPr/>
          </p:nvSpPr>
          <p:spPr>
            <a:xfrm>
              <a:off x="7437453" y="33494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7" name="pt13517"/>
            <p:cNvSpPr/>
            <p:nvPr/>
          </p:nvSpPr>
          <p:spPr>
            <a:xfrm>
              <a:off x="7512560" y="3291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8" name="pt13518"/>
            <p:cNvSpPr/>
            <p:nvPr/>
          </p:nvSpPr>
          <p:spPr>
            <a:xfrm>
              <a:off x="7463619" y="3308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19" name="pt13519"/>
            <p:cNvSpPr/>
            <p:nvPr/>
          </p:nvSpPr>
          <p:spPr>
            <a:xfrm>
              <a:off x="7455139" y="3267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0" name="pt13520"/>
            <p:cNvSpPr/>
            <p:nvPr/>
          </p:nvSpPr>
          <p:spPr>
            <a:xfrm>
              <a:off x="7421518" y="3261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1" name="pt13521"/>
            <p:cNvSpPr/>
            <p:nvPr/>
          </p:nvSpPr>
          <p:spPr>
            <a:xfrm>
              <a:off x="7391036" y="3205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2" name="pt13522"/>
            <p:cNvSpPr/>
            <p:nvPr/>
          </p:nvSpPr>
          <p:spPr>
            <a:xfrm>
              <a:off x="7517758" y="3272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3" name="pt13523"/>
            <p:cNvSpPr/>
            <p:nvPr/>
          </p:nvSpPr>
          <p:spPr>
            <a:xfrm>
              <a:off x="7453962" y="3279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4" name="pt13524"/>
            <p:cNvSpPr/>
            <p:nvPr/>
          </p:nvSpPr>
          <p:spPr>
            <a:xfrm>
              <a:off x="7488641" y="3279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5" name="pt13525"/>
            <p:cNvSpPr/>
            <p:nvPr/>
          </p:nvSpPr>
          <p:spPr>
            <a:xfrm>
              <a:off x="7428806" y="3271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6" name="pt13526"/>
            <p:cNvSpPr/>
            <p:nvPr/>
          </p:nvSpPr>
          <p:spPr>
            <a:xfrm>
              <a:off x="7533680" y="3265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7" name="pt13527"/>
            <p:cNvSpPr/>
            <p:nvPr/>
          </p:nvSpPr>
          <p:spPr>
            <a:xfrm>
              <a:off x="7453757" y="3243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28" name="pt13528"/>
            <p:cNvSpPr/>
            <p:nvPr/>
          </p:nvSpPr>
          <p:spPr>
            <a:xfrm>
              <a:off x="8083974" y="3174670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29" name="pt13529"/>
            <p:cNvSpPr/>
            <p:nvPr/>
          </p:nvSpPr>
          <p:spPr>
            <a:xfrm>
              <a:off x="7384570" y="3261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0" name="pt13530"/>
            <p:cNvSpPr/>
            <p:nvPr/>
          </p:nvSpPr>
          <p:spPr>
            <a:xfrm>
              <a:off x="7439681" y="3264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1" name="pt13531"/>
            <p:cNvSpPr/>
            <p:nvPr/>
          </p:nvSpPr>
          <p:spPr>
            <a:xfrm>
              <a:off x="7477354" y="3283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2" name="pt13532"/>
            <p:cNvSpPr/>
            <p:nvPr/>
          </p:nvSpPr>
          <p:spPr>
            <a:xfrm>
              <a:off x="7465487" y="3345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3" name="pt13533"/>
            <p:cNvSpPr/>
            <p:nvPr/>
          </p:nvSpPr>
          <p:spPr>
            <a:xfrm>
              <a:off x="7448612" y="32982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4" name="pt13534"/>
            <p:cNvSpPr/>
            <p:nvPr/>
          </p:nvSpPr>
          <p:spPr>
            <a:xfrm>
              <a:off x="7487735" y="32785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5" name="pt13535"/>
            <p:cNvSpPr/>
            <p:nvPr/>
          </p:nvSpPr>
          <p:spPr>
            <a:xfrm>
              <a:off x="7505263" y="3253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6" name="pt13536"/>
            <p:cNvSpPr/>
            <p:nvPr/>
          </p:nvSpPr>
          <p:spPr>
            <a:xfrm>
              <a:off x="7421225" y="3243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7" name="pt13537"/>
            <p:cNvSpPr/>
            <p:nvPr/>
          </p:nvSpPr>
          <p:spPr>
            <a:xfrm>
              <a:off x="7468398" y="3267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8" name="pt13538"/>
            <p:cNvSpPr/>
            <p:nvPr/>
          </p:nvSpPr>
          <p:spPr>
            <a:xfrm>
              <a:off x="7494003" y="3261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39" name="pt13539"/>
            <p:cNvSpPr/>
            <p:nvPr/>
          </p:nvSpPr>
          <p:spPr>
            <a:xfrm>
              <a:off x="7510694" y="3269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0" name="pt13540"/>
            <p:cNvSpPr/>
            <p:nvPr/>
          </p:nvSpPr>
          <p:spPr>
            <a:xfrm>
              <a:off x="7512909" y="3277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1" name="pt13541"/>
            <p:cNvSpPr/>
            <p:nvPr/>
          </p:nvSpPr>
          <p:spPr>
            <a:xfrm>
              <a:off x="7420161" y="3262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2" name="pt13542"/>
            <p:cNvSpPr/>
            <p:nvPr/>
          </p:nvSpPr>
          <p:spPr>
            <a:xfrm>
              <a:off x="7387175" y="3265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3" name="pt13543"/>
            <p:cNvSpPr/>
            <p:nvPr/>
          </p:nvSpPr>
          <p:spPr>
            <a:xfrm>
              <a:off x="7430423" y="33991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4" name="pt13544"/>
            <p:cNvSpPr/>
            <p:nvPr/>
          </p:nvSpPr>
          <p:spPr>
            <a:xfrm>
              <a:off x="7485644" y="3262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5" name="pt13545"/>
            <p:cNvSpPr/>
            <p:nvPr/>
          </p:nvSpPr>
          <p:spPr>
            <a:xfrm>
              <a:off x="7453294" y="3277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6" name="pt13546"/>
            <p:cNvSpPr/>
            <p:nvPr/>
          </p:nvSpPr>
          <p:spPr>
            <a:xfrm>
              <a:off x="7413349" y="32320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7" name="pt13547"/>
            <p:cNvSpPr/>
            <p:nvPr/>
          </p:nvSpPr>
          <p:spPr>
            <a:xfrm>
              <a:off x="7384712" y="32646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8" name="pt13548"/>
            <p:cNvSpPr/>
            <p:nvPr/>
          </p:nvSpPr>
          <p:spPr>
            <a:xfrm>
              <a:off x="7427575" y="3296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49" name="pt13549"/>
            <p:cNvSpPr/>
            <p:nvPr/>
          </p:nvSpPr>
          <p:spPr>
            <a:xfrm>
              <a:off x="7458565" y="3216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0" name="pt13550"/>
            <p:cNvSpPr/>
            <p:nvPr/>
          </p:nvSpPr>
          <p:spPr>
            <a:xfrm>
              <a:off x="7494021" y="3289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1" name="pt13551"/>
            <p:cNvSpPr/>
            <p:nvPr/>
          </p:nvSpPr>
          <p:spPr>
            <a:xfrm>
              <a:off x="7456108" y="3277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2" name="pt13552"/>
            <p:cNvSpPr/>
            <p:nvPr/>
          </p:nvSpPr>
          <p:spPr>
            <a:xfrm>
              <a:off x="7463429" y="3255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3" name="pt13553"/>
            <p:cNvSpPr/>
            <p:nvPr/>
          </p:nvSpPr>
          <p:spPr>
            <a:xfrm>
              <a:off x="7618284" y="3306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4" name="pt13554"/>
            <p:cNvSpPr/>
            <p:nvPr/>
          </p:nvSpPr>
          <p:spPr>
            <a:xfrm>
              <a:off x="7449837" y="32600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5" name="pt13555"/>
            <p:cNvSpPr/>
            <p:nvPr/>
          </p:nvSpPr>
          <p:spPr>
            <a:xfrm>
              <a:off x="7392153" y="3256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6" name="pt13556"/>
            <p:cNvSpPr/>
            <p:nvPr/>
          </p:nvSpPr>
          <p:spPr>
            <a:xfrm>
              <a:off x="7404695" y="3271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7" name="pt13557"/>
            <p:cNvSpPr/>
            <p:nvPr/>
          </p:nvSpPr>
          <p:spPr>
            <a:xfrm>
              <a:off x="7482858" y="3262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8" name="pt13558"/>
            <p:cNvSpPr/>
            <p:nvPr/>
          </p:nvSpPr>
          <p:spPr>
            <a:xfrm>
              <a:off x="7428247" y="3277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59" name="pt13559"/>
            <p:cNvSpPr/>
            <p:nvPr/>
          </p:nvSpPr>
          <p:spPr>
            <a:xfrm>
              <a:off x="7381460" y="32482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0" name="pt13560"/>
            <p:cNvSpPr/>
            <p:nvPr/>
          </p:nvSpPr>
          <p:spPr>
            <a:xfrm>
              <a:off x="7443535" y="3612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1" name="pt13561"/>
            <p:cNvSpPr/>
            <p:nvPr/>
          </p:nvSpPr>
          <p:spPr>
            <a:xfrm>
              <a:off x="7421517" y="32735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2" name="pt13562"/>
            <p:cNvSpPr/>
            <p:nvPr/>
          </p:nvSpPr>
          <p:spPr>
            <a:xfrm>
              <a:off x="7349530" y="3267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3" name="pt13563"/>
            <p:cNvSpPr/>
            <p:nvPr/>
          </p:nvSpPr>
          <p:spPr>
            <a:xfrm>
              <a:off x="7505912" y="3282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4" name="pt13564"/>
            <p:cNvSpPr/>
            <p:nvPr/>
          </p:nvSpPr>
          <p:spPr>
            <a:xfrm>
              <a:off x="7563789" y="32679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5" name="pt13565"/>
            <p:cNvSpPr/>
            <p:nvPr/>
          </p:nvSpPr>
          <p:spPr>
            <a:xfrm>
              <a:off x="7445004" y="3269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6" name="pt13566"/>
            <p:cNvSpPr/>
            <p:nvPr/>
          </p:nvSpPr>
          <p:spPr>
            <a:xfrm>
              <a:off x="7459020" y="3245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7" name="pt13567"/>
            <p:cNvSpPr/>
            <p:nvPr/>
          </p:nvSpPr>
          <p:spPr>
            <a:xfrm>
              <a:off x="7451666" y="3231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8" name="pt13568"/>
            <p:cNvSpPr/>
            <p:nvPr/>
          </p:nvSpPr>
          <p:spPr>
            <a:xfrm>
              <a:off x="7415406" y="3273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69" name="pt13569"/>
            <p:cNvSpPr/>
            <p:nvPr/>
          </p:nvSpPr>
          <p:spPr>
            <a:xfrm>
              <a:off x="7450107" y="3255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0" name="pt13570"/>
            <p:cNvSpPr/>
            <p:nvPr/>
          </p:nvSpPr>
          <p:spPr>
            <a:xfrm>
              <a:off x="7477534" y="2982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1" name="pt13571"/>
            <p:cNvSpPr/>
            <p:nvPr/>
          </p:nvSpPr>
          <p:spPr>
            <a:xfrm>
              <a:off x="7376869" y="3236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2" name="pt13572"/>
            <p:cNvSpPr/>
            <p:nvPr/>
          </p:nvSpPr>
          <p:spPr>
            <a:xfrm>
              <a:off x="7519586" y="28670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3" name="pt13573"/>
            <p:cNvSpPr/>
            <p:nvPr/>
          </p:nvSpPr>
          <p:spPr>
            <a:xfrm>
              <a:off x="7472311" y="3280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4" name="pt13574"/>
            <p:cNvSpPr/>
            <p:nvPr/>
          </p:nvSpPr>
          <p:spPr>
            <a:xfrm>
              <a:off x="7424956" y="3270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5" name="pt13575"/>
            <p:cNvSpPr/>
            <p:nvPr/>
          </p:nvSpPr>
          <p:spPr>
            <a:xfrm>
              <a:off x="7431399" y="3274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6" name="pt13576"/>
            <p:cNvSpPr/>
            <p:nvPr/>
          </p:nvSpPr>
          <p:spPr>
            <a:xfrm>
              <a:off x="7452577" y="3264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7" name="pt13577"/>
            <p:cNvSpPr/>
            <p:nvPr/>
          </p:nvSpPr>
          <p:spPr>
            <a:xfrm>
              <a:off x="7430626" y="32797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8" name="pt13578"/>
            <p:cNvSpPr/>
            <p:nvPr/>
          </p:nvSpPr>
          <p:spPr>
            <a:xfrm>
              <a:off x="7520756" y="3298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79" name="pt13579"/>
            <p:cNvSpPr/>
            <p:nvPr/>
          </p:nvSpPr>
          <p:spPr>
            <a:xfrm>
              <a:off x="7447328" y="33625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0" name="pt13580"/>
            <p:cNvSpPr/>
            <p:nvPr/>
          </p:nvSpPr>
          <p:spPr>
            <a:xfrm>
              <a:off x="7464028" y="32642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1" name="pt13581"/>
            <p:cNvSpPr/>
            <p:nvPr/>
          </p:nvSpPr>
          <p:spPr>
            <a:xfrm>
              <a:off x="7422364" y="3255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2" name="pt13582"/>
            <p:cNvSpPr/>
            <p:nvPr/>
          </p:nvSpPr>
          <p:spPr>
            <a:xfrm>
              <a:off x="7494904" y="32868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3" name="pt13583"/>
            <p:cNvSpPr/>
            <p:nvPr/>
          </p:nvSpPr>
          <p:spPr>
            <a:xfrm>
              <a:off x="7455312" y="32851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4" name="pt13584"/>
            <p:cNvSpPr/>
            <p:nvPr/>
          </p:nvSpPr>
          <p:spPr>
            <a:xfrm>
              <a:off x="7460176" y="31739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5" name="pt13585"/>
            <p:cNvSpPr/>
            <p:nvPr/>
          </p:nvSpPr>
          <p:spPr>
            <a:xfrm>
              <a:off x="7442154" y="3241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6" name="pt13586"/>
            <p:cNvSpPr/>
            <p:nvPr/>
          </p:nvSpPr>
          <p:spPr>
            <a:xfrm>
              <a:off x="7441597" y="3279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7" name="pt13587"/>
            <p:cNvSpPr/>
            <p:nvPr/>
          </p:nvSpPr>
          <p:spPr>
            <a:xfrm>
              <a:off x="7461718" y="3278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8" name="pt13588"/>
            <p:cNvSpPr/>
            <p:nvPr/>
          </p:nvSpPr>
          <p:spPr>
            <a:xfrm>
              <a:off x="7442484" y="3295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89" name="pt13589"/>
            <p:cNvSpPr/>
            <p:nvPr/>
          </p:nvSpPr>
          <p:spPr>
            <a:xfrm>
              <a:off x="7405500" y="32908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0" name="pt13590"/>
            <p:cNvSpPr/>
            <p:nvPr/>
          </p:nvSpPr>
          <p:spPr>
            <a:xfrm>
              <a:off x="7414886" y="3318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1" name="pt13591"/>
            <p:cNvSpPr/>
            <p:nvPr/>
          </p:nvSpPr>
          <p:spPr>
            <a:xfrm>
              <a:off x="7512634" y="3279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2" name="pt13592"/>
            <p:cNvSpPr/>
            <p:nvPr/>
          </p:nvSpPr>
          <p:spPr>
            <a:xfrm>
              <a:off x="7405237" y="32167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3" name="pt13593"/>
            <p:cNvSpPr/>
            <p:nvPr/>
          </p:nvSpPr>
          <p:spPr>
            <a:xfrm>
              <a:off x="7453264" y="3219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4" name="pt13594"/>
            <p:cNvSpPr/>
            <p:nvPr/>
          </p:nvSpPr>
          <p:spPr>
            <a:xfrm>
              <a:off x="7390601" y="3138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5" name="pt13595"/>
            <p:cNvSpPr/>
            <p:nvPr/>
          </p:nvSpPr>
          <p:spPr>
            <a:xfrm>
              <a:off x="7443952" y="32514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6" name="pt13596"/>
            <p:cNvSpPr/>
            <p:nvPr/>
          </p:nvSpPr>
          <p:spPr>
            <a:xfrm>
              <a:off x="7454170" y="3276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7" name="pt13597"/>
            <p:cNvSpPr/>
            <p:nvPr/>
          </p:nvSpPr>
          <p:spPr>
            <a:xfrm>
              <a:off x="7384884" y="3261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8" name="pt13598"/>
            <p:cNvSpPr/>
            <p:nvPr/>
          </p:nvSpPr>
          <p:spPr>
            <a:xfrm>
              <a:off x="7374721" y="3152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599" name="pt13599"/>
            <p:cNvSpPr/>
            <p:nvPr/>
          </p:nvSpPr>
          <p:spPr>
            <a:xfrm>
              <a:off x="7446072" y="3271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0" name="pt13600"/>
            <p:cNvSpPr/>
            <p:nvPr/>
          </p:nvSpPr>
          <p:spPr>
            <a:xfrm>
              <a:off x="7495893" y="3366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1" name="pt13601"/>
            <p:cNvSpPr/>
            <p:nvPr/>
          </p:nvSpPr>
          <p:spPr>
            <a:xfrm>
              <a:off x="7329693" y="3235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2" name="pt13602"/>
            <p:cNvSpPr/>
            <p:nvPr/>
          </p:nvSpPr>
          <p:spPr>
            <a:xfrm>
              <a:off x="7489213" y="3266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3" name="pt13603"/>
            <p:cNvSpPr/>
            <p:nvPr/>
          </p:nvSpPr>
          <p:spPr>
            <a:xfrm>
              <a:off x="7442793" y="32748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4" name="pt13604"/>
            <p:cNvSpPr/>
            <p:nvPr/>
          </p:nvSpPr>
          <p:spPr>
            <a:xfrm>
              <a:off x="7544519" y="3217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5" name="pt13605"/>
            <p:cNvSpPr/>
            <p:nvPr/>
          </p:nvSpPr>
          <p:spPr>
            <a:xfrm>
              <a:off x="7466233" y="3296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6" name="pt13606"/>
            <p:cNvSpPr/>
            <p:nvPr/>
          </p:nvSpPr>
          <p:spPr>
            <a:xfrm>
              <a:off x="7417053" y="3257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7" name="pt13607"/>
            <p:cNvSpPr/>
            <p:nvPr/>
          </p:nvSpPr>
          <p:spPr>
            <a:xfrm>
              <a:off x="7514143" y="3243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8" name="pt13608"/>
            <p:cNvSpPr/>
            <p:nvPr/>
          </p:nvSpPr>
          <p:spPr>
            <a:xfrm>
              <a:off x="7468073" y="3257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09" name="pt13609"/>
            <p:cNvSpPr/>
            <p:nvPr/>
          </p:nvSpPr>
          <p:spPr>
            <a:xfrm>
              <a:off x="7442746" y="3201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0" name="pt13610"/>
            <p:cNvSpPr/>
            <p:nvPr/>
          </p:nvSpPr>
          <p:spPr>
            <a:xfrm>
              <a:off x="7417379" y="3238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1" name="pt13611"/>
            <p:cNvSpPr/>
            <p:nvPr/>
          </p:nvSpPr>
          <p:spPr>
            <a:xfrm>
              <a:off x="7476482" y="3066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2" name="pt13612"/>
            <p:cNvSpPr/>
            <p:nvPr/>
          </p:nvSpPr>
          <p:spPr>
            <a:xfrm>
              <a:off x="7422838" y="3295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3" name="pt13613"/>
            <p:cNvSpPr/>
            <p:nvPr/>
          </p:nvSpPr>
          <p:spPr>
            <a:xfrm>
              <a:off x="7463001" y="32819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4" name="pt13614"/>
            <p:cNvSpPr/>
            <p:nvPr/>
          </p:nvSpPr>
          <p:spPr>
            <a:xfrm>
              <a:off x="7517233" y="3257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5" name="pt13615"/>
            <p:cNvSpPr/>
            <p:nvPr/>
          </p:nvSpPr>
          <p:spPr>
            <a:xfrm>
              <a:off x="7457579" y="33017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6" name="pt13616"/>
            <p:cNvSpPr/>
            <p:nvPr/>
          </p:nvSpPr>
          <p:spPr>
            <a:xfrm>
              <a:off x="7445148" y="32684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7" name="pt13617"/>
            <p:cNvSpPr/>
            <p:nvPr/>
          </p:nvSpPr>
          <p:spPr>
            <a:xfrm>
              <a:off x="7432034" y="3267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8" name="pt13618"/>
            <p:cNvSpPr/>
            <p:nvPr/>
          </p:nvSpPr>
          <p:spPr>
            <a:xfrm>
              <a:off x="7459760" y="32943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19" name="pt13619"/>
            <p:cNvSpPr/>
            <p:nvPr/>
          </p:nvSpPr>
          <p:spPr>
            <a:xfrm>
              <a:off x="7445711" y="3255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0" name="pt13620"/>
            <p:cNvSpPr/>
            <p:nvPr/>
          </p:nvSpPr>
          <p:spPr>
            <a:xfrm>
              <a:off x="7395160" y="32600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1" name="pt13621"/>
            <p:cNvSpPr/>
            <p:nvPr/>
          </p:nvSpPr>
          <p:spPr>
            <a:xfrm>
              <a:off x="7778904" y="3266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2" name="pt13622"/>
            <p:cNvSpPr/>
            <p:nvPr/>
          </p:nvSpPr>
          <p:spPr>
            <a:xfrm>
              <a:off x="7486011" y="3257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3" name="pt13623"/>
            <p:cNvSpPr/>
            <p:nvPr/>
          </p:nvSpPr>
          <p:spPr>
            <a:xfrm>
              <a:off x="7370465" y="3267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4" name="pt13624"/>
            <p:cNvSpPr/>
            <p:nvPr/>
          </p:nvSpPr>
          <p:spPr>
            <a:xfrm>
              <a:off x="7493827" y="32615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5" name="pt13625"/>
            <p:cNvSpPr/>
            <p:nvPr/>
          </p:nvSpPr>
          <p:spPr>
            <a:xfrm>
              <a:off x="7418158" y="3226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6" name="pt13626"/>
            <p:cNvSpPr/>
            <p:nvPr/>
          </p:nvSpPr>
          <p:spPr>
            <a:xfrm>
              <a:off x="7406777" y="3266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7" name="pt13627"/>
            <p:cNvSpPr/>
            <p:nvPr/>
          </p:nvSpPr>
          <p:spPr>
            <a:xfrm>
              <a:off x="7413442" y="3303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8" name="pt13628"/>
            <p:cNvSpPr/>
            <p:nvPr/>
          </p:nvSpPr>
          <p:spPr>
            <a:xfrm>
              <a:off x="7437048" y="31911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29" name="pt13629"/>
            <p:cNvSpPr/>
            <p:nvPr/>
          </p:nvSpPr>
          <p:spPr>
            <a:xfrm>
              <a:off x="7417096" y="32880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0" name="pt13630"/>
            <p:cNvSpPr/>
            <p:nvPr/>
          </p:nvSpPr>
          <p:spPr>
            <a:xfrm>
              <a:off x="7440710" y="33491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1" name="pt13631"/>
            <p:cNvSpPr/>
            <p:nvPr/>
          </p:nvSpPr>
          <p:spPr>
            <a:xfrm>
              <a:off x="7372238" y="3278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2" name="pt13632"/>
            <p:cNvSpPr/>
            <p:nvPr/>
          </p:nvSpPr>
          <p:spPr>
            <a:xfrm>
              <a:off x="7485279" y="32555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3" name="pt13633"/>
            <p:cNvSpPr/>
            <p:nvPr/>
          </p:nvSpPr>
          <p:spPr>
            <a:xfrm>
              <a:off x="7483572" y="3282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4" name="pt13634"/>
            <p:cNvSpPr/>
            <p:nvPr/>
          </p:nvSpPr>
          <p:spPr>
            <a:xfrm>
              <a:off x="7449765" y="3273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5" name="pt13635"/>
            <p:cNvSpPr/>
            <p:nvPr/>
          </p:nvSpPr>
          <p:spPr>
            <a:xfrm>
              <a:off x="7456408" y="3279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6" name="pt13636"/>
            <p:cNvSpPr/>
            <p:nvPr/>
          </p:nvSpPr>
          <p:spPr>
            <a:xfrm>
              <a:off x="7473475" y="3263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7" name="pt13637"/>
            <p:cNvSpPr/>
            <p:nvPr/>
          </p:nvSpPr>
          <p:spPr>
            <a:xfrm>
              <a:off x="7516876" y="3274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8" name="pt13638"/>
            <p:cNvSpPr/>
            <p:nvPr/>
          </p:nvSpPr>
          <p:spPr>
            <a:xfrm>
              <a:off x="7452137" y="3241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39" name="pt13639"/>
            <p:cNvSpPr/>
            <p:nvPr/>
          </p:nvSpPr>
          <p:spPr>
            <a:xfrm>
              <a:off x="7451466" y="3258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0" name="pt13640"/>
            <p:cNvSpPr/>
            <p:nvPr/>
          </p:nvSpPr>
          <p:spPr>
            <a:xfrm>
              <a:off x="7513099" y="32720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1" name="pt13641"/>
            <p:cNvSpPr/>
            <p:nvPr/>
          </p:nvSpPr>
          <p:spPr>
            <a:xfrm>
              <a:off x="7495110" y="3445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2" name="pt13642"/>
            <p:cNvSpPr/>
            <p:nvPr/>
          </p:nvSpPr>
          <p:spPr>
            <a:xfrm>
              <a:off x="7424585" y="32876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3" name="pt13643"/>
            <p:cNvSpPr/>
            <p:nvPr/>
          </p:nvSpPr>
          <p:spPr>
            <a:xfrm>
              <a:off x="7464400" y="3258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4" name="pt13644"/>
            <p:cNvSpPr/>
            <p:nvPr/>
          </p:nvSpPr>
          <p:spPr>
            <a:xfrm>
              <a:off x="7502126" y="3253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5" name="pt13645"/>
            <p:cNvSpPr/>
            <p:nvPr/>
          </p:nvSpPr>
          <p:spPr>
            <a:xfrm>
              <a:off x="7417549" y="3289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6" name="pt13646"/>
            <p:cNvSpPr/>
            <p:nvPr/>
          </p:nvSpPr>
          <p:spPr>
            <a:xfrm>
              <a:off x="7455696" y="3265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7" name="pt13647"/>
            <p:cNvSpPr/>
            <p:nvPr/>
          </p:nvSpPr>
          <p:spPr>
            <a:xfrm>
              <a:off x="7411386" y="3278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8" name="pt13648"/>
            <p:cNvSpPr/>
            <p:nvPr/>
          </p:nvSpPr>
          <p:spPr>
            <a:xfrm>
              <a:off x="7453633" y="3328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49" name="pt13649"/>
            <p:cNvSpPr/>
            <p:nvPr/>
          </p:nvSpPr>
          <p:spPr>
            <a:xfrm>
              <a:off x="7371051" y="3287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0" name="pt13650"/>
            <p:cNvSpPr/>
            <p:nvPr/>
          </p:nvSpPr>
          <p:spPr>
            <a:xfrm>
              <a:off x="7367227" y="3320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1" name="pt13651"/>
            <p:cNvSpPr/>
            <p:nvPr/>
          </p:nvSpPr>
          <p:spPr>
            <a:xfrm>
              <a:off x="7430744" y="3269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2" name="pt13652"/>
            <p:cNvSpPr/>
            <p:nvPr/>
          </p:nvSpPr>
          <p:spPr>
            <a:xfrm>
              <a:off x="7438200" y="32513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3" name="pt13653"/>
            <p:cNvSpPr/>
            <p:nvPr/>
          </p:nvSpPr>
          <p:spPr>
            <a:xfrm>
              <a:off x="7343690" y="3295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4" name="pt13654"/>
            <p:cNvSpPr/>
            <p:nvPr/>
          </p:nvSpPr>
          <p:spPr>
            <a:xfrm>
              <a:off x="7447695" y="3329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5" name="pt13655"/>
            <p:cNvSpPr/>
            <p:nvPr/>
          </p:nvSpPr>
          <p:spPr>
            <a:xfrm>
              <a:off x="7463774" y="3281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6" name="pt13656"/>
            <p:cNvSpPr/>
            <p:nvPr/>
          </p:nvSpPr>
          <p:spPr>
            <a:xfrm>
              <a:off x="7434655" y="33399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7" name="pt13657"/>
            <p:cNvSpPr/>
            <p:nvPr/>
          </p:nvSpPr>
          <p:spPr>
            <a:xfrm>
              <a:off x="7414687" y="3320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8" name="pt13658"/>
            <p:cNvSpPr/>
            <p:nvPr/>
          </p:nvSpPr>
          <p:spPr>
            <a:xfrm>
              <a:off x="7467968" y="3282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59" name="pt13659"/>
            <p:cNvSpPr/>
            <p:nvPr/>
          </p:nvSpPr>
          <p:spPr>
            <a:xfrm>
              <a:off x="7441560" y="32776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0" name="pt13660"/>
            <p:cNvSpPr/>
            <p:nvPr/>
          </p:nvSpPr>
          <p:spPr>
            <a:xfrm>
              <a:off x="7401570" y="3275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1" name="pt13661"/>
            <p:cNvSpPr/>
            <p:nvPr/>
          </p:nvSpPr>
          <p:spPr>
            <a:xfrm>
              <a:off x="7433534" y="3278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2" name="pt13662"/>
            <p:cNvSpPr/>
            <p:nvPr/>
          </p:nvSpPr>
          <p:spPr>
            <a:xfrm>
              <a:off x="7445708" y="3233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3" name="pt13663"/>
            <p:cNvSpPr/>
            <p:nvPr/>
          </p:nvSpPr>
          <p:spPr>
            <a:xfrm>
              <a:off x="7465955" y="3281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4" name="pt13664"/>
            <p:cNvSpPr/>
            <p:nvPr/>
          </p:nvSpPr>
          <p:spPr>
            <a:xfrm>
              <a:off x="7519936" y="3266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5" name="pt13665"/>
            <p:cNvSpPr/>
            <p:nvPr/>
          </p:nvSpPr>
          <p:spPr>
            <a:xfrm>
              <a:off x="7458207" y="3270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6" name="pt13666"/>
            <p:cNvSpPr/>
            <p:nvPr/>
          </p:nvSpPr>
          <p:spPr>
            <a:xfrm>
              <a:off x="7471753" y="3321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7" name="pt13667"/>
            <p:cNvSpPr/>
            <p:nvPr/>
          </p:nvSpPr>
          <p:spPr>
            <a:xfrm>
              <a:off x="7379682" y="32450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68" name="pt13668"/>
            <p:cNvSpPr/>
            <p:nvPr/>
          </p:nvSpPr>
          <p:spPr>
            <a:xfrm>
              <a:off x="7296209" y="3336663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69" name="pt13669"/>
            <p:cNvSpPr/>
            <p:nvPr/>
          </p:nvSpPr>
          <p:spPr>
            <a:xfrm>
              <a:off x="7408737" y="3254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0" name="pt13670"/>
            <p:cNvSpPr/>
            <p:nvPr/>
          </p:nvSpPr>
          <p:spPr>
            <a:xfrm>
              <a:off x="7456511" y="3256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1" name="pt13671"/>
            <p:cNvSpPr/>
            <p:nvPr/>
          </p:nvSpPr>
          <p:spPr>
            <a:xfrm>
              <a:off x="7501582" y="3270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2" name="pt13672"/>
            <p:cNvSpPr/>
            <p:nvPr/>
          </p:nvSpPr>
          <p:spPr>
            <a:xfrm>
              <a:off x="7515108" y="3267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3" name="pt13673"/>
            <p:cNvSpPr/>
            <p:nvPr/>
          </p:nvSpPr>
          <p:spPr>
            <a:xfrm>
              <a:off x="7478193" y="33671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4" name="pt13674"/>
            <p:cNvSpPr/>
            <p:nvPr/>
          </p:nvSpPr>
          <p:spPr>
            <a:xfrm>
              <a:off x="7319032" y="3324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5" name="pt13675"/>
            <p:cNvSpPr/>
            <p:nvPr/>
          </p:nvSpPr>
          <p:spPr>
            <a:xfrm>
              <a:off x="7428099" y="33591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6" name="pt13676"/>
            <p:cNvSpPr/>
            <p:nvPr/>
          </p:nvSpPr>
          <p:spPr>
            <a:xfrm>
              <a:off x="7436012" y="3260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7" name="pt13677"/>
            <p:cNvSpPr/>
            <p:nvPr/>
          </p:nvSpPr>
          <p:spPr>
            <a:xfrm>
              <a:off x="7405236" y="32605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8" name="pt13678"/>
            <p:cNvSpPr/>
            <p:nvPr/>
          </p:nvSpPr>
          <p:spPr>
            <a:xfrm>
              <a:off x="7480425" y="3255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79" name="pt13679"/>
            <p:cNvSpPr/>
            <p:nvPr/>
          </p:nvSpPr>
          <p:spPr>
            <a:xfrm>
              <a:off x="7482992" y="3179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0" name="pt13680"/>
            <p:cNvSpPr/>
            <p:nvPr/>
          </p:nvSpPr>
          <p:spPr>
            <a:xfrm>
              <a:off x="7439636" y="3253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1" name="pt13681"/>
            <p:cNvSpPr/>
            <p:nvPr/>
          </p:nvSpPr>
          <p:spPr>
            <a:xfrm>
              <a:off x="7488496" y="3166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2" name="pt13682"/>
            <p:cNvSpPr/>
            <p:nvPr/>
          </p:nvSpPr>
          <p:spPr>
            <a:xfrm>
              <a:off x="7434255" y="3264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3" name="pt13683"/>
            <p:cNvSpPr/>
            <p:nvPr/>
          </p:nvSpPr>
          <p:spPr>
            <a:xfrm>
              <a:off x="7446136" y="3294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4" name="pt13684"/>
            <p:cNvSpPr/>
            <p:nvPr/>
          </p:nvSpPr>
          <p:spPr>
            <a:xfrm>
              <a:off x="7466616" y="3266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5" name="pt13685"/>
            <p:cNvSpPr/>
            <p:nvPr/>
          </p:nvSpPr>
          <p:spPr>
            <a:xfrm>
              <a:off x="7486189" y="3344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6" name="pt13686"/>
            <p:cNvSpPr/>
            <p:nvPr/>
          </p:nvSpPr>
          <p:spPr>
            <a:xfrm>
              <a:off x="7428288" y="3245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7" name="pt13687"/>
            <p:cNvSpPr/>
            <p:nvPr/>
          </p:nvSpPr>
          <p:spPr>
            <a:xfrm>
              <a:off x="7514291" y="3238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8" name="pt13688"/>
            <p:cNvSpPr/>
            <p:nvPr/>
          </p:nvSpPr>
          <p:spPr>
            <a:xfrm>
              <a:off x="7391676" y="3281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89" name="pt13689"/>
            <p:cNvSpPr/>
            <p:nvPr/>
          </p:nvSpPr>
          <p:spPr>
            <a:xfrm>
              <a:off x="7411515" y="3256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0" name="pt13690"/>
            <p:cNvSpPr/>
            <p:nvPr/>
          </p:nvSpPr>
          <p:spPr>
            <a:xfrm>
              <a:off x="7488303" y="3293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1" name="pt13691"/>
            <p:cNvSpPr/>
            <p:nvPr/>
          </p:nvSpPr>
          <p:spPr>
            <a:xfrm>
              <a:off x="7466996" y="33724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2" name="pt13692"/>
            <p:cNvSpPr/>
            <p:nvPr/>
          </p:nvSpPr>
          <p:spPr>
            <a:xfrm>
              <a:off x="7472717" y="3287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3" name="pt13693"/>
            <p:cNvSpPr/>
            <p:nvPr/>
          </p:nvSpPr>
          <p:spPr>
            <a:xfrm>
              <a:off x="7448755" y="3279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4" name="pt13694"/>
            <p:cNvSpPr/>
            <p:nvPr/>
          </p:nvSpPr>
          <p:spPr>
            <a:xfrm>
              <a:off x="7409419" y="32759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5" name="pt13695"/>
            <p:cNvSpPr/>
            <p:nvPr/>
          </p:nvSpPr>
          <p:spPr>
            <a:xfrm>
              <a:off x="7452673" y="3209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6" name="pt13696"/>
            <p:cNvSpPr/>
            <p:nvPr/>
          </p:nvSpPr>
          <p:spPr>
            <a:xfrm>
              <a:off x="7530720" y="3271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7" name="pt13697"/>
            <p:cNvSpPr/>
            <p:nvPr/>
          </p:nvSpPr>
          <p:spPr>
            <a:xfrm>
              <a:off x="7470667" y="3238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8" name="pt13698"/>
            <p:cNvSpPr/>
            <p:nvPr/>
          </p:nvSpPr>
          <p:spPr>
            <a:xfrm>
              <a:off x="7483486" y="3157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699" name="pt13699"/>
            <p:cNvSpPr/>
            <p:nvPr/>
          </p:nvSpPr>
          <p:spPr>
            <a:xfrm>
              <a:off x="7440088" y="3264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0" name="pt13700"/>
            <p:cNvSpPr/>
            <p:nvPr/>
          </p:nvSpPr>
          <p:spPr>
            <a:xfrm>
              <a:off x="7366549" y="3404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1" name="pt13701"/>
            <p:cNvSpPr/>
            <p:nvPr/>
          </p:nvSpPr>
          <p:spPr>
            <a:xfrm>
              <a:off x="7445643" y="3251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2" name="pt13702"/>
            <p:cNvSpPr/>
            <p:nvPr/>
          </p:nvSpPr>
          <p:spPr>
            <a:xfrm>
              <a:off x="7456917" y="3635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3" name="pt13703"/>
            <p:cNvSpPr/>
            <p:nvPr/>
          </p:nvSpPr>
          <p:spPr>
            <a:xfrm>
              <a:off x="7439530" y="3278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4" name="pt13704"/>
            <p:cNvSpPr/>
            <p:nvPr/>
          </p:nvSpPr>
          <p:spPr>
            <a:xfrm>
              <a:off x="7517905" y="3269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5" name="pt13705"/>
            <p:cNvSpPr/>
            <p:nvPr/>
          </p:nvSpPr>
          <p:spPr>
            <a:xfrm>
              <a:off x="7447359" y="3247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6" name="pt13706"/>
            <p:cNvSpPr/>
            <p:nvPr/>
          </p:nvSpPr>
          <p:spPr>
            <a:xfrm>
              <a:off x="7367652" y="3315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7" name="pt13707"/>
            <p:cNvSpPr/>
            <p:nvPr/>
          </p:nvSpPr>
          <p:spPr>
            <a:xfrm>
              <a:off x="7377420" y="3324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8" name="pt13708"/>
            <p:cNvSpPr/>
            <p:nvPr/>
          </p:nvSpPr>
          <p:spPr>
            <a:xfrm>
              <a:off x="7477334" y="3298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09" name="pt13709"/>
            <p:cNvSpPr/>
            <p:nvPr/>
          </p:nvSpPr>
          <p:spPr>
            <a:xfrm>
              <a:off x="7420832" y="32422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0" name="pt13710"/>
            <p:cNvSpPr/>
            <p:nvPr/>
          </p:nvSpPr>
          <p:spPr>
            <a:xfrm>
              <a:off x="7496373" y="3261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1" name="pt13711"/>
            <p:cNvSpPr/>
            <p:nvPr/>
          </p:nvSpPr>
          <p:spPr>
            <a:xfrm>
              <a:off x="7480304" y="33599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2" name="pt13712"/>
            <p:cNvSpPr/>
            <p:nvPr/>
          </p:nvSpPr>
          <p:spPr>
            <a:xfrm>
              <a:off x="7395783" y="3313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3" name="pt13713"/>
            <p:cNvSpPr/>
            <p:nvPr/>
          </p:nvSpPr>
          <p:spPr>
            <a:xfrm>
              <a:off x="7466342" y="32499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4" name="pt13714"/>
            <p:cNvSpPr/>
            <p:nvPr/>
          </p:nvSpPr>
          <p:spPr>
            <a:xfrm>
              <a:off x="7451951" y="3218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5" name="pt13715"/>
            <p:cNvSpPr/>
            <p:nvPr/>
          </p:nvSpPr>
          <p:spPr>
            <a:xfrm>
              <a:off x="7454709" y="31939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6" name="pt13716"/>
            <p:cNvSpPr/>
            <p:nvPr/>
          </p:nvSpPr>
          <p:spPr>
            <a:xfrm>
              <a:off x="7426413" y="3261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7" name="pt13717"/>
            <p:cNvSpPr/>
            <p:nvPr/>
          </p:nvSpPr>
          <p:spPr>
            <a:xfrm>
              <a:off x="7450993" y="3300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8" name="pt13718"/>
            <p:cNvSpPr/>
            <p:nvPr/>
          </p:nvSpPr>
          <p:spPr>
            <a:xfrm>
              <a:off x="7452462" y="3279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19" name="pt13719"/>
            <p:cNvSpPr/>
            <p:nvPr/>
          </p:nvSpPr>
          <p:spPr>
            <a:xfrm>
              <a:off x="7468824" y="3227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0" name="pt13720"/>
            <p:cNvSpPr/>
            <p:nvPr/>
          </p:nvSpPr>
          <p:spPr>
            <a:xfrm>
              <a:off x="7409888" y="3239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1" name="pt13721"/>
            <p:cNvSpPr/>
            <p:nvPr/>
          </p:nvSpPr>
          <p:spPr>
            <a:xfrm>
              <a:off x="7449819" y="3287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2" name="pt13722"/>
            <p:cNvSpPr/>
            <p:nvPr/>
          </p:nvSpPr>
          <p:spPr>
            <a:xfrm>
              <a:off x="7536522" y="3185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3" name="pt13723"/>
            <p:cNvSpPr/>
            <p:nvPr/>
          </p:nvSpPr>
          <p:spPr>
            <a:xfrm>
              <a:off x="7476248" y="3262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4" name="pt13724"/>
            <p:cNvSpPr/>
            <p:nvPr/>
          </p:nvSpPr>
          <p:spPr>
            <a:xfrm>
              <a:off x="7476526" y="3256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5" name="pt13725"/>
            <p:cNvSpPr/>
            <p:nvPr/>
          </p:nvSpPr>
          <p:spPr>
            <a:xfrm>
              <a:off x="7403900" y="3356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6" name="pt13726"/>
            <p:cNvSpPr/>
            <p:nvPr/>
          </p:nvSpPr>
          <p:spPr>
            <a:xfrm>
              <a:off x="7442444" y="3270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7" name="pt13727"/>
            <p:cNvSpPr/>
            <p:nvPr/>
          </p:nvSpPr>
          <p:spPr>
            <a:xfrm>
              <a:off x="7455137" y="33007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8" name="pt13728"/>
            <p:cNvSpPr/>
            <p:nvPr/>
          </p:nvSpPr>
          <p:spPr>
            <a:xfrm>
              <a:off x="7473856" y="3256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29" name="pt13729"/>
            <p:cNvSpPr/>
            <p:nvPr/>
          </p:nvSpPr>
          <p:spPr>
            <a:xfrm>
              <a:off x="7417768" y="3260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0" name="pt13730"/>
            <p:cNvSpPr/>
            <p:nvPr/>
          </p:nvSpPr>
          <p:spPr>
            <a:xfrm>
              <a:off x="7404952" y="3245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1" name="pt13731"/>
            <p:cNvSpPr/>
            <p:nvPr/>
          </p:nvSpPr>
          <p:spPr>
            <a:xfrm>
              <a:off x="7456319" y="3464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2" name="pt13732"/>
            <p:cNvSpPr/>
            <p:nvPr/>
          </p:nvSpPr>
          <p:spPr>
            <a:xfrm>
              <a:off x="7455350" y="3359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3" name="pt13733"/>
            <p:cNvSpPr/>
            <p:nvPr/>
          </p:nvSpPr>
          <p:spPr>
            <a:xfrm>
              <a:off x="7451534" y="3275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4" name="pt13734"/>
            <p:cNvSpPr/>
            <p:nvPr/>
          </p:nvSpPr>
          <p:spPr>
            <a:xfrm>
              <a:off x="7376295" y="3247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5" name="pt13735"/>
            <p:cNvSpPr/>
            <p:nvPr/>
          </p:nvSpPr>
          <p:spPr>
            <a:xfrm>
              <a:off x="7391780" y="3269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6" name="pt13736"/>
            <p:cNvSpPr/>
            <p:nvPr/>
          </p:nvSpPr>
          <p:spPr>
            <a:xfrm>
              <a:off x="7357500" y="3297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7" name="pt13737"/>
            <p:cNvSpPr/>
            <p:nvPr/>
          </p:nvSpPr>
          <p:spPr>
            <a:xfrm>
              <a:off x="7495659" y="3276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8" name="pt13738"/>
            <p:cNvSpPr/>
            <p:nvPr/>
          </p:nvSpPr>
          <p:spPr>
            <a:xfrm>
              <a:off x="7443727" y="3265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39" name="pt13739"/>
            <p:cNvSpPr/>
            <p:nvPr/>
          </p:nvSpPr>
          <p:spPr>
            <a:xfrm>
              <a:off x="7451030" y="3315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0" name="pt13740"/>
            <p:cNvSpPr/>
            <p:nvPr/>
          </p:nvSpPr>
          <p:spPr>
            <a:xfrm>
              <a:off x="7520169" y="3299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1" name="pt13741"/>
            <p:cNvSpPr/>
            <p:nvPr/>
          </p:nvSpPr>
          <p:spPr>
            <a:xfrm>
              <a:off x="7422594" y="32749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2" name="pt13742"/>
            <p:cNvSpPr/>
            <p:nvPr/>
          </p:nvSpPr>
          <p:spPr>
            <a:xfrm>
              <a:off x="7486134" y="3299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3" name="pt13743"/>
            <p:cNvSpPr/>
            <p:nvPr/>
          </p:nvSpPr>
          <p:spPr>
            <a:xfrm>
              <a:off x="7454963" y="3186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4" name="pt13744"/>
            <p:cNvSpPr/>
            <p:nvPr/>
          </p:nvSpPr>
          <p:spPr>
            <a:xfrm>
              <a:off x="7466885" y="3268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5" name="pt13745"/>
            <p:cNvSpPr/>
            <p:nvPr/>
          </p:nvSpPr>
          <p:spPr>
            <a:xfrm>
              <a:off x="7465233" y="2961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6" name="pt13746"/>
            <p:cNvSpPr/>
            <p:nvPr/>
          </p:nvSpPr>
          <p:spPr>
            <a:xfrm>
              <a:off x="7580066" y="3285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7" name="pt13747"/>
            <p:cNvSpPr/>
            <p:nvPr/>
          </p:nvSpPr>
          <p:spPr>
            <a:xfrm>
              <a:off x="7457142" y="3244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8" name="pt13748"/>
            <p:cNvSpPr/>
            <p:nvPr/>
          </p:nvSpPr>
          <p:spPr>
            <a:xfrm>
              <a:off x="7358383" y="32692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49" name="pt13749"/>
            <p:cNvSpPr/>
            <p:nvPr/>
          </p:nvSpPr>
          <p:spPr>
            <a:xfrm>
              <a:off x="7451571" y="32969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0" name="pt13750"/>
            <p:cNvSpPr/>
            <p:nvPr/>
          </p:nvSpPr>
          <p:spPr>
            <a:xfrm>
              <a:off x="7412502" y="3284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1" name="pt13751"/>
            <p:cNvSpPr/>
            <p:nvPr/>
          </p:nvSpPr>
          <p:spPr>
            <a:xfrm>
              <a:off x="7458490" y="32703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2" name="pt13752"/>
            <p:cNvSpPr/>
            <p:nvPr/>
          </p:nvSpPr>
          <p:spPr>
            <a:xfrm>
              <a:off x="7472220" y="3264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3" name="pt13753"/>
            <p:cNvSpPr/>
            <p:nvPr/>
          </p:nvSpPr>
          <p:spPr>
            <a:xfrm>
              <a:off x="7478480" y="3259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4" name="pt13754"/>
            <p:cNvSpPr/>
            <p:nvPr/>
          </p:nvSpPr>
          <p:spPr>
            <a:xfrm>
              <a:off x="7613174" y="3229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5" name="pt13755"/>
            <p:cNvSpPr/>
            <p:nvPr/>
          </p:nvSpPr>
          <p:spPr>
            <a:xfrm>
              <a:off x="7436201" y="3220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6" name="pt13756"/>
            <p:cNvSpPr/>
            <p:nvPr/>
          </p:nvSpPr>
          <p:spPr>
            <a:xfrm>
              <a:off x="7440032" y="3254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7" name="pt13757"/>
            <p:cNvSpPr/>
            <p:nvPr/>
          </p:nvSpPr>
          <p:spPr>
            <a:xfrm>
              <a:off x="7429540" y="31839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8" name="pt13758"/>
            <p:cNvSpPr/>
            <p:nvPr/>
          </p:nvSpPr>
          <p:spPr>
            <a:xfrm>
              <a:off x="7384327" y="3317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59" name="pt13759"/>
            <p:cNvSpPr/>
            <p:nvPr/>
          </p:nvSpPr>
          <p:spPr>
            <a:xfrm>
              <a:off x="7449590" y="33031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0" name="pt13760"/>
            <p:cNvSpPr/>
            <p:nvPr/>
          </p:nvSpPr>
          <p:spPr>
            <a:xfrm>
              <a:off x="7412148" y="32318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1" name="pt13761"/>
            <p:cNvSpPr/>
            <p:nvPr/>
          </p:nvSpPr>
          <p:spPr>
            <a:xfrm>
              <a:off x="7410805" y="3259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2" name="pt13762"/>
            <p:cNvSpPr/>
            <p:nvPr/>
          </p:nvSpPr>
          <p:spPr>
            <a:xfrm>
              <a:off x="7426732" y="3313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3" name="pt13763"/>
            <p:cNvSpPr/>
            <p:nvPr/>
          </p:nvSpPr>
          <p:spPr>
            <a:xfrm>
              <a:off x="7395842" y="3266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4" name="pt13764"/>
            <p:cNvSpPr/>
            <p:nvPr/>
          </p:nvSpPr>
          <p:spPr>
            <a:xfrm>
              <a:off x="7486089" y="32782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5" name="pt13765"/>
            <p:cNvSpPr/>
            <p:nvPr/>
          </p:nvSpPr>
          <p:spPr>
            <a:xfrm>
              <a:off x="7456298" y="3198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6" name="pt13766"/>
            <p:cNvSpPr/>
            <p:nvPr/>
          </p:nvSpPr>
          <p:spPr>
            <a:xfrm>
              <a:off x="7455184" y="3255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7" name="pt13767"/>
            <p:cNvSpPr/>
            <p:nvPr/>
          </p:nvSpPr>
          <p:spPr>
            <a:xfrm>
              <a:off x="7464538" y="2673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8" name="pt13768"/>
            <p:cNvSpPr/>
            <p:nvPr/>
          </p:nvSpPr>
          <p:spPr>
            <a:xfrm>
              <a:off x="7482634" y="3255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69" name="pt13769"/>
            <p:cNvSpPr/>
            <p:nvPr/>
          </p:nvSpPr>
          <p:spPr>
            <a:xfrm>
              <a:off x="7403003" y="3286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0" name="pt13770"/>
            <p:cNvSpPr/>
            <p:nvPr/>
          </p:nvSpPr>
          <p:spPr>
            <a:xfrm>
              <a:off x="7448982" y="3301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1" name="pt13771"/>
            <p:cNvSpPr/>
            <p:nvPr/>
          </p:nvSpPr>
          <p:spPr>
            <a:xfrm>
              <a:off x="7511973" y="32485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2" name="pt13772"/>
            <p:cNvSpPr/>
            <p:nvPr/>
          </p:nvSpPr>
          <p:spPr>
            <a:xfrm>
              <a:off x="7490596" y="3254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3" name="pt13773"/>
            <p:cNvSpPr/>
            <p:nvPr/>
          </p:nvSpPr>
          <p:spPr>
            <a:xfrm>
              <a:off x="7396466" y="3278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4" name="pt13774"/>
            <p:cNvSpPr/>
            <p:nvPr/>
          </p:nvSpPr>
          <p:spPr>
            <a:xfrm>
              <a:off x="7489900" y="31915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5" name="pt13775"/>
            <p:cNvSpPr/>
            <p:nvPr/>
          </p:nvSpPr>
          <p:spPr>
            <a:xfrm>
              <a:off x="7382622" y="3256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6" name="pt13776"/>
            <p:cNvSpPr/>
            <p:nvPr/>
          </p:nvSpPr>
          <p:spPr>
            <a:xfrm>
              <a:off x="7481492" y="3254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7" name="pt13777"/>
            <p:cNvSpPr/>
            <p:nvPr/>
          </p:nvSpPr>
          <p:spPr>
            <a:xfrm>
              <a:off x="7436411" y="3231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8" name="pt13778"/>
            <p:cNvSpPr/>
            <p:nvPr/>
          </p:nvSpPr>
          <p:spPr>
            <a:xfrm>
              <a:off x="7426722" y="32785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79" name="pt13779"/>
            <p:cNvSpPr/>
            <p:nvPr/>
          </p:nvSpPr>
          <p:spPr>
            <a:xfrm>
              <a:off x="7497124" y="3295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0" name="pt13780"/>
            <p:cNvSpPr/>
            <p:nvPr/>
          </p:nvSpPr>
          <p:spPr>
            <a:xfrm>
              <a:off x="7448242" y="3259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1" name="pt13781"/>
            <p:cNvSpPr/>
            <p:nvPr/>
          </p:nvSpPr>
          <p:spPr>
            <a:xfrm>
              <a:off x="7410309" y="33477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2" name="pt13782"/>
            <p:cNvSpPr/>
            <p:nvPr/>
          </p:nvSpPr>
          <p:spPr>
            <a:xfrm>
              <a:off x="7477703" y="3277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3" name="pt13783"/>
            <p:cNvSpPr/>
            <p:nvPr/>
          </p:nvSpPr>
          <p:spPr>
            <a:xfrm>
              <a:off x="7436232" y="3270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4" name="pt13784"/>
            <p:cNvSpPr/>
            <p:nvPr/>
          </p:nvSpPr>
          <p:spPr>
            <a:xfrm>
              <a:off x="7439730" y="3257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5" name="pt13785"/>
            <p:cNvSpPr/>
            <p:nvPr/>
          </p:nvSpPr>
          <p:spPr>
            <a:xfrm>
              <a:off x="7519067" y="3273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6" name="pt13786"/>
            <p:cNvSpPr/>
            <p:nvPr/>
          </p:nvSpPr>
          <p:spPr>
            <a:xfrm>
              <a:off x="7411196" y="3263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7" name="pt13787"/>
            <p:cNvSpPr/>
            <p:nvPr/>
          </p:nvSpPr>
          <p:spPr>
            <a:xfrm>
              <a:off x="7421928" y="3274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8" name="pt13788"/>
            <p:cNvSpPr/>
            <p:nvPr/>
          </p:nvSpPr>
          <p:spPr>
            <a:xfrm>
              <a:off x="7422448" y="32697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89" name="pt13789"/>
            <p:cNvSpPr/>
            <p:nvPr/>
          </p:nvSpPr>
          <p:spPr>
            <a:xfrm>
              <a:off x="7396751" y="3276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0" name="pt13790"/>
            <p:cNvSpPr/>
            <p:nvPr/>
          </p:nvSpPr>
          <p:spPr>
            <a:xfrm>
              <a:off x="7470452" y="3203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1" name="pt13791"/>
            <p:cNvSpPr/>
            <p:nvPr/>
          </p:nvSpPr>
          <p:spPr>
            <a:xfrm>
              <a:off x="7559643" y="3258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2" name="pt13792"/>
            <p:cNvSpPr/>
            <p:nvPr/>
          </p:nvSpPr>
          <p:spPr>
            <a:xfrm>
              <a:off x="7437977" y="3277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3" name="pt13793"/>
            <p:cNvSpPr/>
            <p:nvPr/>
          </p:nvSpPr>
          <p:spPr>
            <a:xfrm>
              <a:off x="7405563" y="32790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4" name="pt13794"/>
            <p:cNvSpPr/>
            <p:nvPr/>
          </p:nvSpPr>
          <p:spPr>
            <a:xfrm>
              <a:off x="7427089" y="3227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5" name="pt13795"/>
            <p:cNvSpPr/>
            <p:nvPr/>
          </p:nvSpPr>
          <p:spPr>
            <a:xfrm>
              <a:off x="7596455" y="32503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6" name="pt13796"/>
            <p:cNvSpPr/>
            <p:nvPr/>
          </p:nvSpPr>
          <p:spPr>
            <a:xfrm>
              <a:off x="7497275" y="34530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7" name="pt13797"/>
            <p:cNvSpPr/>
            <p:nvPr/>
          </p:nvSpPr>
          <p:spPr>
            <a:xfrm>
              <a:off x="7442643" y="3254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8" name="pt13798"/>
            <p:cNvSpPr/>
            <p:nvPr/>
          </p:nvSpPr>
          <p:spPr>
            <a:xfrm>
              <a:off x="7428225" y="33496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799" name="pt13799"/>
            <p:cNvSpPr/>
            <p:nvPr/>
          </p:nvSpPr>
          <p:spPr>
            <a:xfrm>
              <a:off x="7524002" y="3302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0" name="pt13800"/>
            <p:cNvSpPr/>
            <p:nvPr/>
          </p:nvSpPr>
          <p:spPr>
            <a:xfrm>
              <a:off x="7473630" y="3278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1" name="pt13801"/>
            <p:cNvSpPr/>
            <p:nvPr/>
          </p:nvSpPr>
          <p:spPr>
            <a:xfrm>
              <a:off x="7453509" y="3276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2" name="pt13802"/>
            <p:cNvSpPr/>
            <p:nvPr/>
          </p:nvSpPr>
          <p:spPr>
            <a:xfrm>
              <a:off x="7491357" y="3320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3" name="pt13803"/>
            <p:cNvSpPr/>
            <p:nvPr/>
          </p:nvSpPr>
          <p:spPr>
            <a:xfrm>
              <a:off x="7464718" y="32679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4" name="pt13804"/>
            <p:cNvSpPr/>
            <p:nvPr/>
          </p:nvSpPr>
          <p:spPr>
            <a:xfrm>
              <a:off x="7432567" y="3230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5" name="pt13805"/>
            <p:cNvSpPr/>
            <p:nvPr/>
          </p:nvSpPr>
          <p:spPr>
            <a:xfrm>
              <a:off x="7405088" y="3260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6" name="pt13806"/>
            <p:cNvSpPr/>
            <p:nvPr/>
          </p:nvSpPr>
          <p:spPr>
            <a:xfrm>
              <a:off x="7457753" y="3194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7" name="pt13807"/>
            <p:cNvSpPr/>
            <p:nvPr/>
          </p:nvSpPr>
          <p:spPr>
            <a:xfrm>
              <a:off x="7454128" y="32607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8" name="pt13808"/>
            <p:cNvSpPr/>
            <p:nvPr/>
          </p:nvSpPr>
          <p:spPr>
            <a:xfrm>
              <a:off x="7513488" y="3259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09" name="pt13809"/>
            <p:cNvSpPr/>
            <p:nvPr/>
          </p:nvSpPr>
          <p:spPr>
            <a:xfrm>
              <a:off x="7407170" y="32805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0" name="pt13810"/>
            <p:cNvSpPr/>
            <p:nvPr/>
          </p:nvSpPr>
          <p:spPr>
            <a:xfrm>
              <a:off x="7351496" y="3218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1" name="pt13811"/>
            <p:cNvSpPr/>
            <p:nvPr/>
          </p:nvSpPr>
          <p:spPr>
            <a:xfrm>
              <a:off x="7420632" y="3261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2" name="pt13812"/>
            <p:cNvSpPr/>
            <p:nvPr/>
          </p:nvSpPr>
          <p:spPr>
            <a:xfrm>
              <a:off x="7500477" y="3216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3" name="pt13813"/>
            <p:cNvSpPr/>
            <p:nvPr/>
          </p:nvSpPr>
          <p:spPr>
            <a:xfrm>
              <a:off x="7507182" y="3327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4" name="pt13814"/>
            <p:cNvSpPr/>
            <p:nvPr/>
          </p:nvSpPr>
          <p:spPr>
            <a:xfrm>
              <a:off x="7475289" y="3255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5" name="pt13815"/>
            <p:cNvSpPr/>
            <p:nvPr/>
          </p:nvSpPr>
          <p:spPr>
            <a:xfrm>
              <a:off x="7485791" y="3258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6" name="pt13816"/>
            <p:cNvSpPr/>
            <p:nvPr/>
          </p:nvSpPr>
          <p:spPr>
            <a:xfrm>
              <a:off x="7495691" y="3283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7" name="pt13817"/>
            <p:cNvSpPr/>
            <p:nvPr/>
          </p:nvSpPr>
          <p:spPr>
            <a:xfrm>
              <a:off x="7468495" y="32740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8" name="pt13818"/>
            <p:cNvSpPr/>
            <p:nvPr/>
          </p:nvSpPr>
          <p:spPr>
            <a:xfrm>
              <a:off x="7369303" y="3247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19" name="pt13819"/>
            <p:cNvSpPr/>
            <p:nvPr/>
          </p:nvSpPr>
          <p:spPr>
            <a:xfrm>
              <a:off x="7450550" y="33026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0" name="pt13820"/>
            <p:cNvSpPr/>
            <p:nvPr/>
          </p:nvSpPr>
          <p:spPr>
            <a:xfrm>
              <a:off x="7448907" y="3277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1" name="pt13821"/>
            <p:cNvSpPr/>
            <p:nvPr/>
          </p:nvSpPr>
          <p:spPr>
            <a:xfrm>
              <a:off x="7464470" y="3243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2" name="pt13822"/>
            <p:cNvSpPr/>
            <p:nvPr/>
          </p:nvSpPr>
          <p:spPr>
            <a:xfrm>
              <a:off x="7474356" y="30584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3" name="pt13823"/>
            <p:cNvSpPr/>
            <p:nvPr/>
          </p:nvSpPr>
          <p:spPr>
            <a:xfrm>
              <a:off x="7464435" y="3278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4" name="pt13824"/>
            <p:cNvSpPr/>
            <p:nvPr/>
          </p:nvSpPr>
          <p:spPr>
            <a:xfrm>
              <a:off x="7471700" y="32726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5" name="pt13825"/>
            <p:cNvSpPr/>
            <p:nvPr/>
          </p:nvSpPr>
          <p:spPr>
            <a:xfrm>
              <a:off x="7530918" y="3223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6" name="pt13826"/>
            <p:cNvSpPr/>
            <p:nvPr/>
          </p:nvSpPr>
          <p:spPr>
            <a:xfrm>
              <a:off x="7550839" y="32636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7" name="pt13827"/>
            <p:cNvSpPr/>
            <p:nvPr/>
          </p:nvSpPr>
          <p:spPr>
            <a:xfrm>
              <a:off x="7450352" y="32466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8" name="pt13828"/>
            <p:cNvSpPr/>
            <p:nvPr/>
          </p:nvSpPr>
          <p:spPr>
            <a:xfrm>
              <a:off x="7473613" y="3267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29" name="pt13829"/>
            <p:cNvSpPr/>
            <p:nvPr/>
          </p:nvSpPr>
          <p:spPr>
            <a:xfrm>
              <a:off x="7394274" y="2767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0" name="pt13830"/>
            <p:cNvSpPr/>
            <p:nvPr/>
          </p:nvSpPr>
          <p:spPr>
            <a:xfrm>
              <a:off x="7421858" y="32778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1" name="pt13831"/>
            <p:cNvSpPr/>
            <p:nvPr/>
          </p:nvSpPr>
          <p:spPr>
            <a:xfrm>
              <a:off x="7460063" y="3275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2" name="pt13832"/>
            <p:cNvSpPr/>
            <p:nvPr/>
          </p:nvSpPr>
          <p:spPr>
            <a:xfrm>
              <a:off x="7500726" y="3289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3" name="pt13833"/>
            <p:cNvSpPr/>
            <p:nvPr/>
          </p:nvSpPr>
          <p:spPr>
            <a:xfrm>
              <a:off x="7493904" y="3221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4" name="pt13834"/>
            <p:cNvSpPr/>
            <p:nvPr/>
          </p:nvSpPr>
          <p:spPr>
            <a:xfrm>
              <a:off x="7435055" y="3242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5" name="pt13835"/>
            <p:cNvSpPr/>
            <p:nvPr/>
          </p:nvSpPr>
          <p:spPr>
            <a:xfrm>
              <a:off x="7493202" y="3260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6" name="pt13836"/>
            <p:cNvSpPr/>
            <p:nvPr/>
          </p:nvSpPr>
          <p:spPr>
            <a:xfrm>
              <a:off x="7450391" y="3258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7" name="pt13837"/>
            <p:cNvSpPr/>
            <p:nvPr/>
          </p:nvSpPr>
          <p:spPr>
            <a:xfrm>
              <a:off x="7460985" y="3264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8" name="pt13838"/>
            <p:cNvSpPr/>
            <p:nvPr/>
          </p:nvSpPr>
          <p:spPr>
            <a:xfrm>
              <a:off x="7446048" y="3245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39" name="pt13839"/>
            <p:cNvSpPr/>
            <p:nvPr/>
          </p:nvSpPr>
          <p:spPr>
            <a:xfrm>
              <a:off x="7439464" y="3262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0" name="pt13840"/>
            <p:cNvSpPr/>
            <p:nvPr/>
          </p:nvSpPr>
          <p:spPr>
            <a:xfrm>
              <a:off x="7502234" y="3299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1" name="pt13841"/>
            <p:cNvSpPr/>
            <p:nvPr/>
          </p:nvSpPr>
          <p:spPr>
            <a:xfrm>
              <a:off x="7435176" y="3415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2" name="pt13842"/>
            <p:cNvSpPr/>
            <p:nvPr/>
          </p:nvSpPr>
          <p:spPr>
            <a:xfrm>
              <a:off x="7459130" y="3284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3" name="pt13843"/>
            <p:cNvSpPr/>
            <p:nvPr/>
          </p:nvSpPr>
          <p:spPr>
            <a:xfrm>
              <a:off x="7470802" y="33037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4" name="pt13844"/>
            <p:cNvSpPr/>
            <p:nvPr/>
          </p:nvSpPr>
          <p:spPr>
            <a:xfrm>
              <a:off x="7507276" y="3287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5" name="pt13845"/>
            <p:cNvSpPr/>
            <p:nvPr/>
          </p:nvSpPr>
          <p:spPr>
            <a:xfrm>
              <a:off x="7458628" y="32658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6" name="pt13846"/>
            <p:cNvSpPr/>
            <p:nvPr/>
          </p:nvSpPr>
          <p:spPr>
            <a:xfrm>
              <a:off x="7430866" y="3259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7" name="pt13847"/>
            <p:cNvSpPr/>
            <p:nvPr/>
          </p:nvSpPr>
          <p:spPr>
            <a:xfrm>
              <a:off x="7411017" y="32767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8" name="pt13848"/>
            <p:cNvSpPr/>
            <p:nvPr/>
          </p:nvSpPr>
          <p:spPr>
            <a:xfrm>
              <a:off x="7419862" y="3225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49" name="pt13849"/>
            <p:cNvSpPr/>
            <p:nvPr/>
          </p:nvSpPr>
          <p:spPr>
            <a:xfrm>
              <a:off x="7505160" y="32389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0" name="pt13850"/>
            <p:cNvSpPr/>
            <p:nvPr/>
          </p:nvSpPr>
          <p:spPr>
            <a:xfrm>
              <a:off x="7518323" y="3258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1" name="pt13851"/>
            <p:cNvSpPr/>
            <p:nvPr/>
          </p:nvSpPr>
          <p:spPr>
            <a:xfrm>
              <a:off x="7464138" y="3267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2" name="pt13852"/>
            <p:cNvSpPr/>
            <p:nvPr/>
          </p:nvSpPr>
          <p:spPr>
            <a:xfrm>
              <a:off x="7446899" y="32900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3" name="pt13853"/>
            <p:cNvSpPr/>
            <p:nvPr/>
          </p:nvSpPr>
          <p:spPr>
            <a:xfrm>
              <a:off x="7484330" y="3245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4" name="pt13854"/>
            <p:cNvSpPr/>
            <p:nvPr/>
          </p:nvSpPr>
          <p:spPr>
            <a:xfrm>
              <a:off x="7397428" y="32813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5" name="pt13855"/>
            <p:cNvSpPr/>
            <p:nvPr/>
          </p:nvSpPr>
          <p:spPr>
            <a:xfrm>
              <a:off x="7442821" y="32835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6" name="pt13856"/>
            <p:cNvSpPr/>
            <p:nvPr/>
          </p:nvSpPr>
          <p:spPr>
            <a:xfrm>
              <a:off x="7427967" y="3284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7" name="pt13857"/>
            <p:cNvSpPr/>
            <p:nvPr/>
          </p:nvSpPr>
          <p:spPr>
            <a:xfrm>
              <a:off x="7463240" y="3272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8" name="pt13858"/>
            <p:cNvSpPr/>
            <p:nvPr/>
          </p:nvSpPr>
          <p:spPr>
            <a:xfrm>
              <a:off x="7465065" y="3247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59" name="pt13859"/>
            <p:cNvSpPr/>
            <p:nvPr/>
          </p:nvSpPr>
          <p:spPr>
            <a:xfrm>
              <a:off x="7394187" y="3258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0" name="pt13860"/>
            <p:cNvSpPr/>
            <p:nvPr/>
          </p:nvSpPr>
          <p:spPr>
            <a:xfrm>
              <a:off x="7444636" y="3104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1" name="pt13861"/>
            <p:cNvSpPr/>
            <p:nvPr/>
          </p:nvSpPr>
          <p:spPr>
            <a:xfrm>
              <a:off x="7553659" y="3287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2" name="pt13862"/>
            <p:cNvSpPr/>
            <p:nvPr/>
          </p:nvSpPr>
          <p:spPr>
            <a:xfrm>
              <a:off x="7458891" y="3346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3" name="pt13863"/>
            <p:cNvSpPr/>
            <p:nvPr/>
          </p:nvSpPr>
          <p:spPr>
            <a:xfrm>
              <a:off x="7422932" y="3294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4" name="pt13864"/>
            <p:cNvSpPr/>
            <p:nvPr/>
          </p:nvSpPr>
          <p:spPr>
            <a:xfrm>
              <a:off x="7390721" y="33170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5" name="pt13865"/>
            <p:cNvSpPr/>
            <p:nvPr/>
          </p:nvSpPr>
          <p:spPr>
            <a:xfrm>
              <a:off x="7345422" y="3312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6" name="pt13866"/>
            <p:cNvSpPr/>
            <p:nvPr/>
          </p:nvSpPr>
          <p:spPr>
            <a:xfrm>
              <a:off x="7442593" y="3282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7" name="pt13867"/>
            <p:cNvSpPr/>
            <p:nvPr/>
          </p:nvSpPr>
          <p:spPr>
            <a:xfrm>
              <a:off x="7464375" y="3265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8" name="pt13868"/>
            <p:cNvSpPr/>
            <p:nvPr/>
          </p:nvSpPr>
          <p:spPr>
            <a:xfrm>
              <a:off x="7427869" y="31745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69" name="pt13869"/>
            <p:cNvSpPr/>
            <p:nvPr/>
          </p:nvSpPr>
          <p:spPr>
            <a:xfrm>
              <a:off x="7377154" y="3341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0" name="pt13870"/>
            <p:cNvSpPr/>
            <p:nvPr/>
          </p:nvSpPr>
          <p:spPr>
            <a:xfrm>
              <a:off x="7444967" y="32474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1" name="pt13871"/>
            <p:cNvSpPr/>
            <p:nvPr/>
          </p:nvSpPr>
          <p:spPr>
            <a:xfrm>
              <a:off x="7522631" y="3288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2" name="pt13872"/>
            <p:cNvSpPr/>
            <p:nvPr/>
          </p:nvSpPr>
          <p:spPr>
            <a:xfrm>
              <a:off x="7507788" y="3234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3" name="pt13873"/>
            <p:cNvSpPr/>
            <p:nvPr/>
          </p:nvSpPr>
          <p:spPr>
            <a:xfrm>
              <a:off x="7438336" y="32705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4" name="pt13874"/>
            <p:cNvSpPr/>
            <p:nvPr/>
          </p:nvSpPr>
          <p:spPr>
            <a:xfrm>
              <a:off x="7465760" y="32536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5" name="pt13875"/>
            <p:cNvSpPr/>
            <p:nvPr/>
          </p:nvSpPr>
          <p:spPr>
            <a:xfrm>
              <a:off x="7525090" y="32628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6" name="pt13876"/>
            <p:cNvSpPr/>
            <p:nvPr/>
          </p:nvSpPr>
          <p:spPr>
            <a:xfrm>
              <a:off x="7453094" y="3209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7" name="pt13877"/>
            <p:cNvSpPr/>
            <p:nvPr/>
          </p:nvSpPr>
          <p:spPr>
            <a:xfrm>
              <a:off x="7484877" y="32482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8" name="pt13878"/>
            <p:cNvSpPr/>
            <p:nvPr/>
          </p:nvSpPr>
          <p:spPr>
            <a:xfrm>
              <a:off x="7408884" y="3270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79" name="pt13879"/>
            <p:cNvSpPr/>
            <p:nvPr/>
          </p:nvSpPr>
          <p:spPr>
            <a:xfrm>
              <a:off x="7483185" y="3272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0" name="pt13880"/>
            <p:cNvSpPr/>
            <p:nvPr/>
          </p:nvSpPr>
          <p:spPr>
            <a:xfrm>
              <a:off x="7479726" y="3255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1" name="pt13881"/>
            <p:cNvSpPr/>
            <p:nvPr/>
          </p:nvSpPr>
          <p:spPr>
            <a:xfrm>
              <a:off x="7466403" y="3273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2" name="pt13882"/>
            <p:cNvSpPr/>
            <p:nvPr/>
          </p:nvSpPr>
          <p:spPr>
            <a:xfrm>
              <a:off x="7431642" y="3095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3" name="pt13883"/>
            <p:cNvSpPr/>
            <p:nvPr/>
          </p:nvSpPr>
          <p:spPr>
            <a:xfrm>
              <a:off x="7453527" y="32625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4" name="pt13884"/>
            <p:cNvSpPr/>
            <p:nvPr/>
          </p:nvSpPr>
          <p:spPr>
            <a:xfrm>
              <a:off x="7477457" y="3250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5" name="pt13885"/>
            <p:cNvSpPr/>
            <p:nvPr/>
          </p:nvSpPr>
          <p:spPr>
            <a:xfrm>
              <a:off x="7337592" y="32925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6" name="pt13886"/>
            <p:cNvSpPr/>
            <p:nvPr/>
          </p:nvSpPr>
          <p:spPr>
            <a:xfrm>
              <a:off x="7426694" y="3408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7" name="pt13887"/>
            <p:cNvSpPr/>
            <p:nvPr/>
          </p:nvSpPr>
          <p:spPr>
            <a:xfrm>
              <a:off x="7505586" y="32638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8" name="pt13888"/>
            <p:cNvSpPr/>
            <p:nvPr/>
          </p:nvSpPr>
          <p:spPr>
            <a:xfrm>
              <a:off x="7474203" y="32878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89" name="pt13889"/>
            <p:cNvSpPr/>
            <p:nvPr/>
          </p:nvSpPr>
          <p:spPr>
            <a:xfrm>
              <a:off x="7499999" y="3301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0" name="pt13890"/>
            <p:cNvSpPr/>
            <p:nvPr/>
          </p:nvSpPr>
          <p:spPr>
            <a:xfrm>
              <a:off x="7505255" y="3285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1" name="pt13891"/>
            <p:cNvSpPr/>
            <p:nvPr/>
          </p:nvSpPr>
          <p:spPr>
            <a:xfrm>
              <a:off x="7391235" y="3283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2" name="pt13892"/>
            <p:cNvSpPr/>
            <p:nvPr/>
          </p:nvSpPr>
          <p:spPr>
            <a:xfrm>
              <a:off x="7443116" y="32720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3" name="pt13893"/>
            <p:cNvSpPr/>
            <p:nvPr/>
          </p:nvSpPr>
          <p:spPr>
            <a:xfrm>
              <a:off x="7440106" y="32790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4" name="pt13894"/>
            <p:cNvSpPr/>
            <p:nvPr/>
          </p:nvSpPr>
          <p:spPr>
            <a:xfrm>
              <a:off x="7422512" y="33140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5" name="pt13895"/>
            <p:cNvSpPr/>
            <p:nvPr/>
          </p:nvSpPr>
          <p:spPr>
            <a:xfrm>
              <a:off x="7409176" y="32213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6" name="pt13896"/>
            <p:cNvSpPr/>
            <p:nvPr/>
          </p:nvSpPr>
          <p:spPr>
            <a:xfrm>
              <a:off x="7316688" y="32922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7" name="pt13897"/>
            <p:cNvSpPr/>
            <p:nvPr/>
          </p:nvSpPr>
          <p:spPr>
            <a:xfrm>
              <a:off x="7473132" y="32394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8" name="pt13898"/>
            <p:cNvSpPr/>
            <p:nvPr/>
          </p:nvSpPr>
          <p:spPr>
            <a:xfrm>
              <a:off x="7513726" y="3256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899" name="pt13899"/>
            <p:cNvSpPr/>
            <p:nvPr/>
          </p:nvSpPr>
          <p:spPr>
            <a:xfrm>
              <a:off x="7474430" y="3330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0" name="pt13900"/>
            <p:cNvSpPr/>
            <p:nvPr/>
          </p:nvSpPr>
          <p:spPr>
            <a:xfrm>
              <a:off x="7481598" y="32511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1" name="pt13901"/>
            <p:cNvSpPr/>
            <p:nvPr/>
          </p:nvSpPr>
          <p:spPr>
            <a:xfrm>
              <a:off x="7406049" y="3271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2" name="pt13902"/>
            <p:cNvSpPr/>
            <p:nvPr/>
          </p:nvSpPr>
          <p:spPr>
            <a:xfrm>
              <a:off x="7449788" y="3263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3" name="pt13903"/>
            <p:cNvSpPr/>
            <p:nvPr/>
          </p:nvSpPr>
          <p:spPr>
            <a:xfrm>
              <a:off x="7458435" y="3267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4" name="pt13904"/>
            <p:cNvSpPr/>
            <p:nvPr/>
          </p:nvSpPr>
          <p:spPr>
            <a:xfrm>
              <a:off x="7465608" y="3216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5" name="pt13905"/>
            <p:cNvSpPr/>
            <p:nvPr/>
          </p:nvSpPr>
          <p:spPr>
            <a:xfrm>
              <a:off x="7394785" y="3268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6" name="pt13906"/>
            <p:cNvSpPr/>
            <p:nvPr/>
          </p:nvSpPr>
          <p:spPr>
            <a:xfrm>
              <a:off x="7463804" y="3282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7" name="pt13907"/>
            <p:cNvSpPr/>
            <p:nvPr/>
          </p:nvSpPr>
          <p:spPr>
            <a:xfrm>
              <a:off x="7356594" y="3277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8" name="pt13908"/>
            <p:cNvSpPr/>
            <p:nvPr/>
          </p:nvSpPr>
          <p:spPr>
            <a:xfrm>
              <a:off x="7464905" y="3336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09" name="pt13909"/>
            <p:cNvSpPr/>
            <p:nvPr/>
          </p:nvSpPr>
          <p:spPr>
            <a:xfrm>
              <a:off x="7480188" y="33630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0" name="pt13910"/>
            <p:cNvSpPr/>
            <p:nvPr/>
          </p:nvSpPr>
          <p:spPr>
            <a:xfrm>
              <a:off x="7380822" y="3214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1" name="pt13911"/>
            <p:cNvSpPr/>
            <p:nvPr/>
          </p:nvSpPr>
          <p:spPr>
            <a:xfrm>
              <a:off x="7481152" y="32748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2" name="pt13912"/>
            <p:cNvSpPr/>
            <p:nvPr/>
          </p:nvSpPr>
          <p:spPr>
            <a:xfrm>
              <a:off x="7508931" y="3275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3" name="pt13913"/>
            <p:cNvSpPr/>
            <p:nvPr/>
          </p:nvSpPr>
          <p:spPr>
            <a:xfrm>
              <a:off x="7363245" y="3311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4" name="pt13914"/>
            <p:cNvSpPr/>
            <p:nvPr/>
          </p:nvSpPr>
          <p:spPr>
            <a:xfrm>
              <a:off x="7464105" y="32655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5" name="pt13915"/>
            <p:cNvSpPr/>
            <p:nvPr/>
          </p:nvSpPr>
          <p:spPr>
            <a:xfrm>
              <a:off x="7460457" y="3254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6" name="pt13916"/>
            <p:cNvSpPr/>
            <p:nvPr/>
          </p:nvSpPr>
          <p:spPr>
            <a:xfrm>
              <a:off x="7455349" y="3226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7" name="pt13917"/>
            <p:cNvSpPr/>
            <p:nvPr/>
          </p:nvSpPr>
          <p:spPr>
            <a:xfrm>
              <a:off x="7435830" y="3294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8" name="pt13918"/>
            <p:cNvSpPr/>
            <p:nvPr/>
          </p:nvSpPr>
          <p:spPr>
            <a:xfrm>
              <a:off x="7482874" y="3295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19" name="pt13919"/>
            <p:cNvSpPr/>
            <p:nvPr/>
          </p:nvSpPr>
          <p:spPr>
            <a:xfrm>
              <a:off x="7478481" y="3338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0" name="pt13920"/>
            <p:cNvSpPr/>
            <p:nvPr/>
          </p:nvSpPr>
          <p:spPr>
            <a:xfrm>
              <a:off x="7457453" y="3293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1" name="pt13921"/>
            <p:cNvSpPr/>
            <p:nvPr/>
          </p:nvSpPr>
          <p:spPr>
            <a:xfrm>
              <a:off x="7479889" y="3185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2" name="pt13922"/>
            <p:cNvSpPr/>
            <p:nvPr/>
          </p:nvSpPr>
          <p:spPr>
            <a:xfrm>
              <a:off x="7474388" y="32420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3" name="pt13923"/>
            <p:cNvSpPr/>
            <p:nvPr/>
          </p:nvSpPr>
          <p:spPr>
            <a:xfrm>
              <a:off x="7412035" y="3276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4" name="pt13924"/>
            <p:cNvSpPr/>
            <p:nvPr/>
          </p:nvSpPr>
          <p:spPr>
            <a:xfrm>
              <a:off x="7431130" y="32583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5" name="pt13925"/>
            <p:cNvSpPr/>
            <p:nvPr/>
          </p:nvSpPr>
          <p:spPr>
            <a:xfrm>
              <a:off x="7416706" y="3249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6" name="pt13926"/>
            <p:cNvSpPr/>
            <p:nvPr/>
          </p:nvSpPr>
          <p:spPr>
            <a:xfrm>
              <a:off x="7509640" y="3251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7" name="pt13927"/>
            <p:cNvSpPr/>
            <p:nvPr/>
          </p:nvSpPr>
          <p:spPr>
            <a:xfrm>
              <a:off x="7422208" y="32776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8" name="pt13928"/>
            <p:cNvSpPr/>
            <p:nvPr/>
          </p:nvSpPr>
          <p:spPr>
            <a:xfrm>
              <a:off x="7439111" y="3208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29" name="pt13929"/>
            <p:cNvSpPr/>
            <p:nvPr/>
          </p:nvSpPr>
          <p:spPr>
            <a:xfrm>
              <a:off x="7500071" y="3275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0" name="pt13930"/>
            <p:cNvSpPr/>
            <p:nvPr/>
          </p:nvSpPr>
          <p:spPr>
            <a:xfrm>
              <a:off x="7467024" y="3261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1" name="pt13931"/>
            <p:cNvSpPr/>
            <p:nvPr/>
          </p:nvSpPr>
          <p:spPr>
            <a:xfrm>
              <a:off x="7499833" y="3271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2" name="pt13932"/>
            <p:cNvSpPr/>
            <p:nvPr/>
          </p:nvSpPr>
          <p:spPr>
            <a:xfrm>
              <a:off x="7448474" y="3273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3" name="pt13933"/>
            <p:cNvSpPr/>
            <p:nvPr/>
          </p:nvSpPr>
          <p:spPr>
            <a:xfrm>
              <a:off x="7484595" y="32811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4" name="pt13934"/>
            <p:cNvSpPr/>
            <p:nvPr/>
          </p:nvSpPr>
          <p:spPr>
            <a:xfrm>
              <a:off x="7421470" y="32333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5" name="pt13935"/>
            <p:cNvSpPr/>
            <p:nvPr/>
          </p:nvSpPr>
          <p:spPr>
            <a:xfrm>
              <a:off x="7376636" y="33222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6" name="pt13936"/>
            <p:cNvSpPr/>
            <p:nvPr/>
          </p:nvSpPr>
          <p:spPr>
            <a:xfrm>
              <a:off x="7386885" y="32915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7" name="pt13937"/>
            <p:cNvSpPr/>
            <p:nvPr/>
          </p:nvSpPr>
          <p:spPr>
            <a:xfrm>
              <a:off x="7469869" y="33723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8" name="pt13938"/>
            <p:cNvSpPr/>
            <p:nvPr/>
          </p:nvSpPr>
          <p:spPr>
            <a:xfrm>
              <a:off x="7474161" y="3262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39" name="pt13939"/>
            <p:cNvSpPr/>
            <p:nvPr/>
          </p:nvSpPr>
          <p:spPr>
            <a:xfrm>
              <a:off x="7374909" y="3281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0" name="pt13940"/>
            <p:cNvSpPr/>
            <p:nvPr/>
          </p:nvSpPr>
          <p:spPr>
            <a:xfrm>
              <a:off x="7451529" y="3275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1" name="pt13941"/>
            <p:cNvSpPr/>
            <p:nvPr/>
          </p:nvSpPr>
          <p:spPr>
            <a:xfrm>
              <a:off x="7393832" y="3256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2" name="pt13942"/>
            <p:cNvSpPr/>
            <p:nvPr/>
          </p:nvSpPr>
          <p:spPr>
            <a:xfrm>
              <a:off x="7374999" y="3244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3" name="pt13943"/>
            <p:cNvSpPr/>
            <p:nvPr/>
          </p:nvSpPr>
          <p:spPr>
            <a:xfrm>
              <a:off x="7486689" y="3271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4" name="pt13944"/>
            <p:cNvSpPr/>
            <p:nvPr/>
          </p:nvSpPr>
          <p:spPr>
            <a:xfrm>
              <a:off x="7411348" y="33335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5" name="pt13945"/>
            <p:cNvSpPr/>
            <p:nvPr/>
          </p:nvSpPr>
          <p:spPr>
            <a:xfrm>
              <a:off x="7458586" y="3250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6" name="pt13946"/>
            <p:cNvSpPr/>
            <p:nvPr/>
          </p:nvSpPr>
          <p:spPr>
            <a:xfrm>
              <a:off x="7379725" y="3259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7" name="pt13947"/>
            <p:cNvSpPr/>
            <p:nvPr/>
          </p:nvSpPr>
          <p:spPr>
            <a:xfrm>
              <a:off x="7445300" y="33033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8" name="pt13948"/>
            <p:cNvSpPr/>
            <p:nvPr/>
          </p:nvSpPr>
          <p:spPr>
            <a:xfrm>
              <a:off x="7514100" y="3294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49" name="pt13949"/>
            <p:cNvSpPr/>
            <p:nvPr/>
          </p:nvSpPr>
          <p:spPr>
            <a:xfrm>
              <a:off x="7463430" y="3421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0" name="pt13950"/>
            <p:cNvSpPr/>
            <p:nvPr/>
          </p:nvSpPr>
          <p:spPr>
            <a:xfrm>
              <a:off x="7429491" y="3265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1" name="pt13951"/>
            <p:cNvSpPr/>
            <p:nvPr/>
          </p:nvSpPr>
          <p:spPr>
            <a:xfrm>
              <a:off x="7442766" y="33445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2" name="pt13952"/>
            <p:cNvSpPr/>
            <p:nvPr/>
          </p:nvSpPr>
          <p:spPr>
            <a:xfrm>
              <a:off x="7463982" y="32746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3" name="pt13953"/>
            <p:cNvSpPr/>
            <p:nvPr/>
          </p:nvSpPr>
          <p:spPr>
            <a:xfrm>
              <a:off x="7484430" y="3268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4" name="pt13954"/>
            <p:cNvSpPr/>
            <p:nvPr/>
          </p:nvSpPr>
          <p:spPr>
            <a:xfrm>
              <a:off x="7474795" y="3238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5" name="pt13955"/>
            <p:cNvSpPr/>
            <p:nvPr/>
          </p:nvSpPr>
          <p:spPr>
            <a:xfrm>
              <a:off x="7488994" y="3266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6" name="pt13956"/>
            <p:cNvSpPr/>
            <p:nvPr/>
          </p:nvSpPr>
          <p:spPr>
            <a:xfrm>
              <a:off x="7476832" y="32749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7" name="pt13957"/>
            <p:cNvSpPr/>
            <p:nvPr/>
          </p:nvSpPr>
          <p:spPr>
            <a:xfrm>
              <a:off x="7528812" y="3315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8" name="pt13958"/>
            <p:cNvSpPr/>
            <p:nvPr/>
          </p:nvSpPr>
          <p:spPr>
            <a:xfrm>
              <a:off x="7406980" y="3266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59" name="pt13959"/>
            <p:cNvSpPr/>
            <p:nvPr/>
          </p:nvSpPr>
          <p:spPr>
            <a:xfrm>
              <a:off x="7440185" y="3267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0" name="pt13960"/>
            <p:cNvSpPr/>
            <p:nvPr/>
          </p:nvSpPr>
          <p:spPr>
            <a:xfrm>
              <a:off x="7808650" y="3261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1" name="pt13961"/>
            <p:cNvSpPr/>
            <p:nvPr/>
          </p:nvSpPr>
          <p:spPr>
            <a:xfrm>
              <a:off x="7431456" y="3240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2" name="pt13962"/>
            <p:cNvSpPr/>
            <p:nvPr/>
          </p:nvSpPr>
          <p:spPr>
            <a:xfrm>
              <a:off x="7458696" y="32824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3" name="pt13963"/>
            <p:cNvSpPr/>
            <p:nvPr/>
          </p:nvSpPr>
          <p:spPr>
            <a:xfrm>
              <a:off x="7458179" y="3255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4" name="pt13964"/>
            <p:cNvSpPr/>
            <p:nvPr/>
          </p:nvSpPr>
          <p:spPr>
            <a:xfrm>
              <a:off x="7464766" y="3246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5" name="pt13965"/>
            <p:cNvSpPr/>
            <p:nvPr/>
          </p:nvSpPr>
          <p:spPr>
            <a:xfrm>
              <a:off x="7559190" y="3298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6" name="pt13966"/>
            <p:cNvSpPr/>
            <p:nvPr/>
          </p:nvSpPr>
          <p:spPr>
            <a:xfrm>
              <a:off x="7452121" y="3289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7" name="pt13967"/>
            <p:cNvSpPr/>
            <p:nvPr/>
          </p:nvSpPr>
          <p:spPr>
            <a:xfrm>
              <a:off x="7479554" y="3291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8" name="pt13968"/>
            <p:cNvSpPr/>
            <p:nvPr/>
          </p:nvSpPr>
          <p:spPr>
            <a:xfrm>
              <a:off x="7500386" y="3308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69" name="pt13969"/>
            <p:cNvSpPr/>
            <p:nvPr/>
          </p:nvSpPr>
          <p:spPr>
            <a:xfrm>
              <a:off x="7435976" y="3269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0" name="pt13970"/>
            <p:cNvSpPr/>
            <p:nvPr/>
          </p:nvSpPr>
          <p:spPr>
            <a:xfrm>
              <a:off x="7427180" y="3239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1" name="pt13971"/>
            <p:cNvSpPr/>
            <p:nvPr/>
          </p:nvSpPr>
          <p:spPr>
            <a:xfrm>
              <a:off x="7346553" y="3282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2" name="pt13972"/>
            <p:cNvSpPr/>
            <p:nvPr/>
          </p:nvSpPr>
          <p:spPr>
            <a:xfrm>
              <a:off x="7452053" y="3260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3" name="pt13973"/>
            <p:cNvSpPr/>
            <p:nvPr/>
          </p:nvSpPr>
          <p:spPr>
            <a:xfrm>
              <a:off x="7438629" y="3270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4" name="pt13974"/>
            <p:cNvSpPr/>
            <p:nvPr/>
          </p:nvSpPr>
          <p:spPr>
            <a:xfrm>
              <a:off x="7408930" y="3339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5" name="pt13975"/>
            <p:cNvSpPr/>
            <p:nvPr/>
          </p:nvSpPr>
          <p:spPr>
            <a:xfrm>
              <a:off x="7448855" y="3291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6" name="pt13976"/>
            <p:cNvSpPr/>
            <p:nvPr/>
          </p:nvSpPr>
          <p:spPr>
            <a:xfrm>
              <a:off x="7462150" y="3150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7" name="pt13977"/>
            <p:cNvSpPr/>
            <p:nvPr/>
          </p:nvSpPr>
          <p:spPr>
            <a:xfrm>
              <a:off x="7374366" y="3269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8" name="pt13978"/>
            <p:cNvSpPr/>
            <p:nvPr/>
          </p:nvSpPr>
          <p:spPr>
            <a:xfrm>
              <a:off x="7489469" y="3370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79" name="pt13979"/>
            <p:cNvSpPr/>
            <p:nvPr/>
          </p:nvSpPr>
          <p:spPr>
            <a:xfrm>
              <a:off x="7533339" y="3272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0" name="pt13980"/>
            <p:cNvSpPr/>
            <p:nvPr/>
          </p:nvSpPr>
          <p:spPr>
            <a:xfrm>
              <a:off x="7404153" y="3304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1" name="pt13981"/>
            <p:cNvSpPr/>
            <p:nvPr/>
          </p:nvSpPr>
          <p:spPr>
            <a:xfrm>
              <a:off x="7453073" y="3255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2" name="pt13982"/>
            <p:cNvSpPr/>
            <p:nvPr/>
          </p:nvSpPr>
          <p:spPr>
            <a:xfrm>
              <a:off x="7510968" y="32663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3" name="pt13983"/>
            <p:cNvSpPr/>
            <p:nvPr/>
          </p:nvSpPr>
          <p:spPr>
            <a:xfrm>
              <a:off x="7498702" y="32426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4" name="pt13984"/>
            <p:cNvSpPr/>
            <p:nvPr/>
          </p:nvSpPr>
          <p:spPr>
            <a:xfrm>
              <a:off x="7446018" y="3257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5" name="pt13985"/>
            <p:cNvSpPr/>
            <p:nvPr/>
          </p:nvSpPr>
          <p:spPr>
            <a:xfrm>
              <a:off x="7432314" y="32777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6" name="pt13986"/>
            <p:cNvSpPr/>
            <p:nvPr/>
          </p:nvSpPr>
          <p:spPr>
            <a:xfrm>
              <a:off x="7471787" y="3277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7" name="pt13987"/>
            <p:cNvSpPr/>
            <p:nvPr/>
          </p:nvSpPr>
          <p:spPr>
            <a:xfrm>
              <a:off x="7539241" y="3320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8" name="pt13988"/>
            <p:cNvSpPr/>
            <p:nvPr/>
          </p:nvSpPr>
          <p:spPr>
            <a:xfrm>
              <a:off x="7466466" y="3244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89" name="pt13989"/>
            <p:cNvSpPr/>
            <p:nvPr/>
          </p:nvSpPr>
          <p:spPr>
            <a:xfrm>
              <a:off x="7454752" y="3263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0" name="pt13990"/>
            <p:cNvSpPr/>
            <p:nvPr/>
          </p:nvSpPr>
          <p:spPr>
            <a:xfrm>
              <a:off x="7461547" y="32379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1" name="pt13991"/>
            <p:cNvSpPr/>
            <p:nvPr/>
          </p:nvSpPr>
          <p:spPr>
            <a:xfrm>
              <a:off x="7472342" y="3252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2" name="pt13992"/>
            <p:cNvSpPr/>
            <p:nvPr/>
          </p:nvSpPr>
          <p:spPr>
            <a:xfrm>
              <a:off x="7430319" y="3325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3" name="pt13993"/>
            <p:cNvSpPr/>
            <p:nvPr/>
          </p:nvSpPr>
          <p:spPr>
            <a:xfrm>
              <a:off x="7504489" y="32769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4" name="pt13994"/>
            <p:cNvSpPr/>
            <p:nvPr/>
          </p:nvSpPr>
          <p:spPr>
            <a:xfrm>
              <a:off x="7519810" y="3277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5" name="pt13995"/>
            <p:cNvSpPr/>
            <p:nvPr/>
          </p:nvSpPr>
          <p:spPr>
            <a:xfrm>
              <a:off x="7409632" y="3224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6" name="pt13996"/>
            <p:cNvSpPr/>
            <p:nvPr/>
          </p:nvSpPr>
          <p:spPr>
            <a:xfrm>
              <a:off x="7479384" y="32413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7" name="pt13997"/>
            <p:cNvSpPr/>
            <p:nvPr/>
          </p:nvSpPr>
          <p:spPr>
            <a:xfrm>
              <a:off x="7484394" y="3231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8" name="pt13998"/>
            <p:cNvSpPr/>
            <p:nvPr/>
          </p:nvSpPr>
          <p:spPr>
            <a:xfrm>
              <a:off x="7494033" y="3252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3999" name="pt13999"/>
            <p:cNvSpPr/>
            <p:nvPr/>
          </p:nvSpPr>
          <p:spPr>
            <a:xfrm>
              <a:off x="7459819" y="3198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0" name="pt14000"/>
            <p:cNvSpPr/>
            <p:nvPr/>
          </p:nvSpPr>
          <p:spPr>
            <a:xfrm>
              <a:off x="7412808" y="3306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1" name="pt14001"/>
            <p:cNvSpPr/>
            <p:nvPr/>
          </p:nvSpPr>
          <p:spPr>
            <a:xfrm>
              <a:off x="7449558" y="3255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2" name="pt14002"/>
            <p:cNvSpPr/>
            <p:nvPr/>
          </p:nvSpPr>
          <p:spPr>
            <a:xfrm>
              <a:off x="7470863" y="3304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3" name="pt14003"/>
            <p:cNvSpPr/>
            <p:nvPr/>
          </p:nvSpPr>
          <p:spPr>
            <a:xfrm>
              <a:off x="7340024" y="3259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4" name="pt14004"/>
            <p:cNvSpPr/>
            <p:nvPr/>
          </p:nvSpPr>
          <p:spPr>
            <a:xfrm>
              <a:off x="7422031" y="33230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5" name="pt14005"/>
            <p:cNvSpPr/>
            <p:nvPr/>
          </p:nvSpPr>
          <p:spPr>
            <a:xfrm>
              <a:off x="7476542" y="3285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6" name="pt14006"/>
            <p:cNvSpPr/>
            <p:nvPr/>
          </p:nvSpPr>
          <p:spPr>
            <a:xfrm>
              <a:off x="7475727" y="3278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7" name="pt14007"/>
            <p:cNvSpPr/>
            <p:nvPr/>
          </p:nvSpPr>
          <p:spPr>
            <a:xfrm>
              <a:off x="7492745" y="3320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8" name="pt14008"/>
            <p:cNvSpPr/>
            <p:nvPr/>
          </p:nvSpPr>
          <p:spPr>
            <a:xfrm>
              <a:off x="7481053" y="3328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09" name="pt14009"/>
            <p:cNvSpPr/>
            <p:nvPr/>
          </p:nvSpPr>
          <p:spPr>
            <a:xfrm>
              <a:off x="7472348" y="3234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0" name="pt14010"/>
            <p:cNvSpPr/>
            <p:nvPr/>
          </p:nvSpPr>
          <p:spPr>
            <a:xfrm>
              <a:off x="7434045" y="3300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1" name="pt14011"/>
            <p:cNvSpPr/>
            <p:nvPr/>
          </p:nvSpPr>
          <p:spPr>
            <a:xfrm>
              <a:off x="7427223" y="3257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2" name="pt14012"/>
            <p:cNvSpPr/>
            <p:nvPr/>
          </p:nvSpPr>
          <p:spPr>
            <a:xfrm>
              <a:off x="7402320" y="3252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3" name="pt14013"/>
            <p:cNvSpPr/>
            <p:nvPr/>
          </p:nvSpPr>
          <p:spPr>
            <a:xfrm>
              <a:off x="7428355" y="33104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4" name="pt14014"/>
            <p:cNvSpPr/>
            <p:nvPr/>
          </p:nvSpPr>
          <p:spPr>
            <a:xfrm>
              <a:off x="7410808" y="3306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5" name="pt14015"/>
            <p:cNvSpPr/>
            <p:nvPr/>
          </p:nvSpPr>
          <p:spPr>
            <a:xfrm>
              <a:off x="7400727" y="3258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6" name="pt14016"/>
            <p:cNvSpPr/>
            <p:nvPr/>
          </p:nvSpPr>
          <p:spPr>
            <a:xfrm>
              <a:off x="7490126" y="3261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7" name="pt14017"/>
            <p:cNvSpPr/>
            <p:nvPr/>
          </p:nvSpPr>
          <p:spPr>
            <a:xfrm>
              <a:off x="7407843" y="3214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8" name="pt14018"/>
            <p:cNvSpPr/>
            <p:nvPr/>
          </p:nvSpPr>
          <p:spPr>
            <a:xfrm>
              <a:off x="7473233" y="3300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19" name="pt14019"/>
            <p:cNvSpPr/>
            <p:nvPr/>
          </p:nvSpPr>
          <p:spPr>
            <a:xfrm>
              <a:off x="7491299" y="3255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0" name="pt14020"/>
            <p:cNvSpPr/>
            <p:nvPr/>
          </p:nvSpPr>
          <p:spPr>
            <a:xfrm>
              <a:off x="7467136" y="3272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1" name="pt14021"/>
            <p:cNvSpPr/>
            <p:nvPr/>
          </p:nvSpPr>
          <p:spPr>
            <a:xfrm>
              <a:off x="7385295" y="3293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2" name="pt14022"/>
            <p:cNvSpPr/>
            <p:nvPr/>
          </p:nvSpPr>
          <p:spPr>
            <a:xfrm>
              <a:off x="7412777" y="3251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3" name="pt14023"/>
            <p:cNvSpPr/>
            <p:nvPr/>
          </p:nvSpPr>
          <p:spPr>
            <a:xfrm>
              <a:off x="7310113" y="3261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4" name="pt14024"/>
            <p:cNvSpPr/>
            <p:nvPr/>
          </p:nvSpPr>
          <p:spPr>
            <a:xfrm>
              <a:off x="7477838" y="3179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5" name="pt14025"/>
            <p:cNvSpPr/>
            <p:nvPr/>
          </p:nvSpPr>
          <p:spPr>
            <a:xfrm>
              <a:off x="7442276" y="3792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6" name="pt14026"/>
            <p:cNvSpPr/>
            <p:nvPr/>
          </p:nvSpPr>
          <p:spPr>
            <a:xfrm>
              <a:off x="7433818" y="3232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7" name="pt14027"/>
            <p:cNvSpPr/>
            <p:nvPr/>
          </p:nvSpPr>
          <p:spPr>
            <a:xfrm>
              <a:off x="7412523" y="3258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8" name="pt14028"/>
            <p:cNvSpPr/>
            <p:nvPr/>
          </p:nvSpPr>
          <p:spPr>
            <a:xfrm>
              <a:off x="7418068" y="3270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29" name="pt14029"/>
            <p:cNvSpPr/>
            <p:nvPr/>
          </p:nvSpPr>
          <p:spPr>
            <a:xfrm>
              <a:off x="7495698" y="3272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0" name="pt14030"/>
            <p:cNvSpPr/>
            <p:nvPr/>
          </p:nvSpPr>
          <p:spPr>
            <a:xfrm>
              <a:off x="7454638" y="3264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1" name="pt14031"/>
            <p:cNvSpPr/>
            <p:nvPr/>
          </p:nvSpPr>
          <p:spPr>
            <a:xfrm>
              <a:off x="7436343" y="32787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2" name="pt14032"/>
            <p:cNvSpPr/>
            <p:nvPr/>
          </p:nvSpPr>
          <p:spPr>
            <a:xfrm>
              <a:off x="7510970" y="3218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3" name="pt14033"/>
            <p:cNvSpPr/>
            <p:nvPr/>
          </p:nvSpPr>
          <p:spPr>
            <a:xfrm>
              <a:off x="7402957" y="3282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4" name="pt14034"/>
            <p:cNvSpPr/>
            <p:nvPr/>
          </p:nvSpPr>
          <p:spPr>
            <a:xfrm>
              <a:off x="7433904" y="33517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5" name="pt14035"/>
            <p:cNvSpPr/>
            <p:nvPr/>
          </p:nvSpPr>
          <p:spPr>
            <a:xfrm>
              <a:off x="7500966" y="32548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6" name="pt14036"/>
            <p:cNvSpPr/>
            <p:nvPr/>
          </p:nvSpPr>
          <p:spPr>
            <a:xfrm>
              <a:off x="7419992" y="3295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7" name="pt14037"/>
            <p:cNvSpPr/>
            <p:nvPr/>
          </p:nvSpPr>
          <p:spPr>
            <a:xfrm>
              <a:off x="7432671" y="3262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8" name="pt14038"/>
            <p:cNvSpPr/>
            <p:nvPr/>
          </p:nvSpPr>
          <p:spPr>
            <a:xfrm>
              <a:off x="7517531" y="3253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39" name="pt14039"/>
            <p:cNvSpPr/>
            <p:nvPr/>
          </p:nvSpPr>
          <p:spPr>
            <a:xfrm>
              <a:off x="7404211" y="3286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0" name="pt14040"/>
            <p:cNvSpPr/>
            <p:nvPr/>
          </p:nvSpPr>
          <p:spPr>
            <a:xfrm>
              <a:off x="7437757" y="3303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1" name="pt14041"/>
            <p:cNvSpPr/>
            <p:nvPr/>
          </p:nvSpPr>
          <p:spPr>
            <a:xfrm>
              <a:off x="7446932" y="3280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2" name="pt14042"/>
            <p:cNvSpPr/>
            <p:nvPr/>
          </p:nvSpPr>
          <p:spPr>
            <a:xfrm>
              <a:off x="7459228" y="32397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3" name="pt14043"/>
            <p:cNvSpPr/>
            <p:nvPr/>
          </p:nvSpPr>
          <p:spPr>
            <a:xfrm>
              <a:off x="7482454" y="33327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4" name="pt14044"/>
            <p:cNvSpPr/>
            <p:nvPr/>
          </p:nvSpPr>
          <p:spPr>
            <a:xfrm>
              <a:off x="7449895" y="2956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5" name="pt14045"/>
            <p:cNvSpPr/>
            <p:nvPr/>
          </p:nvSpPr>
          <p:spPr>
            <a:xfrm>
              <a:off x="7406269" y="3351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6" name="pt14046"/>
            <p:cNvSpPr/>
            <p:nvPr/>
          </p:nvSpPr>
          <p:spPr>
            <a:xfrm>
              <a:off x="7429172" y="3280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7" name="pt14047"/>
            <p:cNvSpPr/>
            <p:nvPr/>
          </p:nvSpPr>
          <p:spPr>
            <a:xfrm>
              <a:off x="7467882" y="32765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8" name="pt14048"/>
            <p:cNvSpPr/>
            <p:nvPr/>
          </p:nvSpPr>
          <p:spPr>
            <a:xfrm>
              <a:off x="7431839" y="33065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49" name="pt14049"/>
            <p:cNvSpPr/>
            <p:nvPr/>
          </p:nvSpPr>
          <p:spPr>
            <a:xfrm>
              <a:off x="7508980" y="3259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0" name="pt14050"/>
            <p:cNvSpPr/>
            <p:nvPr/>
          </p:nvSpPr>
          <p:spPr>
            <a:xfrm>
              <a:off x="7442146" y="3228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1" name="pt14051"/>
            <p:cNvSpPr/>
            <p:nvPr/>
          </p:nvSpPr>
          <p:spPr>
            <a:xfrm>
              <a:off x="7455802" y="32711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2" name="pt14052"/>
            <p:cNvSpPr/>
            <p:nvPr/>
          </p:nvSpPr>
          <p:spPr>
            <a:xfrm>
              <a:off x="7435876" y="3264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3" name="pt14053"/>
            <p:cNvSpPr/>
            <p:nvPr/>
          </p:nvSpPr>
          <p:spPr>
            <a:xfrm>
              <a:off x="7476538" y="3280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4" name="pt14054"/>
            <p:cNvSpPr/>
            <p:nvPr/>
          </p:nvSpPr>
          <p:spPr>
            <a:xfrm>
              <a:off x="7434524" y="3263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5" name="pt14055"/>
            <p:cNvSpPr/>
            <p:nvPr/>
          </p:nvSpPr>
          <p:spPr>
            <a:xfrm>
              <a:off x="7471000" y="3243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6" name="pt14056"/>
            <p:cNvSpPr/>
            <p:nvPr/>
          </p:nvSpPr>
          <p:spPr>
            <a:xfrm>
              <a:off x="7490211" y="3292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7" name="pt14057"/>
            <p:cNvSpPr/>
            <p:nvPr/>
          </p:nvSpPr>
          <p:spPr>
            <a:xfrm>
              <a:off x="7482815" y="3300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8" name="pt14058"/>
            <p:cNvSpPr/>
            <p:nvPr/>
          </p:nvSpPr>
          <p:spPr>
            <a:xfrm>
              <a:off x="7536877" y="33029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59" name="pt14059"/>
            <p:cNvSpPr/>
            <p:nvPr/>
          </p:nvSpPr>
          <p:spPr>
            <a:xfrm>
              <a:off x="7417695" y="3291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0" name="pt14060"/>
            <p:cNvSpPr/>
            <p:nvPr/>
          </p:nvSpPr>
          <p:spPr>
            <a:xfrm>
              <a:off x="7507375" y="3269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1" name="pt14061"/>
            <p:cNvSpPr/>
            <p:nvPr/>
          </p:nvSpPr>
          <p:spPr>
            <a:xfrm>
              <a:off x="7367333" y="3255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2" name="pt14062"/>
            <p:cNvSpPr/>
            <p:nvPr/>
          </p:nvSpPr>
          <p:spPr>
            <a:xfrm>
              <a:off x="7437880" y="3240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3" name="pt14063"/>
            <p:cNvSpPr/>
            <p:nvPr/>
          </p:nvSpPr>
          <p:spPr>
            <a:xfrm>
              <a:off x="7470829" y="32948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4" name="pt14064"/>
            <p:cNvSpPr/>
            <p:nvPr/>
          </p:nvSpPr>
          <p:spPr>
            <a:xfrm>
              <a:off x="7466877" y="3276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5" name="pt14065"/>
            <p:cNvSpPr/>
            <p:nvPr/>
          </p:nvSpPr>
          <p:spPr>
            <a:xfrm>
              <a:off x="7421481" y="3303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6" name="pt14066"/>
            <p:cNvSpPr/>
            <p:nvPr/>
          </p:nvSpPr>
          <p:spPr>
            <a:xfrm>
              <a:off x="7414767" y="32913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7" name="pt14067"/>
            <p:cNvSpPr/>
            <p:nvPr/>
          </p:nvSpPr>
          <p:spPr>
            <a:xfrm>
              <a:off x="7397868" y="32500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8" name="pt14068"/>
            <p:cNvSpPr/>
            <p:nvPr/>
          </p:nvSpPr>
          <p:spPr>
            <a:xfrm>
              <a:off x="7435920" y="3241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69" name="pt14069"/>
            <p:cNvSpPr/>
            <p:nvPr/>
          </p:nvSpPr>
          <p:spPr>
            <a:xfrm>
              <a:off x="7430023" y="3294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0" name="pt14070"/>
            <p:cNvSpPr/>
            <p:nvPr/>
          </p:nvSpPr>
          <p:spPr>
            <a:xfrm>
              <a:off x="7397255" y="32531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1" name="pt14071"/>
            <p:cNvSpPr/>
            <p:nvPr/>
          </p:nvSpPr>
          <p:spPr>
            <a:xfrm>
              <a:off x="7431975" y="32701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2" name="pt14072"/>
            <p:cNvSpPr/>
            <p:nvPr/>
          </p:nvSpPr>
          <p:spPr>
            <a:xfrm>
              <a:off x="7440461" y="3242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3" name="pt14073"/>
            <p:cNvSpPr/>
            <p:nvPr/>
          </p:nvSpPr>
          <p:spPr>
            <a:xfrm>
              <a:off x="7485311" y="33652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4" name="pt14074"/>
            <p:cNvSpPr/>
            <p:nvPr/>
          </p:nvSpPr>
          <p:spPr>
            <a:xfrm>
              <a:off x="7338605" y="3277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5" name="pt14075"/>
            <p:cNvSpPr/>
            <p:nvPr/>
          </p:nvSpPr>
          <p:spPr>
            <a:xfrm>
              <a:off x="7586886" y="3368498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76" name="pt14076"/>
            <p:cNvSpPr/>
            <p:nvPr/>
          </p:nvSpPr>
          <p:spPr>
            <a:xfrm>
              <a:off x="7425275" y="32035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7" name="pt14077"/>
            <p:cNvSpPr/>
            <p:nvPr/>
          </p:nvSpPr>
          <p:spPr>
            <a:xfrm>
              <a:off x="7381044" y="3245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8" name="pt14078"/>
            <p:cNvSpPr/>
            <p:nvPr/>
          </p:nvSpPr>
          <p:spPr>
            <a:xfrm>
              <a:off x="7446553" y="32822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79" name="pt14079"/>
            <p:cNvSpPr/>
            <p:nvPr/>
          </p:nvSpPr>
          <p:spPr>
            <a:xfrm>
              <a:off x="7478925" y="3294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0" name="pt14080"/>
            <p:cNvSpPr/>
            <p:nvPr/>
          </p:nvSpPr>
          <p:spPr>
            <a:xfrm>
              <a:off x="7475041" y="32685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1" name="pt14081"/>
            <p:cNvSpPr/>
            <p:nvPr/>
          </p:nvSpPr>
          <p:spPr>
            <a:xfrm>
              <a:off x="7619021" y="3233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2" name="pt14082"/>
            <p:cNvSpPr/>
            <p:nvPr/>
          </p:nvSpPr>
          <p:spPr>
            <a:xfrm>
              <a:off x="7437698" y="31961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3" name="pt14083"/>
            <p:cNvSpPr/>
            <p:nvPr/>
          </p:nvSpPr>
          <p:spPr>
            <a:xfrm>
              <a:off x="7488386" y="33809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4" name="pt14084"/>
            <p:cNvSpPr/>
            <p:nvPr/>
          </p:nvSpPr>
          <p:spPr>
            <a:xfrm>
              <a:off x="7440299" y="3265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5" name="pt14085"/>
            <p:cNvSpPr/>
            <p:nvPr/>
          </p:nvSpPr>
          <p:spPr>
            <a:xfrm>
              <a:off x="7391423" y="3377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6" name="pt14086"/>
            <p:cNvSpPr/>
            <p:nvPr/>
          </p:nvSpPr>
          <p:spPr>
            <a:xfrm>
              <a:off x="7464667" y="3143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7" name="pt14087"/>
            <p:cNvSpPr/>
            <p:nvPr/>
          </p:nvSpPr>
          <p:spPr>
            <a:xfrm>
              <a:off x="7390697" y="3300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8" name="pt14088"/>
            <p:cNvSpPr/>
            <p:nvPr/>
          </p:nvSpPr>
          <p:spPr>
            <a:xfrm>
              <a:off x="7399067" y="32642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89" name="pt14089"/>
            <p:cNvSpPr/>
            <p:nvPr/>
          </p:nvSpPr>
          <p:spPr>
            <a:xfrm>
              <a:off x="7475072" y="3277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0" name="pt14090"/>
            <p:cNvSpPr/>
            <p:nvPr/>
          </p:nvSpPr>
          <p:spPr>
            <a:xfrm>
              <a:off x="7498947" y="3347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1" name="pt14091"/>
            <p:cNvSpPr/>
            <p:nvPr/>
          </p:nvSpPr>
          <p:spPr>
            <a:xfrm>
              <a:off x="7416816" y="33217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2" name="pt14092"/>
            <p:cNvSpPr/>
            <p:nvPr/>
          </p:nvSpPr>
          <p:spPr>
            <a:xfrm>
              <a:off x="7466891" y="3262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3" name="pt14093"/>
            <p:cNvSpPr/>
            <p:nvPr/>
          </p:nvSpPr>
          <p:spPr>
            <a:xfrm>
              <a:off x="7432574" y="32783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4" name="pt14094"/>
            <p:cNvSpPr/>
            <p:nvPr/>
          </p:nvSpPr>
          <p:spPr>
            <a:xfrm>
              <a:off x="7424304" y="3380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5" name="pt14095"/>
            <p:cNvSpPr/>
            <p:nvPr/>
          </p:nvSpPr>
          <p:spPr>
            <a:xfrm>
              <a:off x="7444266" y="3254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6" name="pt14096"/>
            <p:cNvSpPr/>
            <p:nvPr/>
          </p:nvSpPr>
          <p:spPr>
            <a:xfrm>
              <a:off x="7408610" y="3261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7" name="pt14097"/>
            <p:cNvSpPr/>
            <p:nvPr/>
          </p:nvSpPr>
          <p:spPr>
            <a:xfrm>
              <a:off x="7451567" y="3215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8" name="pt14098"/>
            <p:cNvSpPr/>
            <p:nvPr/>
          </p:nvSpPr>
          <p:spPr>
            <a:xfrm>
              <a:off x="7469164" y="3284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099" name="pt14099"/>
            <p:cNvSpPr/>
            <p:nvPr/>
          </p:nvSpPr>
          <p:spPr>
            <a:xfrm>
              <a:off x="7406475" y="3258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0" name="pt14100"/>
            <p:cNvSpPr/>
            <p:nvPr/>
          </p:nvSpPr>
          <p:spPr>
            <a:xfrm>
              <a:off x="7457795" y="3328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1" name="pt14101"/>
            <p:cNvSpPr/>
            <p:nvPr/>
          </p:nvSpPr>
          <p:spPr>
            <a:xfrm>
              <a:off x="7463072" y="32977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2" name="pt14102"/>
            <p:cNvSpPr/>
            <p:nvPr/>
          </p:nvSpPr>
          <p:spPr>
            <a:xfrm>
              <a:off x="7461005" y="32694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3" name="pt14103"/>
            <p:cNvSpPr/>
            <p:nvPr/>
          </p:nvSpPr>
          <p:spPr>
            <a:xfrm>
              <a:off x="7419669" y="32695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4" name="pt14104"/>
            <p:cNvSpPr/>
            <p:nvPr/>
          </p:nvSpPr>
          <p:spPr>
            <a:xfrm>
              <a:off x="7424587" y="32506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5" name="pt14105"/>
            <p:cNvSpPr/>
            <p:nvPr/>
          </p:nvSpPr>
          <p:spPr>
            <a:xfrm>
              <a:off x="7463286" y="3245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6" name="pt14106"/>
            <p:cNvSpPr/>
            <p:nvPr/>
          </p:nvSpPr>
          <p:spPr>
            <a:xfrm>
              <a:off x="7493017" y="3276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7" name="pt14107"/>
            <p:cNvSpPr/>
            <p:nvPr/>
          </p:nvSpPr>
          <p:spPr>
            <a:xfrm>
              <a:off x="7446176" y="3311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8" name="pt14108"/>
            <p:cNvSpPr/>
            <p:nvPr/>
          </p:nvSpPr>
          <p:spPr>
            <a:xfrm>
              <a:off x="7468123" y="3233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09" name="pt14109"/>
            <p:cNvSpPr/>
            <p:nvPr/>
          </p:nvSpPr>
          <p:spPr>
            <a:xfrm>
              <a:off x="7366627" y="3261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0" name="pt14110"/>
            <p:cNvSpPr/>
            <p:nvPr/>
          </p:nvSpPr>
          <p:spPr>
            <a:xfrm>
              <a:off x="7434973" y="3334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1" name="pt14111"/>
            <p:cNvSpPr/>
            <p:nvPr/>
          </p:nvSpPr>
          <p:spPr>
            <a:xfrm>
              <a:off x="7447078" y="3251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2" name="pt14112"/>
            <p:cNvSpPr/>
            <p:nvPr/>
          </p:nvSpPr>
          <p:spPr>
            <a:xfrm>
              <a:off x="7419317" y="3276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3" name="pt14113"/>
            <p:cNvSpPr/>
            <p:nvPr/>
          </p:nvSpPr>
          <p:spPr>
            <a:xfrm>
              <a:off x="7478570" y="3248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4" name="pt14114"/>
            <p:cNvSpPr/>
            <p:nvPr/>
          </p:nvSpPr>
          <p:spPr>
            <a:xfrm>
              <a:off x="7403462" y="3341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5" name="pt14115"/>
            <p:cNvSpPr/>
            <p:nvPr/>
          </p:nvSpPr>
          <p:spPr>
            <a:xfrm>
              <a:off x="7370919" y="32964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6" name="pt14116"/>
            <p:cNvSpPr/>
            <p:nvPr/>
          </p:nvSpPr>
          <p:spPr>
            <a:xfrm>
              <a:off x="7413192" y="31893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7" name="pt14117"/>
            <p:cNvSpPr/>
            <p:nvPr/>
          </p:nvSpPr>
          <p:spPr>
            <a:xfrm>
              <a:off x="7421645" y="3355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8" name="pt14118"/>
            <p:cNvSpPr/>
            <p:nvPr/>
          </p:nvSpPr>
          <p:spPr>
            <a:xfrm>
              <a:off x="7408828" y="32698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19" name="pt14119"/>
            <p:cNvSpPr/>
            <p:nvPr/>
          </p:nvSpPr>
          <p:spPr>
            <a:xfrm>
              <a:off x="7377457" y="3299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0" name="pt14120"/>
            <p:cNvSpPr/>
            <p:nvPr/>
          </p:nvSpPr>
          <p:spPr>
            <a:xfrm>
              <a:off x="7434867" y="3253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1" name="pt14121"/>
            <p:cNvSpPr/>
            <p:nvPr/>
          </p:nvSpPr>
          <p:spPr>
            <a:xfrm>
              <a:off x="7450210" y="3290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2" name="pt14122"/>
            <p:cNvSpPr/>
            <p:nvPr/>
          </p:nvSpPr>
          <p:spPr>
            <a:xfrm>
              <a:off x="7455790" y="3251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3" name="pt14123"/>
            <p:cNvSpPr/>
            <p:nvPr/>
          </p:nvSpPr>
          <p:spPr>
            <a:xfrm>
              <a:off x="7427133" y="3261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4" name="pt14124"/>
            <p:cNvSpPr/>
            <p:nvPr/>
          </p:nvSpPr>
          <p:spPr>
            <a:xfrm>
              <a:off x="7393582" y="32405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5" name="pt14125"/>
            <p:cNvSpPr/>
            <p:nvPr/>
          </p:nvSpPr>
          <p:spPr>
            <a:xfrm>
              <a:off x="7445537" y="3240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6" name="pt14126"/>
            <p:cNvSpPr/>
            <p:nvPr/>
          </p:nvSpPr>
          <p:spPr>
            <a:xfrm>
              <a:off x="7477129" y="3279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7" name="pt14127"/>
            <p:cNvSpPr/>
            <p:nvPr/>
          </p:nvSpPr>
          <p:spPr>
            <a:xfrm>
              <a:off x="7385892" y="33097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8" name="pt14128"/>
            <p:cNvSpPr/>
            <p:nvPr/>
          </p:nvSpPr>
          <p:spPr>
            <a:xfrm>
              <a:off x="7440385" y="3307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29" name="pt14129"/>
            <p:cNvSpPr/>
            <p:nvPr/>
          </p:nvSpPr>
          <p:spPr>
            <a:xfrm>
              <a:off x="7396998" y="3319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0" name="pt14130"/>
            <p:cNvSpPr/>
            <p:nvPr/>
          </p:nvSpPr>
          <p:spPr>
            <a:xfrm>
              <a:off x="7431717" y="3261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1" name="pt14131"/>
            <p:cNvSpPr/>
            <p:nvPr/>
          </p:nvSpPr>
          <p:spPr>
            <a:xfrm>
              <a:off x="7515249" y="3266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2" name="pt14132"/>
            <p:cNvSpPr/>
            <p:nvPr/>
          </p:nvSpPr>
          <p:spPr>
            <a:xfrm>
              <a:off x="7409180" y="32550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3" name="pt14133"/>
            <p:cNvSpPr/>
            <p:nvPr/>
          </p:nvSpPr>
          <p:spPr>
            <a:xfrm>
              <a:off x="7426934" y="3295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4" name="pt14134"/>
            <p:cNvSpPr/>
            <p:nvPr/>
          </p:nvSpPr>
          <p:spPr>
            <a:xfrm>
              <a:off x="7431578" y="32195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5" name="pt14135"/>
            <p:cNvSpPr/>
            <p:nvPr/>
          </p:nvSpPr>
          <p:spPr>
            <a:xfrm>
              <a:off x="7414095" y="3292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6" name="pt14136"/>
            <p:cNvSpPr/>
            <p:nvPr/>
          </p:nvSpPr>
          <p:spPr>
            <a:xfrm>
              <a:off x="7418459" y="3305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7" name="pt14137"/>
            <p:cNvSpPr/>
            <p:nvPr/>
          </p:nvSpPr>
          <p:spPr>
            <a:xfrm>
              <a:off x="7443780" y="3282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8" name="pt14138"/>
            <p:cNvSpPr/>
            <p:nvPr/>
          </p:nvSpPr>
          <p:spPr>
            <a:xfrm>
              <a:off x="7450724" y="3227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39" name="pt14139"/>
            <p:cNvSpPr/>
            <p:nvPr/>
          </p:nvSpPr>
          <p:spPr>
            <a:xfrm>
              <a:off x="7470616" y="32692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0" name="pt14140"/>
            <p:cNvSpPr/>
            <p:nvPr/>
          </p:nvSpPr>
          <p:spPr>
            <a:xfrm>
              <a:off x="7400381" y="3298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1" name="pt14141"/>
            <p:cNvSpPr/>
            <p:nvPr/>
          </p:nvSpPr>
          <p:spPr>
            <a:xfrm>
              <a:off x="7445217" y="33712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2" name="pt14142"/>
            <p:cNvSpPr/>
            <p:nvPr/>
          </p:nvSpPr>
          <p:spPr>
            <a:xfrm>
              <a:off x="7504043" y="3263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3" name="pt14143"/>
            <p:cNvSpPr/>
            <p:nvPr/>
          </p:nvSpPr>
          <p:spPr>
            <a:xfrm>
              <a:off x="7388200" y="3319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4" name="pt14144"/>
            <p:cNvSpPr/>
            <p:nvPr/>
          </p:nvSpPr>
          <p:spPr>
            <a:xfrm>
              <a:off x="7448552" y="3307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5" name="pt14145"/>
            <p:cNvSpPr/>
            <p:nvPr/>
          </p:nvSpPr>
          <p:spPr>
            <a:xfrm>
              <a:off x="7400723" y="3219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6" name="pt14146"/>
            <p:cNvSpPr/>
            <p:nvPr/>
          </p:nvSpPr>
          <p:spPr>
            <a:xfrm>
              <a:off x="7374625" y="32531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7" name="pt14147"/>
            <p:cNvSpPr/>
            <p:nvPr/>
          </p:nvSpPr>
          <p:spPr>
            <a:xfrm>
              <a:off x="7414752" y="3212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8" name="pt14148"/>
            <p:cNvSpPr/>
            <p:nvPr/>
          </p:nvSpPr>
          <p:spPr>
            <a:xfrm>
              <a:off x="7486273" y="3203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49" name="pt14149"/>
            <p:cNvSpPr/>
            <p:nvPr/>
          </p:nvSpPr>
          <p:spPr>
            <a:xfrm>
              <a:off x="7448925" y="32741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0" name="pt14150"/>
            <p:cNvSpPr/>
            <p:nvPr/>
          </p:nvSpPr>
          <p:spPr>
            <a:xfrm>
              <a:off x="7420866" y="3237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1" name="pt14151"/>
            <p:cNvSpPr/>
            <p:nvPr/>
          </p:nvSpPr>
          <p:spPr>
            <a:xfrm>
              <a:off x="7464940" y="3247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2" name="pt14152"/>
            <p:cNvSpPr/>
            <p:nvPr/>
          </p:nvSpPr>
          <p:spPr>
            <a:xfrm>
              <a:off x="7520155" y="3291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3" name="pt14153"/>
            <p:cNvSpPr/>
            <p:nvPr/>
          </p:nvSpPr>
          <p:spPr>
            <a:xfrm>
              <a:off x="7466481" y="3303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4" name="pt14154"/>
            <p:cNvSpPr/>
            <p:nvPr/>
          </p:nvSpPr>
          <p:spPr>
            <a:xfrm>
              <a:off x="7461557" y="32513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5" name="pt14155"/>
            <p:cNvSpPr/>
            <p:nvPr/>
          </p:nvSpPr>
          <p:spPr>
            <a:xfrm>
              <a:off x="7391475" y="3249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6" name="pt14156"/>
            <p:cNvSpPr/>
            <p:nvPr/>
          </p:nvSpPr>
          <p:spPr>
            <a:xfrm>
              <a:off x="7465381" y="3203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7" name="pt14157"/>
            <p:cNvSpPr/>
            <p:nvPr/>
          </p:nvSpPr>
          <p:spPr>
            <a:xfrm>
              <a:off x="7343332" y="3273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8" name="pt14158"/>
            <p:cNvSpPr/>
            <p:nvPr/>
          </p:nvSpPr>
          <p:spPr>
            <a:xfrm>
              <a:off x="7423144" y="3192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59" name="pt14159"/>
            <p:cNvSpPr/>
            <p:nvPr/>
          </p:nvSpPr>
          <p:spPr>
            <a:xfrm>
              <a:off x="7425902" y="3238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0" name="pt14160"/>
            <p:cNvSpPr/>
            <p:nvPr/>
          </p:nvSpPr>
          <p:spPr>
            <a:xfrm>
              <a:off x="7512275" y="3256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1" name="pt14161"/>
            <p:cNvSpPr/>
            <p:nvPr/>
          </p:nvSpPr>
          <p:spPr>
            <a:xfrm>
              <a:off x="7483427" y="3316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2" name="pt14162"/>
            <p:cNvSpPr/>
            <p:nvPr/>
          </p:nvSpPr>
          <p:spPr>
            <a:xfrm>
              <a:off x="7412936" y="3281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3" name="pt14163"/>
            <p:cNvSpPr/>
            <p:nvPr/>
          </p:nvSpPr>
          <p:spPr>
            <a:xfrm>
              <a:off x="7393215" y="3291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4" name="pt14164"/>
            <p:cNvSpPr/>
            <p:nvPr/>
          </p:nvSpPr>
          <p:spPr>
            <a:xfrm>
              <a:off x="7474736" y="3260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5" name="pt14165"/>
            <p:cNvSpPr/>
            <p:nvPr/>
          </p:nvSpPr>
          <p:spPr>
            <a:xfrm>
              <a:off x="7504205" y="3281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6" name="pt14166"/>
            <p:cNvSpPr/>
            <p:nvPr/>
          </p:nvSpPr>
          <p:spPr>
            <a:xfrm>
              <a:off x="7475495" y="3370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7" name="pt14167"/>
            <p:cNvSpPr/>
            <p:nvPr/>
          </p:nvSpPr>
          <p:spPr>
            <a:xfrm>
              <a:off x="7407262" y="3365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8" name="pt14168"/>
            <p:cNvSpPr/>
            <p:nvPr/>
          </p:nvSpPr>
          <p:spPr>
            <a:xfrm>
              <a:off x="7487114" y="3272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69" name="pt14169"/>
            <p:cNvSpPr/>
            <p:nvPr/>
          </p:nvSpPr>
          <p:spPr>
            <a:xfrm>
              <a:off x="7367159" y="3351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0" name="pt14170"/>
            <p:cNvSpPr/>
            <p:nvPr/>
          </p:nvSpPr>
          <p:spPr>
            <a:xfrm>
              <a:off x="7404486" y="3245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1" name="pt14171"/>
            <p:cNvSpPr/>
            <p:nvPr/>
          </p:nvSpPr>
          <p:spPr>
            <a:xfrm>
              <a:off x="7471360" y="3262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2" name="pt14172"/>
            <p:cNvSpPr/>
            <p:nvPr/>
          </p:nvSpPr>
          <p:spPr>
            <a:xfrm>
              <a:off x="7464162" y="32401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3" name="pt14173"/>
            <p:cNvSpPr/>
            <p:nvPr/>
          </p:nvSpPr>
          <p:spPr>
            <a:xfrm>
              <a:off x="7470334" y="3270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4" name="pt14174"/>
            <p:cNvSpPr/>
            <p:nvPr/>
          </p:nvSpPr>
          <p:spPr>
            <a:xfrm>
              <a:off x="7460831" y="3315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5" name="pt14175"/>
            <p:cNvSpPr/>
            <p:nvPr/>
          </p:nvSpPr>
          <p:spPr>
            <a:xfrm>
              <a:off x="7490227" y="32938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6" name="pt14176"/>
            <p:cNvSpPr/>
            <p:nvPr/>
          </p:nvSpPr>
          <p:spPr>
            <a:xfrm>
              <a:off x="7478417" y="3397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7" name="pt14177"/>
            <p:cNvSpPr/>
            <p:nvPr/>
          </p:nvSpPr>
          <p:spPr>
            <a:xfrm>
              <a:off x="7461576" y="32742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8" name="pt14178"/>
            <p:cNvSpPr/>
            <p:nvPr/>
          </p:nvSpPr>
          <p:spPr>
            <a:xfrm>
              <a:off x="7469111" y="3200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79" name="pt14179"/>
            <p:cNvSpPr/>
            <p:nvPr/>
          </p:nvSpPr>
          <p:spPr>
            <a:xfrm>
              <a:off x="7463383" y="3271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0" name="pt14180"/>
            <p:cNvSpPr/>
            <p:nvPr/>
          </p:nvSpPr>
          <p:spPr>
            <a:xfrm>
              <a:off x="7431782" y="3285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1" name="pt14181"/>
            <p:cNvSpPr/>
            <p:nvPr/>
          </p:nvSpPr>
          <p:spPr>
            <a:xfrm>
              <a:off x="7444014" y="3270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2" name="pt14182"/>
            <p:cNvSpPr/>
            <p:nvPr/>
          </p:nvSpPr>
          <p:spPr>
            <a:xfrm>
              <a:off x="7425754" y="3287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3" name="pt14183"/>
            <p:cNvSpPr/>
            <p:nvPr/>
          </p:nvSpPr>
          <p:spPr>
            <a:xfrm>
              <a:off x="7436245" y="32733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4" name="pt14184"/>
            <p:cNvSpPr/>
            <p:nvPr/>
          </p:nvSpPr>
          <p:spPr>
            <a:xfrm>
              <a:off x="7444806" y="3304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5" name="pt14185"/>
            <p:cNvSpPr/>
            <p:nvPr/>
          </p:nvSpPr>
          <p:spPr>
            <a:xfrm>
              <a:off x="7441259" y="3264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6" name="pt14186"/>
            <p:cNvSpPr/>
            <p:nvPr/>
          </p:nvSpPr>
          <p:spPr>
            <a:xfrm>
              <a:off x="7448260" y="32574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7" name="pt14187"/>
            <p:cNvSpPr/>
            <p:nvPr/>
          </p:nvSpPr>
          <p:spPr>
            <a:xfrm>
              <a:off x="7441243" y="3216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8" name="pt14188"/>
            <p:cNvSpPr/>
            <p:nvPr/>
          </p:nvSpPr>
          <p:spPr>
            <a:xfrm>
              <a:off x="7407022" y="3337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89" name="pt14189"/>
            <p:cNvSpPr/>
            <p:nvPr/>
          </p:nvSpPr>
          <p:spPr>
            <a:xfrm>
              <a:off x="7521967" y="3274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0" name="pt14190"/>
            <p:cNvSpPr/>
            <p:nvPr/>
          </p:nvSpPr>
          <p:spPr>
            <a:xfrm>
              <a:off x="7439781" y="3298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1" name="pt14191"/>
            <p:cNvSpPr/>
            <p:nvPr/>
          </p:nvSpPr>
          <p:spPr>
            <a:xfrm>
              <a:off x="7483889" y="3266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2" name="pt14192"/>
            <p:cNvSpPr/>
            <p:nvPr/>
          </p:nvSpPr>
          <p:spPr>
            <a:xfrm>
              <a:off x="7353043" y="32619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3" name="pt14193"/>
            <p:cNvSpPr/>
            <p:nvPr/>
          </p:nvSpPr>
          <p:spPr>
            <a:xfrm>
              <a:off x="7481751" y="3289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4" name="pt14194"/>
            <p:cNvSpPr/>
            <p:nvPr/>
          </p:nvSpPr>
          <p:spPr>
            <a:xfrm>
              <a:off x="7409272" y="3284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5" name="pt14195"/>
            <p:cNvSpPr/>
            <p:nvPr/>
          </p:nvSpPr>
          <p:spPr>
            <a:xfrm>
              <a:off x="7494549" y="3316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6" name="pt14196"/>
            <p:cNvSpPr/>
            <p:nvPr/>
          </p:nvSpPr>
          <p:spPr>
            <a:xfrm>
              <a:off x="7457969" y="3231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7" name="pt14197"/>
            <p:cNvSpPr/>
            <p:nvPr/>
          </p:nvSpPr>
          <p:spPr>
            <a:xfrm>
              <a:off x="7507966" y="3254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8" name="pt14198"/>
            <p:cNvSpPr/>
            <p:nvPr/>
          </p:nvSpPr>
          <p:spPr>
            <a:xfrm>
              <a:off x="7437008" y="3305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199" name="pt14199"/>
            <p:cNvSpPr/>
            <p:nvPr/>
          </p:nvSpPr>
          <p:spPr>
            <a:xfrm>
              <a:off x="7475461" y="3233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0" name="pt14200"/>
            <p:cNvSpPr/>
            <p:nvPr/>
          </p:nvSpPr>
          <p:spPr>
            <a:xfrm>
              <a:off x="7438999" y="3254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1" name="pt14201"/>
            <p:cNvSpPr/>
            <p:nvPr/>
          </p:nvSpPr>
          <p:spPr>
            <a:xfrm>
              <a:off x="7464306" y="32861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2" name="pt14202"/>
            <p:cNvSpPr/>
            <p:nvPr/>
          </p:nvSpPr>
          <p:spPr>
            <a:xfrm>
              <a:off x="7465743" y="3289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3" name="pt14203"/>
            <p:cNvSpPr/>
            <p:nvPr/>
          </p:nvSpPr>
          <p:spPr>
            <a:xfrm>
              <a:off x="7475769" y="3279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4" name="pt14204"/>
            <p:cNvSpPr/>
            <p:nvPr/>
          </p:nvSpPr>
          <p:spPr>
            <a:xfrm>
              <a:off x="7472818" y="3259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5" name="pt14205"/>
            <p:cNvSpPr/>
            <p:nvPr/>
          </p:nvSpPr>
          <p:spPr>
            <a:xfrm>
              <a:off x="7432920" y="3281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6" name="pt14206"/>
            <p:cNvSpPr/>
            <p:nvPr/>
          </p:nvSpPr>
          <p:spPr>
            <a:xfrm>
              <a:off x="7460913" y="3272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7" name="pt14207"/>
            <p:cNvSpPr/>
            <p:nvPr/>
          </p:nvSpPr>
          <p:spPr>
            <a:xfrm>
              <a:off x="7451840" y="32379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8" name="pt14208"/>
            <p:cNvSpPr/>
            <p:nvPr/>
          </p:nvSpPr>
          <p:spPr>
            <a:xfrm>
              <a:off x="7472027" y="3284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09" name="pt14209"/>
            <p:cNvSpPr/>
            <p:nvPr/>
          </p:nvSpPr>
          <p:spPr>
            <a:xfrm>
              <a:off x="7427144" y="3268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0" name="pt14210"/>
            <p:cNvSpPr/>
            <p:nvPr/>
          </p:nvSpPr>
          <p:spPr>
            <a:xfrm>
              <a:off x="7488255" y="3273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1" name="pt14211"/>
            <p:cNvSpPr/>
            <p:nvPr/>
          </p:nvSpPr>
          <p:spPr>
            <a:xfrm>
              <a:off x="7464540" y="3262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2" name="pt14212"/>
            <p:cNvSpPr/>
            <p:nvPr/>
          </p:nvSpPr>
          <p:spPr>
            <a:xfrm>
              <a:off x="7493550" y="3276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3" name="pt14213"/>
            <p:cNvSpPr/>
            <p:nvPr/>
          </p:nvSpPr>
          <p:spPr>
            <a:xfrm>
              <a:off x="7429112" y="3254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4" name="pt14214"/>
            <p:cNvSpPr/>
            <p:nvPr/>
          </p:nvSpPr>
          <p:spPr>
            <a:xfrm>
              <a:off x="7448340" y="3271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5" name="pt14215"/>
            <p:cNvSpPr/>
            <p:nvPr/>
          </p:nvSpPr>
          <p:spPr>
            <a:xfrm>
              <a:off x="7487200" y="32633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6" name="pt14216"/>
            <p:cNvSpPr/>
            <p:nvPr/>
          </p:nvSpPr>
          <p:spPr>
            <a:xfrm>
              <a:off x="7424547" y="3260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7" name="pt14217"/>
            <p:cNvSpPr/>
            <p:nvPr/>
          </p:nvSpPr>
          <p:spPr>
            <a:xfrm>
              <a:off x="7485570" y="3273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8" name="pt14218"/>
            <p:cNvSpPr/>
            <p:nvPr/>
          </p:nvSpPr>
          <p:spPr>
            <a:xfrm>
              <a:off x="7412117" y="2997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19" name="pt14219"/>
            <p:cNvSpPr/>
            <p:nvPr/>
          </p:nvSpPr>
          <p:spPr>
            <a:xfrm>
              <a:off x="7435166" y="33006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0" name="pt14220"/>
            <p:cNvSpPr/>
            <p:nvPr/>
          </p:nvSpPr>
          <p:spPr>
            <a:xfrm>
              <a:off x="7458048" y="3291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1" name="pt14221"/>
            <p:cNvSpPr/>
            <p:nvPr/>
          </p:nvSpPr>
          <p:spPr>
            <a:xfrm>
              <a:off x="7469548" y="3283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2" name="pt14222"/>
            <p:cNvSpPr/>
            <p:nvPr/>
          </p:nvSpPr>
          <p:spPr>
            <a:xfrm>
              <a:off x="7408592" y="3242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3" name="pt14223"/>
            <p:cNvSpPr/>
            <p:nvPr/>
          </p:nvSpPr>
          <p:spPr>
            <a:xfrm>
              <a:off x="7423120" y="3261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4" name="pt14224"/>
            <p:cNvSpPr/>
            <p:nvPr/>
          </p:nvSpPr>
          <p:spPr>
            <a:xfrm>
              <a:off x="7455843" y="3309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5" name="pt14225"/>
            <p:cNvSpPr/>
            <p:nvPr/>
          </p:nvSpPr>
          <p:spPr>
            <a:xfrm>
              <a:off x="7484006" y="3274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6" name="pt14226"/>
            <p:cNvSpPr/>
            <p:nvPr/>
          </p:nvSpPr>
          <p:spPr>
            <a:xfrm>
              <a:off x="7463656" y="3268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7" name="pt14227"/>
            <p:cNvSpPr/>
            <p:nvPr/>
          </p:nvSpPr>
          <p:spPr>
            <a:xfrm>
              <a:off x="7499880" y="3269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8" name="pt14228"/>
            <p:cNvSpPr/>
            <p:nvPr/>
          </p:nvSpPr>
          <p:spPr>
            <a:xfrm>
              <a:off x="7474652" y="32583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29" name="pt14229"/>
            <p:cNvSpPr/>
            <p:nvPr/>
          </p:nvSpPr>
          <p:spPr>
            <a:xfrm>
              <a:off x="7815143" y="3269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0" name="pt14230"/>
            <p:cNvSpPr/>
            <p:nvPr/>
          </p:nvSpPr>
          <p:spPr>
            <a:xfrm>
              <a:off x="7451409" y="3251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1" name="pt14231"/>
            <p:cNvSpPr/>
            <p:nvPr/>
          </p:nvSpPr>
          <p:spPr>
            <a:xfrm>
              <a:off x="7500831" y="32394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2" name="pt14232"/>
            <p:cNvSpPr/>
            <p:nvPr/>
          </p:nvSpPr>
          <p:spPr>
            <a:xfrm>
              <a:off x="7440517" y="3271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3" name="pt14233"/>
            <p:cNvSpPr/>
            <p:nvPr/>
          </p:nvSpPr>
          <p:spPr>
            <a:xfrm>
              <a:off x="7468228" y="3271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4" name="pt14234"/>
            <p:cNvSpPr/>
            <p:nvPr/>
          </p:nvSpPr>
          <p:spPr>
            <a:xfrm>
              <a:off x="7429482" y="3259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5" name="pt14235"/>
            <p:cNvSpPr/>
            <p:nvPr/>
          </p:nvSpPr>
          <p:spPr>
            <a:xfrm>
              <a:off x="7455833" y="3301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6" name="pt14236"/>
            <p:cNvSpPr/>
            <p:nvPr/>
          </p:nvSpPr>
          <p:spPr>
            <a:xfrm>
              <a:off x="7428349" y="3316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7" name="pt14237"/>
            <p:cNvSpPr/>
            <p:nvPr/>
          </p:nvSpPr>
          <p:spPr>
            <a:xfrm>
              <a:off x="7419962" y="32496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8" name="pt14238"/>
            <p:cNvSpPr/>
            <p:nvPr/>
          </p:nvSpPr>
          <p:spPr>
            <a:xfrm>
              <a:off x="7430527" y="32013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39" name="pt14239"/>
            <p:cNvSpPr/>
            <p:nvPr/>
          </p:nvSpPr>
          <p:spPr>
            <a:xfrm>
              <a:off x="7405679" y="32504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0" name="pt14240"/>
            <p:cNvSpPr/>
            <p:nvPr/>
          </p:nvSpPr>
          <p:spPr>
            <a:xfrm>
              <a:off x="7414314" y="3281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1" name="pt14241"/>
            <p:cNvSpPr/>
            <p:nvPr/>
          </p:nvSpPr>
          <p:spPr>
            <a:xfrm>
              <a:off x="7422776" y="3283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2" name="pt14242"/>
            <p:cNvSpPr/>
            <p:nvPr/>
          </p:nvSpPr>
          <p:spPr>
            <a:xfrm>
              <a:off x="7474158" y="3283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3" name="pt14243"/>
            <p:cNvSpPr/>
            <p:nvPr/>
          </p:nvSpPr>
          <p:spPr>
            <a:xfrm>
              <a:off x="7384824" y="3290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4" name="pt14244"/>
            <p:cNvSpPr/>
            <p:nvPr/>
          </p:nvSpPr>
          <p:spPr>
            <a:xfrm>
              <a:off x="7410389" y="3243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5" name="pt14245"/>
            <p:cNvSpPr/>
            <p:nvPr/>
          </p:nvSpPr>
          <p:spPr>
            <a:xfrm>
              <a:off x="7477558" y="3278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6" name="pt14246"/>
            <p:cNvSpPr/>
            <p:nvPr/>
          </p:nvSpPr>
          <p:spPr>
            <a:xfrm>
              <a:off x="7428513" y="32664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7" name="pt14247"/>
            <p:cNvSpPr/>
            <p:nvPr/>
          </p:nvSpPr>
          <p:spPr>
            <a:xfrm>
              <a:off x="7410992" y="3283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8" name="pt14248"/>
            <p:cNvSpPr/>
            <p:nvPr/>
          </p:nvSpPr>
          <p:spPr>
            <a:xfrm>
              <a:off x="7413989" y="3279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49" name="pt14249"/>
            <p:cNvSpPr/>
            <p:nvPr/>
          </p:nvSpPr>
          <p:spPr>
            <a:xfrm>
              <a:off x="7434891" y="3258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0" name="pt14250"/>
            <p:cNvSpPr/>
            <p:nvPr/>
          </p:nvSpPr>
          <p:spPr>
            <a:xfrm>
              <a:off x="7456934" y="3306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1" name="pt14251"/>
            <p:cNvSpPr/>
            <p:nvPr/>
          </p:nvSpPr>
          <p:spPr>
            <a:xfrm>
              <a:off x="7423255" y="3289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2" name="pt14252"/>
            <p:cNvSpPr/>
            <p:nvPr/>
          </p:nvSpPr>
          <p:spPr>
            <a:xfrm>
              <a:off x="7448850" y="3274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3" name="pt14253"/>
            <p:cNvSpPr/>
            <p:nvPr/>
          </p:nvSpPr>
          <p:spPr>
            <a:xfrm>
              <a:off x="7398873" y="3275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4" name="pt14254"/>
            <p:cNvSpPr/>
            <p:nvPr/>
          </p:nvSpPr>
          <p:spPr>
            <a:xfrm>
              <a:off x="7449029" y="3254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5" name="pt14255"/>
            <p:cNvSpPr/>
            <p:nvPr/>
          </p:nvSpPr>
          <p:spPr>
            <a:xfrm>
              <a:off x="7468274" y="3243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6" name="pt14256"/>
            <p:cNvSpPr/>
            <p:nvPr/>
          </p:nvSpPr>
          <p:spPr>
            <a:xfrm>
              <a:off x="7452795" y="3267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7" name="pt14257"/>
            <p:cNvSpPr/>
            <p:nvPr/>
          </p:nvSpPr>
          <p:spPr>
            <a:xfrm>
              <a:off x="7393891" y="32678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8" name="pt14258"/>
            <p:cNvSpPr/>
            <p:nvPr/>
          </p:nvSpPr>
          <p:spPr>
            <a:xfrm>
              <a:off x="7381379" y="3263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59" name="pt14259"/>
            <p:cNvSpPr/>
            <p:nvPr/>
          </p:nvSpPr>
          <p:spPr>
            <a:xfrm>
              <a:off x="7400416" y="3243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0" name="pt14260"/>
            <p:cNvSpPr/>
            <p:nvPr/>
          </p:nvSpPr>
          <p:spPr>
            <a:xfrm>
              <a:off x="7463468" y="33085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1" name="pt14261"/>
            <p:cNvSpPr/>
            <p:nvPr/>
          </p:nvSpPr>
          <p:spPr>
            <a:xfrm>
              <a:off x="7401660" y="3234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2" name="pt14262"/>
            <p:cNvSpPr/>
            <p:nvPr/>
          </p:nvSpPr>
          <p:spPr>
            <a:xfrm>
              <a:off x="7389361" y="3243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3" name="pt14263"/>
            <p:cNvSpPr/>
            <p:nvPr/>
          </p:nvSpPr>
          <p:spPr>
            <a:xfrm>
              <a:off x="7419973" y="3261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4" name="pt14264"/>
            <p:cNvSpPr/>
            <p:nvPr/>
          </p:nvSpPr>
          <p:spPr>
            <a:xfrm>
              <a:off x="7456699" y="3269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5" name="pt14265"/>
            <p:cNvSpPr/>
            <p:nvPr/>
          </p:nvSpPr>
          <p:spPr>
            <a:xfrm>
              <a:off x="7423098" y="3274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6" name="pt14266"/>
            <p:cNvSpPr/>
            <p:nvPr/>
          </p:nvSpPr>
          <p:spPr>
            <a:xfrm>
              <a:off x="7429461" y="3260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7" name="pt14267"/>
            <p:cNvSpPr/>
            <p:nvPr/>
          </p:nvSpPr>
          <p:spPr>
            <a:xfrm>
              <a:off x="7501531" y="3262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8" name="pt14268"/>
            <p:cNvSpPr/>
            <p:nvPr/>
          </p:nvSpPr>
          <p:spPr>
            <a:xfrm>
              <a:off x="7450914" y="3280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69" name="pt14269"/>
            <p:cNvSpPr/>
            <p:nvPr/>
          </p:nvSpPr>
          <p:spPr>
            <a:xfrm>
              <a:off x="7377419" y="32906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0" name="pt14270"/>
            <p:cNvSpPr/>
            <p:nvPr/>
          </p:nvSpPr>
          <p:spPr>
            <a:xfrm>
              <a:off x="7461999" y="3219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1" name="pt14271"/>
            <p:cNvSpPr/>
            <p:nvPr/>
          </p:nvSpPr>
          <p:spPr>
            <a:xfrm>
              <a:off x="7440317" y="33271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2" name="pt14272"/>
            <p:cNvSpPr/>
            <p:nvPr/>
          </p:nvSpPr>
          <p:spPr>
            <a:xfrm>
              <a:off x="7462477" y="3305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3" name="pt14273"/>
            <p:cNvSpPr/>
            <p:nvPr/>
          </p:nvSpPr>
          <p:spPr>
            <a:xfrm>
              <a:off x="7453995" y="3288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4" name="pt14274"/>
            <p:cNvSpPr/>
            <p:nvPr/>
          </p:nvSpPr>
          <p:spPr>
            <a:xfrm>
              <a:off x="7437203" y="33086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5" name="pt14275"/>
            <p:cNvSpPr/>
            <p:nvPr/>
          </p:nvSpPr>
          <p:spPr>
            <a:xfrm>
              <a:off x="7448796" y="3209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6" name="pt14276"/>
            <p:cNvSpPr/>
            <p:nvPr/>
          </p:nvSpPr>
          <p:spPr>
            <a:xfrm>
              <a:off x="7411341" y="3295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7" name="pt14277"/>
            <p:cNvSpPr/>
            <p:nvPr/>
          </p:nvSpPr>
          <p:spPr>
            <a:xfrm>
              <a:off x="7491836" y="3280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8" name="pt14278"/>
            <p:cNvSpPr/>
            <p:nvPr/>
          </p:nvSpPr>
          <p:spPr>
            <a:xfrm>
              <a:off x="7454555" y="3292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79" name="pt14279"/>
            <p:cNvSpPr/>
            <p:nvPr/>
          </p:nvSpPr>
          <p:spPr>
            <a:xfrm>
              <a:off x="7483998" y="32770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0" name="pt14280"/>
            <p:cNvSpPr/>
            <p:nvPr/>
          </p:nvSpPr>
          <p:spPr>
            <a:xfrm>
              <a:off x="7503071" y="3264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1" name="pt14281"/>
            <p:cNvSpPr/>
            <p:nvPr/>
          </p:nvSpPr>
          <p:spPr>
            <a:xfrm>
              <a:off x="7453106" y="3359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2" name="pt14282"/>
            <p:cNvSpPr/>
            <p:nvPr/>
          </p:nvSpPr>
          <p:spPr>
            <a:xfrm>
              <a:off x="7463033" y="32830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3" name="pt14283"/>
            <p:cNvSpPr/>
            <p:nvPr/>
          </p:nvSpPr>
          <p:spPr>
            <a:xfrm>
              <a:off x="7482912" y="3343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4" name="pt14284"/>
            <p:cNvSpPr/>
            <p:nvPr/>
          </p:nvSpPr>
          <p:spPr>
            <a:xfrm>
              <a:off x="7439154" y="32726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5" name="pt14285"/>
            <p:cNvSpPr/>
            <p:nvPr/>
          </p:nvSpPr>
          <p:spPr>
            <a:xfrm>
              <a:off x="7476132" y="3228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6" name="pt14286"/>
            <p:cNvSpPr/>
            <p:nvPr/>
          </p:nvSpPr>
          <p:spPr>
            <a:xfrm>
              <a:off x="7504833" y="3286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7" name="pt14287"/>
            <p:cNvSpPr/>
            <p:nvPr/>
          </p:nvSpPr>
          <p:spPr>
            <a:xfrm>
              <a:off x="7461539" y="3262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8" name="pt14288"/>
            <p:cNvSpPr/>
            <p:nvPr/>
          </p:nvSpPr>
          <p:spPr>
            <a:xfrm>
              <a:off x="7432776" y="3285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89" name="pt14289"/>
            <p:cNvSpPr/>
            <p:nvPr/>
          </p:nvSpPr>
          <p:spPr>
            <a:xfrm>
              <a:off x="7385699" y="3278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0" name="pt14290"/>
            <p:cNvSpPr/>
            <p:nvPr/>
          </p:nvSpPr>
          <p:spPr>
            <a:xfrm>
              <a:off x="7408752" y="32939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1" name="pt14291"/>
            <p:cNvSpPr/>
            <p:nvPr/>
          </p:nvSpPr>
          <p:spPr>
            <a:xfrm>
              <a:off x="7473219" y="3278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2" name="pt14292"/>
            <p:cNvSpPr/>
            <p:nvPr/>
          </p:nvSpPr>
          <p:spPr>
            <a:xfrm>
              <a:off x="7482997" y="3260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3" name="pt14293"/>
            <p:cNvSpPr/>
            <p:nvPr/>
          </p:nvSpPr>
          <p:spPr>
            <a:xfrm>
              <a:off x="7459446" y="3234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4" name="pt14294"/>
            <p:cNvSpPr/>
            <p:nvPr/>
          </p:nvSpPr>
          <p:spPr>
            <a:xfrm>
              <a:off x="7451800" y="3280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5" name="pt14295"/>
            <p:cNvSpPr/>
            <p:nvPr/>
          </p:nvSpPr>
          <p:spPr>
            <a:xfrm>
              <a:off x="7468343" y="3268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6" name="pt14296"/>
            <p:cNvSpPr/>
            <p:nvPr/>
          </p:nvSpPr>
          <p:spPr>
            <a:xfrm>
              <a:off x="7423877" y="3272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7" name="pt14297"/>
            <p:cNvSpPr/>
            <p:nvPr/>
          </p:nvSpPr>
          <p:spPr>
            <a:xfrm>
              <a:off x="7436015" y="3312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8" name="pt14298"/>
            <p:cNvSpPr/>
            <p:nvPr/>
          </p:nvSpPr>
          <p:spPr>
            <a:xfrm>
              <a:off x="7501164" y="3295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299" name="pt14299"/>
            <p:cNvSpPr/>
            <p:nvPr/>
          </p:nvSpPr>
          <p:spPr>
            <a:xfrm>
              <a:off x="7401357" y="3350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0" name="pt14300"/>
            <p:cNvSpPr/>
            <p:nvPr/>
          </p:nvSpPr>
          <p:spPr>
            <a:xfrm>
              <a:off x="7453643" y="3264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1" name="pt14301"/>
            <p:cNvSpPr/>
            <p:nvPr/>
          </p:nvSpPr>
          <p:spPr>
            <a:xfrm>
              <a:off x="7434927" y="32744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2" name="pt14302"/>
            <p:cNvSpPr/>
            <p:nvPr/>
          </p:nvSpPr>
          <p:spPr>
            <a:xfrm>
              <a:off x="7382597" y="3277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3" name="pt14303"/>
            <p:cNvSpPr/>
            <p:nvPr/>
          </p:nvSpPr>
          <p:spPr>
            <a:xfrm>
              <a:off x="7473225" y="3217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4" name="pt14304"/>
            <p:cNvSpPr/>
            <p:nvPr/>
          </p:nvSpPr>
          <p:spPr>
            <a:xfrm>
              <a:off x="7447621" y="3296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5" name="pt14305"/>
            <p:cNvSpPr/>
            <p:nvPr/>
          </p:nvSpPr>
          <p:spPr>
            <a:xfrm>
              <a:off x="7391314" y="3290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6" name="pt14306"/>
            <p:cNvSpPr/>
            <p:nvPr/>
          </p:nvSpPr>
          <p:spPr>
            <a:xfrm>
              <a:off x="7421462" y="3264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7" name="pt14307"/>
            <p:cNvSpPr/>
            <p:nvPr/>
          </p:nvSpPr>
          <p:spPr>
            <a:xfrm>
              <a:off x="7415424" y="3269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8" name="pt14308"/>
            <p:cNvSpPr/>
            <p:nvPr/>
          </p:nvSpPr>
          <p:spPr>
            <a:xfrm>
              <a:off x="7423760" y="32634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09" name="pt14309"/>
            <p:cNvSpPr/>
            <p:nvPr/>
          </p:nvSpPr>
          <p:spPr>
            <a:xfrm>
              <a:off x="7413340" y="32796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0" name="pt14310"/>
            <p:cNvSpPr/>
            <p:nvPr/>
          </p:nvSpPr>
          <p:spPr>
            <a:xfrm>
              <a:off x="7485747" y="3165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1" name="pt14311"/>
            <p:cNvSpPr/>
            <p:nvPr/>
          </p:nvSpPr>
          <p:spPr>
            <a:xfrm>
              <a:off x="7432885" y="32654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2" name="pt14312"/>
            <p:cNvSpPr/>
            <p:nvPr/>
          </p:nvSpPr>
          <p:spPr>
            <a:xfrm>
              <a:off x="7443299" y="32971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3" name="pt14313"/>
            <p:cNvSpPr/>
            <p:nvPr/>
          </p:nvSpPr>
          <p:spPr>
            <a:xfrm>
              <a:off x="7488703" y="3293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4" name="pt14314"/>
            <p:cNvSpPr/>
            <p:nvPr/>
          </p:nvSpPr>
          <p:spPr>
            <a:xfrm>
              <a:off x="7527308" y="3279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5" name="pt14315"/>
            <p:cNvSpPr/>
            <p:nvPr/>
          </p:nvSpPr>
          <p:spPr>
            <a:xfrm>
              <a:off x="7392907" y="3309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6" name="pt14316"/>
            <p:cNvSpPr/>
            <p:nvPr/>
          </p:nvSpPr>
          <p:spPr>
            <a:xfrm>
              <a:off x="7499552" y="3259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7" name="pt14317"/>
            <p:cNvSpPr/>
            <p:nvPr/>
          </p:nvSpPr>
          <p:spPr>
            <a:xfrm>
              <a:off x="7497703" y="3207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8" name="pt14318"/>
            <p:cNvSpPr/>
            <p:nvPr/>
          </p:nvSpPr>
          <p:spPr>
            <a:xfrm>
              <a:off x="7466363" y="3269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19" name="pt14319"/>
            <p:cNvSpPr/>
            <p:nvPr/>
          </p:nvSpPr>
          <p:spPr>
            <a:xfrm>
              <a:off x="7437932" y="32670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0" name="pt14320"/>
            <p:cNvSpPr/>
            <p:nvPr/>
          </p:nvSpPr>
          <p:spPr>
            <a:xfrm>
              <a:off x="7444808" y="3334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1" name="pt14321"/>
            <p:cNvSpPr/>
            <p:nvPr/>
          </p:nvSpPr>
          <p:spPr>
            <a:xfrm>
              <a:off x="7436212" y="3278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2" name="pt14322"/>
            <p:cNvSpPr/>
            <p:nvPr/>
          </p:nvSpPr>
          <p:spPr>
            <a:xfrm>
              <a:off x="7556472" y="3275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3" name="pt14323"/>
            <p:cNvSpPr/>
            <p:nvPr/>
          </p:nvSpPr>
          <p:spPr>
            <a:xfrm>
              <a:off x="7462451" y="33670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4" name="pt14324"/>
            <p:cNvSpPr/>
            <p:nvPr/>
          </p:nvSpPr>
          <p:spPr>
            <a:xfrm>
              <a:off x="7498097" y="3294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5" name="pt14325"/>
            <p:cNvSpPr/>
            <p:nvPr/>
          </p:nvSpPr>
          <p:spPr>
            <a:xfrm>
              <a:off x="7392837" y="3254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6" name="pt14326"/>
            <p:cNvSpPr/>
            <p:nvPr/>
          </p:nvSpPr>
          <p:spPr>
            <a:xfrm>
              <a:off x="7472597" y="33008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7" name="pt14327"/>
            <p:cNvSpPr/>
            <p:nvPr/>
          </p:nvSpPr>
          <p:spPr>
            <a:xfrm>
              <a:off x="7483900" y="3292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8" name="pt14328"/>
            <p:cNvSpPr/>
            <p:nvPr/>
          </p:nvSpPr>
          <p:spPr>
            <a:xfrm>
              <a:off x="7496203" y="3251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29" name="pt14329"/>
            <p:cNvSpPr/>
            <p:nvPr/>
          </p:nvSpPr>
          <p:spPr>
            <a:xfrm>
              <a:off x="7462272" y="3262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0" name="pt14330"/>
            <p:cNvSpPr/>
            <p:nvPr/>
          </p:nvSpPr>
          <p:spPr>
            <a:xfrm>
              <a:off x="7436650" y="32525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1" name="pt14331"/>
            <p:cNvSpPr/>
            <p:nvPr/>
          </p:nvSpPr>
          <p:spPr>
            <a:xfrm>
              <a:off x="7420288" y="3368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2" name="pt14332"/>
            <p:cNvSpPr/>
            <p:nvPr/>
          </p:nvSpPr>
          <p:spPr>
            <a:xfrm>
              <a:off x="7372641" y="32837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3" name="pt14333"/>
            <p:cNvSpPr/>
            <p:nvPr/>
          </p:nvSpPr>
          <p:spPr>
            <a:xfrm>
              <a:off x="7489413" y="33065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4" name="pt14334"/>
            <p:cNvSpPr/>
            <p:nvPr/>
          </p:nvSpPr>
          <p:spPr>
            <a:xfrm>
              <a:off x="7325563" y="3296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5" name="pt14335"/>
            <p:cNvSpPr/>
            <p:nvPr/>
          </p:nvSpPr>
          <p:spPr>
            <a:xfrm>
              <a:off x="7462427" y="3276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6" name="pt14336"/>
            <p:cNvSpPr/>
            <p:nvPr/>
          </p:nvSpPr>
          <p:spPr>
            <a:xfrm>
              <a:off x="7404951" y="3347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7" name="pt14337"/>
            <p:cNvSpPr/>
            <p:nvPr/>
          </p:nvSpPr>
          <p:spPr>
            <a:xfrm>
              <a:off x="7508874" y="31402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8" name="pt14338"/>
            <p:cNvSpPr/>
            <p:nvPr/>
          </p:nvSpPr>
          <p:spPr>
            <a:xfrm>
              <a:off x="7451916" y="32788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39" name="pt14339"/>
            <p:cNvSpPr/>
            <p:nvPr/>
          </p:nvSpPr>
          <p:spPr>
            <a:xfrm>
              <a:off x="7445450" y="3343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0" name="pt14340"/>
            <p:cNvSpPr/>
            <p:nvPr/>
          </p:nvSpPr>
          <p:spPr>
            <a:xfrm>
              <a:off x="7464236" y="32820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1" name="pt14341"/>
            <p:cNvSpPr/>
            <p:nvPr/>
          </p:nvSpPr>
          <p:spPr>
            <a:xfrm>
              <a:off x="7492343" y="3294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2" name="pt14342"/>
            <p:cNvSpPr/>
            <p:nvPr/>
          </p:nvSpPr>
          <p:spPr>
            <a:xfrm>
              <a:off x="7455463" y="3281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3" name="pt14343"/>
            <p:cNvSpPr/>
            <p:nvPr/>
          </p:nvSpPr>
          <p:spPr>
            <a:xfrm>
              <a:off x="7497838" y="3272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4" name="pt14344"/>
            <p:cNvSpPr/>
            <p:nvPr/>
          </p:nvSpPr>
          <p:spPr>
            <a:xfrm>
              <a:off x="7441389" y="32575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5" name="pt14345"/>
            <p:cNvSpPr/>
            <p:nvPr/>
          </p:nvSpPr>
          <p:spPr>
            <a:xfrm>
              <a:off x="7463348" y="3187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6" name="pt14346"/>
            <p:cNvSpPr/>
            <p:nvPr/>
          </p:nvSpPr>
          <p:spPr>
            <a:xfrm>
              <a:off x="7527266" y="3234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7" name="pt14347"/>
            <p:cNvSpPr/>
            <p:nvPr/>
          </p:nvSpPr>
          <p:spPr>
            <a:xfrm>
              <a:off x="7426357" y="3356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8" name="pt14348"/>
            <p:cNvSpPr/>
            <p:nvPr/>
          </p:nvSpPr>
          <p:spPr>
            <a:xfrm>
              <a:off x="7517301" y="32536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49" name="pt14349"/>
            <p:cNvSpPr/>
            <p:nvPr/>
          </p:nvSpPr>
          <p:spPr>
            <a:xfrm>
              <a:off x="7446455" y="33389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0" name="pt14350"/>
            <p:cNvSpPr/>
            <p:nvPr/>
          </p:nvSpPr>
          <p:spPr>
            <a:xfrm>
              <a:off x="7407933" y="3296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1" name="pt14351"/>
            <p:cNvSpPr/>
            <p:nvPr/>
          </p:nvSpPr>
          <p:spPr>
            <a:xfrm>
              <a:off x="7446366" y="3314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2" name="pt14352"/>
            <p:cNvSpPr/>
            <p:nvPr/>
          </p:nvSpPr>
          <p:spPr>
            <a:xfrm>
              <a:off x="7503300" y="3190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3" name="pt14353"/>
            <p:cNvSpPr/>
            <p:nvPr/>
          </p:nvSpPr>
          <p:spPr>
            <a:xfrm>
              <a:off x="7474566" y="32831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4" name="pt14354"/>
            <p:cNvSpPr/>
            <p:nvPr/>
          </p:nvSpPr>
          <p:spPr>
            <a:xfrm>
              <a:off x="7355590" y="32508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5" name="pt14355"/>
            <p:cNvSpPr/>
            <p:nvPr/>
          </p:nvSpPr>
          <p:spPr>
            <a:xfrm>
              <a:off x="7475201" y="3256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6" name="pt14356"/>
            <p:cNvSpPr/>
            <p:nvPr/>
          </p:nvSpPr>
          <p:spPr>
            <a:xfrm>
              <a:off x="7492354" y="32818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7" name="pt14357"/>
            <p:cNvSpPr/>
            <p:nvPr/>
          </p:nvSpPr>
          <p:spPr>
            <a:xfrm>
              <a:off x="7452443" y="3266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8" name="pt14358"/>
            <p:cNvSpPr/>
            <p:nvPr/>
          </p:nvSpPr>
          <p:spPr>
            <a:xfrm>
              <a:off x="7467587" y="33057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59" name="pt14359"/>
            <p:cNvSpPr/>
            <p:nvPr/>
          </p:nvSpPr>
          <p:spPr>
            <a:xfrm>
              <a:off x="7481956" y="3241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0" name="pt14360"/>
            <p:cNvSpPr/>
            <p:nvPr/>
          </p:nvSpPr>
          <p:spPr>
            <a:xfrm>
              <a:off x="7468444" y="3281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1" name="pt14361"/>
            <p:cNvSpPr/>
            <p:nvPr/>
          </p:nvSpPr>
          <p:spPr>
            <a:xfrm>
              <a:off x="7418672" y="3298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2" name="pt14362"/>
            <p:cNvSpPr/>
            <p:nvPr/>
          </p:nvSpPr>
          <p:spPr>
            <a:xfrm>
              <a:off x="7506582" y="3245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3" name="pt14363"/>
            <p:cNvSpPr/>
            <p:nvPr/>
          </p:nvSpPr>
          <p:spPr>
            <a:xfrm>
              <a:off x="7447581" y="33291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4" name="pt14364"/>
            <p:cNvSpPr/>
            <p:nvPr/>
          </p:nvSpPr>
          <p:spPr>
            <a:xfrm>
              <a:off x="7403269" y="32728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5" name="pt14365"/>
            <p:cNvSpPr/>
            <p:nvPr/>
          </p:nvSpPr>
          <p:spPr>
            <a:xfrm>
              <a:off x="7414089" y="3273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6" name="pt14366"/>
            <p:cNvSpPr/>
            <p:nvPr/>
          </p:nvSpPr>
          <p:spPr>
            <a:xfrm>
              <a:off x="7349201" y="3235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7" name="pt14367"/>
            <p:cNvSpPr/>
            <p:nvPr/>
          </p:nvSpPr>
          <p:spPr>
            <a:xfrm>
              <a:off x="7422276" y="3244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8" name="pt14368"/>
            <p:cNvSpPr/>
            <p:nvPr/>
          </p:nvSpPr>
          <p:spPr>
            <a:xfrm>
              <a:off x="7372593" y="32556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69" name="pt14369"/>
            <p:cNvSpPr/>
            <p:nvPr/>
          </p:nvSpPr>
          <p:spPr>
            <a:xfrm>
              <a:off x="7450619" y="31793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0" name="pt14370"/>
            <p:cNvSpPr/>
            <p:nvPr/>
          </p:nvSpPr>
          <p:spPr>
            <a:xfrm>
              <a:off x="7512987" y="32230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1" name="pt14371"/>
            <p:cNvSpPr/>
            <p:nvPr/>
          </p:nvSpPr>
          <p:spPr>
            <a:xfrm>
              <a:off x="7389717" y="33026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2" name="pt14372"/>
            <p:cNvSpPr/>
            <p:nvPr/>
          </p:nvSpPr>
          <p:spPr>
            <a:xfrm>
              <a:off x="7469219" y="3191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3" name="pt14373"/>
            <p:cNvSpPr/>
            <p:nvPr/>
          </p:nvSpPr>
          <p:spPr>
            <a:xfrm>
              <a:off x="7520821" y="33133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4" name="pt14374"/>
            <p:cNvSpPr/>
            <p:nvPr/>
          </p:nvSpPr>
          <p:spPr>
            <a:xfrm>
              <a:off x="7594991" y="3252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5" name="pt14375"/>
            <p:cNvSpPr/>
            <p:nvPr/>
          </p:nvSpPr>
          <p:spPr>
            <a:xfrm>
              <a:off x="7451712" y="31739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6" name="pt14376"/>
            <p:cNvSpPr/>
            <p:nvPr/>
          </p:nvSpPr>
          <p:spPr>
            <a:xfrm>
              <a:off x="7468951" y="3276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7" name="pt14377"/>
            <p:cNvSpPr/>
            <p:nvPr/>
          </p:nvSpPr>
          <p:spPr>
            <a:xfrm>
              <a:off x="7441868" y="3265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8" name="pt14378"/>
            <p:cNvSpPr/>
            <p:nvPr/>
          </p:nvSpPr>
          <p:spPr>
            <a:xfrm>
              <a:off x="7442633" y="32504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79" name="pt14379"/>
            <p:cNvSpPr/>
            <p:nvPr/>
          </p:nvSpPr>
          <p:spPr>
            <a:xfrm>
              <a:off x="7361895" y="32809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0" name="pt14380"/>
            <p:cNvSpPr/>
            <p:nvPr/>
          </p:nvSpPr>
          <p:spPr>
            <a:xfrm>
              <a:off x="7452980" y="3307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1" name="pt14381"/>
            <p:cNvSpPr/>
            <p:nvPr/>
          </p:nvSpPr>
          <p:spPr>
            <a:xfrm>
              <a:off x="7477254" y="3266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2" name="pt14382"/>
            <p:cNvSpPr/>
            <p:nvPr/>
          </p:nvSpPr>
          <p:spPr>
            <a:xfrm>
              <a:off x="7460515" y="32324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3" name="pt14383"/>
            <p:cNvSpPr/>
            <p:nvPr/>
          </p:nvSpPr>
          <p:spPr>
            <a:xfrm>
              <a:off x="7437710" y="3275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4" name="pt14384"/>
            <p:cNvSpPr/>
            <p:nvPr/>
          </p:nvSpPr>
          <p:spPr>
            <a:xfrm>
              <a:off x="7473480" y="3274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5" name="pt14385"/>
            <p:cNvSpPr/>
            <p:nvPr/>
          </p:nvSpPr>
          <p:spPr>
            <a:xfrm>
              <a:off x="7531298" y="3326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6" name="pt14386"/>
            <p:cNvSpPr/>
            <p:nvPr/>
          </p:nvSpPr>
          <p:spPr>
            <a:xfrm>
              <a:off x="7489421" y="3250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7" name="pt14387"/>
            <p:cNvSpPr/>
            <p:nvPr/>
          </p:nvSpPr>
          <p:spPr>
            <a:xfrm>
              <a:off x="7425581" y="3274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8" name="pt14388"/>
            <p:cNvSpPr/>
            <p:nvPr/>
          </p:nvSpPr>
          <p:spPr>
            <a:xfrm>
              <a:off x="7529505" y="3279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89" name="pt14389"/>
            <p:cNvSpPr/>
            <p:nvPr/>
          </p:nvSpPr>
          <p:spPr>
            <a:xfrm>
              <a:off x="7442063" y="32621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0" name="pt14390"/>
            <p:cNvSpPr/>
            <p:nvPr/>
          </p:nvSpPr>
          <p:spPr>
            <a:xfrm>
              <a:off x="7468964" y="32648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1" name="pt14391"/>
            <p:cNvSpPr/>
            <p:nvPr/>
          </p:nvSpPr>
          <p:spPr>
            <a:xfrm>
              <a:off x="7452077" y="3383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2" name="pt14392"/>
            <p:cNvSpPr/>
            <p:nvPr/>
          </p:nvSpPr>
          <p:spPr>
            <a:xfrm>
              <a:off x="7410204" y="3249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3" name="pt14393"/>
            <p:cNvSpPr/>
            <p:nvPr/>
          </p:nvSpPr>
          <p:spPr>
            <a:xfrm>
              <a:off x="7438133" y="3391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4" name="pt14394"/>
            <p:cNvSpPr/>
            <p:nvPr/>
          </p:nvSpPr>
          <p:spPr>
            <a:xfrm>
              <a:off x="7416645" y="32119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5" name="pt14395"/>
            <p:cNvSpPr/>
            <p:nvPr/>
          </p:nvSpPr>
          <p:spPr>
            <a:xfrm>
              <a:off x="7445924" y="3298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6" name="pt14396"/>
            <p:cNvSpPr/>
            <p:nvPr/>
          </p:nvSpPr>
          <p:spPr>
            <a:xfrm>
              <a:off x="7460901" y="3232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7" name="pt14397"/>
            <p:cNvSpPr/>
            <p:nvPr/>
          </p:nvSpPr>
          <p:spPr>
            <a:xfrm>
              <a:off x="7501571" y="3255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8" name="pt14398"/>
            <p:cNvSpPr/>
            <p:nvPr/>
          </p:nvSpPr>
          <p:spPr>
            <a:xfrm>
              <a:off x="7400456" y="3269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399" name="pt14399"/>
            <p:cNvSpPr/>
            <p:nvPr/>
          </p:nvSpPr>
          <p:spPr>
            <a:xfrm>
              <a:off x="7400190" y="3272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0" name="pt14400"/>
            <p:cNvSpPr/>
            <p:nvPr/>
          </p:nvSpPr>
          <p:spPr>
            <a:xfrm>
              <a:off x="7439607" y="3276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1" name="pt14401"/>
            <p:cNvSpPr/>
            <p:nvPr/>
          </p:nvSpPr>
          <p:spPr>
            <a:xfrm>
              <a:off x="7419766" y="32581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2" name="pt14402"/>
            <p:cNvSpPr/>
            <p:nvPr/>
          </p:nvSpPr>
          <p:spPr>
            <a:xfrm>
              <a:off x="7474371" y="32690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3" name="pt14403"/>
            <p:cNvSpPr/>
            <p:nvPr/>
          </p:nvSpPr>
          <p:spPr>
            <a:xfrm>
              <a:off x="7481159" y="3311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4" name="pt14404"/>
            <p:cNvSpPr/>
            <p:nvPr/>
          </p:nvSpPr>
          <p:spPr>
            <a:xfrm>
              <a:off x="7416920" y="3327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5" name="pt14405"/>
            <p:cNvSpPr/>
            <p:nvPr/>
          </p:nvSpPr>
          <p:spPr>
            <a:xfrm>
              <a:off x="7465280" y="3288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6" name="pt14406"/>
            <p:cNvSpPr/>
            <p:nvPr/>
          </p:nvSpPr>
          <p:spPr>
            <a:xfrm>
              <a:off x="7429321" y="3260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7" name="pt14407"/>
            <p:cNvSpPr/>
            <p:nvPr/>
          </p:nvSpPr>
          <p:spPr>
            <a:xfrm>
              <a:off x="7407389" y="3272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8" name="pt14408"/>
            <p:cNvSpPr/>
            <p:nvPr/>
          </p:nvSpPr>
          <p:spPr>
            <a:xfrm>
              <a:off x="7429376" y="3252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09" name="pt14409"/>
            <p:cNvSpPr/>
            <p:nvPr/>
          </p:nvSpPr>
          <p:spPr>
            <a:xfrm>
              <a:off x="7451147" y="3296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0" name="pt14410"/>
            <p:cNvSpPr/>
            <p:nvPr/>
          </p:nvSpPr>
          <p:spPr>
            <a:xfrm>
              <a:off x="7358579" y="3283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1" name="pt14411"/>
            <p:cNvSpPr/>
            <p:nvPr/>
          </p:nvSpPr>
          <p:spPr>
            <a:xfrm>
              <a:off x="7337976" y="3284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2" name="pt14412"/>
            <p:cNvSpPr/>
            <p:nvPr/>
          </p:nvSpPr>
          <p:spPr>
            <a:xfrm>
              <a:off x="7458045" y="3253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3" name="pt14413"/>
            <p:cNvSpPr/>
            <p:nvPr/>
          </p:nvSpPr>
          <p:spPr>
            <a:xfrm>
              <a:off x="7487346" y="3308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4" name="pt14414"/>
            <p:cNvSpPr/>
            <p:nvPr/>
          </p:nvSpPr>
          <p:spPr>
            <a:xfrm>
              <a:off x="7457082" y="3305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5" name="pt14415"/>
            <p:cNvSpPr/>
            <p:nvPr/>
          </p:nvSpPr>
          <p:spPr>
            <a:xfrm>
              <a:off x="7441702" y="3208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6" name="pt14416"/>
            <p:cNvSpPr/>
            <p:nvPr/>
          </p:nvSpPr>
          <p:spPr>
            <a:xfrm>
              <a:off x="7426729" y="3298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7" name="pt14417"/>
            <p:cNvSpPr/>
            <p:nvPr/>
          </p:nvSpPr>
          <p:spPr>
            <a:xfrm>
              <a:off x="7414630" y="3265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8" name="pt14418"/>
            <p:cNvSpPr/>
            <p:nvPr/>
          </p:nvSpPr>
          <p:spPr>
            <a:xfrm>
              <a:off x="7407702" y="3253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19" name="pt14419"/>
            <p:cNvSpPr/>
            <p:nvPr/>
          </p:nvSpPr>
          <p:spPr>
            <a:xfrm>
              <a:off x="7473066" y="3266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0" name="pt14420"/>
            <p:cNvSpPr/>
            <p:nvPr/>
          </p:nvSpPr>
          <p:spPr>
            <a:xfrm>
              <a:off x="7382009" y="32569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1" name="pt14421"/>
            <p:cNvSpPr/>
            <p:nvPr/>
          </p:nvSpPr>
          <p:spPr>
            <a:xfrm>
              <a:off x="7482918" y="3267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2" name="pt14422"/>
            <p:cNvSpPr/>
            <p:nvPr/>
          </p:nvSpPr>
          <p:spPr>
            <a:xfrm>
              <a:off x="7452950" y="3241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3" name="pt14423"/>
            <p:cNvSpPr/>
            <p:nvPr/>
          </p:nvSpPr>
          <p:spPr>
            <a:xfrm>
              <a:off x="7469924" y="3242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4" name="pt14424"/>
            <p:cNvSpPr/>
            <p:nvPr/>
          </p:nvSpPr>
          <p:spPr>
            <a:xfrm>
              <a:off x="7470882" y="3282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5" name="pt14425"/>
            <p:cNvSpPr/>
            <p:nvPr/>
          </p:nvSpPr>
          <p:spPr>
            <a:xfrm>
              <a:off x="7445657" y="3253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6" name="pt14426"/>
            <p:cNvSpPr/>
            <p:nvPr/>
          </p:nvSpPr>
          <p:spPr>
            <a:xfrm>
              <a:off x="7446276" y="3291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7" name="pt14427"/>
            <p:cNvSpPr/>
            <p:nvPr/>
          </p:nvSpPr>
          <p:spPr>
            <a:xfrm>
              <a:off x="7368534" y="3276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8" name="pt14428"/>
            <p:cNvSpPr/>
            <p:nvPr/>
          </p:nvSpPr>
          <p:spPr>
            <a:xfrm>
              <a:off x="7446767" y="3299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29" name="pt14429"/>
            <p:cNvSpPr/>
            <p:nvPr/>
          </p:nvSpPr>
          <p:spPr>
            <a:xfrm>
              <a:off x="7507907" y="3318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0" name="pt14430"/>
            <p:cNvSpPr/>
            <p:nvPr/>
          </p:nvSpPr>
          <p:spPr>
            <a:xfrm>
              <a:off x="7417343" y="3266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1" name="pt14431"/>
            <p:cNvSpPr/>
            <p:nvPr/>
          </p:nvSpPr>
          <p:spPr>
            <a:xfrm>
              <a:off x="7442778" y="3208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2" name="pt14432"/>
            <p:cNvSpPr/>
            <p:nvPr/>
          </p:nvSpPr>
          <p:spPr>
            <a:xfrm>
              <a:off x="7446978" y="3307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3" name="pt14433"/>
            <p:cNvSpPr/>
            <p:nvPr/>
          </p:nvSpPr>
          <p:spPr>
            <a:xfrm>
              <a:off x="7391213" y="3308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4" name="pt14434"/>
            <p:cNvSpPr/>
            <p:nvPr/>
          </p:nvSpPr>
          <p:spPr>
            <a:xfrm>
              <a:off x="7523405" y="3265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5" name="pt14435"/>
            <p:cNvSpPr/>
            <p:nvPr/>
          </p:nvSpPr>
          <p:spPr>
            <a:xfrm>
              <a:off x="7469701" y="3271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6" name="pt14436"/>
            <p:cNvSpPr/>
            <p:nvPr/>
          </p:nvSpPr>
          <p:spPr>
            <a:xfrm>
              <a:off x="7449899" y="3229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7" name="pt14437"/>
            <p:cNvSpPr/>
            <p:nvPr/>
          </p:nvSpPr>
          <p:spPr>
            <a:xfrm>
              <a:off x="7462154" y="3349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8" name="pt14438"/>
            <p:cNvSpPr/>
            <p:nvPr/>
          </p:nvSpPr>
          <p:spPr>
            <a:xfrm>
              <a:off x="7394691" y="3283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39" name="pt14439"/>
            <p:cNvSpPr/>
            <p:nvPr/>
          </p:nvSpPr>
          <p:spPr>
            <a:xfrm>
              <a:off x="7453931" y="3294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0" name="pt14440"/>
            <p:cNvSpPr/>
            <p:nvPr/>
          </p:nvSpPr>
          <p:spPr>
            <a:xfrm>
              <a:off x="7481348" y="32503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1" name="pt14441"/>
            <p:cNvSpPr/>
            <p:nvPr/>
          </p:nvSpPr>
          <p:spPr>
            <a:xfrm>
              <a:off x="7441681" y="3264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2" name="pt14442"/>
            <p:cNvSpPr/>
            <p:nvPr/>
          </p:nvSpPr>
          <p:spPr>
            <a:xfrm>
              <a:off x="7468748" y="3273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3" name="pt14443"/>
            <p:cNvSpPr/>
            <p:nvPr/>
          </p:nvSpPr>
          <p:spPr>
            <a:xfrm>
              <a:off x="7442482" y="3274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4" name="pt14444"/>
            <p:cNvSpPr/>
            <p:nvPr/>
          </p:nvSpPr>
          <p:spPr>
            <a:xfrm>
              <a:off x="7408879" y="3292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5" name="pt14445"/>
            <p:cNvSpPr/>
            <p:nvPr/>
          </p:nvSpPr>
          <p:spPr>
            <a:xfrm>
              <a:off x="7403486" y="3255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6" name="pt14446"/>
            <p:cNvSpPr/>
            <p:nvPr/>
          </p:nvSpPr>
          <p:spPr>
            <a:xfrm>
              <a:off x="7397880" y="3289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7" name="pt14447"/>
            <p:cNvSpPr/>
            <p:nvPr/>
          </p:nvSpPr>
          <p:spPr>
            <a:xfrm>
              <a:off x="7542678" y="32576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8" name="pt14448"/>
            <p:cNvSpPr/>
            <p:nvPr/>
          </p:nvSpPr>
          <p:spPr>
            <a:xfrm>
              <a:off x="7467675" y="32308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49" name="pt14449"/>
            <p:cNvSpPr/>
            <p:nvPr/>
          </p:nvSpPr>
          <p:spPr>
            <a:xfrm>
              <a:off x="7450407" y="3249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0" name="pt14450"/>
            <p:cNvSpPr/>
            <p:nvPr/>
          </p:nvSpPr>
          <p:spPr>
            <a:xfrm>
              <a:off x="7445138" y="3260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1" name="pt14451"/>
            <p:cNvSpPr/>
            <p:nvPr/>
          </p:nvSpPr>
          <p:spPr>
            <a:xfrm>
              <a:off x="7439940" y="3239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2" name="pt14452"/>
            <p:cNvSpPr/>
            <p:nvPr/>
          </p:nvSpPr>
          <p:spPr>
            <a:xfrm>
              <a:off x="7449847" y="3275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3" name="pt14453"/>
            <p:cNvSpPr/>
            <p:nvPr/>
          </p:nvSpPr>
          <p:spPr>
            <a:xfrm>
              <a:off x="7415184" y="3269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4" name="pt14454"/>
            <p:cNvSpPr/>
            <p:nvPr/>
          </p:nvSpPr>
          <p:spPr>
            <a:xfrm>
              <a:off x="7446562" y="33175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5" name="pt14455"/>
            <p:cNvSpPr/>
            <p:nvPr/>
          </p:nvSpPr>
          <p:spPr>
            <a:xfrm>
              <a:off x="7431422" y="3244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6" name="pt14456"/>
            <p:cNvSpPr/>
            <p:nvPr/>
          </p:nvSpPr>
          <p:spPr>
            <a:xfrm>
              <a:off x="7462549" y="3259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7" name="pt14457"/>
            <p:cNvSpPr/>
            <p:nvPr/>
          </p:nvSpPr>
          <p:spPr>
            <a:xfrm>
              <a:off x="7558992" y="32499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8" name="pt14458"/>
            <p:cNvSpPr/>
            <p:nvPr/>
          </p:nvSpPr>
          <p:spPr>
            <a:xfrm>
              <a:off x="7412017" y="3321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59" name="pt14459"/>
            <p:cNvSpPr/>
            <p:nvPr/>
          </p:nvSpPr>
          <p:spPr>
            <a:xfrm>
              <a:off x="7428967" y="3190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0" name="pt14460"/>
            <p:cNvSpPr/>
            <p:nvPr/>
          </p:nvSpPr>
          <p:spPr>
            <a:xfrm>
              <a:off x="7433406" y="3286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1" name="pt14461"/>
            <p:cNvSpPr/>
            <p:nvPr/>
          </p:nvSpPr>
          <p:spPr>
            <a:xfrm>
              <a:off x="7423941" y="3251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2" name="pt14462"/>
            <p:cNvSpPr/>
            <p:nvPr/>
          </p:nvSpPr>
          <p:spPr>
            <a:xfrm>
              <a:off x="7450696" y="3271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3" name="pt14463"/>
            <p:cNvSpPr/>
            <p:nvPr/>
          </p:nvSpPr>
          <p:spPr>
            <a:xfrm>
              <a:off x="7420925" y="3289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4" name="pt14464"/>
            <p:cNvSpPr/>
            <p:nvPr/>
          </p:nvSpPr>
          <p:spPr>
            <a:xfrm>
              <a:off x="7426174" y="32726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5" name="pt14465"/>
            <p:cNvSpPr/>
            <p:nvPr/>
          </p:nvSpPr>
          <p:spPr>
            <a:xfrm>
              <a:off x="7466222" y="3254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6" name="pt14466"/>
            <p:cNvSpPr/>
            <p:nvPr/>
          </p:nvSpPr>
          <p:spPr>
            <a:xfrm>
              <a:off x="7413083" y="32902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7" name="pt14467"/>
            <p:cNvSpPr/>
            <p:nvPr/>
          </p:nvSpPr>
          <p:spPr>
            <a:xfrm>
              <a:off x="7406055" y="32580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8" name="pt14468"/>
            <p:cNvSpPr/>
            <p:nvPr/>
          </p:nvSpPr>
          <p:spPr>
            <a:xfrm>
              <a:off x="7438283" y="3208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69" name="pt14469"/>
            <p:cNvSpPr/>
            <p:nvPr/>
          </p:nvSpPr>
          <p:spPr>
            <a:xfrm>
              <a:off x="7525126" y="3251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0" name="pt14470"/>
            <p:cNvSpPr/>
            <p:nvPr/>
          </p:nvSpPr>
          <p:spPr>
            <a:xfrm>
              <a:off x="7474455" y="3291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1" name="pt14471"/>
            <p:cNvSpPr/>
            <p:nvPr/>
          </p:nvSpPr>
          <p:spPr>
            <a:xfrm>
              <a:off x="7439346" y="3241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2" name="pt14472"/>
            <p:cNvSpPr/>
            <p:nvPr/>
          </p:nvSpPr>
          <p:spPr>
            <a:xfrm>
              <a:off x="7432624" y="3279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3" name="pt14473"/>
            <p:cNvSpPr/>
            <p:nvPr/>
          </p:nvSpPr>
          <p:spPr>
            <a:xfrm>
              <a:off x="7494248" y="32809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4" name="pt14474"/>
            <p:cNvSpPr/>
            <p:nvPr/>
          </p:nvSpPr>
          <p:spPr>
            <a:xfrm>
              <a:off x="7419172" y="3346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5" name="pt14475"/>
            <p:cNvSpPr/>
            <p:nvPr/>
          </p:nvSpPr>
          <p:spPr>
            <a:xfrm>
              <a:off x="7453187" y="32533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6" name="pt14476"/>
            <p:cNvSpPr/>
            <p:nvPr/>
          </p:nvSpPr>
          <p:spPr>
            <a:xfrm>
              <a:off x="7462014" y="3276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7" name="pt14477"/>
            <p:cNvSpPr/>
            <p:nvPr/>
          </p:nvSpPr>
          <p:spPr>
            <a:xfrm>
              <a:off x="7412842" y="3244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8" name="pt14478"/>
            <p:cNvSpPr/>
            <p:nvPr/>
          </p:nvSpPr>
          <p:spPr>
            <a:xfrm>
              <a:off x="7417212" y="3249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79" name="pt14479"/>
            <p:cNvSpPr/>
            <p:nvPr/>
          </p:nvSpPr>
          <p:spPr>
            <a:xfrm>
              <a:off x="7433406" y="32334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0" name="pt14480"/>
            <p:cNvSpPr/>
            <p:nvPr/>
          </p:nvSpPr>
          <p:spPr>
            <a:xfrm>
              <a:off x="7524991" y="3258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1" name="pt14481"/>
            <p:cNvSpPr/>
            <p:nvPr/>
          </p:nvSpPr>
          <p:spPr>
            <a:xfrm>
              <a:off x="7418564" y="32139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2" name="pt14482"/>
            <p:cNvSpPr/>
            <p:nvPr/>
          </p:nvSpPr>
          <p:spPr>
            <a:xfrm>
              <a:off x="7442475" y="3275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3" name="pt14483"/>
            <p:cNvSpPr/>
            <p:nvPr/>
          </p:nvSpPr>
          <p:spPr>
            <a:xfrm>
              <a:off x="7438437" y="3221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4" name="pt14484"/>
            <p:cNvSpPr/>
            <p:nvPr/>
          </p:nvSpPr>
          <p:spPr>
            <a:xfrm>
              <a:off x="7469915" y="32615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5" name="pt14485"/>
            <p:cNvSpPr/>
            <p:nvPr/>
          </p:nvSpPr>
          <p:spPr>
            <a:xfrm>
              <a:off x="7427682" y="3217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6" name="pt14486"/>
            <p:cNvSpPr/>
            <p:nvPr/>
          </p:nvSpPr>
          <p:spPr>
            <a:xfrm>
              <a:off x="7429619" y="3295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7" name="pt14487"/>
            <p:cNvSpPr/>
            <p:nvPr/>
          </p:nvSpPr>
          <p:spPr>
            <a:xfrm>
              <a:off x="7427316" y="3247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8" name="pt14488"/>
            <p:cNvSpPr/>
            <p:nvPr/>
          </p:nvSpPr>
          <p:spPr>
            <a:xfrm>
              <a:off x="7434809" y="3214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89" name="pt14489"/>
            <p:cNvSpPr/>
            <p:nvPr/>
          </p:nvSpPr>
          <p:spPr>
            <a:xfrm>
              <a:off x="7417863" y="3266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0" name="pt14490"/>
            <p:cNvSpPr/>
            <p:nvPr/>
          </p:nvSpPr>
          <p:spPr>
            <a:xfrm>
              <a:off x="7386493" y="3282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1" name="pt14491"/>
            <p:cNvSpPr/>
            <p:nvPr/>
          </p:nvSpPr>
          <p:spPr>
            <a:xfrm>
              <a:off x="7455880" y="3243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2" name="pt14492"/>
            <p:cNvSpPr/>
            <p:nvPr/>
          </p:nvSpPr>
          <p:spPr>
            <a:xfrm>
              <a:off x="7419664" y="3219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3" name="pt14493"/>
            <p:cNvSpPr/>
            <p:nvPr/>
          </p:nvSpPr>
          <p:spPr>
            <a:xfrm>
              <a:off x="7447484" y="3273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4" name="pt14494"/>
            <p:cNvSpPr/>
            <p:nvPr/>
          </p:nvSpPr>
          <p:spPr>
            <a:xfrm>
              <a:off x="7460864" y="3267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5" name="pt14495"/>
            <p:cNvSpPr/>
            <p:nvPr/>
          </p:nvSpPr>
          <p:spPr>
            <a:xfrm>
              <a:off x="7389015" y="3308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6" name="pt14496"/>
            <p:cNvSpPr/>
            <p:nvPr/>
          </p:nvSpPr>
          <p:spPr>
            <a:xfrm>
              <a:off x="7412757" y="32714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7" name="pt14497"/>
            <p:cNvSpPr/>
            <p:nvPr/>
          </p:nvSpPr>
          <p:spPr>
            <a:xfrm>
              <a:off x="7450434" y="3278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8" name="pt14498"/>
            <p:cNvSpPr/>
            <p:nvPr/>
          </p:nvSpPr>
          <p:spPr>
            <a:xfrm>
              <a:off x="7451160" y="3280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499" name="pt14499"/>
            <p:cNvSpPr/>
            <p:nvPr/>
          </p:nvSpPr>
          <p:spPr>
            <a:xfrm>
              <a:off x="7437131" y="3291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0" name="pt14500"/>
            <p:cNvSpPr/>
            <p:nvPr/>
          </p:nvSpPr>
          <p:spPr>
            <a:xfrm>
              <a:off x="7419343" y="3246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1" name="pt14501"/>
            <p:cNvSpPr/>
            <p:nvPr/>
          </p:nvSpPr>
          <p:spPr>
            <a:xfrm>
              <a:off x="7442476" y="3388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2" name="pt14502"/>
            <p:cNvSpPr/>
            <p:nvPr/>
          </p:nvSpPr>
          <p:spPr>
            <a:xfrm>
              <a:off x="7525744" y="3271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3" name="pt14503"/>
            <p:cNvSpPr/>
            <p:nvPr/>
          </p:nvSpPr>
          <p:spPr>
            <a:xfrm>
              <a:off x="7418701" y="3291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4" name="pt14504"/>
            <p:cNvSpPr/>
            <p:nvPr/>
          </p:nvSpPr>
          <p:spPr>
            <a:xfrm>
              <a:off x="7494176" y="32677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5" name="pt14505"/>
            <p:cNvSpPr/>
            <p:nvPr/>
          </p:nvSpPr>
          <p:spPr>
            <a:xfrm>
              <a:off x="7461760" y="3252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6" name="pt14506"/>
            <p:cNvSpPr/>
            <p:nvPr/>
          </p:nvSpPr>
          <p:spPr>
            <a:xfrm>
              <a:off x="7435724" y="3362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7" name="pt14507"/>
            <p:cNvSpPr/>
            <p:nvPr/>
          </p:nvSpPr>
          <p:spPr>
            <a:xfrm>
              <a:off x="7434177" y="3271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8" name="pt14508"/>
            <p:cNvSpPr/>
            <p:nvPr/>
          </p:nvSpPr>
          <p:spPr>
            <a:xfrm>
              <a:off x="7501185" y="3247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09" name="pt14509"/>
            <p:cNvSpPr/>
            <p:nvPr/>
          </p:nvSpPr>
          <p:spPr>
            <a:xfrm>
              <a:off x="7651891" y="3292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0" name="pt14510"/>
            <p:cNvSpPr/>
            <p:nvPr/>
          </p:nvSpPr>
          <p:spPr>
            <a:xfrm>
              <a:off x="7424070" y="3178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1" name="pt14511"/>
            <p:cNvSpPr/>
            <p:nvPr/>
          </p:nvSpPr>
          <p:spPr>
            <a:xfrm>
              <a:off x="7439286" y="3200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2" name="pt14512"/>
            <p:cNvSpPr/>
            <p:nvPr/>
          </p:nvSpPr>
          <p:spPr>
            <a:xfrm>
              <a:off x="7474843" y="3295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3" name="pt14513"/>
            <p:cNvSpPr/>
            <p:nvPr/>
          </p:nvSpPr>
          <p:spPr>
            <a:xfrm>
              <a:off x="7470711" y="3287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4" name="pt14514"/>
            <p:cNvSpPr/>
            <p:nvPr/>
          </p:nvSpPr>
          <p:spPr>
            <a:xfrm>
              <a:off x="7424747" y="3256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5" name="pt14515"/>
            <p:cNvSpPr/>
            <p:nvPr/>
          </p:nvSpPr>
          <p:spPr>
            <a:xfrm>
              <a:off x="7408911" y="3252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6" name="pt14516"/>
            <p:cNvSpPr/>
            <p:nvPr/>
          </p:nvSpPr>
          <p:spPr>
            <a:xfrm>
              <a:off x="7501394" y="3269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7" name="pt14517"/>
            <p:cNvSpPr/>
            <p:nvPr/>
          </p:nvSpPr>
          <p:spPr>
            <a:xfrm>
              <a:off x="7423044" y="3300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8" name="pt14518"/>
            <p:cNvSpPr/>
            <p:nvPr/>
          </p:nvSpPr>
          <p:spPr>
            <a:xfrm>
              <a:off x="7454639" y="32879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19" name="pt14519"/>
            <p:cNvSpPr/>
            <p:nvPr/>
          </p:nvSpPr>
          <p:spPr>
            <a:xfrm>
              <a:off x="7454158" y="3264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0" name="pt14520"/>
            <p:cNvSpPr/>
            <p:nvPr/>
          </p:nvSpPr>
          <p:spPr>
            <a:xfrm>
              <a:off x="7491717" y="3154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1" name="pt14521"/>
            <p:cNvSpPr/>
            <p:nvPr/>
          </p:nvSpPr>
          <p:spPr>
            <a:xfrm>
              <a:off x="7431933" y="32682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2" name="pt14522"/>
            <p:cNvSpPr/>
            <p:nvPr/>
          </p:nvSpPr>
          <p:spPr>
            <a:xfrm>
              <a:off x="7510024" y="3277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3" name="pt14523"/>
            <p:cNvSpPr/>
            <p:nvPr/>
          </p:nvSpPr>
          <p:spPr>
            <a:xfrm>
              <a:off x="7391998" y="3293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4" name="pt14524"/>
            <p:cNvSpPr/>
            <p:nvPr/>
          </p:nvSpPr>
          <p:spPr>
            <a:xfrm>
              <a:off x="7515779" y="3265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5" name="pt14525"/>
            <p:cNvSpPr/>
            <p:nvPr/>
          </p:nvSpPr>
          <p:spPr>
            <a:xfrm>
              <a:off x="7509047" y="32745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6" name="pt14526"/>
            <p:cNvSpPr/>
            <p:nvPr/>
          </p:nvSpPr>
          <p:spPr>
            <a:xfrm>
              <a:off x="7456826" y="32786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7" name="pt14527"/>
            <p:cNvSpPr/>
            <p:nvPr/>
          </p:nvSpPr>
          <p:spPr>
            <a:xfrm>
              <a:off x="7385836" y="32679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8" name="pt14528"/>
            <p:cNvSpPr/>
            <p:nvPr/>
          </p:nvSpPr>
          <p:spPr>
            <a:xfrm>
              <a:off x="7383851" y="3335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29" name="pt14529"/>
            <p:cNvSpPr/>
            <p:nvPr/>
          </p:nvSpPr>
          <p:spPr>
            <a:xfrm>
              <a:off x="7480345" y="3280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0" name="pt14530"/>
            <p:cNvSpPr/>
            <p:nvPr/>
          </p:nvSpPr>
          <p:spPr>
            <a:xfrm>
              <a:off x="7488530" y="3259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1" name="pt14531"/>
            <p:cNvSpPr/>
            <p:nvPr/>
          </p:nvSpPr>
          <p:spPr>
            <a:xfrm>
              <a:off x="7412936" y="3284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2" name="pt14532"/>
            <p:cNvSpPr/>
            <p:nvPr/>
          </p:nvSpPr>
          <p:spPr>
            <a:xfrm>
              <a:off x="7471017" y="3191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3" name="pt14533"/>
            <p:cNvSpPr/>
            <p:nvPr/>
          </p:nvSpPr>
          <p:spPr>
            <a:xfrm>
              <a:off x="7463449" y="3390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4" name="pt14534"/>
            <p:cNvSpPr/>
            <p:nvPr/>
          </p:nvSpPr>
          <p:spPr>
            <a:xfrm>
              <a:off x="7461753" y="33665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5" name="pt14535"/>
            <p:cNvSpPr/>
            <p:nvPr/>
          </p:nvSpPr>
          <p:spPr>
            <a:xfrm>
              <a:off x="7427881" y="3261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6" name="pt14536"/>
            <p:cNvSpPr/>
            <p:nvPr/>
          </p:nvSpPr>
          <p:spPr>
            <a:xfrm>
              <a:off x="7471469" y="3219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7" name="pt14537"/>
            <p:cNvSpPr/>
            <p:nvPr/>
          </p:nvSpPr>
          <p:spPr>
            <a:xfrm>
              <a:off x="7546350" y="3109428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38" name="pt14538"/>
            <p:cNvSpPr/>
            <p:nvPr/>
          </p:nvSpPr>
          <p:spPr>
            <a:xfrm>
              <a:off x="7444723" y="3257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39" name="pt14539"/>
            <p:cNvSpPr/>
            <p:nvPr/>
          </p:nvSpPr>
          <p:spPr>
            <a:xfrm>
              <a:off x="7380305" y="3266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0" name="pt14540"/>
            <p:cNvSpPr/>
            <p:nvPr/>
          </p:nvSpPr>
          <p:spPr>
            <a:xfrm>
              <a:off x="7405609" y="32700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1" name="pt14541"/>
            <p:cNvSpPr/>
            <p:nvPr/>
          </p:nvSpPr>
          <p:spPr>
            <a:xfrm>
              <a:off x="7422486" y="3267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2" name="pt14542"/>
            <p:cNvSpPr/>
            <p:nvPr/>
          </p:nvSpPr>
          <p:spPr>
            <a:xfrm>
              <a:off x="7455673" y="32678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3" name="pt14543"/>
            <p:cNvSpPr/>
            <p:nvPr/>
          </p:nvSpPr>
          <p:spPr>
            <a:xfrm>
              <a:off x="7493706" y="3278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4" name="pt14544"/>
            <p:cNvSpPr/>
            <p:nvPr/>
          </p:nvSpPr>
          <p:spPr>
            <a:xfrm>
              <a:off x="7404409" y="3286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5" name="pt14545"/>
            <p:cNvSpPr/>
            <p:nvPr/>
          </p:nvSpPr>
          <p:spPr>
            <a:xfrm>
              <a:off x="7372806" y="3284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6" name="pt14546"/>
            <p:cNvSpPr/>
            <p:nvPr/>
          </p:nvSpPr>
          <p:spPr>
            <a:xfrm>
              <a:off x="7474746" y="3249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7" name="pt14547"/>
            <p:cNvSpPr/>
            <p:nvPr/>
          </p:nvSpPr>
          <p:spPr>
            <a:xfrm>
              <a:off x="7449789" y="3263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8" name="pt14548"/>
            <p:cNvSpPr/>
            <p:nvPr/>
          </p:nvSpPr>
          <p:spPr>
            <a:xfrm>
              <a:off x="7460321" y="32382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49" name="pt14549"/>
            <p:cNvSpPr/>
            <p:nvPr/>
          </p:nvSpPr>
          <p:spPr>
            <a:xfrm>
              <a:off x="7481382" y="3257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0" name="pt14550"/>
            <p:cNvSpPr/>
            <p:nvPr/>
          </p:nvSpPr>
          <p:spPr>
            <a:xfrm>
              <a:off x="7498789" y="3264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1" name="pt14551"/>
            <p:cNvSpPr/>
            <p:nvPr/>
          </p:nvSpPr>
          <p:spPr>
            <a:xfrm>
              <a:off x="7404946" y="3364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2" name="pt14552"/>
            <p:cNvSpPr/>
            <p:nvPr/>
          </p:nvSpPr>
          <p:spPr>
            <a:xfrm>
              <a:off x="7433579" y="3267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3" name="pt14553"/>
            <p:cNvSpPr/>
            <p:nvPr/>
          </p:nvSpPr>
          <p:spPr>
            <a:xfrm>
              <a:off x="7447925" y="32664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4" name="pt14554"/>
            <p:cNvSpPr/>
            <p:nvPr/>
          </p:nvSpPr>
          <p:spPr>
            <a:xfrm>
              <a:off x="7430743" y="3320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5" name="pt14555"/>
            <p:cNvSpPr/>
            <p:nvPr/>
          </p:nvSpPr>
          <p:spPr>
            <a:xfrm>
              <a:off x="7494373" y="33613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6" name="pt14556"/>
            <p:cNvSpPr/>
            <p:nvPr/>
          </p:nvSpPr>
          <p:spPr>
            <a:xfrm>
              <a:off x="7378237" y="3275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7" name="pt14557"/>
            <p:cNvSpPr/>
            <p:nvPr/>
          </p:nvSpPr>
          <p:spPr>
            <a:xfrm>
              <a:off x="7467891" y="33087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8" name="pt14558"/>
            <p:cNvSpPr/>
            <p:nvPr/>
          </p:nvSpPr>
          <p:spPr>
            <a:xfrm>
              <a:off x="7431243" y="3251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59" name="pt14559"/>
            <p:cNvSpPr/>
            <p:nvPr/>
          </p:nvSpPr>
          <p:spPr>
            <a:xfrm>
              <a:off x="7499474" y="3284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0" name="pt14560"/>
            <p:cNvSpPr/>
            <p:nvPr/>
          </p:nvSpPr>
          <p:spPr>
            <a:xfrm>
              <a:off x="7403717" y="3312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1" name="pt14561"/>
            <p:cNvSpPr/>
            <p:nvPr/>
          </p:nvSpPr>
          <p:spPr>
            <a:xfrm>
              <a:off x="7446813" y="3246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2" name="pt14562"/>
            <p:cNvSpPr/>
            <p:nvPr/>
          </p:nvSpPr>
          <p:spPr>
            <a:xfrm>
              <a:off x="7389514" y="3218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3" name="pt14563"/>
            <p:cNvSpPr/>
            <p:nvPr/>
          </p:nvSpPr>
          <p:spPr>
            <a:xfrm>
              <a:off x="7506682" y="3269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4" name="pt14564"/>
            <p:cNvSpPr/>
            <p:nvPr/>
          </p:nvSpPr>
          <p:spPr>
            <a:xfrm>
              <a:off x="7507556" y="33114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5" name="pt14565"/>
            <p:cNvSpPr/>
            <p:nvPr/>
          </p:nvSpPr>
          <p:spPr>
            <a:xfrm>
              <a:off x="7486971" y="32709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6" name="pt14566"/>
            <p:cNvSpPr/>
            <p:nvPr/>
          </p:nvSpPr>
          <p:spPr>
            <a:xfrm>
              <a:off x="7451163" y="3293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7" name="pt14567"/>
            <p:cNvSpPr/>
            <p:nvPr/>
          </p:nvSpPr>
          <p:spPr>
            <a:xfrm>
              <a:off x="7439156" y="32445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8" name="pt14568"/>
            <p:cNvSpPr/>
            <p:nvPr/>
          </p:nvSpPr>
          <p:spPr>
            <a:xfrm>
              <a:off x="7407340" y="3258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69" name="pt14569"/>
            <p:cNvSpPr/>
            <p:nvPr/>
          </p:nvSpPr>
          <p:spPr>
            <a:xfrm>
              <a:off x="7420056" y="32866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0" name="pt14570"/>
            <p:cNvSpPr/>
            <p:nvPr/>
          </p:nvSpPr>
          <p:spPr>
            <a:xfrm>
              <a:off x="7462574" y="3254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1" name="pt14571"/>
            <p:cNvSpPr/>
            <p:nvPr/>
          </p:nvSpPr>
          <p:spPr>
            <a:xfrm>
              <a:off x="7464207" y="3252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2" name="pt14572"/>
            <p:cNvSpPr/>
            <p:nvPr/>
          </p:nvSpPr>
          <p:spPr>
            <a:xfrm>
              <a:off x="7404092" y="3244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3" name="pt14573"/>
            <p:cNvSpPr/>
            <p:nvPr/>
          </p:nvSpPr>
          <p:spPr>
            <a:xfrm>
              <a:off x="7457207" y="3239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4" name="pt14574"/>
            <p:cNvSpPr/>
            <p:nvPr/>
          </p:nvSpPr>
          <p:spPr>
            <a:xfrm>
              <a:off x="7432422" y="32702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5" name="pt14575"/>
            <p:cNvSpPr/>
            <p:nvPr/>
          </p:nvSpPr>
          <p:spPr>
            <a:xfrm>
              <a:off x="7430045" y="3314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6" name="pt14576"/>
            <p:cNvSpPr/>
            <p:nvPr/>
          </p:nvSpPr>
          <p:spPr>
            <a:xfrm>
              <a:off x="7461980" y="32577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7" name="pt14577"/>
            <p:cNvSpPr/>
            <p:nvPr/>
          </p:nvSpPr>
          <p:spPr>
            <a:xfrm>
              <a:off x="7469905" y="3281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8" name="pt14578"/>
            <p:cNvSpPr/>
            <p:nvPr/>
          </p:nvSpPr>
          <p:spPr>
            <a:xfrm>
              <a:off x="7422718" y="25938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79" name="pt14579"/>
            <p:cNvSpPr/>
            <p:nvPr/>
          </p:nvSpPr>
          <p:spPr>
            <a:xfrm>
              <a:off x="7480407" y="32401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0" name="pt14580"/>
            <p:cNvSpPr/>
            <p:nvPr/>
          </p:nvSpPr>
          <p:spPr>
            <a:xfrm>
              <a:off x="7384011" y="32841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1" name="pt14581"/>
            <p:cNvSpPr/>
            <p:nvPr/>
          </p:nvSpPr>
          <p:spPr>
            <a:xfrm>
              <a:off x="7410260" y="3195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2" name="pt14582"/>
            <p:cNvSpPr/>
            <p:nvPr/>
          </p:nvSpPr>
          <p:spPr>
            <a:xfrm>
              <a:off x="7493549" y="33036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3" name="pt14583"/>
            <p:cNvSpPr/>
            <p:nvPr/>
          </p:nvSpPr>
          <p:spPr>
            <a:xfrm>
              <a:off x="7363218" y="33371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4" name="pt14584"/>
            <p:cNvSpPr/>
            <p:nvPr/>
          </p:nvSpPr>
          <p:spPr>
            <a:xfrm>
              <a:off x="7472662" y="3230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5" name="pt14585"/>
            <p:cNvSpPr/>
            <p:nvPr/>
          </p:nvSpPr>
          <p:spPr>
            <a:xfrm>
              <a:off x="7475188" y="33418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6" name="pt14586"/>
            <p:cNvSpPr/>
            <p:nvPr/>
          </p:nvSpPr>
          <p:spPr>
            <a:xfrm>
              <a:off x="7475983" y="3263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7" name="pt14587"/>
            <p:cNvSpPr/>
            <p:nvPr/>
          </p:nvSpPr>
          <p:spPr>
            <a:xfrm>
              <a:off x="7535535" y="3264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8" name="pt14588"/>
            <p:cNvSpPr/>
            <p:nvPr/>
          </p:nvSpPr>
          <p:spPr>
            <a:xfrm>
              <a:off x="7473578" y="3264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89" name="pt14589"/>
            <p:cNvSpPr/>
            <p:nvPr/>
          </p:nvSpPr>
          <p:spPr>
            <a:xfrm>
              <a:off x="7453721" y="3245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0" name="pt14590"/>
            <p:cNvSpPr/>
            <p:nvPr/>
          </p:nvSpPr>
          <p:spPr>
            <a:xfrm>
              <a:off x="7437359" y="3259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1" name="pt14591"/>
            <p:cNvSpPr/>
            <p:nvPr/>
          </p:nvSpPr>
          <p:spPr>
            <a:xfrm>
              <a:off x="7404115" y="3225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2" name="pt14592"/>
            <p:cNvSpPr/>
            <p:nvPr/>
          </p:nvSpPr>
          <p:spPr>
            <a:xfrm>
              <a:off x="7481382" y="32864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3" name="pt14593"/>
            <p:cNvSpPr/>
            <p:nvPr/>
          </p:nvSpPr>
          <p:spPr>
            <a:xfrm>
              <a:off x="7415340" y="32512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4" name="pt14594"/>
            <p:cNvSpPr/>
            <p:nvPr/>
          </p:nvSpPr>
          <p:spPr>
            <a:xfrm>
              <a:off x="7430577" y="3281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5" name="pt14595"/>
            <p:cNvSpPr/>
            <p:nvPr/>
          </p:nvSpPr>
          <p:spPr>
            <a:xfrm>
              <a:off x="7361712" y="3269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6" name="pt14596"/>
            <p:cNvSpPr/>
            <p:nvPr/>
          </p:nvSpPr>
          <p:spPr>
            <a:xfrm>
              <a:off x="7439029" y="3259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7" name="pt14597"/>
            <p:cNvSpPr/>
            <p:nvPr/>
          </p:nvSpPr>
          <p:spPr>
            <a:xfrm>
              <a:off x="7398813" y="3100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8" name="pt14598"/>
            <p:cNvSpPr/>
            <p:nvPr/>
          </p:nvSpPr>
          <p:spPr>
            <a:xfrm>
              <a:off x="7467286" y="3265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599" name="pt14599"/>
            <p:cNvSpPr/>
            <p:nvPr/>
          </p:nvSpPr>
          <p:spPr>
            <a:xfrm>
              <a:off x="7418967" y="3274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0" name="pt14600"/>
            <p:cNvSpPr/>
            <p:nvPr/>
          </p:nvSpPr>
          <p:spPr>
            <a:xfrm>
              <a:off x="7450408" y="3285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1" name="pt14601"/>
            <p:cNvSpPr/>
            <p:nvPr/>
          </p:nvSpPr>
          <p:spPr>
            <a:xfrm>
              <a:off x="7387846" y="32888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2" name="pt14602"/>
            <p:cNvSpPr/>
            <p:nvPr/>
          </p:nvSpPr>
          <p:spPr>
            <a:xfrm>
              <a:off x="7531170" y="32526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3" name="pt14603"/>
            <p:cNvSpPr/>
            <p:nvPr/>
          </p:nvSpPr>
          <p:spPr>
            <a:xfrm>
              <a:off x="7483647" y="3231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4" name="pt14604"/>
            <p:cNvSpPr/>
            <p:nvPr/>
          </p:nvSpPr>
          <p:spPr>
            <a:xfrm>
              <a:off x="7496328" y="29661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5" name="pt14605"/>
            <p:cNvSpPr/>
            <p:nvPr/>
          </p:nvSpPr>
          <p:spPr>
            <a:xfrm>
              <a:off x="7421931" y="3265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6" name="pt14606"/>
            <p:cNvSpPr/>
            <p:nvPr/>
          </p:nvSpPr>
          <p:spPr>
            <a:xfrm>
              <a:off x="7359834" y="32596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7" name="pt14607"/>
            <p:cNvSpPr/>
            <p:nvPr/>
          </p:nvSpPr>
          <p:spPr>
            <a:xfrm>
              <a:off x="7392775" y="33865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8" name="pt14608"/>
            <p:cNvSpPr/>
            <p:nvPr/>
          </p:nvSpPr>
          <p:spPr>
            <a:xfrm>
              <a:off x="7484613" y="32862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09" name="pt14609"/>
            <p:cNvSpPr/>
            <p:nvPr/>
          </p:nvSpPr>
          <p:spPr>
            <a:xfrm>
              <a:off x="7533673" y="3259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0" name="pt14610"/>
            <p:cNvSpPr/>
            <p:nvPr/>
          </p:nvSpPr>
          <p:spPr>
            <a:xfrm>
              <a:off x="7463618" y="32502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1" name="pt14611"/>
            <p:cNvSpPr/>
            <p:nvPr/>
          </p:nvSpPr>
          <p:spPr>
            <a:xfrm>
              <a:off x="7488427" y="3314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2" name="pt14612"/>
            <p:cNvSpPr/>
            <p:nvPr/>
          </p:nvSpPr>
          <p:spPr>
            <a:xfrm>
              <a:off x="7481591" y="3232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3" name="pt14613"/>
            <p:cNvSpPr/>
            <p:nvPr/>
          </p:nvSpPr>
          <p:spPr>
            <a:xfrm>
              <a:off x="7471823" y="32777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4" name="pt14614"/>
            <p:cNvSpPr/>
            <p:nvPr/>
          </p:nvSpPr>
          <p:spPr>
            <a:xfrm>
              <a:off x="7456536" y="3282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5" name="pt14615"/>
            <p:cNvSpPr/>
            <p:nvPr/>
          </p:nvSpPr>
          <p:spPr>
            <a:xfrm>
              <a:off x="7475707" y="32251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6" name="pt14616"/>
            <p:cNvSpPr/>
            <p:nvPr/>
          </p:nvSpPr>
          <p:spPr>
            <a:xfrm>
              <a:off x="7418116" y="3345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7" name="pt14617"/>
            <p:cNvSpPr/>
            <p:nvPr/>
          </p:nvSpPr>
          <p:spPr>
            <a:xfrm>
              <a:off x="7439220" y="3278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8" name="pt14618"/>
            <p:cNvSpPr/>
            <p:nvPr/>
          </p:nvSpPr>
          <p:spPr>
            <a:xfrm>
              <a:off x="7508642" y="32811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19" name="pt14619"/>
            <p:cNvSpPr/>
            <p:nvPr/>
          </p:nvSpPr>
          <p:spPr>
            <a:xfrm>
              <a:off x="7442652" y="3240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0" name="pt14620"/>
            <p:cNvSpPr/>
            <p:nvPr/>
          </p:nvSpPr>
          <p:spPr>
            <a:xfrm>
              <a:off x="7419492" y="3315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1" name="pt14621"/>
            <p:cNvSpPr/>
            <p:nvPr/>
          </p:nvSpPr>
          <p:spPr>
            <a:xfrm>
              <a:off x="7397527" y="32694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2" name="pt14622"/>
            <p:cNvSpPr/>
            <p:nvPr/>
          </p:nvSpPr>
          <p:spPr>
            <a:xfrm>
              <a:off x="7439047" y="32729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3" name="pt14623"/>
            <p:cNvSpPr/>
            <p:nvPr/>
          </p:nvSpPr>
          <p:spPr>
            <a:xfrm>
              <a:off x="7406795" y="3253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4" name="pt14624"/>
            <p:cNvSpPr/>
            <p:nvPr/>
          </p:nvSpPr>
          <p:spPr>
            <a:xfrm>
              <a:off x="7433708" y="32614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5" name="pt14625"/>
            <p:cNvSpPr/>
            <p:nvPr/>
          </p:nvSpPr>
          <p:spPr>
            <a:xfrm>
              <a:off x="7457236" y="3254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6" name="pt14626"/>
            <p:cNvSpPr/>
            <p:nvPr/>
          </p:nvSpPr>
          <p:spPr>
            <a:xfrm>
              <a:off x="7487276" y="32589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7" name="pt14627"/>
            <p:cNvSpPr/>
            <p:nvPr/>
          </p:nvSpPr>
          <p:spPr>
            <a:xfrm>
              <a:off x="7410927" y="3269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8" name="pt14628"/>
            <p:cNvSpPr/>
            <p:nvPr/>
          </p:nvSpPr>
          <p:spPr>
            <a:xfrm>
              <a:off x="7487704" y="32531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29" name="pt14629"/>
            <p:cNvSpPr/>
            <p:nvPr/>
          </p:nvSpPr>
          <p:spPr>
            <a:xfrm>
              <a:off x="7480461" y="3249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0" name="pt14630"/>
            <p:cNvSpPr/>
            <p:nvPr/>
          </p:nvSpPr>
          <p:spPr>
            <a:xfrm>
              <a:off x="7436343" y="32821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1" name="pt14631"/>
            <p:cNvSpPr/>
            <p:nvPr/>
          </p:nvSpPr>
          <p:spPr>
            <a:xfrm>
              <a:off x="7429543" y="3266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2" name="pt14632"/>
            <p:cNvSpPr/>
            <p:nvPr/>
          </p:nvSpPr>
          <p:spPr>
            <a:xfrm>
              <a:off x="7469132" y="33989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3" name="pt14633"/>
            <p:cNvSpPr/>
            <p:nvPr/>
          </p:nvSpPr>
          <p:spPr>
            <a:xfrm>
              <a:off x="7463231" y="32855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4" name="pt14634"/>
            <p:cNvSpPr/>
            <p:nvPr/>
          </p:nvSpPr>
          <p:spPr>
            <a:xfrm>
              <a:off x="7437530" y="3237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5" name="pt14635"/>
            <p:cNvSpPr/>
            <p:nvPr/>
          </p:nvSpPr>
          <p:spPr>
            <a:xfrm>
              <a:off x="7451063" y="3253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6" name="pt14636"/>
            <p:cNvSpPr/>
            <p:nvPr/>
          </p:nvSpPr>
          <p:spPr>
            <a:xfrm>
              <a:off x="7524409" y="3288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7" name="pt14637"/>
            <p:cNvSpPr/>
            <p:nvPr/>
          </p:nvSpPr>
          <p:spPr>
            <a:xfrm>
              <a:off x="7486894" y="3286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8" name="pt14638"/>
            <p:cNvSpPr/>
            <p:nvPr/>
          </p:nvSpPr>
          <p:spPr>
            <a:xfrm>
              <a:off x="7449521" y="3254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39" name="pt14639"/>
            <p:cNvSpPr/>
            <p:nvPr/>
          </p:nvSpPr>
          <p:spPr>
            <a:xfrm>
              <a:off x="7448331" y="31611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0" name="pt14640"/>
            <p:cNvSpPr/>
            <p:nvPr/>
          </p:nvSpPr>
          <p:spPr>
            <a:xfrm>
              <a:off x="7470032" y="3281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1" name="pt14641"/>
            <p:cNvSpPr/>
            <p:nvPr/>
          </p:nvSpPr>
          <p:spPr>
            <a:xfrm>
              <a:off x="7472401" y="32730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2" name="pt14642"/>
            <p:cNvSpPr/>
            <p:nvPr/>
          </p:nvSpPr>
          <p:spPr>
            <a:xfrm>
              <a:off x="7383007" y="3294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3" name="pt14643"/>
            <p:cNvSpPr/>
            <p:nvPr/>
          </p:nvSpPr>
          <p:spPr>
            <a:xfrm>
              <a:off x="7442580" y="3273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4" name="pt14644"/>
            <p:cNvSpPr/>
            <p:nvPr/>
          </p:nvSpPr>
          <p:spPr>
            <a:xfrm>
              <a:off x="7457201" y="3324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5" name="pt14645"/>
            <p:cNvSpPr/>
            <p:nvPr/>
          </p:nvSpPr>
          <p:spPr>
            <a:xfrm>
              <a:off x="7459004" y="3306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6" name="pt14646"/>
            <p:cNvSpPr/>
            <p:nvPr/>
          </p:nvSpPr>
          <p:spPr>
            <a:xfrm>
              <a:off x="7449839" y="3300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7" name="pt14647"/>
            <p:cNvSpPr/>
            <p:nvPr/>
          </p:nvSpPr>
          <p:spPr>
            <a:xfrm>
              <a:off x="7426215" y="3256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8" name="pt14648"/>
            <p:cNvSpPr/>
            <p:nvPr/>
          </p:nvSpPr>
          <p:spPr>
            <a:xfrm>
              <a:off x="7541807" y="3232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49" name="pt14649"/>
            <p:cNvSpPr/>
            <p:nvPr/>
          </p:nvSpPr>
          <p:spPr>
            <a:xfrm>
              <a:off x="7376259" y="3296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0" name="pt14650"/>
            <p:cNvSpPr/>
            <p:nvPr/>
          </p:nvSpPr>
          <p:spPr>
            <a:xfrm>
              <a:off x="7555436" y="3292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1" name="pt14651"/>
            <p:cNvSpPr/>
            <p:nvPr/>
          </p:nvSpPr>
          <p:spPr>
            <a:xfrm>
              <a:off x="7403634" y="3256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2" name="pt14652"/>
            <p:cNvSpPr/>
            <p:nvPr/>
          </p:nvSpPr>
          <p:spPr>
            <a:xfrm>
              <a:off x="7431793" y="3251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3" name="pt14653"/>
            <p:cNvSpPr/>
            <p:nvPr/>
          </p:nvSpPr>
          <p:spPr>
            <a:xfrm>
              <a:off x="7486140" y="33128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4" name="pt14654"/>
            <p:cNvSpPr/>
            <p:nvPr/>
          </p:nvSpPr>
          <p:spPr>
            <a:xfrm>
              <a:off x="7434460" y="3280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5" name="pt14655"/>
            <p:cNvSpPr/>
            <p:nvPr/>
          </p:nvSpPr>
          <p:spPr>
            <a:xfrm>
              <a:off x="7386035" y="3280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6" name="pt14656"/>
            <p:cNvSpPr/>
            <p:nvPr/>
          </p:nvSpPr>
          <p:spPr>
            <a:xfrm>
              <a:off x="7478434" y="32756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7" name="pt14657"/>
            <p:cNvSpPr/>
            <p:nvPr/>
          </p:nvSpPr>
          <p:spPr>
            <a:xfrm>
              <a:off x="7493732" y="3342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8" name="pt14658"/>
            <p:cNvSpPr/>
            <p:nvPr/>
          </p:nvSpPr>
          <p:spPr>
            <a:xfrm>
              <a:off x="7419495" y="3232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59" name="pt14659"/>
            <p:cNvSpPr/>
            <p:nvPr/>
          </p:nvSpPr>
          <p:spPr>
            <a:xfrm>
              <a:off x="7492665" y="3242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0" name="pt14660"/>
            <p:cNvSpPr/>
            <p:nvPr/>
          </p:nvSpPr>
          <p:spPr>
            <a:xfrm>
              <a:off x="7451122" y="3257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1" name="pt14661"/>
            <p:cNvSpPr/>
            <p:nvPr/>
          </p:nvSpPr>
          <p:spPr>
            <a:xfrm>
              <a:off x="7443801" y="3341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2" name="pt14662"/>
            <p:cNvSpPr/>
            <p:nvPr/>
          </p:nvSpPr>
          <p:spPr>
            <a:xfrm>
              <a:off x="7484104" y="3319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3" name="pt14663"/>
            <p:cNvSpPr/>
            <p:nvPr/>
          </p:nvSpPr>
          <p:spPr>
            <a:xfrm>
              <a:off x="7462701" y="3334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4" name="pt14664"/>
            <p:cNvSpPr/>
            <p:nvPr/>
          </p:nvSpPr>
          <p:spPr>
            <a:xfrm>
              <a:off x="7399293" y="32745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5" name="pt14665"/>
            <p:cNvSpPr/>
            <p:nvPr/>
          </p:nvSpPr>
          <p:spPr>
            <a:xfrm>
              <a:off x="7470889" y="3258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6" name="pt14666"/>
            <p:cNvSpPr/>
            <p:nvPr/>
          </p:nvSpPr>
          <p:spPr>
            <a:xfrm>
              <a:off x="7392078" y="3241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7" name="pt14667"/>
            <p:cNvSpPr/>
            <p:nvPr/>
          </p:nvSpPr>
          <p:spPr>
            <a:xfrm>
              <a:off x="7446240" y="32118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8" name="pt14668"/>
            <p:cNvSpPr/>
            <p:nvPr/>
          </p:nvSpPr>
          <p:spPr>
            <a:xfrm>
              <a:off x="7413364" y="3249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69" name="pt14669"/>
            <p:cNvSpPr/>
            <p:nvPr/>
          </p:nvSpPr>
          <p:spPr>
            <a:xfrm>
              <a:off x="7460192" y="3271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0" name="pt14670"/>
            <p:cNvSpPr/>
            <p:nvPr/>
          </p:nvSpPr>
          <p:spPr>
            <a:xfrm>
              <a:off x="7446433" y="3337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1" name="pt14671"/>
            <p:cNvSpPr/>
            <p:nvPr/>
          </p:nvSpPr>
          <p:spPr>
            <a:xfrm>
              <a:off x="7483946" y="3244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2" name="pt14672"/>
            <p:cNvSpPr/>
            <p:nvPr/>
          </p:nvSpPr>
          <p:spPr>
            <a:xfrm>
              <a:off x="7507269" y="3261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3" name="pt14673"/>
            <p:cNvSpPr/>
            <p:nvPr/>
          </p:nvSpPr>
          <p:spPr>
            <a:xfrm>
              <a:off x="7650915" y="3293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4" name="pt14674"/>
            <p:cNvSpPr/>
            <p:nvPr/>
          </p:nvSpPr>
          <p:spPr>
            <a:xfrm>
              <a:off x="7428784" y="3220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5" name="pt14675"/>
            <p:cNvSpPr/>
            <p:nvPr/>
          </p:nvSpPr>
          <p:spPr>
            <a:xfrm>
              <a:off x="7435777" y="33279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6" name="pt14676"/>
            <p:cNvSpPr/>
            <p:nvPr/>
          </p:nvSpPr>
          <p:spPr>
            <a:xfrm>
              <a:off x="7493815" y="3287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7" name="pt14677"/>
            <p:cNvSpPr/>
            <p:nvPr/>
          </p:nvSpPr>
          <p:spPr>
            <a:xfrm>
              <a:off x="7410468" y="32800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8" name="pt14678"/>
            <p:cNvSpPr/>
            <p:nvPr/>
          </p:nvSpPr>
          <p:spPr>
            <a:xfrm>
              <a:off x="7499703" y="3349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79" name="pt14679"/>
            <p:cNvSpPr/>
            <p:nvPr/>
          </p:nvSpPr>
          <p:spPr>
            <a:xfrm>
              <a:off x="7458423" y="3267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0" name="pt14680"/>
            <p:cNvSpPr/>
            <p:nvPr/>
          </p:nvSpPr>
          <p:spPr>
            <a:xfrm>
              <a:off x="7562423" y="32904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1" name="pt14681"/>
            <p:cNvSpPr/>
            <p:nvPr/>
          </p:nvSpPr>
          <p:spPr>
            <a:xfrm>
              <a:off x="7511574" y="3233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2" name="pt14682"/>
            <p:cNvSpPr/>
            <p:nvPr/>
          </p:nvSpPr>
          <p:spPr>
            <a:xfrm>
              <a:off x="7461408" y="31592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3" name="pt14683"/>
            <p:cNvSpPr/>
            <p:nvPr/>
          </p:nvSpPr>
          <p:spPr>
            <a:xfrm>
              <a:off x="7500844" y="3246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4" name="pt14684"/>
            <p:cNvSpPr/>
            <p:nvPr/>
          </p:nvSpPr>
          <p:spPr>
            <a:xfrm>
              <a:off x="7482172" y="3205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5" name="pt14685"/>
            <p:cNvSpPr/>
            <p:nvPr/>
          </p:nvSpPr>
          <p:spPr>
            <a:xfrm>
              <a:off x="7427718" y="33705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6" name="pt14686"/>
            <p:cNvSpPr/>
            <p:nvPr/>
          </p:nvSpPr>
          <p:spPr>
            <a:xfrm>
              <a:off x="7561663" y="3169536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87" name="pt14687"/>
            <p:cNvSpPr/>
            <p:nvPr/>
          </p:nvSpPr>
          <p:spPr>
            <a:xfrm>
              <a:off x="7470038" y="3230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8" name="pt14688"/>
            <p:cNvSpPr/>
            <p:nvPr/>
          </p:nvSpPr>
          <p:spPr>
            <a:xfrm>
              <a:off x="7466634" y="3439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89" name="pt14689"/>
            <p:cNvSpPr/>
            <p:nvPr/>
          </p:nvSpPr>
          <p:spPr>
            <a:xfrm>
              <a:off x="7421442" y="3271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0" name="pt14690"/>
            <p:cNvSpPr/>
            <p:nvPr/>
          </p:nvSpPr>
          <p:spPr>
            <a:xfrm>
              <a:off x="7378663" y="3269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1" name="pt14691"/>
            <p:cNvSpPr/>
            <p:nvPr/>
          </p:nvSpPr>
          <p:spPr>
            <a:xfrm>
              <a:off x="7495009" y="3246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2" name="pt14692"/>
            <p:cNvSpPr/>
            <p:nvPr/>
          </p:nvSpPr>
          <p:spPr>
            <a:xfrm>
              <a:off x="7404819" y="3268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3" name="pt14693"/>
            <p:cNvSpPr/>
            <p:nvPr/>
          </p:nvSpPr>
          <p:spPr>
            <a:xfrm>
              <a:off x="7465994" y="3283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4" name="pt14694"/>
            <p:cNvSpPr/>
            <p:nvPr/>
          </p:nvSpPr>
          <p:spPr>
            <a:xfrm>
              <a:off x="7478529" y="3249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5" name="pt14695"/>
            <p:cNvSpPr/>
            <p:nvPr/>
          </p:nvSpPr>
          <p:spPr>
            <a:xfrm>
              <a:off x="7419075" y="33015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6" name="pt14696"/>
            <p:cNvSpPr/>
            <p:nvPr/>
          </p:nvSpPr>
          <p:spPr>
            <a:xfrm>
              <a:off x="7481428" y="3250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7" name="pt14697"/>
            <p:cNvSpPr/>
            <p:nvPr/>
          </p:nvSpPr>
          <p:spPr>
            <a:xfrm>
              <a:off x="7467728" y="3276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8" name="pt14698"/>
            <p:cNvSpPr/>
            <p:nvPr/>
          </p:nvSpPr>
          <p:spPr>
            <a:xfrm>
              <a:off x="7472382" y="3235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699" name="pt14699"/>
            <p:cNvSpPr/>
            <p:nvPr/>
          </p:nvSpPr>
          <p:spPr>
            <a:xfrm>
              <a:off x="7422718" y="3255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0" name="pt14700"/>
            <p:cNvSpPr/>
            <p:nvPr/>
          </p:nvSpPr>
          <p:spPr>
            <a:xfrm>
              <a:off x="7418122" y="3269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1" name="pt14701"/>
            <p:cNvSpPr/>
            <p:nvPr/>
          </p:nvSpPr>
          <p:spPr>
            <a:xfrm>
              <a:off x="7464976" y="3225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2" name="pt14702"/>
            <p:cNvSpPr/>
            <p:nvPr/>
          </p:nvSpPr>
          <p:spPr>
            <a:xfrm>
              <a:off x="7395229" y="3243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3" name="pt14703"/>
            <p:cNvSpPr/>
            <p:nvPr/>
          </p:nvSpPr>
          <p:spPr>
            <a:xfrm>
              <a:off x="7465472" y="3267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4" name="pt14704"/>
            <p:cNvSpPr/>
            <p:nvPr/>
          </p:nvSpPr>
          <p:spPr>
            <a:xfrm>
              <a:off x="7478063" y="3269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5" name="pt14705"/>
            <p:cNvSpPr/>
            <p:nvPr/>
          </p:nvSpPr>
          <p:spPr>
            <a:xfrm>
              <a:off x="7453043" y="3281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6" name="pt14706"/>
            <p:cNvSpPr/>
            <p:nvPr/>
          </p:nvSpPr>
          <p:spPr>
            <a:xfrm>
              <a:off x="7466435" y="3237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7" name="pt14707"/>
            <p:cNvSpPr/>
            <p:nvPr/>
          </p:nvSpPr>
          <p:spPr>
            <a:xfrm>
              <a:off x="7471151" y="3286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8" name="pt14708"/>
            <p:cNvSpPr/>
            <p:nvPr/>
          </p:nvSpPr>
          <p:spPr>
            <a:xfrm>
              <a:off x="7414962" y="3238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09" name="pt14709"/>
            <p:cNvSpPr/>
            <p:nvPr/>
          </p:nvSpPr>
          <p:spPr>
            <a:xfrm>
              <a:off x="7497629" y="3259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0" name="pt14710"/>
            <p:cNvSpPr/>
            <p:nvPr/>
          </p:nvSpPr>
          <p:spPr>
            <a:xfrm>
              <a:off x="7438458" y="33205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1" name="pt14711"/>
            <p:cNvSpPr/>
            <p:nvPr/>
          </p:nvSpPr>
          <p:spPr>
            <a:xfrm>
              <a:off x="7456496" y="3277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2" name="pt14712"/>
            <p:cNvSpPr/>
            <p:nvPr/>
          </p:nvSpPr>
          <p:spPr>
            <a:xfrm>
              <a:off x="7463530" y="3268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3" name="pt14713"/>
            <p:cNvSpPr/>
            <p:nvPr/>
          </p:nvSpPr>
          <p:spPr>
            <a:xfrm>
              <a:off x="7375075" y="3270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4" name="pt14714"/>
            <p:cNvSpPr/>
            <p:nvPr/>
          </p:nvSpPr>
          <p:spPr>
            <a:xfrm>
              <a:off x="7501531" y="3273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5" name="pt14715"/>
            <p:cNvSpPr/>
            <p:nvPr/>
          </p:nvSpPr>
          <p:spPr>
            <a:xfrm>
              <a:off x="7480608" y="32628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6" name="pt14716"/>
            <p:cNvSpPr/>
            <p:nvPr/>
          </p:nvSpPr>
          <p:spPr>
            <a:xfrm>
              <a:off x="7500186" y="3270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7" name="pt14717"/>
            <p:cNvSpPr/>
            <p:nvPr/>
          </p:nvSpPr>
          <p:spPr>
            <a:xfrm>
              <a:off x="7446293" y="3273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8" name="pt14718"/>
            <p:cNvSpPr/>
            <p:nvPr/>
          </p:nvSpPr>
          <p:spPr>
            <a:xfrm>
              <a:off x="7438396" y="3261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19" name="pt14719"/>
            <p:cNvSpPr/>
            <p:nvPr/>
          </p:nvSpPr>
          <p:spPr>
            <a:xfrm>
              <a:off x="7399852" y="3299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0" name="pt14720"/>
            <p:cNvSpPr/>
            <p:nvPr/>
          </p:nvSpPr>
          <p:spPr>
            <a:xfrm>
              <a:off x="7421604" y="3250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1" name="pt14721"/>
            <p:cNvSpPr/>
            <p:nvPr/>
          </p:nvSpPr>
          <p:spPr>
            <a:xfrm>
              <a:off x="7439021" y="3275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2" name="pt14722"/>
            <p:cNvSpPr/>
            <p:nvPr/>
          </p:nvSpPr>
          <p:spPr>
            <a:xfrm>
              <a:off x="7493362" y="33016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3" name="pt14723"/>
            <p:cNvSpPr/>
            <p:nvPr/>
          </p:nvSpPr>
          <p:spPr>
            <a:xfrm>
              <a:off x="7455975" y="3279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4" name="pt14724"/>
            <p:cNvSpPr/>
            <p:nvPr/>
          </p:nvSpPr>
          <p:spPr>
            <a:xfrm>
              <a:off x="7419582" y="3277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5" name="pt14725"/>
            <p:cNvSpPr/>
            <p:nvPr/>
          </p:nvSpPr>
          <p:spPr>
            <a:xfrm>
              <a:off x="7448988" y="3279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6" name="pt14726"/>
            <p:cNvSpPr/>
            <p:nvPr/>
          </p:nvSpPr>
          <p:spPr>
            <a:xfrm>
              <a:off x="7475368" y="32671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7" name="pt14727"/>
            <p:cNvSpPr/>
            <p:nvPr/>
          </p:nvSpPr>
          <p:spPr>
            <a:xfrm>
              <a:off x="7393044" y="3250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8" name="pt14728"/>
            <p:cNvSpPr/>
            <p:nvPr/>
          </p:nvSpPr>
          <p:spPr>
            <a:xfrm>
              <a:off x="7449161" y="32756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29" name="pt14729"/>
            <p:cNvSpPr/>
            <p:nvPr/>
          </p:nvSpPr>
          <p:spPr>
            <a:xfrm>
              <a:off x="7454516" y="3363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0" name="pt14730"/>
            <p:cNvSpPr/>
            <p:nvPr/>
          </p:nvSpPr>
          <p:spPr>
            <a:xfrm>
              <a:off x="7512597" y="3276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1" name="pt14731"/>
            <p:cNvSpPr/>
            <p:nvPr/>
          </p:nvSpPr>
          <p:spPr>
            <a:xfrm>
              <a:off x="7489797" y="3302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2" name="pt14732"/>
            <p:cNvSpPr/>
            <p:nvPr/>
          </p:nvSpPr>
          <p:spPr>
            <a:xfrm>
              <a:off x="7376613" y="3194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3" name="pt14733"/>
            <p:cNvSpPr/>
            <p:nvPr/>
          </p:nvSpPr>
          <p:spPr>
            <a:xfrm>
              <a:off x="7440253" y="3321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4" name="pt14734"/>
            <p:cNvSpPr/>
            <p:nvPr/>
          </p:nvSpPr>
          <p:spPr>
            <a:xfrm>
              <a:off x="7486119" y="3328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5" name="pt14735"/>
            <p:cNvSpPr/>
            <p:nvPr/>
          </p:nvSpPr>
          <p:spPr>
            <a:xfrm>
              <a:off x="7390403" y="32655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6" name="pt14736"/>
            <p:cNvSpPr/>
            <p:nvPr/>
          </p:nvSpPr>
          <p:spPr>
            <a:xfrm>
              <a:off x="7459980" y="3270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7" name="pt14737"/>
            <p:cNvSpPr/>
            <p:nvPr/>
          </p:nvSpPr>
          <p:spPr>
            <a:xfrm>
              <a:off x="7405448" y="3237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8" name="pt14738"/>
            <p:cNvSpPr/>
            <p:nvPr/>
          </p:nvSpPr>
          <p:spPr>
            <a:xfrm>
              <a:off x="7473143" y="3293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39" name="pt14739"/>
            <p:cNvSpPr/>
            <p:nvPr/>
          </p:nvSpPr>
          <p:spPr>
            <a:xfrm>
              <a:off x="7496751" y="3331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0" name="pt14740"/>
            <p:cNvSpPr/>
            <p:nvPr/>
          </p:nvSpPr>
          <p:spPr>
            <a:xfrm>
              <a:off x="7465296" y="3249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1" name="pt14741"/>
            <p:cNvSpPr/>
            <p:nvPr/>
          </p:nvSpPr>
          <p:spPr>
            <a:xfrm>
              <a:off x="7483395" y="3287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2" name="pt14742"/>
            <p:cNvSpPr/>
            <p:nvPr/>
          </p:nvSpPr>
          <p:spPr>
            <a:xfrm>
              <a:off x="7483888" y="3303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3" name="pt14743"/>
            <p:cNvSpPr/>
            <p:nvPr/>
          </p:nvSpPr>
          <p:spPr>
            <a:xfrm>
              <a:off x="7413499" y="3271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4" name="pt14744"/>
            <p:cNvSpPr/>
            <p:nvPr/>
          </p:nvSpPr>
          <p:spPr>
            <a:xfrm>
              <a:off x="7475748" y="3283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5" name="pt14745"/>
            <p:cNvSpPr/>
            <p:nvPr/>
          </p:nvSpPr>
          <p:spPr>
            <a:xfrm>
              <a:off x="7421337" y="3302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6" name="pt14746"/>
            <p:cNvSpPr/>
            <p:nvPr/>
          </p:nvSpPr>
          <p:spPr>
            <a:xfrm>
              <a:off x="7510600" y="3256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7" name="pt14747"/>
            <p:cNvSpPr/>
            <p:nvPr/>
          </p:nvSpPr>
          <p:spPr>
            <a:xfrm>
              <a:off x="7385963" y="3292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8" name="pt14748"/>
            <p:cNvSpPr/>
            <p:nvPr/>
          </p:nvSpPr>
          <p:spPr>
            <a:xfrm>
              <a:off x="7434023" y="3301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49" name="pt14749"/>
            <p:cNvSpPr/>
            <p:nvPr/>
          </p:nvSpPr>
          <p:spPr>
            <a:xfrm>
              <a:off x="7479952" y="3261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0" name="pt14750"/>
            <p:cNvSpPr/>
            <p:nvPr/>
          </p:nvSpPr>
          <p:spPr>
            <a:xfrm>
              <a:off x="7432425" y="32722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1" name="pt14751"/>
            <p:cNvSpPr/>
            <p:nvPr/>
          </p:nvSpPr>
          <p:spPr>
            <a:xfrm>
              <a:off x="7410697" y="3267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2" name="pt14752"/>
            <p:cNvSpPr/>
            <p:nvPr/>
          </p:nvSpPr>
          <p:spPr>
            <a:xfrm>
              <a:off x="7429881" y="3472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3" name="pt14753"/>
            <p:cNvSpPr/>
            <p:nvPr/>
          </p:nvSpPr>
          <p:spPr>
            <a:xfrm>
              <a:off x="7485893" y="3285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4" name="pt14754"/>
            <p:cNvSpPr/>
            <p:nvPr/>
          </p:nvSpPr>
          <p:spPr>
            <a:xfrm>
              <a:off x="7475214" y="31485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5" name="pt14755"/>
            <p:cNvSpPr/>
            <p:nvPr/>
          </p:nvSpPr>
          <p:spPr>
            <a:xfrm>
              <a:off x="7383789" y="32940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6" name="pt14756"/>
            <p:cNvSpPr/>
            <p:nvPr/>
          </p:nvSpPr>
          <p:spPr>
            <a:xfrm>
              <a:off x="7417183" y="3304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7" name="pt14757"/>
            <p:cNvSpPr/>
            <p:nvPr/>
          </p:nvSpPr>
          <p:spPr>
            <a:xfrm>
              <a:off x="7431855" y="3265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8" name="pt14758"/>
            <p:cNvSpPr/>
            <p:nvPr/>
          </p:nvSpPr>
          <p:spPr>
            <a:xfrm>
              <a:off x="7449970" y="3385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59" name="pt14759"/>
            <p:cNvSpPr/>
            <p:nvPr/>
          </p:nvSpPr>
          <p:spPr>
            <a:xfrm>
              <a:off x="7394098" y="32565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0" name="pt14760"/>
            <p:cNvSpPr/>
            <p:nvPr/>
          </p:nvSpPr>
          <p:spPr>
            <a:xfrm>
              <a:off x="7463275" y="3275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1" name="pt14761"/>
            <p:cNvSpPr/>
            <p:nvPr/>
          </p:nvSpPr>
          <p:spPr>
            <a:xfrm>
              <a:off x="7345823" y="32875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2" name="pt14762"/>
            <p:cNvSpPr/>
            <p:nvPr/>
          </p:nvSpPr>
          <p:spPr>
            <a:xfrm>
              <a:off x="7397684" y="3324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3" name="pt14763"/>
            <p:cNvSpPr/>
            <p:nvPr/>
          </p:nvSpPr>
          <p:spPr>
            <a:xfrm>
              <a:off x="7389305" y="32677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4" name="pt14764"/>
            <p:cNvSpPr/>
            <p:nvPr/>
          </p:nvSpPr>
          <p:spPr>
            <a:xfrm>
              <a:off x="7450746" y="33013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5" name="pt14765"/>
            <p:cNvSpPr/>
            <p:nvPr/>
          </p:nvSpPr>
          <p:spPr>
            <a:xfrm>
              <a:off x="7491881" y="3231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6" name="pt14766"/>
            <p:cNvSpPr/>
            <p:nvPr/>
          </p:nvSpPr>
          <p:spPr>
            <a:xfrm>
              <a:off x="7446974" y="32716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7" name="pt14767"/>
            <p:cNvSpPr/>
            <p:nvPr/>
          </p:nvSpPr>
          <p:spPr>
            <a:xfrm>
              <a:off x="7486756" y="3291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8" name="pt14768"/>
            <p:cNvSpPr/>
            <p:nvPr/>
          </p:nvSpPr>
          <p:spPr>
            <a:xfrm>
              <a:off x="7491675" y="3289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69" name="pt14769"/>
            <p:cNvSpPr/>
            <p:nvPr/>
          </p:nvSpPr>
          <p:spPr>
            <a:xfrm>
              <a:off x="7455029" y="3357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0" name="pt14770"/>
            <p:cNvSpPr/>
            <p:nvPr/>
          </p:nvSpPr>
          <p:spPr>
            <a:xfrm>
              <a:off x="7431846" y="3298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1" name="pt14771"/>
            <p:cNvSpPr/>
            <p:nvPr/>
          </p:nvSpPr>
          <p:spPr>
            <a:xfrm>
              <a:off x="7473800" y="32687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2" name="pt14772"/>
            <p:cNvSpPr/>
            <p:nvPr/>
          </p:nvSpPr>
          <p:spPr>
            <a:xfrm>
              <a:off x="7447130" y="32489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3" name="pt14773"/>
            <p:cNvSpPr/>
            <p:nvPr/>
          </p:nvSpPr>
          <p:spPr>
            <a:xfrm>
              <a:off x="7469649" y="3235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4" name="pt14774"/>
            <p:cNvSpPr/>
            <p:nvPr/>
          </p:nvSpPr>
          <p:spPr>
            <a:xfrm>
              <a:off x="7422007" y="3318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5" name="pt14775"/>
            <p:cNvSpPr/>
            <p:nvPr/>
          </p:nvSpPr>
          <p:spPr>
            <a:xfrm>
              <a:off x="7468904" y="3269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6" name="pt14776"/>
            <p:cNvSpPr/>
            <p:nvPr/>
          </p:nvSpPr>
          <p:spPr>
            <a:xfrm>
              <a:off x="7406186" y="3217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7" name="pt14777"/>
            <p:cNvSpPr/>
            <p:nvPr/>
          </p:nvSpPr>
          <p:spPr>
            <a:xfrm>
              <a:off x="7421340" y="3324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8" name="pt14778"/>
            <p:cNvSpPr/>
            <p:nvPr/>
          </p:nvSpPr>
          <p:spPr>
            <a:xfrm>
              <a:off x="7452399" y="32044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79" name="pt14779"/>
            <p:cNvSpPr/>
            <p:nvPr/>
          </p:nvSpPr>
          <p:spPr>
            <a:xfrm>
              <a:off x="7502737" y="3264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0" name="pt14780"/>
            <p:cNvSpPr/>
            <p:nvPr/>
          </p:nvSpPr>
          <p:spPr>
            <a:xfrm>
              <a:off x="7492285" y="3290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1" name="pt14781"/>
            <p:cNvSpPr/>
            <p:nvPr/>
          </p:nvSpPr>
          <p:spPr>
            <a:xfrm>
              <a:off x="7435745" y="3231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2" name="pt14782"/>
            <p:cNvSpPr/>
            <p:nvPr/>
          </p:nvSpPr>
          <p:spPr>
            <a:xfrm>
              <a:off x="7467126" y="3262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3" name="pt14783"/>
            <p:cNvSpPr/>
            <p:nvPr/>
          </p:nvSpPr>
          <p:spPr>
            <a:xfrm>
              <a:off x="7413948" y="3266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4" name="pt14784"/>
            <p:cNvSpPr/>
            <p:nvPr/>
          </p:nvSpPr>
          <p:spPr>
            <a:xfrm>
              <a:off x="7431471" y="3381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5" name="pt14785"/>
            <p:cNvSpPr/>
            <p:nvPr/>
          </p:nvSpPr>
          <p:spPr>
            <a:xfrm>
              <a:off x="7468985" y="32747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6" name="pt14786"/>
            <p:cNvSpPr/>
            <p:nvPr/>
          </p:nvSpPr>
          <p:spPr>
            <a:xfrm>
              <a:off x="7405627" y="33388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7" name="pt14787"/>
            <p:cNvSpPr/>
            <p:nvPr/>
          </p:nvSpPr>
          <p:spPr>
            <a:xfrm>
              <a:off x="7515542" y="3348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8" name="pt14788"/>
            <p:cNvSpPr/>
            <p:nvPr/>
          </p:nvSpPr>
          <p:spPr>
            <a:xfrm>
              <a:off x="7426166" y="3238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89" name="pt14789"/>
            <p:cNvSpPr/>
            <p:nvPr/>
          </p:nvSpPr>
          <p:spPr>
            <a:xfrm>
              <a:off x="7431768" y="32688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0" name="pt14790"/>
            <p:cNvSpPr/>
            <p:nvPr/>
          </p:nvSpPr>
          <p:spPr>
            <a:xfrm>
              <a:off x="7466955" y="32598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1" name="pt14791"/>
            <p:cNvSpPr/>
            <p:nvPr/>
          </p:nvSpPr>
          <p:spPr>
            <a:xfrm>
              <a:off x="7458091" y="3274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2" name="pt14792"/>
            <p:cNvSpPr/>
            <p:nvPr/>
          </p:nvSpPr>
          <p:spPr>
            <a:xfrm>
              <a:off x="7329809" y="3254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3" name="pt14793"/>
            <p:cNvSpPr/>
            <p:nvPr/>
          </p:nvSpPr>
          <p:spPr>
            <a:xfrm>
              <a:off x="7462839" y="32692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4" name="pt14794"/>
            <p:cNvSpPr/>
            <p:nvPr/>
          </p:nvSpPr>
          <p:spPr>
            <a:xfrm>
              <a:off x="7437607" y="3246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5" name="pt14795"/>
            <p:cNvSpPr/>
            <p:nvPr/>
          </p:nvSpPr>
          <p:spPr>
            <a:xfrm>
              <a:off x="7519273" y="3287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6" name="pt14796"/>
            <p:cNvSpPr/>
            <p:nvPr/>
          </p:nvSpPr>
          <p:spPr>
            <a:xfrm>
              <a:off x="7490243" y="32574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7" name="pt14797"/>
            <p:cNvSpPr/>
            <p:nvPr/>
          </p:nvSpPr>
          <p:spPr>
            <a:xfrm>
              <a:off x="7496145" y="3241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8" name="pt14798"/>
            <p:cNvSpPr/>
            <p:nvPr/>
          </p:nvSpPr>
          <p:spPr>
            <a:xfrm>
              <a:off x="7372830" y="3280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799" name="pt14799"/>
            <p:cNvSpPr/>
            <p:nvPr/>
          </p:nvSpPr>
          <p:spPr>
            <a:xfrm>
              <a:off x="7420006" y="3274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0" name="pt14800"/>
            <p:cNvSpPr/>
            <p:nvPr/>
          </p:nvSpPr>
          <p:spPr>
            <a:xfrm>
              <a:off x="7422446" y="3339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1" name="pt14801"/>
            <p:cNvSpPr/>
            <p:nvPr/>
          </p:nvSpPr>
          <p:spPr>
            <a:xfrm>
              <a:off x="7377421" y="32734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2" name="pt14802"/>
            <p:cNvSpPr/>
            <p:nvPr/>
          </p:nvSpPr>
          <p:spPr>
            <a:xfrm>
              <a:off x="7472107" y="32753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3" name="pt14803"/>
            <p:cNvSpPr/>
            <p:nvPr/>
          </p:nvSpPr>
          <p:spPr>
            <a:xfrm>
              <a:off x="7493725" y="3231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4" name="pt14804"/>
            <p:cNvSpPr/>
            <p:nvPr/>
          </p:nvSpPr>
          <p:spPr>
            <a:xfrm>
              <a:off x="7432297" y="3327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5" name="pt14805"/>
            <p:cNvSpPr/>
            <p:nvPr/>
          </p:nvSpPr>
          <p:spPr>
            <a:xfrm>
              <a:off x="7466105" y="3296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6" name="pt14806"/>
            <p:cNvSpPr/>
            <p:nvPr/>
          </p:nvSpPr>
          <p:spPr>
            <a:xfrm>
              <a:off x="7460388" y="3272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7" name="pt14807"/>
            <p:cNvSpPr/>
            <p:nvPr/>
          </p:nvSpPr>
          <p:spPr>
            <a:xfrm>
              <a:off x="7406629" y="3231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8" name="pt14808"/>
            <p:cNvSpPr/>
            <p:nvPr/>
          </p:nvSpPr>
          <p:spPr>
            <a:xfrm>
              <a:off x="7393164" y="3267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09" name="pt14809"/>
            <p:cNvSpPr/>
            <p:nvPr/>
          </p:nvSpPr>
          <p:spPr>
            <a:xfrm>
              <a:off x="7434677" y="3250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0" name="pt14810"/>
            <p:cNvSpPr/>
            <p:nvPr/>
          </p:nvSpPr>
          <p:spPr>
            <a:xfrm>
              <a:off x="7437061" y="3316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1" name="pt14811"/>
            <p:cNvSpPr/>
            <p:nvPr/>
          </p:nvSpPr>
          <p:spPr>
            <a:xfrm>
              <a:off x="7519918" y="3262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2" name="pt14812"/>
            <p:cNvSpPr/>
            <p:nvPr/>
          </p:nvSpPr>
          <p:spPr>
            <a:xfrm>
              <a:off x="7446289" y="3312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3" name="pt14813"/>
            <p:cNvSpPr/>
            <p:nvPr/>
          </p:nvSpPr>
          <p:spPr>
            <a:xfrm>
              <a:off x="7463900" y="32943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4" name="pt14814"/>
            <p:cNvSpPr/>
            <p:nvPr/>
          </p:nvSpPr>
          <p:spPr>
            <a:xfrm>
              <a:off x="7456208" y="32721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5" name="pt14815"/>
            <p:cNvSpPr/>
            <p:nvPr/>
          </p:nvSpPr>
          <p:spPr>
            <a:xfrm>
              <a:off x="7406891" y="3294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6" name="pt14816"/>
            <p:cNvSpPr/>
            <p:nvPr/>
          </p:nvSpPr>
          <p:spPr>
            <a:xfrm>
              <a:off x="7447067" y="32742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7" name="pt14817"/>
            <p:cNvSpPr/>
            <p:nvPr/>
          </p:nvSpPr>
          <p:spPr>
            <a:xfrm>
              <a:off x="7412763" y="3342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8" name="pt14818"/>
            <p:cNvSpPr/>
            <p:nvPr/>
          </p:nvSpPr>
          <p:spPr>
            <a:xfrm>
              <a:off x="7440824" y="32645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19" name="pt14819"/>
            <p:cNvSpPr/>
            <p:nvPr/>
          </p:nvSpPr>
          <p:spPr>
            <a:xfrm>
              <a:off x="7419214" y="3276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0" name="pt14820"/>
            <p:cNvSpPr/>
            <p:nvPr/>
          </p:nvSpPr>
          <p:spPr>
            <a:xfrm>
              <a:off x="7421565" y="32717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1" name="pt14821"/>
            <p:cNvSpPr/>
            <p:nvPr/>
          </p:nvSpPr>
          <p:spPr>
            <a:xfrm>
              <a:off x="7361798" y="3315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2" name="pt14822"/>
            <p:cNvSpPr/>
            <p:nvPr/>
          </p:nvSpPr>
          <p:spPr>
            <a:xfrm>
              <a:off x="7402982" y="32502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3" name="pt14823"/>
            <p:cNvSpPr/>
            <p:nvPr/>
          </p:nvSpPr>
          <p:spPr>
            <a:xfrm>
              <a:off x="7503205" y="3022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4" name="pt14824"/>
            <p:cNvSpPr/>
            <p:nvPr/>
          </p:nvSpPr>
          <p:spPr>
            <a:xfrm>
              <a:off x="7465367" y="3291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5" name="pt14825"/>
            <p:cNvSpPr/>
            <p:nvPr/>
          </p:nvSpPr>
          <p:spPr>
            <a:xfrm>
              <a:off x="7470242" y="3183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6" name="pt14826"/>
            <p:cNvSpPr/>
            <p:nvPr/>
          </p:nvSpPr>
          <p:spPr>
            <a:xfrm>
              <a:off x="7435515" y="32856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7" name="pt14827"/>
            <p:cNvSpPr/>
            <p:nvPr/>
          </p:nvSpPr>
          <p:spPr>
            <a:xfrm>
              <a:off x="7432969" y="32406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8" name="pt14828"/>
            <p:cNvSpPr/>
            <p:nvPr/>
          </p:nvSpPr>
          <p:spPr>
            <a:xfrm>
              <a:off x="7402789" y="32750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29" name="pt14829"/>
            <p:cNvSpPr/>
            <p:nvPr/>
          </p:nvSpPr>
          <p:spPr>
            <a:xfrm>
              <a:off x="7473745" y="3230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0" name="pt14830"/>
            <p:cNvSpPr/>
            <p:nvPr/>
          </p:nvSpPr>
          <p:spPr>
            <a:xfrm>
              <a:off x="7438205" y="32828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1" name="pt14831"/>
            <p:cNvSpPr/>
            <p:nvPr/>
          </p:nvSpPr>
          <p:spPr>
            <a:xfrm>
              <a:off x="7421217" y="3311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2" name="pt14832"/>
            <p:cNvSpPr/>
            <p:nvPr/>
          </p:nvSpPr>
          <p:spPr>
            <a:xfrm>
              <a:off x="7474721" y="3379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3" name="pt14833"/>
            <p:cNvSpPr/>
            <p:nvPr/>
          </p:nvSpPr>
          <p:spPr>
            <a:xfrm>
              <a:off x="7467523" y="3308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4" name="pt14834"/>
            <p:cNvSpPr/>
            <p:nvPr/>
          </p:nvSpPr>
          <p:spPr>
            <a:xfrm>
              <a:off x="7473420" y="32432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5" name="pt14835"/>
            <p:cNvSpPr/>
            <p:nvPr/>
          </p:nvSpPr>
          <p:spPr>
            <a:xfrm>
              <a:off x="7384958" y="3344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6" name="pt14836"/>
            <p:cNvSpPr/>
            <p:nvPr/>
          </p:nvSpPr>
          <p:spPr>
            <a:xfrm>
              <a:off x="7461796" y="3482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7" name="pt14837"/>
            <p:cNvSpPr/>
            <p:nvPr/>
          </p:nvSpPr>
          <p:spPr>
            <a:xfrm>
              <a:off x="7446843" y="32380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8" name="pt14838"/>
            <p:cNvSpPr/>
            <p:nvPr/>
          </p:nvSpPr>
          <p:spPr>
            <a:xfrm>
              <a:off x="7371233" y="3320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39" name="pt14839"/>
            <p:cNvSpPr/>
            <p:nvPr/>
          </p:nvSpPr>
          <p:spPr>
            <a:xfrm>
              <a:off x="7417856" y="32881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0" name="pt14840"/>
            <p:cNvSpPr/>
            <p:nvPr/>
          </p:nvSpPr>
          <p:spPr>
            <a:xfrm>
              <a:off x="7447440" y="32611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1" name="pt14841"/>
            <p:cNvSpPr/>
            <p:nvPr/>
          </p:nvSpPr>
          <p:spPr>
            <a:xfrm>
              <a:off x="7490418" y="3267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2" name="pt14842"/>
            <p:cNvSpPr/>
            <p:nvPr/>
          </p:nvSpPr>
          <p:spPr>
            <a:xfrm>
              <a:off x="7502723" y="3275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3" name="pt14843"/>
            <p:cNvSpPr/>
            <p:nvPr/>
          </p:nvSpPr>
          <p:spPr>
            <a:xfrm>
              <a:off x="7396612" y="32520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4" name="pt14844"/>
            <p:cNvSpPr/>
            <p:nvPr/>
          </p:nvSpPr>
          <p:spPr>
            <a:xfrm>
              <a:off x="7373267" y="31873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5" name="pt14845"/>
            <p:cNvSpPr/>
            <p:nvPr/>
          </p:nvSpPr>
          <p:spPr>
            <a:xfrm>
              <a:off x="7467731" y="3310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6" name="pt14846"/>
            <p:cNvSpPr/>
            <p:nvPr/>
          </p:nvSpPr>
          <p:spPr>
            <a:xfrm>
              <a:off x="7415341" y="3291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7" name="pt14847"/>
            <p:cNvSpPr/>
            <p:nvPr/>
          </p:nvSpPr>
          <p:spPr>
            <a:xfrm>
              <a:off x="7387943" y="3277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8" name="pt14848"/>
            <p:cNvSpPr/>
            <p:nvPr/>
          </p:nvSpPr>
          <p:spPr>
            <a:xfrm>
              <a:off x="7445128" y="3274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49" name="pt14849"/>
            <p:cNvSpPr/>
            <p:nvPr/>
          </p:nvSpPr>
          <p:spPr>
            <a:xfrm>
              <a:off x="7430921" y="3322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0" name="pt14850"/>
            <p:cNvSpPr/>
            <p:nvPr/>
          </p:nvSpPr>
          <p:spPr>
            <a:xfrm>
              <a:off x="7505678" y="32979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1" name="pt14851"/>
            <p:cNvSpPr/>
            <p:nvPr/>
          </p:nvSpPr>
          <p:spPr>
            <a:xfrm>
              <a:off x="7431560" y="3273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2" name="pt14852"/>
            <p:cNvSpPr/>
            <p:nvPr/>
          </p:nvSpPr>
          <p:spPr>
            <a:xfrm>
              <a:off x="7458491" y="32399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3" name="pt14853"/>
            <p:cNvSpPr/>
            <p:nvPr/>
          </p:nvSpPr>
          <p:spPr>
            <a:xfrm>
              <a:off x="7431619" y="3241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4" name="pt14854"/>
            <p:cNvSpPr/>
            <p:nvPr/>
          </p:nvSpPr>
          <p:spPr>
            <a:xfrm>
              <a:off x="7386305" y="3266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5" name="pt14855"/>
            <p:cNvSpPr/>
            <p:nvPr/>
          </p:nvSpPr>
          <p:spPr>
            <a:xfrm>
              <a:off x="7422065" y="3282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6" name="pt14856"/>
            <p:cNvSpPr/>
            <p:nvPr/>
          </p:nvSpPr>
          <p:spPr>
            <a:xfrm>
              <a:off x="7457343" y="32697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7" name="pt14857"/>
            <p:cNvSpPr/>
            <p:nvPr/>
          </p:nvSpPr>
          <p:spPr>
            <a:xfrm>
              <a:off x="7477710" y="3258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8" name="pt14858"/>
            <p:cNvSpPr/>
            <p:nvPr/>
          </p:nvSpPr>
          <p:spPr>
            <a:xfrm>
              <a:off x="7360642" y="33788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59" name="pt14859"/>
            <p:cNvSpPr/>
            <p:nvPr/>
          </p:nvSpPr>
          <p:spPr>
            <a:xfrm>
              <a:off x="7433235" y="3283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0" name="pt14860"/>
            <p:cNvSpPr/>
            <p:nvPr/>
          </p:nvSpPr>
          <p:spPr>
            <a:xfrm>
              <a:off x="7437985" y="3330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1" name="pt14861"/>
            <p:cNvSpPr/>
            <p:nvPr/>
          </p:nvSpPr>
          <p:spPr>
            <a:xfrm>
              <a:off x="7413608" y="3286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2" name="pt14862"/>
            <p:cNvSpPr/>
            <p:nvPr/>
          </p:nvSpPr>
          <p:spPr>
            <a:xfrm>
              <a:off x="7474419" y="32909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3" name="pt14863"/>
            <p:cNvSpPr/>
            <p:nvPr/>
          </p:nvSpPr>
          <p:spPr>
            <a:xfrm>
              <a:off x="7416934" y="3237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4" name="pt14864"/>
            <p:cNvSpPr/>
            <p:nvPr/>
          </p:nvSpPr>
          <p:spPr>
            <a:xfrm>
              <a:off x="7438798" y="3368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5" name="pt14865"/>
            <p:cNvSpPr/>
            <p:nvPr/>
          </p:nvSpPr>
          <p:spPr>
            <a:xfrm>
              <a:off x="7431367" y="3267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6" name="pt14866"/>
            <p:cNvSpPr/>
            <p:nvPr/>
          </p:nvSpPr>
          <p:spPr>
            <a:xfrm>
              <a:off x="7495694" y="3287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7" name="pt14867"/>
            <p:cNvSpPr/>
            <p:nvPr/>
          </p:nvSpPr>
          <p:spPr>
            <a:xfrm>
              <a:off x="7433749" y="3214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8" name="pt14868"/>
            <p:cNvSpPr/>
            <p:nvPr/>
          </p:nvSpPr>
          <p:spPr>
            <a:xfrm>
              <a:off x="7499240" y="3273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69" name="pt14869"/>
            <p:cNvSpPr/>
            <p:nvPr/>
          </p:nvSpPr>
          <p:spPr>
            <a:xfrm>
              <a:off x="7485386" y="3316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0" name="pt14870"/>
            <p:cNvSpPr/>
            <p:nvPr/>
          </p:nvSpPr>
          <p:spPr>
            <a:xfrm>
              <a:off x="7497413" y="3238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1" name="pt14871"/>
            <p:cNvSpPr/>
            <p:nvPr/>
          </p:nvSpPr>
          <p:spPr>
            <a:xfrm>
              <a:off x="7358380" y="3317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2" name="pt14872"/>
            <p:cNvSpPr/>
            <p:nvPr/>
          </p:nvSpPr>
          <p:spPr>
            <a:xfrm>
              <a:off x="7451693" y="3342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3" name="pt14873"/>
            <p:cNvSpPr/>
            <p:nvPr/>
          </p:nvSpPr>
          <p:spPr>
            <a:xfrm>
              <a:off x="7472748" y="3324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4" name="pt14874"/>
            <p:cNvSpPr/>
            <p:nvPr/>
          </p:nvSpPr>
          <p:spPr>
            <a:xfrm>
              <a:off x="7421461" y="3270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5" name="pt14875"/>
            <p:cNvSpPr/>
            <p:nvPr/>
          </p:nvSpPr>
          <p:spPr>
            <a:xfrm>
              <a:off x="7421589" y="3306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6" name="pt14876"/>
            <p:cNvSpPr/>
            <p:nvPr/>
          </p:nvSpPr>
          <p:spPr>
            <a:xfrm>
              <a:off x="7438748" y="3238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7" name="pt14877"/>
            <p:cNvSpPr/>
            <p:nvPr/>
          </p:nvSpPr>
          <p:spPr>
            <a:xfrm>
              <a:off x="7496952" y="32855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8" name="pt14878"/>
            <p:cNvSpPr/>
            <p:nvPr/>
          </p:nvSpPr>
          <p:spPr>
            <a:xfrm>
              <a:off x="7481333" y="32774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79" name="pt14879"/>
            <p:cNvSpPr/>
            <p:nvPr/>
          </p:nvSpPr>
          <p:spPr>
            <a:xfrm>
              <a:off x="7472645" y="3293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0" name="pt14880"/>
            <p:cNvSpPr/>
            <p:nvPr/>
          </p:nvSpPr>
          <p:spPr>
            <a:xfrm>
              <a:off x="7506040" y="3245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1" name="pt14881"/>
            <p:cNvSpPr/>
            <p:nvPr/>
          </p:nvSpPr>
          <p:spPr>
            <a:xfrm>
              <a:off x="7448654" y="3220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2" name="pt14882"/>
            <p:cNvSpPr/>
            <p:nvPr/>
          </p:nvSpPr>
          <p:spPr>
            <a:xfrm>
              <a:off x="7474683" y="32712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3" name="pt14883"/>
            <p:cNvSpPr/>
            <p:nvPr/>
          </p:nvSpPr>
          <p:spPr>
            <a:xfrm>
              <a:off x="7434921" y="32642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4" name="pt14884"/>
            <p:cNvSpPr/>
            <p:nvPr/>
          </p:nvSpPr>
          <p:spPr>
            <a:xfrm>
              <a:off x="7431200" y="3344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5" name="pt14885"/>
            <p:cNvSpPr/>
            <p:nvPr/>
          </p:nvSpPr>
          <p:spPr>
            <a:xfrm>
              <a:off x="7474371" y="33524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6" name="pt14886"/>
            <p:cNvSpPr/>
            <p:nvPr/>
          </p:nvSpPr>
          <p:spPr>
            <a:xfrm>
              <a:off x="7435333" y="3289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7" name="pt14887"/>
            <p:cNvSpPr/>
            <p:nvPr/>
          </p:nvSpPr>
          <p:spPr>
            <a:xfrm>
              <a:off x="7419286" y="3236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8" name="pt14888"/>
            <p:cNvSpPr/>
            <p:nvPr/>
          </p:nvSpPr>
          <p:spPr>
            <a:xfrm>
              <a:off x="7453578" y="3235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89" name="pt14889"/>
            <p:cNvSpPr/>
            <p:nvPr/>
          </p:nvSpPr>
          <p:spPr>
            <a:xfrm>
              <a:off x="7458228" y="3282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0" name="pt14890"/>
            <p:cNvSpPr/>
            <p:nvPr/>
          </p:nvSpPr>
          <p:spPr>
            <a:xfrm>
              <a:off x="7508410" y="3227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1" name="pt14891"/>
            <p:cNvSpPr/>
            <p:nvPr/>
          </p:nvSpPr>
          <p:spPr>
            <a:xfrm>
              <a:off x="7468207" y="3263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2" name="pt14892"/>
            <p:cNvSpPr/>
            <p:nvPr/>
          </p:nvSpPr>
          <p:spPr>
            <a:xfrm>
              <a:off x="7488442" y="3305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3" name="pt14893"/>
            <p:cNvSpPr/>
            <p:nvPr/>
          </p:nvSpPr>
          <p:spPr>
            <a:xfrm>
              <a:off x="7395288" y="33014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4" name="pt14894"/>
            <p:cNvSpPr/>
            <p:nvPr/>
          </p:nvSpPr>
          <p:spPr>
            <a:xfrm>
              <a:off x="7465676" y="3329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5" name="pt14895"/>
            <p:cNvSpPr/>
            <p:nvPr/>
          </p:nvSpPr>
          <p:spPr>
            <a:xfrm>
              <a:off x="7431120" y="32454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6" name="pt14896"/>
            <p:cNvSpPr/>
            <p:nvPr/>
          </p:nvSpPr>
          <p:spPr>
            <a:xfrm>
              <a:off x="7418239" y="3296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7" name="pt14897"/>
            <p:cNvSpPr/>
            <p:nvPr/>
          </p:nvSpPr>
          <p:spPr>
            <a:xfrm>
              <a:off x="7453819" y="3271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8" name="pt14898"/>
            <p:cNvSpPr/>
            <p:nvPr/>
          </p:nvSpPr>
          <p:spPr>
            <a:xfrm>
              <a:off x="7405397" y="3314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899" name="pt14899"/>
            <p:cNvSpPr/>
            <p:nvPr/>
          </p:nvSpPr>
          <p:spPr>
            <a:xfrm>
              <a:off x="7464777" y="32820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0" name="pt14900"/>
            <p:cNvSpPr/>
            <p:nvPr/>
          </p:nvSpPr>
          <p:spPr>
            <a:xfrm>
              <a:off x="7411019" y="3218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1" name="pt14901"/>
            <p:cNvSpPr/>
            <p:nvPr/>
          </p:nvSpPr>
          <p:spPr>
            <a:xfrm>
              <a:off x="7513113" y="3226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2" name="pt14902"/>
            <p:cNvSpPr/>
            <p:nvPr/>
          </p:nvSpPr>
          <p:spPr>
            <a:xfrm>
              <a:off x="7475238" y="32918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3" name="pt14903"/>
            <p:cNvSpPr/>
            <p:nvPr/>
          </p:nvSpPr>
          <p:spPr>
            <a:xfrm>
              <a:off x="7413668" y="32832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4" name="pt14904"/>
            <p:cNvSpPr/>
            <p:nvPr/>
          </p:nvSpPr>
          <p:spPr>
            <a:xfrm>
              <a:off x="7383225" y="32784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5" name="pt14905"/>
            <p:cNvSpPr/>
            <p:nvPr/>
          </p:nvSpPr>
          <p:spPr>
            <a:xfrm>
              <a:off x="7437687" y="3289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6" name="pt14906"/>
            <p:cNvSpPr/>
            <p:nvPr/>
          </p:nvSpPr>
          <p:spPr>
            <a:xfrm>
              <a:off x="7388033" y="32328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7" name="pt14907"/>
            <p:cNvSpPr/>
            <p:nvPr/>
          </p:nvSpPr>
          <p:spPr>
            <a:xfrm>
              <a:off x="7454442" y="32704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8" name="pt14908"/>
            <p:cNvSpPr/>
            <p:nvPr/>
          </p:nvSpPr>
          <p:spPr>
            <a:xfrm>
              <a:off x="7446461" y="32574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09" name="pt14909"/>
            <p:cNvSpPr/>
            <p:nvPr/>
          </p:nvSpPr>
          <p:spPr>
            <a:xfrm>
              <a:off x="7454141" y="3278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0" name="pt14910"/>
            <p:cNvSpPr/>
            <p:nvPr/>
          </p:nvSpPr>
          <p:spPr>
            <a:xfrm>
              <a:off x="7475069" y="3307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1" name="pt14911"/>
            <p:cNvSpPr/>
            <p:nvPr/>
          </p:nvSpPr>
          <p:spPr>
            <a:xfrm>
              <a:off x="7405902" y="32665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2" name="pt14912"/>
            <p:cNvSpPr/>
            <p:nvPr/>
          </p:nvSpPr>
          <p:spPr>
            <a:xfrm>
              <a:off x="7456317" y="32372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3" name="pt14913"/>
            <p:cNvSpPr/>
            <p:nvPr/>
          </p:nvSpPr>
          <p:spPr>
            <a:xfrm>
              <a:off x="7480419" y="3256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4" name="pt14914"/>
            <p:cNvSpPr/>
            <p:nvPr/>
          </p:nvSpPr>
          <p:spPr>
            <a:xfrm>
              <a:off x="7485256" y="32302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5" name="pt14915"/>
            <p:cNvSpPr/>
            <p:nvPr/>
          </p:nvSpPr>
          <p:spPr>
            <a:xfrm>
              <a:off x="7474789" y="3260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6" name="pt14916"/>
            <p:cNvSpPr/>
            <p:nvPr/>
          </p:nvSpPr>
          <p:spPr>
            <a:xfrm>
              <a:off x="7427913" y="3266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7" name="pt14917"/>
            <p:cNvSpPr/>
            <p:nvPr/>
          </p:nvSpPr>
          <p:spPr>
            <a:xfrm>
              <a:off x="7448644" y="3208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8" name="pt14918"/>
            <p:cNvSpPr/>
            <p:nvPr/>
          </p:nvSpPr>
          <p:spPr>
            <a:xfrm>
              <a:off x="7480816" y="32891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19" name="pt14919"/>
            <p:cNvSpPr/>
            <p:nvPr/>
          </p:nvSpPr>
          <p:spPr>
            <a:xfrm>
              <a:off x="7389437" y="33428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0" name="pt14920"/>
            <p:cNvSpPr/>
            <p:nvPr/>
          </p:nvSpPr>
          <p:spPr>
            <a:xfrm>
              <a:off x="7453983" y="32845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1" name="pt14921"/>
            <p:cNvSpPr/>
            <p:nvPr/>
          </p:nvSpPr>
          <p:spPr>
            <a:xfrm>
              <a:off x="7466200" y="32733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2" name="pt14922"/>
            <p:cNvSpPr/>
            <p:nvPr/>
          </p:nvSpPr>
          <p:spPr>
            <a:xfrm>
              <a:off x="7433145" y="3276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3" name="pt14923"/>
            <p:cNvSpPr/>
            <p:nvPr/>
          </p:nvSpPr>
          <p:spPr>
            <a:xfrm>
              <a:off x="7455001" y="3290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4" name="pt14924"/>
            <p:cNvSpPr/>
            <p:nvPr/>
          </p:nvSpPr>
          <p:spPr>
            <a:xfrm>
              <a:off x="7433656" y="3253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5" name="pt14925"/>
            <p:cNvSpPr/>
            <p:nvPr/>
          </p:nvSpPr>
          <p:spPr>
            <a:xfrm>
              <a:off x="7382087" y="3175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6" name="pt14926"/>
            <p:cNvSpPr/>
            <p:nvPr/>
          </p:nvSpPr>
          <p:spPr>
            <a:xfrm>
              <a:off x="7449015" y="32148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7" name="pt14927"/>
            <p:cNvSpPr/>
            <p:nvPr/>
          </p:nvSpPr>
          <p:spPr>
            <a:xfrm>
              <a:off x="7419322" y="3299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8" name="pt14928"/>
            <p:cNvSpPr/>
            <p:nvPr/>
          </p:nvSpPr>
          <p:spPr>
            <a:xfrm>
              <a:off x="7402432" y="3309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29" name="pt14929"/>
            <p:cNvSpPr/>
            <p:nvPr/>
          </p:nvSpPr>
          <p:spPr>
            <a:xfrm>
              <a:off x="7442932" y="3272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0" name="pt14930"/>
            <p:cNvSpPr/>
            <p:nvPr/>
          </p:nvSpPr>
          <p:spPr>
            <a:xfrm>
              <a:off x="7426160" y="3259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1" name="pt14931"/>
            <p:cNvSpPr/>
            <p:nvPr/>
          </p:nvSpPr>
          <p:spPr>
            <a:xfrm>
              <a:off x="7426054" y="32347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2" name="pt14932"/>
            <p:cNvSpPr/>
            <p:nvPr/>
          </p:nvSpPr>
          <p:spPr>
            <a:xfrm>
              <a:off x="7338831" y="3265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3" name="pt14933"/>
            <p:cNvSpPr/>
            <p:nvPr/>
          </p:nvSpPr>
          <p:spPr>
            <a:xfrm>
              <a:off x="7450646" y="3253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4" name="pt14934"/>
            <p:cNvSpPr/>
            <p:nvPr/>
          </p:nvSpPr>
          <p:spPr>
            <a:xfrm>
              <a:off x="7350733" y="32709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5" name="pt14935"/>
            <p:cNvSpPr/>
            <p:nvPr/>
          </p:nvSpPr>
          <p:spPr>
            <a:xfrm>
              <a:off x="7441615" y="3300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6" name="pt14936"/>
            <p:cNvSpPr/>
            <p:nvPr/>
          </p:nvSpPr>
          <p:spPr>
            <a:xfrm>
              <a:off x="7449174" y="32884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7" name="pt14937"/>
            <p:cNvSpPr/>
            <p:nvPr/>
          </p:nvSpPr>
          <p:spPr>
            <a:xfrm>
              <a:off x="7409169" y="3330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8" name="pt14938"/>
            <p:cNvSpPr/>
            <p:nvPr/>
          </p:nvSpPr>
          <p:spPr>
            <a:xfrm>
              <a:off x="7465785" y="3296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39" name="pt14939"/>
            <p:cNvSpPr/>
            <p:nvPr/>
          </p:nvSpPr>
          <p:spPr>
            <a:xfrm>
              <a:off x="7480281" y="3259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0" name="pt14940"/>
            <p:cNvSpPr/>
            <p:nvPr/>
          </p:nvSpPr>
          <p:spPr>
            <a:xfrm>
              <a:off x="7612400" y="32488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1" name="pt14941"/>
            <p:cNvSpPr/>
            <p:nvPr/>
          </p:nvSpPr>
          <p:spPr>
            <a:xfrm>
              <a:off x="7439055" y="3227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2" name="pt14942"/>
            <p:cNvSpPr/>
            <p:nvPr/>
          </p:nvSpPr>
          <p:spPr>
            <a:xfrm>
              <a:off x="7415524" y="3308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3" name="pt14943"/>
            <p:cNvSpPr/>
            <p:nvPr/>
          </p:nvSpPr>
          <p:spPr>
            <a:xfrm>
              <a:off x="7443867" y="3234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4" name="pt14944"/>
            <p:cNvSpPr/>
            <p:nvPr/>
          </p:nvSpPr>
          <p:spPr>
            <a:xfrm>
              <a:off x="7438989" y="3251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5" name="pt14945"/>
            <p:cNvSpPr/>
            <p:nvPr/>
          </p:nvSpPr>
          <p:spPr>
            <a:xfrm>
              <a:off x="7452832" y="3222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6" name="pt14946"/>
            <p:cNvSpPr/>
            <p:nvPr/>
          </p:nvSpPr>
          <p:spPr>
            <a:xfrm>
              <a:off x="7398005" y="3258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7" name="pt14947"/>
            <p:cNvSpPr/>
            <p:nvPr/>
          </p:nvSpPr>
          <p:spPr>
            <a:xfrm>
              <a:off x="7412593" y="3280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8" name="pt14948"/>
            <p:cNvSpPr/>
            <p:nvPr/>
          </p:nvSpPr>
          <p:spPr>
            <a:xfrm>
              <a:off x="7433737" y="3292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49" name="pt14949"/>
            <p:cNvSpPr/>
            <p:nvPr/>
          </p:nvSpPr>
          <p:spPr>
            <a:xfrm>
              <a:off x="7450552" y="3227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0" name="pt14950"/>
            <p:cNvSpPr/>
            <p:nvPr/>
          </p:nvSpPr>
          <p:spPr>
            <a:xfrm>
              <a:off x="7417581" y="3212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1" name="pt14951"/>
            <p:cNvSpPr/>
            <p:nvPr/>
          </p:nvSpPr>
          <p:spPr>
            <a:xfrm>
              <a:off x="7422320" y="3269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2" name="pt14952"/>
            <p:cNvSpPr/>
            <p:nvPr/>
          </p:nvSpPr>
          <p:spPr>
            <a:xfrm>
              <a:off x="7500423" y="3258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3" name="pt14953"/>
            <p:cNvSpPr/>
            <p:nvPr/>
          </p:nvSpPr>
          <p:spPr>
            <a:xfrm>
              <a:off x="7437588" y="32474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4" name="pt14954"/>
            <p:cNvSpPr/>
            <p:nvPr/>
          </p:nvSpPr>
          <p:spPr>
            <a:xfrm>
              <a:off x="7470245" y="3273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5" name="pt14955"/>
            <p:cNvSpPr/>
            <p:nvPr/>
          </p:nvSpPr>
          <p:spPr>
            <a:xfrm>
              <a:off x="7503472" y="3185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6" name="pt14956"/>
            <p:cNvSpPr/>
            <p:nvPr/>
          </p:nvSpPr>
          <p:spPr>
            <a:xfrm>
              <a:off x="7453918" y="3254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7" name="pt14957"/>
            <p:cNvSpPr/>
            <p:nvPr/>
          </p:nvSpPr>
          <p:spPr>
            <a:xfrm>
              <a:off x="7415175" y="3305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8" name="pt14958"/>
            <p:cNvSpPr/>
            <p:nvPr/>
          </p:nvSpPr>
          <p:spPr>
            <a:xfrm>
              <a:off x="7430353" y="3280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59" name="pt14959"/>
            <p:cNvSpPr/>
            <p:nvPr/>
          </p:nvSpPr>
          <p:spPr>
            <a:xfrm>
              <a:off x="7504375" y="3306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0" name="pt14960"/>
            <p:cNvSpPr/>
            <p:nvPr/>
          </p:nvSpPr>
          <p:spPr>
            <a:xfrm>
              <a:off x="7443348" y="3203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1" name="pt14961"/>
            <p:cNvSpPr/>
            <p:nvPr/>
          </p:nvSpPr>
          <p:spPr>
            <a:xfrm>
              <a:off x="7456608" y="3281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2" name="pt14962"/>
            <p:cNvSpPr/>
            <p:nvPr/>
          </p:nvSpPr>
          <p:spPr>
            <a:xfrm>
              <a:off x="7444952" y="33048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3" name="pt14963"/>
            <p:cNvSpPr/>
            <p:nvPr/>
          </p:nvSpPr>
          <p:spPr>
            <a:xfrm>
              <a:off x="7483038" y="3265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4" name="pt14964"/>
            <p:cNvSpPr/>
            <p:nvPr/>
          </p:nvSpPr>
          <p:spPr>
            <a:xfrm>
              <a:off x="7471595" y="32644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5" name="pt14965"/>
            <p:cNvSpPr/>
            <p:nvPr/>
          </p:nvSpPr>
          <p:spPr>
            <a:xfrm>
              <a:off x="7441459" y="3277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6" name="pt14966"/>
            <p:cNvSpPr/>
            <p:nvPr/>
          </p:nvSpPr>
          <p:spPr>
            <a:xfrm>
              <a:off x="7416994" y="3278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7" name="pt14967"/>
            <p:cNvSpPr/>
            <p:nvPr/>
          </p:nvSpPr>
          <p:spPr>
            <a:xfrm>
              <a:off x="7455426" y="3270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8" name="pt14968"/>
            <p:cNvSpPr/>
            <p:nvPr/>
          </p:nvSpPr>
          <p:spPr>
            <a:xfrm>
              <a:off x="7435907" y="3290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69" name="pt14969"/>
            <p:cNvSpPr/>
            <p:nvPr/>
          </p:nvSpPr>
          <p:spPr>
            <a:xfrm>
              <a:off x="7446078" y="3261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0" name="pt14970"/>
            <p:cNvSpPr/>
            <p:nvPr/>
          </p:nvSpPr>
          <p:spPr>
            <a:xfrm>
              <a:off x="7380422" y="3260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1" name="pt14971"/>
            <p:cNvSpPr/>
            <p:nvPr/>
          </p:nvSpPr>
          <p:spPr>
            <a:xfrm>
              <a:off x="7439470" y="32485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2" name="pt14972"/>
            <p:cNvSpPr/>
            <p:nvPr/>
          </p:nvSpPr>
          <p:spPr>
            <a:xfrm>
              <a:off x="7389877" y="32954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3" name="pt14973"/>
            <p:cNvSpPr/>
            <p:nvPr/>
          </p:nvSpPr>
          <p:spPr>
            <a:xfrm>
              <a:off x="7456062" y="3285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4" name="pt14974"/>
            <p:cNvSpPr/>
            <p:nvPr/>
          </p:nvSpPr>
          <p:spPr>
            <a:xfrm>
              <a:off x="7423309" y="3299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5" name="pt14975"/>
            <p:cNvSpPr/>
            <p:nvPr/>
          </p:nvSpPr>
          <p:spPr>
            <a:xfrm>
              <a:off x="7506411" y="3294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6" name="pt14976"/>
            <p:cNvSpPr/>
            <p:nvPr/>
          </p:nvSpPr>
          <p:spPr>
            <a:xfrm>
              <a:off x="7376774" y="3242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7" name="pt14977"/>
            <p:cNvSpPr/>
            <p:nvPr/>
          </p:nvSpPr>
          <p:spPr>
            <a:xfrm>
              <a:off x="7517349" y="3272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8" name="pt14978"/>
            <p:cNvSpPr/>
            <p:nvPr/>
          </p:nvSpPr>
          <p:spPr>
            <a:xfrm>
              <a:off x="7462305" y="32721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79" name="pt14979"/>
            <p:cNvSpPr/>
            <p:nvPr/>
          </p:nvSpPr>
          <p:spPr>
            <a:xfrm>
              <a:off x="7448994" y="3310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0" name="pt14980"/>
            <p:cNvSpPr/>
            <p:nvPr/>
          </p:nvSpPr>
          <p:spPr>
            <a:xfrm>
              <a:off x="7469588" y="3276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1" name="pt14981"/>
            <p:cNvSpPr/>
            <p:nvPr/>
          </p:nvSpPr>
          <p:spPr>
            <a:xfrm>
              <a:off x="7415965" y="3262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2" name="pt14982"/>
            <p:cNvSpPr/>
            <p:nvPr/>
          </p:nvSpPr>
          <p:spPr>
            <a:xfrm>
              <a:off x="7404851" y="33031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3" name="pt14983"/>
            <p:cNvSpPr/>
            <p:nvPr/>
          </p:nvSpPr>
          <p:spPr>
            <a:xfrm>
              <a:off x="7454335" y="3353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4" name="pt14984"/>
            <p:cNvSpPr/>
            <p:nvPr/>
          </p:nvSpPr>
          <p:spPr>
            <a:xfrm>
              <a:off x="7435693" y="2845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5" name="pt14985"/>
            <p:cNvSpPr/>
            <p:nvPr/>
          </p:nvSpPr>
          <p:spPr>
            <a:xfrm>
              <a:off x="7451771" y="3270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6" name="pt14986"/>
            <p:cNvSpPr/>
            <p:nvPr/>
          </p:nvSpPr>
          <p:spPr>
            <a:xfrm>
              <a:off x="7456562" y="3268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7" name="pt14987"/>
            <p:cNvSpPr/>
            <p:nvPr/>
          </p:nvSpPr>
          <p:spPr>
            <a:xfrm>
              <a:off x="7453353" y="31932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8" name="pt14988"/>
            <p:cNvSpPr/>
            <p:nvPr/>
          </p:nvSpPr>
          <p:spPr>
            <a:xfrm>
              <a:off x="7458957" y="3256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89" name="pt14989"/>
            <p:cNvSpPr/>
            <p:nvPr/>
          </p:nvSpPr>
          <p:spPr>
            <a:xfrm>
              <a:off x="7532212" y="3280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0" name="pt14990"/>
            <p:cNvSpPr/>
            <p:nvPr/>
          </p:nvSpPr>
          <p:spPr>
            <a:xfrm>
              <a:off x="7485035" y="3343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1" name="pt14991"/>
            <p:cNvSpPr/>
            <p:nvPr/>
          </p:nvSpPr>
          <p:spPr>
            <a:xfrm>
              <a:off x="7378555" y="3334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2" name="pt14992"/>
            <p:cNvSpPr/>
            <p:nvPr/>
          </p:nvSpPr>
          <p:spPr>
            <a:xfrm>
              <a:off x="7425059" y="3270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3" name="pt14993"/>
            <p:cNvSpPr/>
            <p:nvPr/>
          </p:nvSpPr>
          <p:spPr>
            <a:xfrm>
              <a:off x="7437407" y="3254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4" name="pt14994"/>
            <p:cNvSpPr/>
            <p:nvPr/>
          </p:nvSpPr>
          <p:spPr>
            <a:xfrm>
              <a:off x="7440988" y="3256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5" name="pt14995"/>
            <p:cNvSpPr/>
            <p:nvPr/>
          </p:nvSpPr>
          <p:spPr>
            <a:xfrm>
              <a:off x="7463423" y="3254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6" name="pt14996"/>
            <p:cNvSpPr/>
            <p:nvPr/>
          </p:nvSpPr>
          <p:spPr>
            <a:xfrm>
              <a:off x="7407609" y="3301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7" name="pt14997"/>
            <p:cNvSpPr/>
            <p:nvPr/>
          </p:nvSpPr>
          <p:spPr>
            <a:xfrm>
              <a:off x="7462375" y="3185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8" name="pt14998"/>
            <p:cNvSpPr/>
            <p:nvPr/>
          </p:nvSpPr>
          <p:spPr>
            <a:xfrm>
              <a:off x="7406220" y="3234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4999" name="pt14999"/>
            <p:cNvSpPr/>
            <p:nvPr/>
          </p:nvSpPr>
          <p:spPr>
            <a:xfrm>
              <a:off x="7370535" y="3258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0" name="pt15000"/>
            <p:cNvSpPr/>
            <p:nvPr/>
          </p:nvSpPr>
          <p:spPr>
            <a:xfrm>
              <a:off x="7432633" y="32171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1" name="pt15001"/>
            <p:cNvSpPr/>
            <p:nvPr/>
          </p:nvSpPr>
          <p:spPr>
            <a:xfrm>
              <a:off x="7410295" y="32919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2" name="pt15002"/>
            <p:cNvSpPr/>
            <p:nvPr/>
          </p:nvSpPr>
          <p:spPr>
            <a:xfrm>
              <a:off x="7444558" y="3285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3" name="pt15003"/>
            <p:cNvSpPr/>
            <p:nvPr/>
          </p:nvSpPr>
          <p:spPr>
            <a:xfrm>
              <a:off x="7464408" y="3269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4" name="pt15004"/>
            <p:cNvSpPr/>
            <p:nvPr/>
          </p:nvSpPr>
          <p:spPr>
            <a:xfrm>
              <a:off x="7405784" y="32733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5" name="pt15005"/>
            <p:cNvSpPr/>
            <p:nvPr/>
          </p:nvSpPr>
          <p:spPr>
            <a:xfrm>
              <a:off x="7426275" y="3250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6" name="pt15006"/>
            <p:cNvSpPr/>
            <p:nvPr/>
          </p:nvSpPr>
          <p:spPr>
            <a:xfrm>
              <a:off x="7393999" y="3367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7" name="pt15007"/>
            <p:cNvSpPr/>
            <p:nvPr/>
          </p:nvSpPr>
          <p:spPr>
            <a:xfrm>
              <a:off x="7444238" y="32547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8" name="pt15008"/>
            <p:cNvSpPr/>
            <p:nvPr/>
          </p:nvSpPr>
          <p:spPr>
            <a:xfrm>
              <a:off x="7431156" y="3190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09" name="pt15009"/>
            <p:cNvSpPr/>
            <p:nvPr/>
          </p:nvSpPr>
          <p:spPr>
            <a:xfrm>
              <a:off x="7419689" y="32683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0" name="pt15010"/>
            <p:cNvSpPr/>
            <p:nvPr/>
          </p:nvSpPr>
          <p:spPr>
            <a:xfrm>
              <a:off x="7436700" y="3236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1" name="pt15011"/>
            <p:cNvSpPr/>
            <p:nvPr/>
          </p:nvSpPr>
          <p:spPr>
            <a:xfrm>
              <a:off x="7470378" y="33064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2" name="pt15012"/>
            <p:cNvSpPr/>
            <p:nvPr/>
          </p:nvSpPr>
          <p:spPr>
            <a:xfrm>
              <a:off x="7456976" y="32998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3" name="pt15013"/>
            <p:cNvSpPr/>
            <p:nvPr/>
          </p:nvSpPr>
          <p:spPr>
            <a:xfrm>
              <a:off x="7459530" y="3207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4" name="pt15014"/>
            <p:cNvSpPr/>
            <p:nvPr/>
          </p:nvSpPr>
          <p:spPr>
            <a:xfrm>
              <a:off x="7455943" y="3228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5" name="pt15015"/>
            <p:cNvSpPr/>
            <p:nvPr/>
          </p:nvSpPr>
          <p:spPr>
            <a:xfrm>
              <a:off x="7457695" y="3278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6" name="pt15016"/>
            <p:cNvSpPr/>
            <p:nvPr/>
          </p:nvSpPr>
          <p:spPr>
            <a:xfrm>
              <a:off x="7476767" y="3323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7" name="pt15017"/>
            <p:cNvSpPr/>
            <p:nvPr/>
          </p:nvSpPr>
          <p:spPr>
            <a:xfrm>
              <a:off x="7377663" y="3281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8" name="pt15018"/>
            <p:cNvSpPr/>
            <p:nvPr/>
          </p:nvSpPr>
          <p:spPr>
            <a:xfrm>
              <a:off x="7397833" y="3254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19" name="pt15019"/>
            <p:cNvSpPr/>
            <p:nvPr/>
          </p:nvSpPr>
          <p:spPr>
            <a:xfrm>
              <a:off x="7437581" y="3290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0" name="pt15020"/>
            <p:cNvSpPr/>
            <p:nvPr/>
          </p:nvSpPr>
          <p:spPr>
            <a:xfrm>
              <a:off x="7387593" y="3338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1" name="pt15021"/>
            <p:cNvSpPr/>
            <p:nvPr/>
          </p:nvSpPr>
          <p:spPr>
            <a:xfrm>
              <a:off x="7432406" y="3277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2" name="pt15022"/>
            <p:cNvSpPr/>
            <p:nvPr/>
          </p:nvSpPr>
          <p:spPr>
            <a:xfrm>
              <a:off x="7396353" y="3278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3" name="pt15023"/>
            <p:cNvSpPr/>
            <p:nvPr/>
          </p:nvSpPr>
          <p:spPr>
            <a:xfrm>
              <a:off x="7400319" y="3289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4" name="pt15024"/>
            <p:cNvSpPr/>
            <p:nvPr/>
          </p:nvSpPr>
          <p:spPr>
            <a:xfrm>
              <a:off x="7407403" y="3339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5" name="pt15025"/>
            <p:cNvSpPr/>
            <p:nvPr/>
          </p:nvSpPr>
          <p:spPr>
            <a:xfrm>
              <a:off x="7496314" y="3286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6" name="pt15026"/>
            <p:cNvSpPr/>
            <p:nvPr/>
          </p:nvSpPr>
          <p:spPr>
            <a:xfrm>
              <a:off x="7508727" y="33040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7" name="pt15027"/>
            <p:cNvSpPr/>
            <p:nvPr/>
          </p:nvSpPr>
          <p:spPr>
            <a:xfrm>
              <a:off x="7479456" y="3247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8" name="pt15028"/>
            <p:cNvSpPr/>
            <p:nvPr/>
          </p:nvSpPr>
          <p:spPr>
            <a:xfrm>
              <a:off x="7465998" y="3350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29" name="pt15029"/>
            <p:cNvSpPr/>
            <p:nvPr/>
          </p:nvSpPr>
          <p:spPr>
            <a:xfrm>
              <a:off x="7446885" y="32820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0" name="pt15030"/>
            <p:cNvSpPr/>
            <p:nvPr/>
          </p:nvSpPr>
          <p:spPr>
            <a:xfrm>
              <a:off x="7475066" y="3178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1" name="pt15031"/>
            <p:cNvSpPr/>
            <p:nvPr/>
          </p:nvSpPr>
          <p:spPr>
            <a:xfrm>
              <a:off x="7459217" y="3225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2" name="pt15032"/>
            <p:cNvSpPr/>
            <p:nvPr/>
          </p:nvSpPr>
          <p:spPr>
            <a:xfrm>
              <a:off x="7470194" y="32545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3" name="pt15033"/>
            <p:cNvSpPr/>
            <p:nvPr/>
          </p:nvSpPr>
          <p:spPr>
            <a:xfrm>
              <a:off x="7460908" y="3342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4" name="pt15034"/>
            <p:cNvSpPr/>
            <p:nvPr/>
          </p:nvSpPr>
          <p:spPr>
            <a:xfrm>
              <a:off x="7481574" y="3296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5" name="pt15035"/>
            <p:cNvSpPr/>
            <p:nvPr/>
          </p:nvSpPr>
          <p:spPr>
            <a:xfrm>
              <a:off x="7476524" y="33265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6" name="pt15036"/>
            <p:cNvSpPr/>
            <p:nvPr/>
          </p:nvSpPr>
          <p:spPr>
            <a:xfrm>
              <a:off x="7401269" y="3317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7" name="pt15037"/>
            <p:cNvSpPr/>
            <p:nvPr/>
          </p:nvSpPr>
          <p:spPr>
            <a:xfrm>
              <a:off x="7492044" y="3240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8" name="pt15038"/>
            <p:cNvSpPr/>
            <p:nvPr/>
          </p:nvSpPr>
          <p:spPr>
            <a:xfrm>
              <a:off x="7447015" y="32737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39" name="pt15039"/>
            <p:cNvSpPr/>
            <p:nvPr/>
          </p:nvSpPr>
          <p:spPr>
            <a:xfrm>
              <a:off x="7519246" y="32266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0" name="pt15040"/>
            <p:cNvSpPr/>
            <p:nvPr/>
          </p:nvSpPr>
          <p:spPr>
            <a:xfrm>
              <a:off x="7435674" y="32340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1" name="pt15041"/>
            <p:cNvSpPr/>
            <p:nvPr/>
          </p:nvSpPr>
          <p:spPr>
            <a:xfrm>
              <a:off x="7490735" y="3204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2" name="pt15042"/>
            <p:cNvSpPr/>
            <p:nvPr/>
          </p:nvSpPr>
          <p:spPr>
            <a:xfrm>
              <a:off x="7404860" y="32926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3" name="pt15043"/>
            <p:cNvSpPr/>
            <p:nvPr/>
          </p:nvSpPr>
          <p:spPr>
            <a:xfrm>
              <a:off x="7389424" y="3352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4" name="pt15044"/>
            <p:cNvSpPr/>
            <p:nvPr/>
          </p:nvSpPr>
          <p:spPr>
            <a:xfrm>
              <a:off x="7462389" y="3201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5" name="pt15045"/>
            <p:cNvSpPr/>
            <p:nvPr/>
          </p:nvSpPr>
          <p:spPr>
            <a:xfrm>
              <a:off x="7395859" y="3273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6" name="pt15046"/>
            <p:cNvSpPr/>
            <p:nvPr/>
          </p:nvSpPr>
          <p:spPr>
            <a:xfrm>
              <a:off x="7447708" y="3227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7" name="pt15047"/>
            <p:cNvSpPr/>
            <p:nvPr/>
          </p:nvSpPr>
          <p:spPr>
            <a:xfrm>
              <a:off x="7405316" y="3285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8" name="pt15048"/>
            <p:cNvSpPr/>
            <p:nvPr/>
          </p:nvSpPr>
          <p:spPr>
            <a:xfrm>
              <a:off x="7493062" y="3269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49" name="pt15049"/>
            <p:cNvSpPr/>
            <p:nvPr/>
          </p:nvSpPr>
          <p:spPr>
            <a:xfrm>
              <a:off x="7439689" y="3324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0" name="pt15050"/>
            <p:cNvSpPr/>
            <p:nvPr/>
          </p:nvSpPr>
          <p:spPr>
            <a:xfrm>
              <a:off x="7444338" y="3227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1" name="pt15051"/>
            <p:cNvSpPr/>
            <p:nvPr/>
          </p:nvSpPr>
          <p:spPr>
            <a:xfrm>
              <a:off x="7529541" y="3256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2" name="pt15052"/>
            <p:cNvSpPr/>
            <p:nvPr/>
          </p:nvSpPr>
          <p:spPr>
            <a:xfrm>
              <a:off x="7378443" y="3264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3" name="pt15053"/>
            <p:cNvSpPr/>
            <p:nvPr/>
          </p:nvSpPr>
          <p:spPr>
            <a:xfrm>
              <a:off x="7542717" y="32408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4" name="pt15054"/>
            <p:cNvSpPr/>
            <p:nvPr/>
          </p:nvSpPr>
          <p:spPr>
            <a:xfrm>
              <a:off x="7522770" y="30576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5" name="pt15055"/>
            <p:cNvSpPr/>
            <p:nvPr/>
          </p:nvSpPr>
          <p:spPr>
            <a:xfrm>
              <a:off x="7413648" y="32850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6" name="pt15056"/>
            <p:cNvSpPr/>
            <p:nvPr/>
          </p:nvSpPr>
          <p:spPr>
            <a:xfrm>
              <a:off x="7385496" y="3351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7" name="pt15057"/>
            <p:cNvSpPr/>
            <p:nvPr/>
          </p:nvSpPr>
          <p:spPr>
            <a:xfrm>
              <a:off x="7454006" y="32778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8" name="pt15058"/>
            <p:cNvSpPr/>
            <p:nvPr/>
          </p:nvSpPr>
          <p:spPr>
            <a:xfrm>
              <a:off x="7404697" y="32974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59" name="pt15059"/>
            <p:cNvSpPr/>
            <p:nvPr/>
          </p:nvSpPr>
          <p:spPr>
            <a:xfrm>
              <a:off x="7479405" y="3205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0" name="pt15060"/>
            <p:cNvSpPr/>
            <p:nvPr/>
          </p:nvSpPr>
          <p:spPr>
            <a:xfrm>
              <a:off x="7426733" y="32735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1" name="pt15061"/>
            <p:cNvSpPr/>
            <p:nvPr/>
          </p:nvSpPr>
          <p:spPr>
            <a:xfrm>
              <a:off x="7427316" y="3257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2" name="pt15062"/>
            <p:cNvSpPr/>
            <p:nvPr/>
          </p:nvSpPr>
          <p:spPr>
            <a:xfrm>
              <a:off x="7458327" y="3266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3" name="pt15063"/>
            <p:cNvSpPr/>
            <p:nvPr/>
          </p:nvSpPr>
          <p:spPr>
            <a:xfrm>
              <a:off x="7427253" y="32642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4" name="pt15064"/>
            <p:cNvSpPr/>
            <p:nvPr/>
          </p:nvSpPr>
          <p:spPr>
            <a:xfrm>
              <a:off x="7388456" y="33166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5" name="pt15065"/>
            <p:cNvSpPr/>
            <p:nvPr/>
          </p:nvSpPr>
          <p:spPr>
            <a:xfrm>
              <a:off x="7449592" y="3255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6" name="pt15066"/>
            <p:cNvSpPr/>
            <p:nvPr/>
          </p:nvSpPr>
          <p:spPr>
            <a:xfrm>
              <a:off x="7410524" y="3339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7" name="pt15067"/>
            <p:cNvSpPr/>
            <p:nvPr/>
          </p:nvSpPr>
          <p:spPr>
            <a:xfrm>
              <a:off x="7374267" y="3255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8" name="pt15068"/>
            <p:cNvSpPr/>
            <p:nvPr/>
          </p:nvSpPr>
          <p:spPr>
            <a:xfrm>
              <a:off x="7415076" y="3343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69" name="pt15069"/>
            <p:cNvSpPr/>
            <p:nvPr/>
          </p:nvSpPr>
          <p:spPr>
            <a:xfrm>
              <a:off x="7488584" y="3267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0" name="pt15070"/>
            <p:cNvSpPr/>
            <p:nvPr/>
          </p:nvSpPr>
          <p:spPr>
            <a:xfrm>
              <a:off x="7413379" y="3277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1" name="pt15071"/>
            <p:cNvSpPr/>
            <p:nvPr/>
          </p:nvSpPr>
          <p:spPr>
            <a:xfrm>
              <a:off x="7491526" y="3291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2" name="pt15072"/>
            <p:cNvSpPr/>
            <p:nvPr/>
          </p:nvSpPr>
          <p:spPr>
            <a:xfrm>
              <a:off x="7449152" y="3277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3" name="pt15073"/>
            <p:cNvSpPr/>
            <p:nvPr/>
          </p:nvSpPr>
          <p:spPr>
            <a:xfrm>
              <a:off x="7423004" y="3276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4" name="pt15074"/>
            <p:cNvSpPr/>
            <p:nvPr/>
          </p:nvSpPr>
          <p:spPr>
            <a:xfrm>
              <a:off x="7445179" y="3287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5" name="pt15075"/>
            <p:cNvSpPr/>
            <p:nvPr/>
          </p:nvSpPr>
          <p:spPr>
            <a:xfrm>
              <a:off x="7422464" y="3316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6" name="pt15076"/>
            <p:cNvSpPr/>
            <p:nvPr/>
          </p:nvSpPr>
          <p:spPr>
            <a:xfrm>
              <a:off x="7522437" y="32764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7" name="pt15077"/>
            <p:cNvSpPr/>
            <p:nvPr/>
          </p:nvSpPr>
          <p:spPr>
            <a:xfrm>
              <a:off x="7444720" y="33474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8" name="pt15078"/>
            <p:cNvSpPr/>
            <p:nvPr/>
          </p:nvSpPr>
          <p:spPr>
            <a:xfrm>
              <a:off x="7474156" y="3199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79" name="pt15079"/>
            <p:cNvSpPr/>
            <p:nvPr/>
          </p:nvSpPr>
          <p:spPr>
            <a:xfrm>
              <a:off x="7433869" y="3267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0" name="pt15080"/>
            <p:cNvSpPr/>
            <p:nvPr/>
          </p:nvSpPr>
          <p:spPr>
            <a:xfrm>
              <a:off x="7401442" y="32736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1" name="pt15081"/>
            <p:cNvSpPr/>
            <p:nvPr/>
          </p:nvSpPr>
          <p:spPr>
            <a:xfrm>
              <a:off x="7461870" y="3266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2" name="pt15082"/>
            <p:cNvSpPr/>
            <p:nvPr/>
          </p:nvSpPr>
          <p:spPr>
            <a:xfrm>
              <a:off x="7437027" y="3267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3" name="pt15083"/>
            <p:cNvSpPr/>
            <p:nvPr/>
          </p:nvSpPr>
          <p:spPr>
            <a:xfrm>
              <a:off x="7445650" y="3269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4" name="pt15084"/>
            <p:cNvSpPr/>
            <p:nvPr/>
          </p:nvSpPr>
          <p:spPr>
            <a:xfrm>
              <a:off x="7447305" y="3256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5" name="pt15085"/>
            <p:cNvSpPr/>
            <p:nvPr/>
          </p:nvSpPr>
          <p:spPr>
            <a:xfrm>
              <a:off x="7484987" y="33047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6" name="pt15086"/>
            <p:cNvSpPr/>
            <p:nvPr/>
          </p:nvSpPr>
          <p:spPr>
            <a:xfrm>
              <a:off x="7504554" y="32916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7" name="pt15087"/>
            <p:cNvSpPr/>
            <p:nvPr/>
          </p:nvSpPr>
          <p:spPr>
            <a:xfrm>
              <a:off x="7466308" y="3252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8" name="pt15088"/>
            <p:cNvSpPr/>
            <p:nvPr/>
          </p:nvSpPr>
          <p:spPr>
            <a:xfrm>
              <a:off x="7442871" y="3354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89" name="pt15089"/>
            <p:cNvSpPr/>
            <p:nvPr/>
          </p:nvSpPr>
          <p:spPr>
            <a:xfrm>
              <a:off x="7486248" y="3269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0" name="pt15090"/>
            <p:cNvSpPr/>
            <p:nvPr/>
          </p:nvSpPr>
          <p:spPr>
            <a:xfrm>
              <a:off x="7450913" y="3235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1" name="pt15091"/>
            <p:cNvSpPr/>
            <p:nvPr/>
          </p:nvSpPr>
          <p:spPr>
            <a:xfrm>
              <a:off x="7479404" y="3292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2" name="pt15092"/>
            <p:cNvSpPr/>
            <p:nvPr/>
          </p:nvSpPr>
          <p:spPr>
            <a:xfrm>
              <a:off x="7526246" y="3272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3" name="pt15093"/>
            <p:cNvSpPr/>
            <p:nvPr/>
          </p:nvSpPr>
          <p:spPr>
            <a:xfrm>
              <a:off x="7524144" y="3267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4" name="pt15094"/>
            <p:cNvSpPr/>
            <p:nvPr/>
          </p:nvSpPr>
          <p:spPr>
            <a:xfrm>
              <a:off x="7434097" y="3211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5" name="pt15095"/>
            <p:cNvSpPr/>
            <p:nvPr/>
          </p:nvSpPr>
          <p:spPr>
            <a:xfrm>
              <a:off x="7442346" y="3258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6" name="pt15096"/>
            <p:cNvSpPr/>
            <p:nvPr/>
          </p:nvSpPr>
          <p:spPr>
            <a:xfrm>
              <a:off x="7384982" y="32822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7" name="pt15097"/>
            <p:cNvSpPr/>
            <p:nvPr/>
          </p:nvSpPr>
          <p:spPr>
            <a:xfrm>
              <a:off x="7487272" y="3280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8" name="pt15098"/>
            <p:cNvSpPr/>
            <p:nvPr/>
          </p:nvSpPr>
          <p:spPr>
            <a:xfrm>
              <a:off x="7404415" y="32961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099" name="pt15099"/>
            <p:cNvSpPr/>
            <p:nvPr/>
          </p:nvSpPr>
          <p:spPr>
            <a:xfrm>
              <a:off x="7423928" y="3260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0" name="pt15100"/>
            <p:cNvSpPr/>
            <p:nvPr/>
          </p:nvSpPr>
          <p:spPr>
            <a:xfrm>
              <a:off x="7493599" y="32655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1" name="pt15101"/>
            <p:cNvSpPr/>
            <p:nvPr/>
          </p:nvSpPr>
          <p:spPr>
            <a:xfrm>
              <a:off x="7326265" y="32723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2" name="pt15102"/>
            <p:cNvSpPr/>
            <p:nvPr/>
          </p:nvSpPr>
          <p:spPr>
            <a:xfrm>
              <a:off x="7421270" y="3301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3" name="pt15103"/>
            <p:cNvSpPr/>
            <p:nvPr/>
          </p:nvSpPr>
          <p:spPr>
            <a:xfrm>
              <a:off x="7413911" y="3224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4" name="pt15104"/>
            <p:cNvSpPr/>
            <p:nvPr/>
          </p:nvSpPr>
          <p:spPr>
            <a:xfrm>
              <a:off x="7498815" y="3308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5" name="pt15105"/>
            <p:cNvSpPr/>
            <p:nvPr/>
          </p:nvSpPr>
          <p:spPr>
            <a:xfrm>
              <a:off x="7423121" y="33125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6" name="pt15106"/>
            <p:cNvSpPr/>
            <p:nvPr/>
          </p:nvSpPr>
          <p:spPr>
            <a:xfrm>
              <a:off x="7436733" y="32922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7" name="pt15107"/>
            <p:cNvSpPr/>
            <p:nvPr/>
          </p:nvSpPr>
          <p:spPr>
            <a:xfrm>
              <a:off x="7504634" y="32688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8" name="pt15108"/>
            <p:cNvSpPr/>
            <p:nvPr/>
          </p:nvSpPr>
          <p:spPr>
            <a:xfrm>
              <a:off x="7507282" y="3259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09" name="pt15109"/>
            <p:cNvSpPr/>
            <p:nvPr/>
          </p:nvSpPr>
          <p:spPr>
            <a:xfrm>
              <a:off x="7489358" y="3280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0" name="pt15110"/>
            <p:cNvSpPr/>
            <p:nvPr/>
          </p:nvSpPr>
          <p:spPr>
            <a:xfrm>
              <a:off x="7432410" y="32422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1" name="pt15111"/>
            <p:cNvSpPr/>
            <p:nvPr/>
          </p:nvSpPr>
          <p:spPr>
            <a:xfrm>
              <a:off x="7433598" y="32553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2" name="pt15112"/>
            <p:cNvSpPr/>
            <p:nvPr/>
          </p:nvSpPr>
          <p:spPr>
            <a:xfrm>
              <a:off x="7375935" y="3258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3" name="pt15113"/>
            <p:cNvSpPr/>
            <p:nvPr/>
          </p:nvSpPr>
          <p:spPr>
            <a:xfrm>
              <a:off x="7414466" y="32093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4" name="pt15114"/>
            <p:cNvSpPr/>
            <p:nvPr/>
          </p:nvSpPr>
          <p:spPr>
            <a:xfrm>
              <a:off x="7471578" y="3311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5" name="pt15115"/>
            <p:cNvSpPr/>
            <p:nvPr/>
          </p:nvSpPr>
          <p:spPr>
            <a:xfrm>
              <a:off x="7471481" y="33941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6" name="pt15116"/>
            <p:cNvSpPr/>
            <p:nvPr/>
          </p:nvSpPr>
          <p:spPr>
            <a:xfrm>
              <a:off x="7415059" y="3237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7" name="pt15117"/>
            <p:cNvSpPr/>
            <p:nvPr/>
          </p:nvSpPr>
          <p:spPr>
            <a:xfrm>
              <a:off x="7414686" y="3272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8" name="pt15118"/>
            <p:cNvSpPr/>
            <p:nvPr/>
          </p:nvSpPr>
          <p:spPr>
            <a:xfrm>
              <a:off x="7399744" y="3238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19" name="pt15119"/>
            <p:cNvSpPr/>
            <p:nvPr/>
          </p:nvSpPr>
          <p:spPr>
            <a:xfrm>
              <a:off x="7511907" y="33190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0" name="pt15120"/>
            <p:cNvSpPr/>
            <p:nvPr/>
          </p:nvSpPr>
          <p:spPr>
            <a:xfrm>
              <a:off x="7383242" y="3338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1" name="pt15121"/>
            <p:cNvSpPr/>
            <p:nvPr/>
          </p:nvSpPr>
          <p:spPr>
            <a:xfrm>
              <a:off x="7482085" y="3369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2" name="pt15122"/>
            <p:cNvSpPr/>
            <p:nvPr/>
          </p:nvSpPr>
          <p:spPr>
            <a:xfrm>
              <a:off x="7419485" y="3346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3" name="pt15123"/>
            <p:cNvSpPr/>
            <p:nvPr/>
          </p:nvSpPr>
          <p:spPr>
            <a:xfrm>
              <a:off x="7458313" y="3261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4" name="pt15124"/>
            <p:cNvSpPr/>
            <p:nvPr/>
          </p:nvSpPr>
          <p:spPr>
            <a:xfrm>
              <a:off x="7512309" y="32537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5" name="pt15125"/>
            <p:cNvSpPr/>
            <p:nvPr/>
          </p:nvSpPr>
          <p:spPr>
            <a:xfrm>
              <a:off x="7379088" y="32953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6" name="pt15126"/>
            <p:cNvSpPr/>
            <p:nvPr/>
          </p:nvSpPr>
          <p:spPr>
            <a:xfrm>
              <a:off x="7394447" y="32697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7" name="pt15127"/>
            <p:cNvSpPr/>
            <p:nvPr/>
          </p:nvSpPr>
          <p:spPr>
            <a:xfrm>
              <a:off x="7429559" y="3291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8" name="pt15128"/>
            <p:cNvSpPr/>
            <p:nvPr/>
          </p:nvSpPr>
          <p:spPr>
            <a:xfrm>
              <a:off x="7439252" y="3267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29" name="pt15129"/>
            <p:cNvSpPr/>
            <p:nvPr/>
          </p:nvSpPr>
          <p:spPr>
            <a:xfrm>
              <a:off x="7507236" y="3271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0" name="pt15130"/>
            <p:cNvSpPr/>
            <p:nvPr/>
          </p:nvSpPr>
          <p:spPr>
            <a:xfrm>
              <a:off x="7478020" y="3253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1" name="pt15131"/>
            <p:cNvSpPr/>
            <p:nvPr/>
          </p:nvSpPr>
          <p:spPr>
            <a:xfrm>
              <a:off x="7487556" y="32820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2" name="pt15132"/>
            <p:cNvSpPr/>
            <p:nvPr/>
          </p:nvSpPr>
          <p:spPr>
            <a:xfrm>
              <a:off x="7442526" y="32662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3" name="pt15133"/>
            <p:cNvSpPr/>
            <p:nvPr/>
          </p:nvSpPr>
          <p:spPr>
            <a:xfrm>
              <a:off x="7416073" y="32762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4" name="pt15134"/>
            <p:cNvSpPr/>
            <p:nvPr/>
          </p:nvSpPr>
          <p:spPr>
            <a:xfrm>
              <a:off x="7482554" y="3284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5" name="pt15135"/>
            <p:cNvSpPr/>
            <p:nvPr/>
          </p:nvSpPr>
          <p:spPr>
            <a:xfrm>
              <a:off x="7464891" y="32606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6" name="pt15136"/>
            <p:cNvSpPr/>
            <p:nvPr/>
          </p:nvSpPr>
          <p:spPr>
            <a:xfrm>
              <a:off x="7484646" y="33624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7" name="pt15137"/>
            <p:cNvSpPr/>
            <p:nvPr/>
          </p:nvSpPr>
          <p:spPr>
            <a:xfrm>
              <a:off x="7503205" y="3261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8" name="pt15138"/>
            <p:cNvSpPr/>
            <p:nvPr/>
          </p:nvSpPr>
          <p:spPr>
            <a:xfrm>
              <a:off x="7474464" y="3242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39" name="pt15139"/>
            <p:cNvSpPr/>
            <p:nvPr/>
          </p:nvSpPr>
          <p:spPr>
            <a:xfrm>
              <a:off x="7444536" y="3259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0" name="pt15140"/>
            <p:cNvSpPr/>
            <p:nvPr/>
          </p:nvSpPr>
          <p:spPr>
            <a:xfrm>
              <a:off x="7407146" y="3288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1" name="pt15141"/>
            <p:cNvSpPr/>
            <p:nvPr/>
          </p:nvSpPr>
          <p:spPr>
            <a:xfrm>
              <a:off x="7435786" y="32605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2" name="pt15142"/>
            <p:cNvSpPr/>
            <p:nvPr/>
          </p:nvSpPr>
          <p:spPr>
            <a:xfrm>
              <a:off x="7386338" y="3257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3" name="pt15143"/>
            <p:cNvSpPr/>
            <p:nvPr/>
          </p:nvSpPr>
          <p:spPr>
            <a:xfrm>
              <a:off x="7443505" y="33087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4" name="pt15144"/>
            <p:cNvSpPr/>
            <p:nvPr/>
          </p:nvSpPr>
          <p:spPr>
            <a:xfrm>
              <a:off x="7483399" y="32898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5" name="pt15145"/>
            <p:cNvSpPr/>
            <p:nvPr/>
          </p:nvSpPr>
          <p:spPr>
            <a:xfrm>
              <a:off x="7474366" y="3274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6" name="pt15146"/>
            <p:cNvSpPr/>
            <p:nvPr/>
          </p:nvSpPr>
          <p:spPr>
            <a:xfrm>
              <a:off x="7385246" y="32220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7" name="pt15147"/>
            <p:cNvSpPr/>
            <p:nvPr/>
          </p:nvSpPr>
          <p:spPr>
            <a:xfrm>
              <a:off x="7339213" y="33314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8" name="pt15148"/>
            <p:cNvSpPr/>
            <p:nvPr/>
          </p:nvSpPr>
          <p:spPr>
            <a:xfrm>
              <a:off x="7513735" y="3242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49" name="pt15149"/>
            <p:cNvSpPr/>
            <p:nvPr/>
          </p:nvSpPr>
          <p:spPr>
            <a:xfrm>
              <a:off x="7424276" y="33136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0" name="pt15150"/>
            <p:cNvSpPr/>
            <p:nvPr/>
          </p:nvSpPr>
          <p:spPr>
            <a:xfrm>
              <a:off x="7524021" y="3331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1" name="pt15151"/>
            <p:cNvSpPr/>
            <p:nvPr/>
          </p:nvSpPr>
          <p:spPr>
            <a:xfrm>
              <a:off x="7390049" y="32839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2" name="pt15152"/>
            <p:cNvSpPr/>
            <p:nvPr/>
          </p:nvSpPr>
          <p:spPr>
            <a:xfrm>
              <a:off x="7416146" y="3334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3" name="pt15153"/>
            <p:cNvSpPr/>
            <p:nvPr/>
          </p:nvSpPr>
          <p:spPr>
            <a:xfrm>
              <a:off x="7446144" y="3373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4" name="pt15154"/>
            <p:cNvSpPr/>
            <p:nvPr/>
          </p:nvSpPr>
          <p:spPr>
            <a:xfrm>
              <a:off x="7485002" y="3302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5" name="pt15155"/>
            <p:cNvSpPr/>
            <p:nvPr/>
          </p:nvSpPr>
          <p:spPr>
            <a:xfrm>
              <a:off x="7443037" y="3274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6" name="pt15156"/>
            <p:cNvSpPr/>
            <p:nvPr/>
          </p:nvSpPr>
          <p:spPr>
            <a:xfrm>
              <a:off x="7465494" y="3284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7" name="pt15157"/>
            <p:cNvSpPr/>
            <p:nvPr/>
          </p:nvSpPr>
          <p:spPr>
            <a:xfrm>
              <a:off x="7452344" y="32982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8" name="pt15158"/>
            <p:cNvSpPr/>
            <p:nvPr/>
          </p:nvSpPr>
          <p:spPr>
            <a:xfrm>
              <a:off x="7403644" y="3318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59" name="pt15159"/>
            <p:cNvSpPr/>
            <p:nvPr/>
          </p:nvSpPr>
          <p:spPr>
            <a:xfrm>
              <a:off x="7440906" y="3214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0" name="pt15160"/>
            <p:cNvSpPr/>
            <p:nvPr/>
          </p:nvSpPr>
          <p:spPr>
            <a:xfrm>
              <a:off x="7454859" y="3264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1" name="pt15161"/>
            <p:cNvSpPr/>
            <p:nvPr/>
          </p:nvSpPr>
          <p:spPr>
            <a:xfrm>
              <a:off x="7341119" y="32454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2" name="pt15162"/>
            <p:cNvSpPr/>
            <p:nvPr/>
          </p:nvSpPr>
          <p:spPr>
            <a:xfrm>
              <a:off x="7416996" y="3282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3" name="pt15163"/>
            <p:cNvSpPr/>
            <p:nvPr/>
          </p:nvSpPr>
          <p:spPr>
            <a:xfrm>
              <a:off x="7402321" y="3273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4" name="pt15164"/>
            <p:cNvSpPr/>
            <p:nvPr/>
          </p:nvSpPr>
          <p:spPr>
            <a:xfrm>
              <a:off x="7447122" y="3280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5" name="pt15165"/>
            <p:cNvSpPr/>
            <p:nvPr/>
          </p:nvSpPr>
          <p:spPr>
            <a:xfrm>
              <a:off x="7425908" y="3328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6" name="pt15166"/>
            <p:cNvSpPr/>
            <p:nvPr/>
          </p:nvSpPr>
          <p:spPr>
            <a:xfrm>
              <a:off x="7453385" y="3256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7" name="pt15167"/>
            <p:cNvSpPr/>
            <p:nvPr/>
          </p:nvSpPr>
          <p:spPr>
            <a:xfrm>
              <a:off x="7495682" y="32658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8" name="pt15168"/>
            <p:cNvSpPr/>
            <p:nvPr/>
          </p:nvSpPr>
          <p:spPr>
            <a:xfrm>
              <a:off x="7376166" y="32558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69" name="pt15169"/>
            <p:cNvSpPr/>
            <p:nvPr/>
          </p:nvSpPr>
          <p:spPr>
            <a:xfrm>
              <a:off x="7402598" y="3273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0" name="pt15170"/>
            <p:cNvSpPr/>
            <p:nvPr/>
          </p:nvSpPr>
          <p:spPr>
            <a:xfrm>
              <a:off x="7406273" y="32774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1" name="pt15171"/>
            <p:cNvSpPr/>
            <p:nvPr/>
          </p:nvSpPr>
          <p:spPr>
            <a:xfrm>
              <a:off x="7509220" y="3230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2" name="pt15172"/>
            <p:cNvSpPr/>
            <p:nvPr/>
          </p:nvSpPr>
          <p:spPr>
            <a:xfrm>
              <a:off x="7425110" y="3343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3" name="pt15173"/>
            <p:cNvSpPr/>
            <p:nvPr/>
          </p:nvSpPr>
          <p:spPr>
            <a:xfrm>
              <a:off x="7418150" y="32508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4" name="pt15174"/>
            <p:cNvSpPr/>
            <p:nvPr/>
          </p:nvSpPr>
          <p:spPr>
            <a:xfrm>
              <a:off x="7465816" y="3277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5" name="pt15175"/>
            <p:cNvSpPr/>
            <p:nvPr/>
          </p:nvSpPr>
          <p:spPr>
            <a:xfrm>
              <a:off x="7507403" y="33393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6" name="pt15176"/>
            <p:cNvSpPr/>
            <p:nvPr/>
          </p:nvSpPr>
          <p:spPr>
            <a:xfrm>
              <a:off x="7461680" y="3262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7" name="pt15177"/>
            <p:cNvSpPr/>
            <p:nvPr/>
          </p:nvSpPr>
          <p:spPr>
            <a:xfrm>
              <a:off x="7488249" y="3264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8" name="pt15178"/>
            <p:cNvSpPr/>
            <p:nvPr/>
          </p:nvSpPr>
          <p:spPr>
            <a:xfrm>
              <a:off x="7410757" y="3250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79" name="pt15179"/>
            <p:cNvSpPr/>
            <p:nvPr/>
          </p:nvSpPr>
          <p:spPr>
            <a:xfrm>
              <a:off x="7515030" y="3283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0" name="pt15180"/>
            <p:cNvSpPr/>
            <p:nvPr/>
          </p:nvSpPr>
          <p:spPr>
            <a:xfrm>
              <a:off x="7553558" y="3267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1" name="pt15181"/>
            <p:cNvSpPr/>
            <p:nvPr/>
          </p:nvSpPr>
          <p:spPr>
            <a:xfrm>
              <a:off x="7450305" y="32545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2" name="pt15182"/>
            <p:cNvSpPr/>
            <p:nvPr/>
          </p:nvSpPr>
          <p:spPr>
            <a:xfrm>
              <a:off x="7520744" y="32593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3" name="pt15183"/>
            <p:cNvSpPr/>
            <p:nvPr/>
          </p:nvSpPr>
          <p:spPr>
            <a:xfrm>
              <a:off x="7455966" y="3271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4" name="pt15184"/>
            <p:cNvSpPr/>
            <p:nvPr/>
          </p:nvSpPr>
          <p:spPr>
            <a:xfrm>
              <a:off x="7489634" y="32635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5" name="pt15185"/>
            <p:cNvSpPr/>
            <p:nvPr/>
          </p:nvSpPr>
          <p:spPr>
            <a:xfrm>
              <a:off x="7379274" y="3300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6" name="pt15186"/>
            <p:cNvSpPr/>
            <p:nvPr/>
          </p:nvSpPr>
          <p:spPr>
            <a:xfrm>
              <a:off x="7442580" y="3299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7" name="pt15187"/>
            <p:cNvSpPr/>
            <p:nvPr/>
          </p:nvSpPr>
          <p:spPr>
            <a:xfrm>
              <a:off x="7509427" y="3229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8" name="pt15188"/>
            <p:cNvSpPr/>
            <p:nvPr/>
          </p:nvSpPr>
          <p:spPr>
            <a:xfrm>
              <a:off x="7462949" y="3247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89" name="pt15189"/>
            <p:cNvSpPr/>
            <p:nvPr/>
          </p:nvSpPr>
          <p:spPr>
            <a:xfrm>
              <a:off x="7428453" y="3261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0" name="pt15190"/>
            <p:cNvSpPr/>
            <p:nvPr/>
          </p:nvSpPr>
          <p:spPr>
            <a:xfrm>
              <a:off x="7453927" y="32409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1" name="pt15191"/>
            <p:cNvSpPr/>
            <p:nvPr/>
          </p:nvSpPr>
          <p:spPr>
            <a:xfrm>
              <a:off x="7468653" y="3166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2" name="pt15192"/>
            <p:cNvSpPr/>
            <p:nvPr/>
          </p:nvSpPr>
          <p:spPr>
            <a:xfrm>
              <a:off x="7444926" y="32778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3" name="pt15193"/>
            <p:cNvSpPr/>
            <p:nvPr/>
          </p:nvSpPr>
          <p:spPr>
            <a:xfrm>
              <a:off x="7493591" y="3266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4" name="pt15194"/>
            <p:cNvSpPr/>
            <p:nvPr/>
          </p:nvSpPr>
          <p:spPr>
            <a:xfrm>
              <a:off x="7479942" y="33011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5" name="pt15195"/>
            <p:cNvSpPr/>
            <p:nvPr/>
          </p:nvSpPr>
          <p:spPr>
            <a:xfrm>
              <a:off x="7450237" y="3266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6" name="pt15196"/>
            <p:cNvSpPr/>
            <p:nvPr/>
          </p:nvSpPr>
          <p:spPr>
            <a:xfrm>
              <a:off x="7446422" y="32505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7" name="pt15197"/>
            <p:cNvSpPr/>
            <p:nvPr/>
          </p:nvSpPr>
          <p:spPr>
            <a:xfrm>
              <a:off x="7457753" y="3268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8" name="pt15198"/>
            <p:cNvSpPr/>
            <p:nvPr/>
          </p:nvSpPr>
          <p:spPr>
            <a:xfrm>
              <a:off x="7395494" y="33125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199" name="pt15199"/>
            <p:cNvSpPr/>
            <p:nvPr/>
          </p:nvSpPr>
          <p:spPr>
            <a:xfrm>
              <a:off x="7533938" y="3326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0" name="pt15200"/>
            <p:cNvSpPr/>
            <p:nvPr/>
          </p:nvSpPr>
          <p:spPr>
            <a:xfrm>
              <a:off x="7503784" y="3233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1" name="pt15201"/>
            <p:cNvSpPr/>
            <p:nvPr/>
          </p:nvSpPr>
          <p:spPr>
            <a:xfrm>
              <a:off x="7435573" y="3247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2" name="pt15202"/>
            <p:cNvSpPr/>
            <p:nvPr/>
          </p:nvSpPr>
          <p:spPr>
            <a:xfrm>
              <a:off x="7429757" y="32307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3" name="pt15203"/>
            <p:cNvSpPr/>
            <p:nvPr/>
          </p:nvSpPr>
          <p:spPr>
            <a:xfrm>
              <a:off x="7459771" y="33458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4" name="pt15204"/>
            <p:cNvSpPr/>
            <p:nvPr/>
          </p:nvSpPr>
          <p:spPr>
            <a:xfrm>
              <a:off x="7497553" y="32759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5" name="pt15205"/>
            <p:cNvSpPr/>
            <p:nvPr/>
          </p:nvSpPr>
          <p:spPr>
            <a:xfrm>
              <a:off x="7426785" y="32970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6" name="pt15206"/>
            <p:cNvSpPr/>
            <p:nvPr/>
          </p:nvSpPr>
          <p:spPr>
            <a:xfrm>
              <a:off x="7385224" y="3211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7" name="pt15207"/>
            <p:cNvSpPr/>
            <p:nvPr/>
          </p:nvSpPr>
          <p:spPr>
            <a:xfrm>
              <a:off x="7435490" y="3272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08" name="pt15208"/>
            <p:cNvSpPr/>
            <p:nvPr/>
          </p:nvSpPr>
          <p:spPr>
            <a:xfrm>
              <a:off x="7544519" y="3118167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09" name="pt15209"/>
            <p:cNvSpPr/>
            <p:nvPr/>
          </p:nvSpPr>
          <p:spPr>
            <a:xfrm>
              <a:off x="7452627" y="3315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0" name="pt15210"/>
            <p:cNvSpPr/>
            <p:nvPr/>
          </p:nvSpPr>
          <p:spPr>
            <a:xfrm>
              <a:off x="7426161" y="3250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1" name="pt15211"/>
            <p:cNvSpPr/>
            <p:nvPr/>
          </p:nvSpPr>
          <p:spPr>
            <a:xfrm>
              <a:off x="7367900" y="3257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2" name="pt15212"/>
            <p:cNvSpPr/>
            <p:nvPr/>
          </p:nvSpPr>
          <p:spPr>
            <a:xfrm>
              <a:off x="7467946" y="3300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3" name="pt15213"/>
            <p:cNvSpPr/>
            <p:nvPr/>
          </p:nvSpPr>
          <p:spPr>
            <a:xfrm>
              <a:off x="7511177" y="3138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4" name="pt15214"/>
            <p:cNvSpPr/>
            <p:nvPr/>
          </p:nvSpPr>
          <p:spPr>
            <a:xfrm>
              <a:off x="7567143" y="32170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5" name="pt15215"/>
            <p:cNvSpPr/>
            <p:nvPr/>
          </p:nvSpPr>
          <p:spPr>
            <a:xfrm>
              <a:off x="7453997" y="3258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6" name="pt15216"/>
            <p:cNvSpPr/>
            <p:nvPr/>
          </p:nvSpPr>
          <p:spPr>
            <a:xfrm>
              <a:off x="7428754" y="3260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7" name="pt15217"/>
            <p:cNvSpPr/>
            <p:nvPr/>
          </p:nvSpPr>
          <p:spPr>
            <a:xfrm>
              <a:off x="7475672" y="3007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8" name="pt15218"/>
            <p:cNvSpPr/>
            <p:nvPr/>
          </p:nvSpPr>
          <p:spPr>
            <a:xfrm>
              <a:off x="7395134" y="3177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19" name="pt15219"/>
            <p:cNvSpPr/>
            <p:nvPr/>
          </p:nvSpPr>
          <p:spPr>
            <a:xfrm>
              <a:off x="7386828" y="32600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0" name="pt15220"/>
            <p:cNvSpPr/>
            <p:nvPr/>
          </p:nvSpPr>
          <p:spPr>
            <a:xfrm>
              <a:off x="7469545" y="32593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1" name="pt15221"/>
            <p:cNvSpPr/>
            <p:nvPr/>
          </p:nvSpPr>
          <p:spPr>
            <a:xfrm>
              <a:off x="7426902" y="3297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2" name="pt15222"/>
            <p:cNvSpPr/>
            <p:nvPr/>
          </p:nvSpPr>
          <p:spPr>
            <a:xfrm>
              <a:off x="7472331" y="32646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3" name="pt15223"/>
            <p:cNvSpPr/>
            <p:nvPr/>
          </p:nvSpPr>
          <p:spPr>
            <a:xfrm>
              <a:off x="7476383" y="32815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4" name="pt15224"/>
            <p:cNvSpPr/>
            <p:nvPr/>
          </p:nvSpPr>
          <p:spPr>
            <a:xfrm>
              <a:off x="7482523" y="32786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5" name="pt15225"/>
            <p:cNvSpPr/>
            <p:nvPr/>
          </p:nvSpPr>
          <p:spPr>
            <a:xfrm>
              <a:off x="7441009" y="3265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6" name="pt15226"/>
            <p:cNvSpPr/>
            <p:nvPr/>
          </p:nvSpPr>
          <p:spPr>
            <a:xfrm>
              <a:off x="7422996" y="33132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7" name="pt15227"/>
            <p:cNvSpPr/>
            <p:nvPr/>
          </p:nvSpPr>
          <p:spPr>
            <a:xfrm>
              <a:off x="7411372" y="3278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8" name="pt15228"/>
            <p:cNvSpPr/>
            <p:nvPr/>
          </p:nvSpPr>
          <p:spPr>
            <a:xfrm>
              <a:off x="7412729" y="3271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29" name="pt15229"/>
            <p:cNvSpPr/>
            <p:nvPr/>
          </p:nvSpPr>
          <p:spPr>
            <a:xfrm>
              <a:off x="7438542" y="3267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0" name="pt15230"/>
            <p:cNvSpPr/>
            <p:nvPr/>
          </p:nvSpPr>
          <p:spPr>
            <a:xfrm>
              <a:off x="7540327" y="32621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1" name="pt15231"/>
            <p:cNvSpPr/>
            <p:nvPr/>
          </p:nvSpPr>
          <p:spPr>
            <a:xfrm>
              <a:off x="7407006" y="3246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2" name="pt15232"/>
            <p:cNvSpPr/>
            <p:nvPr/>
          </p:nvSpPr>
          <p:spPr>
            <a:xfrm>
              <a:off x="7440323" y="3276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3" name="pt15233"/>
            <p:cNvSpPr/>
            <p:nvPr/>
          </p:nvSpPr>
          <p:spPr>
            <a:xfrm>
              <a:off x="7450420" y="3365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4" name="pt15234"/>
            <p:cNvSpPr/>
            <p:nvPr/>
          </p:nvSpPr>
          <p:spPr>
            <a:xfrm>
              <a:off x="7494088" y="32693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5" name="pt15235"/>
            <p:cNvSpPr/>
            <p:nvPr/>
          </p:nvSpPr>
          <p:spPr>
            <a:xfrm>
              <a:off x="7440975" y="32483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6" name="pt15236"/>
            <p:cNvSpPr/>
            <p:nvPr/>
          </p:nvSpPr>
          <p:spPr>
            <a:xfrm>
              <a:off x="7401956" y="3195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7" name="pt15237"/>
            <p:cNvSpPr/>
            <p:nvPr/>
          </p:nvSpPr>
          <p:spPr>
            <a:xfrm>
              <a:off x="7463099" y="3210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8" name="pt15238"/>
            <p:cNvSpPr/>
            <p:nvPr/>
          </p:nvSpPr>
          <p:spPr>
            <a:xfrm>
              <a:off x="7473106" y="3274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39" name="pt15239"/>
            <p:cNvSpPr/>
            <p:nvPr/>
          </p:nvSpPr>
          <p:spPr>
            <a:xfrm>
              <a:off x="7449932" y="33285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0" name="pt15240"/>
            <p:cNvSpPr/>
            <p:nvPr/>
          </p:nvSpPr>
          <p:spPr>
            <a:xfrm>
              <a:off x="7468844" y="32772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1" name="pt15241"/>
            <p:cNvSpPr/>
            <p:nvPr/>
          </p:nvSpPr>
          <p:spPr>
            <a:xfrm>
              <a:off x="7492447" y="3333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2" name="pt15242"/>
            <p:cNvSpPr/>
            <p:nvPr/>
          </p:nvSpPr>
          <p:spPr>
            <a:xfrm>
              <a:off x="7441883" y="3236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3" name="pt15243"/>
            <p:cNvSpPr/>
            <p:nvPr/>
          </p:nvSpPr>
          <p:spPr>
            <a:xfrm>
              <a:off x="7422452" y="3253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4" name="pt15244"/>
            <p:cNvSpPr/>
            <p:nvPr/>
          </p:nvSpPr>
          <p:spPr>
            <a:xfrm>
              <a:off x="7458101" y="3343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5" name="pt15245"/>
            <p:cNvSpPr/>
            <p:nvPr/>
          </p:nvSpPr>
          <p:spPr>
            <a:xfrm>
              <a:off x="7444447" y="32991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6" name="pt15246"/>
            <p:cNvSpPr/>
            <p:nvPr/>
          </p:nvSpPr>
          <p:spPr>
            <a:xfrm>
              <a:off x="7428352" y="32885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7" name="pt15247"/>
            <p:cNvSpPr/>
            <p:nvPr/>
          </p:nvSpPr>
          <p:spPr>
            <a:xfrm>
              <a:off x="7400700" y="3326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8" name="pt15248"/>
            <p:cNvSpPr/>
            <p:nvPr/>
          </p:nvSpPr>
          <p:spPr>
            <a:xfrm>
              <a:off x="7444946" y="32864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49" name="pt15249"/>
            <p:cNvSpPr/>
            <p:nvPr/>
          </p:nvSpPr>
          <p:spPr>
            <a:xfrm>
              <a:off x="7451877" y="32398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0" name="pt15250"/>
            <p:cNvSpPr/>
            <p:nvPr/>
          </p:nvSpPr>
          <p:spPr>
            <a:xfrm>
              <a:off x="7374186" y="32933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1" name="pt15251"/>
            <p:cNvSpPr/>
            <p:nvPr/>
          </p:nvSpPr>
          <p:spPr>
            <a:xfrm>
              <a:off x="7530650" y="3253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2" name="pt15252"/>
            <p:cNvSpPr/>
            <p:nvPr/>
          </p:nvSpPr>
          <p:spPr>
            <a:xfrm>
              <a:off x="7445145" y="3238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3" name="pt15253"/>
            <p:cNvSpPr/>
            <p:nvPr/>
          </p:nvSpPr>
          <p:spPr>
            <a:xfrm>
              <a:off x="7403025" y="3285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4" name="pt15254"/>
            <p:cNvSpPr/>
            <p:nvPr/>
          </p:nvSpPr>
          <p:spPr>
            <a:xfrm>
              <a:off x="7447532" y="3338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5" name="pt15255"/>
            <p:cNvSpPr/>
            <p:nvPr/>
          </p:nvSpPr>
          <p:spPr>
            <a:xfrm>
              <a:off x="7429030" y="3281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6" name="pt15256"/>
            <p:cNvSpPr/>
            <p:nvPr/>
          </p:nvSpPr>
          <p:spPr>
            <a:xfrm>
              <a:off x="7414325" y="3290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7" name="pt15257"/>
            <p:cNvSpPr/>
            <p:nvPr/>
          </p:nvSpPr>
          <p:spPr>
            <a:xfrm>
              <a:off x="7416132" y="3353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8" name="pt15258"/>
            <p:cNvSpPr/>
            <p:nvPr/>
          </p:nvSpPr>
          <p:spPr>
            <a:xfrm>
              <a:off x="7405650" y="3284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59" name="pt15259"/>
            <p:cNvSpPr/>
            <p:nvPr/>
          </p:nvSpPr>
          <p:spPr>
            <a:xfrm>
              <a:off x="7415612" y="32761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0" name="pt15260"/>
            <p:cNvSpPr/>
            <p:nvPr/>
          </p:nvSpPr>
          <p:spPr>
            <a:xfrm>
              <a:off x="7501820" y="3282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1" name="pt15261"/>
            <p:cNvSpPr/>
            <p:nvPr/>
          </p:nvSpPr>
          <p:spPr>
            <a:xfrm>
              <a:off x="7391303" y="32830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2" name="pt15262"/>
            <p:cNvSpPr/>
            <p:nvPr/>
          </p:nvSpPr>
          <p:spPr>
            <a:xfrm>
              <a:off x="7407647" y="3266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3" name="pt15263"/>
            <p:cNvSpPr/>
            <p:nvPr/>
          </p:nvSpPr>
          <p:spPr>
            <a:xfrm>
              <a:off x="7499053" y="3332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4" name="pt15264"/>
            <p:cNvSpPr/>
            <p:nvPr/>
          </p:nvSpPr>
          <p:spPr>
            <a:xfrm>
              <a:off x="7406025" y="32894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5" name="pt15265"/>
            <p:cNvSpPr/>
            <p:nvPr/>
          </p:nvSpPr>
          <p:spPr>
            <a:xfrm>
              <a:off x="7442405" y="31915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6" name="pt15266"/>
            <p:cNvSpPr/>
            <p:nvPr/>
          </p:nvSpPr>
          <p:spPr>
            <a:xfrm>
              <a:off x="7457755" y="32179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7" name="pt15267"/>
            <p:cNvSpPr/>
            <p:nvPr/>
          </p:nvSpPr>
          <p:spPr>
            <a:xfrm>
              <a:off x="7445156" y="3275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8" name="pt15268"/>
            <p:cNvSpPr/>
            <p:nvPr/>
          </p:nvSpPr>
          <p:spPr>
            <a:xfrm>
              <a:off x="7411404" y="3291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69" name="pt15269"/>
            <p:cNvSpPr/>
            <p:nvPr/>
          </p:nvSpPr>
          <p:spPr>
            <a:xfrm>
              <a:off x="7470958" y="3288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0" name="pt15270"/>
            <p:cNvSpPr/>
            <p:nvPr/>
          </p:nvSpPr>
          <p:spPr>
            <a:xfrm>
              <a:off x="7490754" y="32906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1" name="pt15271"/>
            <p:cNvSpPr/>
            <p:nvPr/>
          </p:nvSpPr>
          <p:spPr>
            <a:xfrm>
              <a:off x="7399171" y="3308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2" name="pt15272"/>
            <p:cNvSpPr/>
            <p:nvPr/>
          </p:nvSpPr>
          <p:spPr>
            <a:xfrm>
              <a:off x="7392396" y="3245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3" name="pt15273"/>
            <p:cNvSpPr/>
            <p:nvPr/>
          </p:nvSpPr>
          <p:spPr>
            <a:xfrm>
              <a:off x="7431785" y="32564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4" name="pt15274"/>
            <p:cNvSpPr/>
            <p:nvPr/>
          </p:nvSpPr>
          <p:spPr>
            <a:xfrm>
              <a:off x="7433070" y="3181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5" name="pt15275"/>
            <p:cNvSpPr/>
            <p:nvPr/>
          </p:nvSpPr>
          <p:spPr>
            <a:xfrm>
              <a:off x="7419840" y="3299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6" name="pt15276"/>
            <p:cNvSpPr/>
            <p:nvPr/>
          </p:nvSpPr>
          <p:spPr>
            <a:xfrm>
              <a:off x="7403110" y="33043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7" name="pt15277"/>
            <p:cNvSpPr/>
            <p:nvPr/>
          </p:nvSpPr>
          <p:spPr>
            <a:xfrm>
              <a:off x="7404161" y="3263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8" name="pt15278"/>
            <p:cNvSpPr/>
            <p:nvPr/>
          </p:nvSpPr>
          <p:spPr>
            <a:xfrm>
              <a:off x="7502583" y="33030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79" name="pt15279"/>
            <p:cNvSpPr/>
            <p:nvPr/>
          </p:nvSpPr>
          <p:spPr>
            <a:xfrm>
              <a:off x="7468718" y="3341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0" name="pt15280"/>
            <p:cNvSpPr/>
            <p:nvPr/>
          </p:nvSpPr>
          <p:spPr>
            <a:xfrm>
              <a:off x="7508797" y="3266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1" name="pt15281"/>
            <p:cNvSpPr/>
            <p:nvPr/>
          </p:nvSpPr>
          <p:spPr>
            <a:xfrm>
              <a:off x="7533162" y="32477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2" name="pt15282"/>
            <p:cNvSpPr/>
            <p:nvPr/>
          </p:nvSpPr>
          <p:spPr>
            <a:xfrm>
              <a:off x="7444505" y="3246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3" name="pt15283"/>
            <p:cNvSpPr/>
            <p:nvPr/>
          </p:nvSpPr>
          <p:spPr>
            <a:xfrm>
              <a:off x="7448362" y="32077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4" name="pt15284"/>
            <p:cNvSpPr/>
            <p:nvPr/>
          </p:nvSpPr>
          <p:spPr>
            <a:xfrm>
              <a:off x="7375895" y="3318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5" name="pt15285"/>
            <p:cNvSpPr/>
            <p:nvPr/>
          </p:nvSpPr>
          <p:spPr>
            <a:xfrm>
              <a:off x="7478348" y="3273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6" name="pt15286"/>
            <p:cNvSpPr/>
            <p:nvPr/>
          </p:nvSpPr>
          <p:spPr>
            <a:xfrm>
              <a:off x="7436144" y="3240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7" name="pt15287"/>
            <p:cNvSpPr/>
            <p:nvPr/>
          </p:nvSpPr>
          <p:spPr>
            <a:xfrm>
              <a:off x="7384097" y="3266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8" name="pt15288"/>
            <p:cNvSpPr/>
            <p:nvPr/>
          </p:nvSpPr>
          <p:spPr>
            <a:xfrm>
              <a:off x="7462354" y="32703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89" name="pt15289"/>
            <p:cNvSpPr/>
            <p:nvPr/>
          </p:nvSpPr>
          <p:spPr>
            <a:xfrm>
              <a:off x="7400664" y="3265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0" name="pt15290"/>
            <p:cNvSpPr/>
            <p:nvPr/>
          </p:nvSpPr>
          <p:spPr>
            <a:xfrm>
              <a:off x="7409505" y="3271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1" name="pt15291"/>
            <p:cNvSpPr/>
            <p:nvPr/>
          </p:nvSpPr>
          <p:spPr>
            <a:xfrm>
              <a:off x="7432950" y="3276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2" name="pt15292"/>
            <p:cNvSpPr/>
            <p:nvPr/>
          </p:nvSpPr>
          <p:spPr>
            <a:xfrm>
              <a:off x="7475479" y="3188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3" name="pt15293"/>
            <p:cNvSpPr/>
            <p:nvPr/>
          </p:nvSpPr>
          <p:spPr>
            <a:xfrm>
              <a:off x="7493579" y="3284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4" name="pt15294"/>
            <p:cNvSpPr/>
            <p:nvPr/>
          </p:nvSpPr>
          <p:spPr>
            <a:xfrm>
              <a:off x="7461231" y="3230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5" name="pt15295"/>
            <p:cNvSpPr/>
            <p:nvPr/>
          </p:nvSpPr>
          <p:spPr>
            <a:xfrm>
              <a:off x="7434272" y="3341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6" name="pt15296"/>
            <p:cNvSpPr/>
            <p:nvPr/>
          </p:nvSpPr>
          <p:spPr>
            <a:xfrm>
              <a:off x="7514932" y="33175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7" name="pt15297"/>
            <p:cNvSpPr/>
            <p:nvPr/>
          </p:nvSpPr>
          <p:spPr>
            <a:xfrm>
              <a:off x="7489750" y="32896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8" name="pt15298"/>
            <p:cNvSpPr/>
            <p:nvPr/>
          </p:nvSpPr>
          <p:spPr>
            <a:xfrm>
              <a:off x="7486052" y="3305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299" name="pt15299"/>
            <p:cNvSpPr/>
            <p:nvPr/>
          </p:nvSpPr>
          <p:spPr>
            <a:xfrm>
              <a:off x="7426273" y="33020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0" name="pt15300"/>
            <p:cNvSpPr/>
            <p:nvPr/>
          </p:nvSpPr>
          <p:spPr>
            <a:xfrm>
              <a:off x="7435106" y="3266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1" name="pt15301"/>
            <p:cNvSpPr/>
            <p:nvPr/>
          </p:nvSpPr>
          <p:spPr>
            <a:xfrm>
              <a:off x="7478601" y="32532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2" name="pt15302"/>
            <p:cNvSpPr/>
            <p:nvPr/>
          </p:nvSpPr>
          <p:spPr>
            <a:xfrm>
              <a:off x="7382454" y="3310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3" name="pt15303"/>
            <p:cNvSpPr/>
            <p:nvPr/>
          </p:nvSpPr>
          <p:spPr>
            <a:xfrm>
              <a:off x="7470330" y="32903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4" name="pt15304"/>
            <p:cNvSpPr/>
            <p:nvPr/>
          </p:nvSpPr>
          <p:spPr>
            <a:xfrm>
              <a:off x="7491472" y="33011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5" name="pt15305"/>
            <p:cNvSpPr/>
            <p:nvPr/>
          </p:nvSpPr>
          <p:spPr>
            <a:xfrm>
              <a:off x="7444668" y="3264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6" name="pt15306"/>
            <p:cNvSpPr/>
            <p:nvPr/>
          </p:nvSpPr>
          <p:spPr>
            <a:xfrm>
              <a:off x="7387236" y="33034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7" name="pt15307"/>
            <p:cNvSpPr/>
            <p:nvPr/>
          </p:nvSpPr>
          <p:spPr>
            <a:xfrm>
              <a:off x="7441378" y="3270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8" name="pt15308"/>
            <p:cNvSpPr/>
            <p:nvPr/>
          </p:nvSpPr>
          <p:spPr>
            <a:xfrm>
              <a:off x="7426414" y="32487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09" name="pt15309"/>
            <p:cNvSpPr/>
            <p:nvPr/>
          </p:nvSpPr>
          <p:spPr>
            <a:xfrm>
              <a:off x="7431231" y="3289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0" name="pt15310"/>
            <p:cNvSpPr/>
            <p:nvPr/>
          </p:nvSpPr>
          <p:spPr>
            <a:xfrm>
              <a:off x="7430509" y="33752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1" name="pt15311"/>
            <p:cNvSpPr/>
            <p:nvPr/>
          </p:nvSpPr>
          <p:spPr>
            <a:xfrm>
              <a:off x="7385194" y="3244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2" name="pt15312"/>
            <p:cNvSpPr/>
            <p:nvPr/>
          </p:nvSpPr>
          <p:spPr>
            <a:xfrm>
              <a:off x="7384252" y="32373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3" name="pt15313"/>
            <p:cNvSpPr/>
            <p:nvPr/>
          </p:nvSpPr>
          <p:spPr>
            <a:xfrm>
              <a:off x="7393011" y="32423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4" name="pt15314"/>
            <p:cNvSpPr/>
            <p:nvPr/>
          </p:nvSpPr>
          <p:spPr>
            <a:xfrm>
              <a:off x="7413390" y="3248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5" name="pt15315"/>
            <p:cNvSpPr/>
            <p:nvPr/>
          </p:nvSpPr>
          <p:spPr>
            <a:xfrm>
              <a:off x="7457545" y="32590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6" name="pt15316"/>
            <p:cNvSpPr/>
            <p:nvPr/>
          </p:nvSpPr>
          <p:spPr>
            <a:xfrm>
              <a:off x="7415697" y="32707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7" name="pt15317"/>
            <p:cNvSpPr/>
            <p:nvPr/>
          </p:nvSpPr>
          <p:spPr>
            <a:xfrm>
              <a:off x="7410189" y="32539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8" name="pt15318"/>
            <p:cNvSpPr/>
            <p:nvPr/>
          </p:nvSpPr>
          <p:spPr>
            <a:xfrm>
              <a:off x="7394142" y="33316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19" name="pt15319"/>
            <p:cNvSpPr/>
            <p:nvPr/>
          </p:nvSpPr>
          <p:spPr>
            <a:xfrm>
              <a:off x="7440233" y="3267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0" name="pt15320"/>
            <p:cNvSpPr/>
            <p:nvPr/>
          </p:nvSpPr>
          <p:spPr>
            <a:xfrm>
              <a:off x="7416537" y="34551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1" name="pt15321"/>
            <p:cNvSpPr/>
            <p:nvPr/>
          </p:nvSpPr>
          <p:spPr>
            <a:xfrm>
              <a:off x="7441113" y="3329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2" name="pt15322"/>
            <p:cNvSpPr/>
            <p:nvPr/>
          </p:nvSpPr>
          <p:spPr>
            <a:xfrm>
              <a:off x="7393808" y="3296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3" name="pt15323"/>
            <p:cNvSpPr/>
            <p:nvPr/>
          </p:nvSpPr>
          <p:spPr>
            <a:xfrm>
              <a:off x="7432123" y="3247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4" name="pt15324"/>
            <p:cNvSpPr/>
            <p:nvPr/>
          </p:nvSpPr>
          <p:spPr>
            <a:xfrm>
              <a:off x="7445509" y="3245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5" name="pt15325"/>
            <p:cNvSpPr/>
            <p:nvPr/>
          </p:nvSpPr>
          <p:spPr>
            <a:xfrm>
              <a:off x="7440981" y="3282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6" name="pt15326"/>
            <p:cNvSpPr/>
            <p:nvPr/>
          </p:nvSpPr>
          <p:spPr>
            <a:xfrm>
              <a:off x="7378497" y="3286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7" name="pt15327"/>
            <p:cNvSpPr/>
            <p:nvPr/>
          </p:nvSpPr>
          <p:spPr>
            <a:xfrm>
              <a:off x="7626256" y="3274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8" name="pt15328"/>
            <p:cNvSpPr/>
            <p:nvPr/>
          </p:nvSpPr>
          <p:spPr>
            <a:xfrm>
              <a:off x="7485360" y="32548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29" name="pt15329"/>
            <p:cNvSpPr/>
            <p:nvPr/>
          </p:nvSpPr>
          <p:spPr>
            <a:xfrm>
              <a:off x="7442958" y="3236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0" name="pt15330"/>
            <p:cNvSpPr/>
            <p:nvPr/>
          </p:nvSpPr>
          <p:spPr>
            <a:xfrm>
              <a:off x="7398173" y="32934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1" name="pt15331"/>
            <p:cNvSpPr/>
            <p:nvPr/>
          </p:nvSpPr>
          <p:spPr>
            <a:xfrm>
              <a:off x="7441241" y="3289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2" name="pt15332"/>
            <p:cNvSpPr/>
            <p:nvPr/>
          </p:nvSpPr>
          <p:spPr>
            <a:xfrm>
              <a:off x="7480440" y="32582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3" name="pt15333"/>
            <p:cNvSpPr/>
            <p:nvPr/>
          </p:nvSpPr>
          <p:spPr>
            <a:xfrm>
              <a:off x="7455247" y="3210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4" name="pt15334"/>
            <p:cNvSpPr/>
            <p:nvPr/>
          </p:nvSpPr>
          <p:spPr>
            <a:xfrm>
              <a:off x="7440006" y="3258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5" name="pt15335"/>
            <p:cNvSpPr/>
            <p:nvPr/>
          </p:nvSpPr>
          <p:spPr>
            <a:xfrm>
              <a:off x="7479414" y="33811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6" name="pt15336"/>
            <p:cNvSpPr/>
            <p:nvPr/>
          </p:nvSpPr>
          <p:spPr>
            <a:xfrm>
              <a:off x="7464870" y="32799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7" name="pt15337"/>
            <p:cNvSpPr/>
            <p:nvPr/>
          </p:nvSpPr>
          <p:spPr>
            <a:xfrm>
              <a:off x="7536066" y="3262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8" name="pt15338"/>
            <p:cNvSpPr/>
            <p:nvPr/>
          </p:nvSpPr>
          <p:spPr>
            <a:xfrm>
              <a:off x="7497830" y="32736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39" name="pt15339"/>
            <p:cNvSpPr/>
            <p:nvPr/>
          </p:nvSpPr>
          <p:spPr>
            <a:xfrm>
              <a:off x="7480125" y="3325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0" name="pt15340"/>
            <p:cNvSpPr/>
            <p:nvPr/>
          </p:nvSpPr>
          <p:spPr>
            <a:xfrm>
              <a:off x="7516556" y="3259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1" name="pt15341"/>
            <p:cNvSpPr/>
            <p:nvPr/>
          </p:nvSpPr>
          <p:spPr>
            <a:xfrm>
              <a:off x="7427114" y="3260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2" name="pt15342"/>
            <p:cNvSpPr/>
            <p:nvPr/>
          </p:nvSpPr>
          <p:spPr>
            <a:xfrm>
              <a:off x="7437895" y="3275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3" name="pt15343"/>
            <p:cNvSpPr/>
            <p:nvPr/>
          </p:nvSpPr>
          <p:spPr>
            <a:xfrm>
              <a:off x="7526665" y="3209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4" name="pt15344"/>
            <p:cNvSpPr/>
            <p:nvPr/>
          </p:nvSpPr>
          <p:spPr>
            <a:xfrm>
              <a:off x="7457998" y="3270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5" name="pt15345"/>
            <p:cNvSpPr/>
            <p:nvPr/>
          </p:nvSpPr>
          <p:spPr>
            <a:xfrm>
              <a:off x="7431097" y="32478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6" name="pt15346"/>
            <p:cNvSpPr/>
            <p:nvPr/>
          </p:nvSpPr>
          <p:spPr>
            <a:xfrm>
              <a:off x="7413450" y="3287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7" name="pt15347"/>
            <p:cNvSpPr/>
            <p:nvPr/>
          </p:nvSpPr>
          <p:spPr>
            <a:xfrm>
              <a:off x="7489376" y="3261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8" name="pt15348"/>
            <p:cNvSpPr/>
            <p:nvPr/>
          </p:nvSpPr>
          <p:spPr>
            <a:xfrm>
              <a:off x="7445671" y="3269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49" name="pt15349"/>
            <p:cNvSpPr/>
            <p:nvPr/>
          </p:nvSpPr>
          <p:spPr>
            <a:xfrm>
              <a:off x="7546372" y="3275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0" name="pt15350"/>
            <p:cNvSpPr/>
            <p:nvPr/>
          </p:nvSpPr>
          <p:spPr>
            <a:xfrm>
              <a:off x="7385339" y="32131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1" name="pt15351"/>
            <p:cNvSpPr/>
            <p:nvPr/>
          </p:nvSpPr>
          <p:spPr>
            <a:xfrm>
              <a:off x="7367482" y="3268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2" name="pt15352"/>
            <p:cNvSpPr/>
            <p:nvPr/>
          </p:nvSpPr>
          <p:spPr>
            <a:xfrm>
              <a:off x="7448304" y="32987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3" name="pt15353"/>
            <p:cNvSpPr/>
            <p:nvPr/>
          </p:nvSpPr>
          <p:spPr>
            <a:xfrm>
              <a:off x="7418907" y="32706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4" name="pt15354"/>
            <p:cNvSpPr/>
            <p:nvPr/>
          </p:nvSpPr>
          <p:spPr>
            <a:xfrm>
              <a:off x="7480641" y="3300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5" name="pt15355"/>
            <p:cNvSpPr/>
            <p:nvPr/>
          </p:nvSpPr>
          <p:spPr>
            <a:xfrm>
              <a:off x="7412088" y="33016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6" name="pt15356"/>
            <p:cNvSpPr/>
            <p:nvPr/>
          </p:nvSpPr>
          <p:spPr>
            <a:xfrm>
              <a:off x="7461625" y="3345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7" name="pt15357"/>
            <p:cNvSpPr/>
            <p:nvPr/>
          </p:nvSpPr>
          <p:spPr>
            <a:xfrm>
              <a:off x="7400171" y="3182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8" name="pt15358"/>
            <p:cNvSpPr/>
            <p:nvPr/>
          </p:nvSpPr>
          <p:spPr>
            <a:xfrm>
              <a:off x="7390495" y="3295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59" name="pt15359"/>
            <p:cNvSpPr/>
            <p:nvPr/>
          </p:nvSpPr>
          <p:spPr>
            <a:xfrm>
              <a:off x="7449985" y="3279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0" name="pt15360"/>
            <p:cNvSpPr/>
            <p:nvPr/>
          </p:nvSpPr>
          <p:spPr>
            <a:xfrm>
              <a:off x="7441610" y="3238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1" name="pt15361"/>
            <p:cNvSpPr/>
            <p:nvPr/>
          </p:nvSpPr>
          <p:spPr>
            <a:xfrm>
              <a:off x="7430128" y="3571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2" name="pt15362"/>
            <p:cNvSpPr/>
            <p:nvPr/>
          </p:nvSpPr>
          <p:spPr>
            <a:xfrm>
              <a:off x="7457699" y="3338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3" name="pt15363"/>
            <p:cNvSpPr/>
            <p:nvPr/>
          </p:nvSpPr>
          <p:spPr>
            <a:xfrm>
              <a:off x="7420006" y="3265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4" name="pt15364"/>
            <p:cNvSpPr/>
            <p:nvPr/>
          </p:nvSpPr>
          <p:spPr>
            <a:xfrm>
              <a:off x="7472057" y="3263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5" name="pt15365"/>
            <p:cNvSpPr/>
            <p:nvPr/>
          </p:nvSpPr>
          <p:spPr>
            <a:xfrm>
              <a:off x="7442937" y="32632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6" name="pt15366"/>
            <p:cNvSpPr/>
            <p:nvPr/>
          </p:nvSpPr>
          <p:spPr>
            <a:xfrm>
              <a:off x="7379405" y="3282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7" name="pt15367"/>
            <p:cNvSpPr/>
            <p:nvPr/>
          </p:nvSpPr>
          <p:spPr>
            <a:xfrm>
              <a:off x="7393165" y="33156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8" name="pt15368"/>
            <p:cNvSpPr/>
            <p:nvPr/>
          </p:nvSpPr>
          <p:spPr>
            <a:xfrm>
              <a:off x="7357081" y="3311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69" name="pt15369"/>
            <p:cNvSpPr/>
            <p:nvPr/>
          </p:nvSpPr>
          <p:spPr>
            <a:xfrm>
              <a:off x="7396401" y="3144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0" name="pt15370"/>
            <p:cNvSpPr/>
            <p:nvPr/>
          </p:nvSpPr>
          <p:spPr>
            <a:xfrm>
              <a:off x="7399547" y="3309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1" name="pt15371"/>
            <p:cNvSpPr/>
            <p:nvPr/>
          </p:nvSpPr>
          <p:spPr>
            <a:xfrm>
              <a:off x="7450427" y="3271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2" name="pt15372"/>
            <p:cNvSpPr/>
            <p:nvPr/>
          </p:nvSpPr>
          <p:spPr>
            <a:xfrm>
              <a:off x="7449514" y="33063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3" name="pt15373"/>
            <p:cNvSpPr/>
            <p:nvPr/>
          </p:nvSpPr>
          <p:spPr>
            <a:xfrm>
              <a:off x="7445845" y="3258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4" name="pt15374"/>
            <p:cNvSpPr/>
            <p:nvPr/>
          </p:nvSpPr>
          <p:spPr>
            <a:xfrm>
              <a:off x="7437155" y="3252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5" name="pt15375"/>
            <p:cNvSpPr/>
            <p:nvPr/>
          </p:nvSpPr>
          <p:spPr>
            <a:xfrm>
              <a:off x="7479860" y="32929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6" name="pt15376"/>
            <p:cNvSpPr/>
            <p:nvPr/>
          </p:nvSpPr>
          <p:spPr>
            <a:xfrm>
              <a:off x="7423434" y="3308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7" name="pt15377"/>
            <p:cNvSpPr/>
            <p:nvPr/>
          </p:nvSpPr>
          <p:spPr>
            <a:xfrm>
              <a:off x="7411863" y="3302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8" name="pt15378"/>
            <p:cNvSpPr/>
            <p:nvPr/>
          </p:nvSpPr>
          <p:spPr>
            <a:xfrm>
              <a:off x="7468730" y="3264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79" name="pt15379"/>
            <p:cNvSpPr/>
            <p:nvPr/>
          </p:nvSpPr>
          <p:spPr>
            <a:xfrm>
              <a:off x="7453660" y="3267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0" name="pt15380"/>
            <p:cNvSpPr/>
            <p:nvPr/>
          </p:nvSpPr>
          <p:spPr>
            <a:xfrm>
              <a:off x="7403540" y="31612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1" name="pt15381"/>
            <p:cNvSpPr/>
            <p:nvPr/>
          </p:nvSpPr>
          <p:spPr>
            <a:xfrm>
              <a:off x="7410223" y="3298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2" name="pt15382"/>
            <p:cNvSpPr/>
            <p:nvPr/>
          </p:nvSpPr>
          <p:spPr>
            <a:xfrm>
              <a:off x="7435565" y="32748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3" name="pt15383"/>
            <p:cNvSpPr/>
            <p:nvPr/>
          </p:nvSpPr>
          <p:spPr>
            <a:xfrm>
              <a:off x="7411836" y="32484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4" name="pt15384"/>
            <p:cNvSpPr/>
            <p:nvPr/>
          </p:nvSpPr>
          <p:spPr>
            <a:xfrm>
              <a:off x="7471180" y="3241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5" name="pt15385"/>
            <p:cNvSpPr/>
            <p:nvPr/>
          </p:nvSpPr>
          <p:spPr>
            <a:xfrm>
              <a:off x="7423532" y="3271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6" name="pt15386"/>
            <p:cNvSpPr/>
            <p:nvPr/>
          </p:nvSpPr>
          <p:spPr>
            <a:xfrm>
              <a:off x="7417469" y="32763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7" name="pt15387"/>
            <p:cNvSpPr/>
            <p:nvPr/>
          </p:nvSpPr>
          <p:spPr>
            <a:xfrm>
              <a:off x="7339339" y="3318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8" name="pt15388"/>
            <p:cNvSpPr/>
            <p:nvPr/>
          </p:nvSpPr>
          <p:spPr>
            <a:xfrm>
              <a:off x="7496167" y="32696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89" name="pt15389"/>
            <p:cNvSpPr/>
            <p:nvPr/>
          </p:nvSpPr>
          <p:spPr>
            <a:xfrm>
              <a:off x="7386214" y="3173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0" name="pt15390"/>
            <p:cNvSpPr/>
            <p:nvPr/>
          </p:nvSpPr>
          <p:spPr>
            <a:xfrm>
              <a:off x="7444734" y="31987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1" name="pt15391"/>
            <p:cNvSpPr/>
            <p:nvPr/>
          </p:nvSpPr>
          <p:spPr>
            <a:xfrm>
              <a:off x="7480399" y="3271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2" name="pt15392"/>
            <p:cNvSpPr/>
            <p:nvPr/>
          </p:nvSpPr>
          <p:spPr>
            <a:xfrm>
              <a:off x="7387418" y="3358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3" name="pt15393"/>
            <p:cNvSpPr/>
            <p:nvPr/>
          </p:nvSpPr>
          <p:spPr>
            <a:xfrm>
              <a:off x="7397293" y="32769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4" name="pt15394"/>
            <p:cNvSpPr/>
            <p:nvPr/>
          </p:nvSpPr>
          <p:spPr>
            <a:xfrm>
              <a:off x="7402887" y="3280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5" name="pt15395"/>
            <p:cNvSpPr/>
            <p:nvPr/>
          </p:nvSpPr>
          <p:spPr>
            <a:xfrm>
              <a:off x="7423957" y="3250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6" name="pt15396"/>
            <p:cNvSpPr/>
            <p:nvPr/>
          </p:nvSpPr>
          <p:spPr>
            <a:xfrm>
              <a:off x="7399144" y="32984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7" name="pt15397"/>
            <p:cNvSpPr/>
            <p:nvPr/>
          </p:nvSpPr>
          <p:spPr>
            <a:xfrm>
              <a:off x="7381444" y="32624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8" name="pt15398"/>
            <p:cNvSpPr/>
            <p:nvPr/>
          </p:nvSpPr>
          <p:spPr>
            <a:xfrm>
              <a:off x="7441903" y="3357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399" name="pt15399"/>
            <p:cNvSpPr/>
            <p:nvPr/>
          </p:nvSpPr>
          <p:spPr>
            <a:xfrm>
              <a:off x="7492158" y="3247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0" name="pt15400"/>
            <p:cNvSpPr/>
            <p:nvPr/>
          </p:nvSpPr>
          <p:spPr>
            <a:xfrm>
              <a:off x="7403584" y="3305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1" name="pt15401"/>
            <p:cNvSpPr/>
            <p:nvPr/>
          </p:nvSpPr>
          <p:spPr>
            <a:xfrm>
              <a:off x="7379956" y="3243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2" name="pt15402"/>
            <p:cNvSpPr/>
            <p:nvPr/>
          </p:nvSpPr>
          <p:spPr>
            <a:xfrm>
              <a:off x="7530094" y="3290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3" name="pt15403"/>
            <p:cNvSpPr/>
            <p:nvPr/>
          </p:nvSpPr>
          <p:spPr>
            <a:xfrm>
              <a:off x="7474681" y="33517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4" name="pt15404"/>
            <p:cNvSpPr/>
            <p:nvPr/>
          </p:nvSpPr>
          <p:spPr>
            <a:xfrm>
              <a:off x="7457496" y="32954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5" name="pt15405"/>
            <p:cNvSpPr/>
            <p:nvPr/>
          </p:nvSpPr>
          <p:spPr>
            <a:xfrm>
              <a:off x="7417514" y="3261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6" name="pt15406"/>
            <p:cNvSpPr/>
            <p:nvPr/>
          </p:nvSpPr>
          <p:spPr>
            <a:xfrm>
              <a:off x="7416970" y="33654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7" name="pt15407"/>
            <p:cNvSpPr/>
            <p:nvPr/>
          </p:nvSpPr>
          <p:spPr>
            <a:xfrm>
              <a:off x="7422255" y="3218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8" name="pt15408"/>
            <p:cNvSpPr/>
            <p:nvPr/>
          </p:nvSpPr>
          <p:spPr>
            <a:xfrm>
              <a:off x="7406676" y="33199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09" name="pt15409"/>
            <p:cNvSpPr/>
            <p:nvPr/>
          </p:nvSpPr>
          <p:spPr>
            <a:xfrm>
              <a:off x="7388760" y="32588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0" name="pt15410"/>
            <p:cNvSpPr/>
            <p:nvPr/>
          </p:nvSpPr>
          <p:spPr>
            <a:xfrm>
              <a:off x="7397676" y="3283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1" name="pt15411"/>
            <p:cNvSpPr/>
            <p:nvPr/>
          </p:nvSpPr>
          <p:spPr>
            <a:xfrm>
              <a:off x="7436877" y="3279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2" name="pt15412"/>
            <p:cNvSpPr/>
            <p:nvPr/>
          </p:nvSpPr>
          <p:spPr>
            <a:xfrm>
              <a:off x="7454722" y="3272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3" name="pt15413"/>
            <p:cNvSpPr/>
            <p:nvPr/>
          </p:nvSpPr>
          <p:spPr>
            <a:xfrm>
              <a:off x="7450229" y="32982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4" name="pt15414"/>
            <p:cNvSpPr/>
            <p:nvPr/>
          </p:nvSpPr>
          <p:spPr>
            <a:xfrm>
              <a:off x="7440427" y="3298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5" name="pt15415"/>
            <p:cNvSpPr/>
            <p:nvPr/>
          </p:nvSpPr>
          <p:spPr>
            <a:xfrm>
              <a:off x="7413458" y="32781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6" name="pt15416"/>
            <p:cNvSpPr/>
            <p:nvPr/>
          </p:nvSpPr>
          <p:spPr>
            <a:xfrm>
              <a:off x="7468553" y="3291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7" name="pt15417"/>
            <p:cNvSpPr/>
            <p:nvPr/>
          </p:nvSpPr>
          <p:spPr>
            <a:xfrm>
              <a:off x="7444316" y="3286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8" name="pt15418"/>
            <p:cNvSpPr/>
            <p:nvPr/>
          </p:nvSpPr>
          <p:spPr>
            <a:xfrm>
              <a:off x="7459933" y="3322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19" name="pt15419"/>
            <p:cNvSpPr/>
            <p:nvPr/>
          </p:nvSpPr>
          <p:spPr>
            <a:xfrm>
              <a:off x="7419167" y="3276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0" name="pt15420"/>
            <p:cNvSpPr/>
            <p:nvPr/>
          </p:nvSpPr>
          <p:spPr>
            <a:xfrm>
              <a:off x="7347478" y="3286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1" name="pt15421"/>
            <p:cNvSpPr/>
            <p:nvPr/>
          </p:nvSpPr>
          <p:spPr>
            <a:xfrm>
              <a:off x="7447763" y="32494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2" name="pt15422"/>
            <p:cNvSpPr/>
            <p:nvPr/>
          </p:nvSpPr>
          <p:spPr>
            <a:xfrm>
              <a:off x="7445023" y="3378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3" name="pt15423"/>
            <p:cNvSpPr/>
            <p:nvPr/>
          </p:nvSpPr>
          <p:spPr>
            <a:xfrm>
              <a:off x="7415685" y="3279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4" name="pt15424"/>
            <p:cNvSpPr/>
            <p:nvPr/>
          </p:nvSpPr>
          <p:spPr>
            <a:xfrm>
              <a:off x="7369791" y="3277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5" name="pt15425"/>
            <p:cNvSpPr/>
            <p:nvPr/>
          </p:nvSpPr>
          <p:spPr>
            <a:xfrm>
              <a:off x="7524631" y="32572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6" name="pt15426"/>
            <p:cNvSpPr/>
            <p:nvPr/>
          </p:nvSpPr>
          <p:spPr>
            <a:xfrm>
              <a:off x="7476456" y="32822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7" name="pt15427"/>
            <p:cNvSpPr/>
            <p:nvPr/>
          </p:nvSpPr>
          <p:spPr>
            <a:xfrm>
              <a:off x="7457349" y="32357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8" name="pt15428"/>
            <p:cNvSpPr/>
            <p:nvPr/>
          </p:nvSpPr>
          <p:spPr>
            <a:xfrm>
              <a:off x="7441286" y="3261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29" name="pt15429"/>
            <p:cNvSpPr/>
            <p:nvPr/>
          </p:nvSpPr>
          <p:spPr>
            <a:xfrm>
              <a:off x="7423808" y="3274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0" name="pt15430"/>
            <p:cNvSpPr/>
            <p:nvPr/>
          </p:nvSpPr>
          <p:spPr>
            <a:xfrm>
              <a:off x="7420194" y="33479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1" name="pt15431"/>
            <p:cNvSpPr/>
            <p:nvPr/>
          </p:nvSpPr>
          <p:spPr>
            <a:xfrm>
              <a:off x="7456353" y="33160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2" name="pt15432"/>
            <p:cNvSpPr/>
            <p:nvPr/>
          </p:nvSpPr>
          <p:spPr>
            <a:xfrm>
              <a:off x="7444563" y="32840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3" name="pt15433"/>
            <p:cNvSpPr/>
            <p:nvPr/>
          </p:nvSpPr>
          <p:spPr>
            <a:xfrm>
              <a:off x="7380371" y="3272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4" name="pt15434"/>
            <p:cNvSpPr/>
            <p:nvPr/>
          </p:nvSpPr>
          <p:spPr>
            <a:xfrm>
              <a:off x="7382828" y="32853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5" name="pt15435"/>
            <p:cNvSpPr/>
            <p:nvPr/>
          </p:nvSpPr>
          <p:spPr>
            <a:xfrm>
              <a:off x="7459577" y="32800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6" name="pt15436"/>
            <p:cNvSpPr/>
            <p:nvPr/>
          </p:nvSpPr>
          <p:spPr>
            <a:xfrm>
              <a:off x="7449171" y="32627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7" name="pt15437"/>
            <p:cNvSpPr/>
            <p:nvPr/>
          </p:nvSpPr>
          <p:spPr>
            <a:xfrm>
              <a:off x="7389896" y="3296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8" name="pt15438"/>
            <p:cNvSpPr/>
            <p:nvPr/>
          </p:nvSpPr>
          <p:spPr>
            <a:xfrm>
              <a:off x="7447962" y="3225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39" name="pt15439"/>
            <p:cNvSpPr/>
            <p:nvPr/>
          </p:nvSpPr>
          <p:spPr>
            <a:xfrm>
              <a:off x="7448156" y="32271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0" name="pt15440"/>
            <p:cNvSpPr/>
            <p:nvPr/>
          </p:nvSpPr>
          <p:spPr>
            <a:xfrm>
              <a:off x="7316996" y="3232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1" name="pt15441"/>
            <p:cNvSpPr/>
            <p:nvPr/>
          </p:nvSpPr>
          <p:spPr>
            <a:xfrm>
              <a:off x="7445365" y="32648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2" name="pt15442"/>
            <p:cNvSpPr/>
            <p:nvPr/>
          </p:nvSpPr>
          <p:spPr>
            <a:xfrm>
              <a:off x="7460208" y="3338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3" name="pt15443"/>
            <p:cNvSpPr/>
            <p:nvPr/>
          </p:nvSpPr>
          <p:spPr>
            <a:xfrm>
              <a:off x="7409691" y="3236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4" name="pt15444"/>
            <p:cNvSpPr/>
            <p:nvPr/>
          </p:nvSpPr>
          <p:spPr>
            <a:xfrm>
              <a:off x="7459055" y="32637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5" name="pt15445"/>
            <p:cNvSpPr/>
            <p:nvPr/>
          </p:nvSpPr>
          <p:spPr>
            <a:xfrm>
              <a:off x="7387952" y="32620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6" name="pt15446"/>
            <p:cNvSpPr/>
            <p:nvPr/>
          </p:nvSpPr>
          <p:spPr>
            <a:xfrm>
              <a:off x="7391631" y="32126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7" name="pt15447"/>
            <p:cNvSpPr/>
            <p:nvPr/>
          </p:nvSpPr>
          <p:spPr>
            <a:xfrm>
              <a:off x="7439869" y="3281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8" name="pt15448"/>
            <p:cNvSpPr/>
            <p:nvPr/>
          </p:nvSpPr>
          <p:spPr>
            <a:xfrm>
              <a:off x="7401890" y="32922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49" name="pt15449"/>
            <p:cNvSpPr/>
            <p:nvPr/>
          </p:nvSpPr>
          <p:spPr>
            <a:xfrm>
              <a:off x="7427680" y="32867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0" name="pt15450"/>
            <p:cNvSpPr/>
            <p:nvPr/>
          </p:nvSpPr>
          <p:spPr>
            <a:xfrm>
              <a:off x="7435759" y="3262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1" name="pt15451"/>
            <p:cNvSpPr/>
            <p:nvPr/>
          </p:nvSpPr>
          <p:spPr>
            <a:xfrm>
              <a:off x="7419637" y="32598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2" name="pt15452"/>
            <p:cNvSpPr/>
            <p:nvPr/>
          </p:nvSpPr>
          <p:spPr>
            <a:xfrm>
              <a:off x="7396739" y="3286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3" name="pt15453"/>
            <p:cNvSpPr/>
            <p:nvPr/>
          </p:nvSpPr>
          <p:spPr>
            <a:xfrm>
              <a:off x="7406709" y="3277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4" name="pt15454"/>
            <p:cNvSpPr/>
            <p:nvPr/>
          </p:nvSpPr>
          <p:spPr>
            <a:xfrm>
              <a:off x="7436455" y="32619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5" name="pt15455"/>
            <p:cNvSpPr/>
            <p:nvPr/>
          </p:nvSpPr>
          <p:spPr>
            <a:xfrm>
              <a:off x="7440888" y="3277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6" name="pt15456"/>
            <p:cNvSpPr/>
            <p:nvPr/>
          </p:nvSpPr>
          <p:spPr>
            <a:xfrm>
              <a:off x="7412703" y="32827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7" name="pt15457"/>
            <p:cNvSpPr/>
            <p:nvPr/>
          </p:nvSpPr>
          <p:spPr>
            <a:xfrm>
              <a:off x="7443831" y="3283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8" name="pt15458"/>
            <p:cNvSpPr/>
            <p:nvPr/>
          </p:nvSpPr>
          <p:spPr>
            <a:xfrm>
              <a:off x="7419528" y="32998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59" name="pt15459"/>
            <p:cNvSpPr/>
            <p:nvPr/>
          </p:nvSpPr>
          <p:spPr>
            <a:xfrm>
              <a:off x="7443291" y="32780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0" name="pt15460"/>
            <p:cNvSpPr/>
            <p:nvPr/>
          </p:nvSpPr>
          <p:spPr>
            <a:xfrm>
              <a:off x="7462190" y="32333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1" name="pt15461"/>
            <p:cNvSpPr/>
            <p:nvPr/>
          </p:nvSpPr>
          <p:spPr>
            <a:xfrm>
              <a:off x="7440800" y="32711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2" name="pt15462"/>
            <p:cNvSpPr/>
            <p:nvPr/>
          </p:nvSpPr>
          <p:spPr>
            <a:xfrm>
              <a:off x="7383332" y="3327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3" name="pt15463"/>
            <p:cNvSpPr/>
            <p:nvPr/>
          </p:nvSpPr>
          <p:spPr>
            <a:xfrm>
              <a:off x="7424124" y="32901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4" name="pt15464"/>
            <p:cNvSpPr/>
            <p:nvPr/>
          </p:nvSpPr>
          <p:spPr>
            <a:xfrm>
              <a:off x="7472105" y="3241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5" name="pt15465"/>
            <p:cNvSpPr/>
            <p:nvPr/>
          </p:nvSpPr>
          <p:spPr>
            <a:xfrm>
              <a:off x="7467174" y="3248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6" name="pt15466"/>
            <p:cNvSpPr/>
            <p:nvPr/>
          </p:nvSpPr>
          <p:spPr>
            <a:xfrm>
              <a:off x="7426008" y="3290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7" name="pt15467"/>
            <p:cNvSpPr/>
            <p:nvPr/>
          </p:nvSpPr>
          <p:spPr>
            <a:xfrm>
              <a:off x="7475970" y="3289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8" name="pt15468"/>
            <p:cNvSpPr/>
            <p:nvPr/>
          </p:nvSpPr>
          <p:spPr>
            <a:xfrm>
              <a:off x="7448995" y="3268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69" name="pt15469"/>
            <p:cNvSpPr/>
            <p:nvPr/>
          </p:nvSpPr>
          <p:spPr>
            <a:xfrm>
              <a:off x="7445353" y="32681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0" name="pt15470"/>
            <p:cNvSpPr/>
            <p:nvPr/>
          </p:nvSpPr>
          <p:spPr>
            <a:xfrm>
              <a:off x="7453711" y="32546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1" name="pt15471"/>
            <p:cNvSpPr/>
            <p:nvPr/>
          </p:nvSpPr>
          <p:spPr>
            <a:xfrm>
              <a:off x="7517852" y="3240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2" name="pt15472"/>
            <p:cNvSpPr/>
            <p:nvPr/>
          </p:nvSpPr>
          <p:spPr>
            <a:xfrm>
              <a:off x="7443763" y="3269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3" name="pt15473"/>
            <p:cNvSpPr/>
            <p:nvPr/>
          </p:nvSpPr>
          <p:spPr>
            <a:xfrm>
              <a:off x="7466092" y="3294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4" name="pt15474"/>
            <p:cNvSpPr/>
            <p:nvPr/>
          </p:nvSpPr>
          <p:spPr>
            <a:xfrm>
              <a:off x="7412766" y="32400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5" name="pt15475"/>
            <p:cNvSpPr/>
            <p:nvPr/>
          </p:nvSpPr>
          <p:spPr>
            <a:xfrm>
              <a:off x="7473698" y="3274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6" name="pt15476"/>
            <p:cNvSpPr/>
            <p:nvPr/>
          </p:nvSpPr>
          <p:spPr>
            <a:xfrm>
              <a:off x="7423440" y="32519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7" name="pt15477"/>
            <p:cNvSpPr/>
            <p:nvPr/>
          </p:nvSpPr>
          <p:spPr>
            <a:xfrm>
              <a:off x="7436690" y="3233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8" name="pt15478"/>
            <p:cNvSpPr/>
            <p:nvPr/>
          </p:nvSpPr>
          <p:spPr>
            <a:xfrm>
              <a:off x="7500935" y="3306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79" name="pt15479"/>
            <p:cNvSpPr/>
            <p:nvPr/>
          </p:nvSpPr>
          <p:spPr>
            <a:xfrm>
              <a:off x="7404501" y="33821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0" name="pt15480"/>
            <p:cNvSpPr/>
            <p:nvPr/>
          </p:nvSpPr>
          <p:spPr>
            <a:xfrm>
              <a:off x="7442361" y="3363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1" name="pt15481"/>
            <p:cNvSpPr/>
            <p:nvPr/>
          </p:nvSpPr>
          <p:spPr>
            <a:xfrm>
              <a:off x="7453401" y="3264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2" name="pt15482"/>
            <p:cNvSpPr/>
            <p:nvPr/>
          </p:nvSpPr>
          <p:spPr>
            <a:xfrm>
              <a:off x="7428224" y="3264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3" name="pt15483"/>
            <p:cNvSpPr/>
            <p:nvPr/>
          </p:nvSpPr>
          <p:spPr>
            <a:xfrm>
              <a:off x="7471604" y="3298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4" name="pt15484"/>
            <p:cNvSpPr/>
            <p:nvPr/>
          </p:nvSpPr>
          <p:spPr>
            <a:xfrm>
              <a:off x="7466479" y="32624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5" name="pt15485"/>
            <p:cNvSpPr/>
            <p:nvPr/>
          </p:nvSpPr>
          <p:spPr>
            <a:xfrm>
              <a:off x="7471951" y="33018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6" name="pt15486"/>
            <p:cNvSpPr/>
            <p:nvPr/>
          </p:nvSpPr>
          <p:spPr>
            <a:xfrm>
              <a:off x="7464052" y="3262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7" name="pt15487"/>
            <p:cNvSpPr/>
            <p:nvPr/>
          </p:nvSpPr>
          <p:spPr>
            <a:xfrm>
              <a:off x="7404336" y="32010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8" name="pt15488"/>
            <p:cNvSpPr/>
            <p:nvPr/>
          </p:nvSpPr>
          <p:spPr>
            <a:xfrm>
              <a:off x="7486758" y="3219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89" name="pt15489"/>
            <p:cNvSpPr/>
            <p:nvPr/>
          </p:nvSpPr>
          <p:spPr>
            <a:xfrm>
              <a:off x="7461543" y="32303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0" name="pt15490"/>
            <p:cNvSpPr/>
            <p:nvPr/>
          </p:nvSpPr>
          <p:spPr>
            <a:xfrm>
              <a:off x="7448614" y="32982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1" name="pt15491"/>
            <p:cNvSpPr/>
            <p:nvPr/>
          </p:nvSpPr>
          <p:spPr>
            <a:xfrm>
              <a:off x="7428750" y="3324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2" name="pt15492"/>
            <p:cNvSpPr/>
            <p:nvPr/>
          </p:nvSpPr>
          <p:spPr>
            <a:xfrm>
              <a:off x="7422766" y="32703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3" name="pt15493"/>
            <p:cNvSpPr/>
            <p:nvPr/>
          </p:nvSpPr>
          <p:spPr>
            <a:xfrm>
              <a:off x="7503383" y="32493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4" name="pt15494"/>
            <p:cNvSpPr/>
            <p:nvPr/>
          </p:nvSpPr>
          <p:spPr>
            <a:xfrm>
              <a:off x="7451419" y="32243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5" name="pt15495"/>
            <p:cNvSpPr/>
            <p:nvPr/>
          </p:nvSpPr>
          <p:spPr>
            <a:xfrm>
              <a:off x="7495962" y="3339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6" name="pt15496"/>
            <p:cNvSpPr/>
            <p:nvPr/>
          </p:nvSpPr>
          <p:spPr>
            <a:xfrm>
              <a:off x="7421719" y="32854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7" name="pt15497"/>
            <p:cNvSpPr/>
            <p:nvPr/>
          </p:nvSpPr>
          <p:spPr>
            <a:xfrm>
              <a:off x="7487015" y="32377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8" name="pt15498"/>
            <p:cNvSpPr/>
            <p:nvPr/>
          </p:nvSpPr>
          <p:spPr>
            <a:xfrm>
              <a:off x="7381204" y="32812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499" name="pt15499"/>
            <p:cNvSpPr/>
            <p:nvPr/>
          </p:nvSpPr>
          <p:spPr>
            <a:xfrm>
              <a:off x="7468723" y="3311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0" name="pt15500"/>
            <p:cNvSpPr/>
            <p:nvPr/>
          </p:nvSpPr>
          <p:spPr>
            <a:xfrm>
              <a:off x="7454719" y="32812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1" name="pt15501"/>
            <p:cNvSpPr/>
            <p:nvPr/>
          </p:nvSpPr>
          <p:spPr>
            <a:xfrm>
              <a:off x="7421735" y="33282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2" name="pt15502"/>
            <p:cNvSpPr/>
            <p:nvPr/>
          </p:nvSpPr>
          <p:spPr>
            <a:xfrm>
              <a:off x="7481137" y="32752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3" name="pt15503"/>
            <p:cNvSpPr/>
            <p:nvPr/>
          </p:nvSpPr>
          <p:spPr>
            <a:xfrm>
              <a:off x="7467832" y="3280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4" name="pt15504"/>
            <p:cNvSpPr/>
            <p:nvPr/>
          </p:nvSpPr>
          <p:spPr>
            <a:xfrm>
              <a:off x="7403243" y="3282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5" name="pt15505"/>
            <p:cNvSpPr/>
            <p:nvPr/>
          </p:nvSpPr>
          <p:spPr>
            <a:xfrm>
              <a:off x="7488468" y="3264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6" name="pt15506"/>
            <p:cNvSpPr/>
            <p:nvPr/>
          </p:nvSpPr>
          <p:spPr>
            <a:xfrm>
              <a:off x="7485639" y="3272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7" name="pt15507"/>
            <p:cNvSpPr/>
            <p:nvPr/>
          </p:nvSpPr>
          <p:spPr>
            <a:xfrm>
              <a:off x="7416827" y="3282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8" name="pt15508"/>
            <p:cNvSpPr/>
            <p:nvPr/>
          </p:nvSpPr>
          <p:spPr>
            <a:xfrm>
              <a:off x="7446429" y="32401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09" name="pt15509"/>
            <p:cNvSpPr/>
            <p:nvPr/>
          </p:nvSpPr>
          <p:spPr>
            <a:xfrm>
              <a:off x="7954622" y="3271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0" name="pt15510"/>
            <p:cNvSpPr/>
            <p:nvPr/>
          </p:nvSpPr>
          <p:spPr>
            <a:xfrm>
              <a:off x="7412977" y="3316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1" name="pt15511"/>
            <p:cNvSpPr/>
            <p:nvPr/>
          </p:nvSpPr>
          <p:spPr>
            <a:xfrm>
              <a:off x="7445421" y="3260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2" name="pt15512"/>
            <p:cNvSpPr/>
            <p:nvPr/>
          </p:nvSpPr>
          <p:spPr>
            <a:xfrm>
              <a:off x="7434543" y="32714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3" name="pt15513"/>
            <p:cNvSpPr/>
            <p:nvPr/>
          </p:nvSpPr>
          <p:spPr>
            <a:xfrm>
              <a:off x="7481978" y="32862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4" name="pt15514"/>
            <p:cNvSpPr/>
            <p:nvPr/>
          </p:nvSpPr>
          <p:spPr>
            <a:xfrm>
              <a:off x="7448172" y="32588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5" name="pt15515"/>
            <p:cNvSpPr/>
            <p:nvPr/>
          </p:nvSpPr>
          <p:spPr>
            <a:xfrm>
              <a:off x="7430493" y="3287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6" name="pt15516"/>
            <p:cNvSpPr/>
            <p:nvPr/>
          </p:nvSpPr>
          <p:spPr>
            <a:xfrm>
              <a:off x="7438940" y="3302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7" name="pt15517"/>
            <p:cNvSpPr/>
            <p:nvPr/>
          </p:nvSpPr>
          <p:spPr>
            <a:xfrm>
              <a:off x="7419699" y="32828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8" name="pt15518"/>
            <p:cNvSpPr/>
            <p:nvPr/>
          </p:nvSpPr>
          <p:spPr>
            <a:xfrm>
              <a:off x="7459272" y="3253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19" name="pt15519"/>
            <p:cNvSpPr/>
            <p:nvPr/>
          </p:nvSpPr>
          <p:spPr>
            <a:xfrm>
              <a:off x="7428801" y="3217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0" name="pt15520"/>
            <p:cNvSpPr/>
            <p:nvPr/>
          </p:nvSpPr>
          <p:spPr>
            <a:xfrm>
              <a:off x="7411088" y="32263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1" name="pt15521"/>
            <p:cNvSpPr/>
            <p:nvPr/>
          </p:nvSpPr>
          <p:spPr>
            <a:xfrm>
              <a:off x="7441630" y="32822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2" name="pt15522"/>
            <p:cNvSpPr/>
            <p:nvPr/>
          </p:nvSpPr>
          <p:spPr>
            <a:xfrm>
              <a:off x="7524459" y="3265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3" name="pt15523"/>
            <p:cNvSpPr/>
            <p:nvPr/>
          </p:nvSpPr>
          <p:spPr>
            <a:xfrm>
              <a:off x="7458795" y="3262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4" name="pt15524"/>
            <p:cNvSpPr/>
            <p:nvPr/>
          </p:nvSpPr>
          <p:spPr>
            <a:xfrm>
              <a:off x="7439957" y="3245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5" name="pt15525"/>
            <p:cNvSpPr/>
            <p:nvPr/>
          </p:nvSpPr>
          <p:spPr>
            <a:xfrm>
              <a:off x="7404505" y="3293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6" name="pt15526"/>
            <p:cNvSpPr/>
            <p:nvPr/>
          </p:nvSpPr>
          <p:spPr>
            <a:xfrm>
              <a:off x="7456739" y="3302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7" name="pt15527"/>
            <p:cNvSpPr/>
            <p:nvPr/>
          </p:nvSpPr>
          <p:spPr>
            <a:xfrm>
              <a:off x="7447226" y="32675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8" name="pt15528"/>
            <p:cNvSpPr/>
            <p:nvPr/>
          </p:nvSpPr>
          <p:spPr>
            <a:xfrm>
              <a:off x="7523267" y="3274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29" name="pt15529"/>
            <p:cNvSpPr/>
            <p:nvPr/>
          </p:nvSpPr>
          <p:spPr>
            <a:xfrm>
              <a:off x="7382734" y="3285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0" name="pt15530"/>
            <p:cNvSpPr/>
            <p:nvPr/>
          </p:nvSpPr>
          <p:spPr>
            <a:xfrm>
              <a:off x="7423698" y="3225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1" name="pt15531"/>
            <p:cNvSpPr/>
            <p:nvPr/>
          </p:nvSpPr>
          <p:spPr>
            <a:xfrm>
              <a:off x="7400234" y="3278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2" name="pt15532"/>
            <p:cNvSpPr/>
            <p:nvPr/>
          </p:nvSpPr>
          <p:spPr>
            <a:xfrm>
              <a:off x="7415575" y="32495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3" name="pt15533"/>
            <p:cNvSpPr/>
            <p:nvPr/>
          </p:nvSpPr>
          <p:spPr>
            <a:xfrm>
              <a:off x="7410522" y="32855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4" name="pt15534"/>
            <p:cNvSpPr/>
            <p:nvPr/>
          </p:nvSpPr>
          <p:spPr>
            <a:xfrm>
              <a:off x="7443480" y="3279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5" name="pt15535"/>
            <p:cNvSpPr/>
            <p:nvPr/>
          </p:nvSpPr>
          <p:spPr>
            <a:xfrm>
              <a:off x="7438221" y="32239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6" name="pt15536"/>
            <p:cNvSpPr/>
            <p:nvPr/>
          </p:nvSpPr>
          <p:spPr>
            <a:xfrm>
              <a:off x="7506656" y="3236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7" name="pt15537"/>
            <p:cNvSpPr/>
            <p:nvPr/>
          </p:nvSpPr>
          <p:spPr>
            <a:xfrm>
              <a:off x="7475270" y="3272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8" name="pt15538"/>
            <p:cNvSpPr/>
            <p:nvPr/>
          </p:nvSpPr>
          <p:spPr>
            <a:xfrm>
              <a:off x="7518318" y="3268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39" name="pt15539"/>
            <p:cNvSpPr/>
            <p:nvPr/>
          </p:nvSpPr>
          <p:spPr>
            <a:xfrm>
              <a:off x="7417552" y="3313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0" name="pt15540"/>
            <p:cNvSpPr/>
            <p:nvPr/>
          </p:nvSpPr>
          <p:spPr>
            <a:xfrm>
              <a:off x="7426012" y="3353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1" name="pt15541"/>
            <p:cNvSpPr/>
            <p:nvPr/>
          </p:nvSpPr>
          <p:spPr>
            <a:xfrm>
              <a:off x="7480142" y="32693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2" name="pt15542"/>
            <p:cNvSpPr/>
            <p:nvPr/>
          </p:nvSpPr>
          <p:spPr>
            <a:xfrm>
              <a:off x="7410275" y="32614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3" name="pt15543"/>
            <p:cNvSpPr/>
            <p:nvPr/>
          </p:nvSpPr>
          <p:spPr>
            <a:xfrm>
              <a:off x="7460574" y="32847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4" name="pt15544"/>
            <p:cNvSpPr/>
            <p:nvPr/>
          </p:nvSpPr>
          <p:spPr>
            <a:xfrm>
              <a:off x="7465795" y="32589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5" name="pt15545"/>
            <p:cNvSpPr/>
            <p:nvPr/>
          </p:nvSpPr>
          <p:spPr>
            <a:xfrm>
              <a:off x="7468913" y="3160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6" name="pt15546"/>
            <p:cNvSpPr/>
            <p:nvPr/>
          </p:nvSpPr>
          <p:spPr>
            <a:xfrm>
              <a:off x="7453258" y="3252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7" name="pt15547"/>
            <p:cNvSpPr/>
            <p:nvPr/>
          </p:nvSpPr>
          <p:spPr>
            <a:xfrm>
              <a:off x="7486841" y="3248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8" name="pt15548"/>
            <p:cNvSpPr/>
            <p:nvPr/>
          </p:nvSpPr>
          <p:spPr>
            <a:xfrm>
              <a:off x="7502454" y="33166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49" name="pt15549"/>
            <p:cNvSpPr/>
            <p:nvPr/>
          </p:nvSpPr>
          <p:spPr>
            <a:xfrm>
              <a:off x="7484575" y="32641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0" name="pt15550"/>
            <p:cNvSpPr/>
            <p:nvPr/>
          </p:nvSpPr>
          <p:spPr>
            <a:xfrm>
              <a:off x="7474819" y="3354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1" name="pt15551"/>
            <p:cNvSpPr/>
            <p:nvPr/>
          </p:nvSpPr>
          <p:spPr>
            <a:xfrm>
              <a:off x="7394166" y="3311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2" name="pt15552"/>
            <p:cNvSpPr/>
            <p:nvPr/>
          </p:nvSpPr>
          <p:spPr>
            <a:xfrm>
              <a:off x="7435366" y="3242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3" name="pt15553"/>
            <p:cNvSpPr/>
            <p:nvPr/>
          </p:nvSpPr>
          <p:spPr>
            <a:xfrm>
              <a:off x="7388697" y="3295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4" name="pt15554"/>
            <p:cNvSpPr/>
            <p:nvPr/>
          </p:nvSpPr>
          <p:spPr>
            <a:xfrm>
              <a:off x="7440461" y="33011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5" name="pt15555"/>
            <p:cNvSpPr/>
            <p:nvPr/>
          </p:nvSpPr>
          <p:spPr>
            <a:xfrm>
              <a:off x="7402260" y="3302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6" name="pt15556"/>
            <p:cNvSpPr/>
            <p:nvPr/>
          </p:nvSpPr>
          <p:spPr>
            <a:xfrm>
              <a:off x="7524899" y="3288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7" name="pt15557"/>
            <p:cNvSpPr/>
            <p:nvPr/>
          </p:nvSpPr>
          <p:spPr>
            <a:xfrm>
              <a:off x="7448775" y="3255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8" name="pt15558"/>
            <p:cNvSpPr/>
            <p:nvPr/>
          </p:nvSpPr>
          <p:spPr>
            <a:xfrm>
              <a:off x="7474577" y="3271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59" name="pt15559"/>
            <p:cNvSpPr/>
            <p:nvPr/>
          </p:nvSpPr>
          <p:spPr>
            <a:xfrm>
              <a:off x="7462527" y="32487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0" name="pt15560"/>
            <p:cNvSpPr/>
            <p:nvPr/>
          </p:nvSpPr>
          <p:spPr>
            <a:xfrm>
              <a:off x="7534586" y="32699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1" name="pt15561"/>
            <p:cNvSpPr/>
            <p:nvPr/>
          </p:nvSpPr>
          <p:spPr>
            <a:xfrm>
              <a:off x="7396194" y="33162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2" name="pt15562"/>
            <p:cNvSpPr/>
            <p:nvPr/>
          </p:nvSpPr>
          <p:spPr>
            <a:xfrm>
              <a:off x="7406050" y="3222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3" name="pt15563"/>
            <p:cNvSpPr/>
            <p:nvPr/>
          </p:nvSpPr>
          <p:spPr>
            <a:xfrm>
              <a:off x="7505721" y="3256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4" name="pt15564"/>
            <p:cNvSpPr/>
            <p:nvPr/>
          </p:nvSpPr>
          <p:spPr>
            <a:xfrm>
              <a:off x="7484709" y="3259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5" name="pt15565"/>
            <p:cNvSpPr/>
            <p:nvPr/>
          </p:nvSpPr>
          <p:spPr>
            <a:xfrm>
              <a:off x="7421616" y="3248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6" name="pt15566"/>
            <p:cNvSpPr/>
            <p:nvPr/>
          </p:nvSpPr>
          <p:spPr>
            <a:xfrm>
              <a:off x="7411311" y="32531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7" name="pt15567"/>
            <p:cNvSpPr/>
            <p:nvPr/>
          </p:nvSpPr>
          <p:spPr>
            <a:xfrm>
              <a:off x="7286022" y="32984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8" name="pt15568"/>
            <p:cNvSpPr/>
            <p:nvPr/>
          </p:nvSpPr>
          <p:spPr>
            <a:xfrm>
              <a:off x="7441791" y="3300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69" name="pt15569"/>
            <p:cNvSpPr/>
            <p:nvPr/>
          </p:nvSpPr>
          <p:spPr>
            <a:xfrm>
              <a:off x="7526500" y="3258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0" name="pt15570"/>
            <p:cNvSpPr/>
            <p:nvPr/>
          </p:nvSpPr>
          <p:spPr>
            <a:xfrm>
              <a:off x="7387704" y="32864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1" name="pt15571"/>
            <p:cNvSpPr/>
            <p:nvPr/>
          </p:nvSpPr>
          <p:spPr>
            <a:xfrm>
              <a:off x="7374949" y="32852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2" name="pt15572"/>
            <p:cNvSpPr/>
            <p:nvPr/>
          </p:nvSpPr>
          <p:spPr>
            <a:xfrm>
              <a:off x="7426655" y="32544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3" name="pt15573"/>
            <p:cNvSpPr/>
            <p:nvPr/>
          </p:nvSpPr>
          <p:spPr>
            <a:xfrm>
              <a:off x="7473102" y="3257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4" name="pt15574"/>
            <p:cNvSpPr/>
            <p:nvPr/>
          </p:nvSpPr>
          <p:spPr>
            <a:xfrm>
              <a:off x="7421730" y="3285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5" name="pt15575"/>
            <p:cNvSpPr/>
            <p:nvPr/>
          </p:nvSpPr>
          <p:spPr>
            <a:xfrm>
              <a:off x="7452962" y="32592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6" name="pt15576"/>
            <p:cNvSpPr/>
            <p:nvPr/>
          </p:nvSpPr>
          <p:spPr>
            <a:xfrm>
              <a:off x="7435200" y="3148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7" name="pt15577"/>
            <p:cNvSpPr/>
            <p:nvPr/>
          </p:nvSpPr>
          <p:spPr>
            <a:xfrm>
              <a:off x="7459320" y="3260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8" name="pt15578"/>
            <p:cNvSpPr/>
            <p:nvPr/>
          </p:nvSpPr>
          <p:spPr>
            <a:xfrm>
              <a:off x="7440761" y="32904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79" name="pt15579"/>
            <p:cNvSpPr/>
            <p:nvPr/>
          </p:nvSpPr>
          <p:spPr>
            <a:xfrm>
              <a:off x="7436600" y="3221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0" name="pt15580"/>
            <p:cNvSpPr/>
            <p:nvPr/>
          </p:nvSpPr>
          <p:spPr>
            <a:xfrm>
              <a:off x="7506656" y="3284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1" name="pt15581"/>
            <p:cNvSpPr/>
            <p:nvPr/>
          </p:nvSpPr>
          <p:spPr>
            <a:xfrm>
              <a:off x="7450096" y="3315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2" name="pt15582"/>
            <p:cNvSpPr/>
            <p:nvPr/>
          </p:nvSpPr>
          <p:spPr>
            <a:xfrm>
              <a:off x="7480484" y="3241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3" name="pt15583"/>
            <p:cNvSpPr/>
            <p:nvPr/>
          </p:nvSpPr>
          <p:spPr>
            <a:xfrm>
              <a:off x="7448793" y="3248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4" name="pt15584"/>
            <p:cNvSpPr/>
            <p:nvPr/>
          </p:nvSpPr>
          <p:spPr>
            <a:xfrm>
              <a:off x="7417625" y="33779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5" name="pt15585"/>
            <p:cNvSpPr/>
            <p:nvPr/>
          </p:nvSpPr>
          <p:spPr>
            <a:xfrm>
              <a:off x="7491013" y="3321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6" name="pt15586"/>
            <p:cNvSpPr/>
            <p:nvPr/>
          </p:nvSpPr>
          <p:spPr>
            <a:xfrm>
              <a:off x="7443222" y="32457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7" name="pt15587"/>
            <p:cNvSpPr/>
            <p:nvPr/>
          </p:nvSpPr>
          <p:spPr>
            <a:xfrm>
              <a:off x="7440783" y="32765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8" name="pt15588"/>
            <p:cNvSpPr/>
            <p:nvPr/>
          </p:nvSpPr>
          <p:spPr>
            <a:xfrm>
              <a:off x="7444086" y="32772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89" name="pt15589"/>
            <p:cNvSpPr/>
            <p:nvPr/>
          </p:nvSpPr>
          <p:spPr>
            <a:xfrm>
              <a:off x="7492010" y="3330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0" name="pt15590"/>
            <p:cNvSpPr/>
            <p:nvPr/>
          </p:nvSpPr>
          <p:spPr>
            <a:xfrm>
              <a:off x="7444644" y="32238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1" name="pt15591"/>
            <p:cNvSpPr/>
            <p:nvPr/>
          </p:nvSpPr>
          <p:spPr>
            <a:xfrm>
              <a:off x="7491982" y="32703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2" name="pt15592"/>
            <p:cNvSpPr/>
            <p:nvPr/>
          </p:nvSpPr>
          <p:spPr>
            <a:xfrm>
              <a:off x="7485572" y="3272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3" name="pt15593"/>
            <p:cNvSpPr/>
            <p:nvPr/>
          </p:nvSpPr>
          <p:spPr>
            <a:xfrm>
              <a:off x="7518207" y="32400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4" name="pt15594"/>
            <p:cNvSpPr/>
            <p:nvPr/>
          </p:nvSpPr>
          <p:spPr>
            <a:xfrm>
              <a:off x="7430674" y="3285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5" name="pt15595"/>
            <p:cNvSpPr/>
            <p:nvPr/>
          </p:nvSpPr>
          <p:spPr>
            <a:xfrm>
              <a:off x="7498604" y="3198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6" name="pt15596"/>
            <p:cNvSpPr/>
            <p:nvPr/>
          </p:nvSpPr>
          <p:spPr>
            <a:xfrm>
              <a:off x="7440127" y="32673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7" name="pt15597"/>
            <p:cNvSpPr/>
            <p:nvPr/>
          </p:nvSpPr>
          <p:spPr>
            <a:xfrm>
              <a:off x="7451827" y="30651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8" name="pt15598"/>
            <p:cNvSpPr/>
            <p:nvPr/>
          </p:nvSpPr>
          <p:spPr>
            <a:xfrm>
              <a:off x="7467160" y="32255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599" name="pt15599"/>
            <p:cNvSpPr/>
            <p:nvPr/>
          </p:nvSpPr>
          <p:spPr>
            <a:xfrm>
              <a:off x="7423408" y="32549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0" name="pt15600"/>
            <p:cNvSpPr/>
            <p:nvPr/>
          </p:nvSpPr>
          <p:spPr>
            <a:xfrm>
              <a:off x="7472463" y="3278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1" name="pt15601"/>
            <p:cNvSpPr/>
            <p:nvPr/>
          </p:nvSpPr>
          <p:spPr>
            <a:xfrm>
              <a:off x="7448841" y="3270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2" name="pt15602"/>
            <p:cNvSpPr/>
            <p:nvPr/>
          </p:nvSpPr>
          <p:spPr>
            <a:xfrm>
              <a:off x="7355485" y="3331873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03" name="pt15603"/>
            <p:cNvSpPr/>
            <p:nvPr/>
          </p:nvSpPr>
          <p:spPr>
            <a:xfrm>
              <a:off x="7449136" y="3264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4" name="pt15604"/>
            <p:cNvSpPr/>
            <p:nvPr/>
          </p:nvSpPr>
          <p:spPr>
            <a:xfrm>
              <a:off x="7406710" y="3315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5" name="pt15605"/>
            <p:cNvSpPr/>
            <p:nvPr/>
          </p:nvSpPr>
          <p:spPr>
            <a:xfrm>
              <a:off x="7410926" y="3430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6" name="pt15606"/>
            <p:cNvSpPr/>
            <p:nvPr/>
          </p:nvSpPr>
          <p:spPr>
            <a:xfrm>
              <a:off x="7384178" y="33494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7" name="pt15607"/>
            <p:cNvSpPr/>
            <p:nvPr/>
          </p:nvSpPr>
          <p:spPr>
            <a:xfrm>
              <a:off x="7453391" y="3285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8" name="pt15608"/>
            <p:cNvSpPr/>
            <p:nvPr/>
          </p:nvSpPr>
          <p:spPr>
            <a:xfrm>
              <a:off x="7467313" y="3283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09" name="pt15609"/>
            <p:cNvSpPr/>
            <p:nvPr/>
          </p:nvSpPr>
          <p:spPr>
            <a:xfrm>
              <a:off x="7355002" y="32940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0" name="pt15610"/>
            <p:cNvSpPr/>
            <p:nvPr/>
          </p:nvSpPr>
          <p:spPr>
            <a:xfrm>
              <a:off x="7450104" y="32690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1" name="pt15611"/>
            <p:cNvSpPr/>
            <p:nvPr/>
          </p:nvSpPr>
          <p:spPr>
            <a:xfrm>
              <a:off x="7466181" y="3260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2" name="pt15612"/>
            <p:cNvSpPr/>
            <p:nvPr/>
          </p:nvSpPr>
          <p:spPr>
            <a:xfrm>
              <a:off x="7491760" y="3265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3" name="pt15613"/>
            <p:cNvSpPr/>
            <p:nvPr/>
          </p:nvSpPr>
          <p:spPr>
            <a:xfrm>
              <a:off x="7427634" y="32845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4" name="pt15614"/>
            <p:cNvSpPr/>
            <p:nvPr/>
          </p:nvSpPr>
          <p:spPr>
            <a:xfrm>
              <a:off x="7479547" y="3241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5" name="pt15615"/>
            <p:cNvSpPr/>
            <p:nvPr/>
          </p:nvSpPr>
          <p:spPr>
            <a:xfrm>
              <a:off x="7395374" y="3288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6" name="pt15616"/>
            <p:cNvSpPr/>
            <p:nvPr/>
          </p:nvSpPr>
          <p:spPr>
            <a:xfrm>
              <a:off x="7387485" y="32804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7" name="pt15617"/>
            <p:cNvSpPr/>
            <p:nvPr/>
          </p:nvSpPr>
          <p:spPr>
            <a:xfrm>
              <a:off x="7447515" y="3283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8" name="pt15618"/>
            <p:cNvSpPr/>
            <p:nvPr/>
          </p:nvSpPr>
          <p:spPr>
            <a:xfrm>
              <a:off x="7411066" y="3296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19" name="pt15619"/>
            <p:cNvSpPr/>
            <p:nvPr/>
          </p:nvSpPr>
          <p:spPr>
            <a:xfrm>
              <a:off x="7469906" y="3278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0" name="pt15620"/>
            <p:cNvSpPr/>
            <p:nvPr/>
          </p:nvSpPr>
          <p:spPr>
            <a:xfrm>
              <a:off x="7468837" y="3287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1" name="pt15621"/>
            <p:cNvSpPr/>
            <p:nvPr/>
          </p:nvSpPr>
          <p:spPr>
            <a:xfrm>
              <a:off x="7498807" y="3330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2" name="pt15622"/>
            <p:cNvSpPr/>
            <p:nvPr/>
          </p:nvSpPr>
          <p:spPr>
            <a:xfrm>
              <a:off x="7436821" y="32497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3" name="pt15623"/>
            <p:cNvSpPr/>
            <p:nvPr/>
          </p:nvSpPr>
          <p:spPr>
            <a:xfrm>
              <a:off x="7501662" y="3218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4" name="pt15624"/>
            <p:cNvSpPr/>
            <p:nvPr/>
          </p:nvSpPr>
          <p:spPr>
            <a:xfrm>
              <a:off x="7436115" y="3221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5" name="pt15625"/>
            <p:cNvSpPr/>
            <p:nvPr/>
          </p:nvSpPr>
          <p:spPr>
            <a:xfrm>
              <a:off x="7459220" y="33496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6" name="pt15626"/>
            <p:cNvSpPr/>
            <p:nvPr/>
          </p:nvSpPr>
          <p:spPr>
            <a:xfrm>
              <a:off x="7438192" y="33307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7" name="pt15627"/>
            <p:cNvSpPr/>
            <p:nvPr/>
          </p:nvSpPr>
          <p:spPr>
            <a:xfrm>
              <a:off x="7460014" y="3310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8" name="pt15628"/>
            <p:cNvSpPr/>
            <p:nvPr/>
          </p:nvSpPr>
          <p:spPr>
            <a:xfrm>
              <a:off x="7435814" y="3188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29" name="pt15629"/>
            <p:cNvSpPr/>
            <p:nvPr/>
          </p:nvSpPr>
          <p:spPr>
            <a:xfrm>
              <a:off x="7485655" y="32634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0" name="pt15630"/>
            <p:cNvSpPr/>
            <p:nvPr/>
          </p:nvSpPr>
          <p:spPr>
            <a:xfrm>
              <a:off x="7430919" y="3230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1" name="pt15631"/>
            <p:cNvSpPr/>
            <p:nvPr/>
          </p:nvSpPr>
          <p:spPr>
            <a:xfrm>
              <a:off x="7499996" y="3291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2" name="pt15632"/>
            <p:cNvSpPr/>
            <p:nvPr/>
          </p:nvSpPr>
          <p:spPr>
            <a:xfrm>
              <a:off x="7386783" y="3285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3" name="pt15633"/>
            <p:cNvSpPr/>
            <p:nvPr/>
          </p:nvSpPr>
          <p:spPr>
            <a:xfrm>
              <a:off x="7430475" y="33667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4" name="pt15634"/>
            <p:cNvSpPr/>
            <p:nvPr/>
          </p:nvSpPr>
          <p:spPr>
            <a:xfrm>
              <a:off x="7443947" y="3302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5" name="pt15635"/>
            <p:cNvSpPr/>
            <p:nvPr/>
          </p:nvSpPr>
          <p:spPr>
            <a:xfrm>
              <a:off x="7435895" y="32407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6" name="pt15636"/>
            <p:cNvSpPr/>
            <p:nvPr/>
          </p:nvSpPr>
          <p:spPr>
            <a:xfrm>
              <a:off x="7468151" y="33044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7" name="pt15637"/>
            <p:cNvSpPr/>
            <p:nvPr/>
          </p:nvSpPr>
          <p:spPr>
            <a:xfrm>
              <a:off x="7455066" y="32914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8" name="pt15638"/>
            <p:cNvSpPr/>
            <p:nvPr/>
          </p:nvSpPr>
          <p:spPr>
            <a:xfrm>
              <a:off x="7477095" y="31734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39" name="pt15639"/>
            <p:cNvSpPr/>
            <p:nvPr/>
          </p:nvSpPr>
          <p:spPr>
            <a:xfrm>
              <a:off x="7409812" y="3266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0" name="pt15640"/>
            <p:cNvSpPr/>
            <p:nvPr/>
          </p:nvSpPr>
          <p:spPr>
            <a:xfrm>
              <a:off x="7460753" y="3249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1" name="pt15641"/>
            <p:cNvSpPr/>
            <p:nvPr/>
          </p:nvSpPr>
          <p:spPr>
            <a:xfrm>
              <a:off x="7417030" y="3283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2" name="pt15642"/>
            <p:cNvSpPr/>
            <p:nvPr/>
          </p:nvSpPr>
          <p:spPr>
            <a:xfrm>
              <a:off x="7493658" y="3282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3" name="pt15643"/>
            <p:cNvSpPr/>
            <p:nvPr/>
          </p:nvSpPr>
          <p:spPr>
            <a:xfrm>
              <a:off x="7427329" y="3264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4" name="pt15644"/>
            <p:cNvSpPr/>
            <p:nvPr/>
          </p:nvSpPr>
          <p:spPr>
            <a:xfrm>
              <a:off x="7464360" y="3271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5" name="pt15645"/>
            <p:cNvSpPr/>
            <p:nvPr/>
          </p:nvSpPr>
          <p:spPr>
            <a:xfrm>
              <a:off x="7448325" y="3274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6" name="pt15646"/>
            <p:cNvSpPr/>
            <p:nvPr/>
          </p:nvSpPr>
          <p:spPr>
            <a:xfrm>
              <a:off x="7391666" y="32815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7" name="pt15647"/>
            <p:cNvSpPr/>
            <p:nvPr/>
          </p:nvSpPr>
          <p:spPr>
            <a:xfrm>
              <a:off x="7494127" y="32557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8" name="pt15648"/>
            <p:cNvSpPr/>
            <p:nvPr/>
          </p:nvSpPr>
          <p:spPr>
            <a:xfrm>
              <a:off x="7489326" y="3274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49" name="pt15649"/>
            <p:cNvSpPr/>
            <p:nvPr/>
          </p:nvSpPr>
          <p:spPr>
            <a:xfrm>
              <a:off x="7446369" y="3261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0" name="pt15650"/>
            <p:cNvSpPr/>
            <p:nvPr/>
          </p:nvSpPr>
          <p:spPr>
            <a:xfrm>
              <a:off x="7420746" y="3336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1" name="pt15651"/>
            <p:cNvSpPr/>
            <p:nvPr/>
          </p:nvSpPr>
          <p:spPr>
            <a:xfrm>
              <a:off x="7416049" y="3246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2" name="pt15652"/>
            <p:cNvSpPr/>
            <p:nvPr/>
          </p:nvSpPr>
          <p:spPr>
            <a:xfrm>
              <a:off x="7384817" y="32730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3" name="pt15653"/>
            <p:cNvSpPr/>
            <p:nvPr/>
          </p:nvSpPr>
          <p:spPr>
            <a:xfrm>
              <a:off x="7420189" y="33670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4" name="pt15654"/>
            <p:cNvSpPr/>
            <p:nvPr/>
          </p:nvSpPr>
          <p:spPr>
            <a:xfrm>
              <a:off x="7402247" y="32596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5" name="pt15655"/>
            <p:cNvSpPr/>
            <p:nvPr/>
          </p:nvSpPr>
          <p:spPr>
            <a:xfrm>
              <a:off x="7425023" y="32741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6" name="pt15656"/>
            <p:cNvSpPr/>
            <p:nvPr/>
          </p:nvSpPr>
          <p:spPr>
            <a:xfrm>
              <a:off x="7434451" y="32700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7" name="pt15657"/>
            <p:cNvSpPr/>
            <p:nvPr/>
          </p:nvSpPr>
          <p:spPr>
            <a:xfrm>
              <a:off x="7417875" y="3249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8" name="pt15658"/>
            <p:cNvSpPr/>
            <p:nvPr/>
          </p:nvSpPr>
          <p:spPr>
            <a:xfrm>
              <a:off x="7399840" y="32699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59" name="pt15659"/>
            <p:cNvSpPr/>
            <p:nvPr/>
          </p:nvSpPr>
          <p:spPr>
            <a:xfrm>
              <a:off x="7514258" y="32742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0" name="pt15660"/>
            <p:cNvSpPr/>
            <p:nvPr/>
          </p:nvSpPr>
          <p:spPr>
            <a:xfrm>
              <a:off x="7468918" y="32785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1" name="pt15661"/>
            <p:cNvSpPr/>
            <p:nvPr/>
          </p:nvSpPr>
          <p:spPr>
            <a:xfrm>
              <a:off x="7651749" y="3227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2" name="pt15662"/>
            <p:cNvSpPr/>
            <p:nvPr/>
          </p:nvSpPr>
          <p:spPr>
            <a:xfrm>
              <a:off x="7411458" y="32553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3" name="pt15663"/>
            <p:cNvSpPr/>
            <p:nvPr/>
          </p:nvSpPr>
          <p:spPr>
            <a:xfrm>
              <a:off x="7457116" y="3307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4" name="pt15664"/>
            <p:cNvSpPr/>
            <p:nvPr/>
          </p:nvSpPr>
          <p:spPr>
            <a:xfrm>
              <a:off x="7484577" y="3265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5" name="pt15665"/>
            <p:cNvSpPr/>
            <p:nvPr/>
          </p:nvSpPr>
          <p:spPr>
            <a:xfrm>
              <a:off x="7437739" y="3245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6" name="pt15666"/>
            <p:cNvSpPr/>
            <p:nvPr/>
          </p:nvSpPr>
          <p:spPr>
            <a:xfrm>
              <a:off x="7485025" y="3235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7" name="pt15667"/>
            <p:cNvSpPr/>
            <p:nvPr/>
          </p:nvSpPr>
          <p:spPr>
            <a:xfrm>
              <a:off x="7498576" y="3244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8" name="pt15668"/>
            <p:cNvSpPr/>
            <p:nvPr/>
          </p:nvSpPr>
          <p:spPr>
            <a:xfrm>
              <a:off x="7402627" y="32901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69" name="pt15669"/>
            <p:cNvSpPr/>
            <p:nvPr/>
          </p:nvSpPr>
          <p:spPr>
            <a:xfrm>
              <a:off x="7446426" y="32534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0" name="pt15670"/>
            <p:cNvSpPr/>
            <p:nvPr/>
          </p:nvSpPr>
          <p:spPr>
            <a:xfrm>
              <a:off x="7454315" y="33227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1" name="pt15671"/>
            <p:cNvSpPr/>
            <p:nvPr/>
          </p:nvSpPr>
          <p:spPr>
            <a:xfrm>
              <a:off x="7451558" y="32589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2" name="pt15672"/>
            <p:cNvSpPr/>
            <p:nvPr/>
          </p:nvSpPr>
          <p:spPr>
            <a:xfrm>
              <a:off x="7447121" y="33110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3" name="pt15673"/>
            <p:cNvSpPr/>
            <p:nvPr/>
          </p:nvSpPr>
          <p:spPr>
            <a:xfrm>
              <a:off x="7397788" y="32766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4" name="pt15674"/>
            <p:cNvSpPr/>
            <p:nvPr/>
          </p:nvSpPr>
          <p:spPr>
            <a:xfrm>
              <a:off x="7426141" y="3312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5" name="pt15675"/>
            <p:cNvSpPr/>
            <p:nvPr/>
          </p:nvSpPr>
          <p:spPr>
            <a:xfrm>
              <a:off x="7448422" y="32716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6" name="pt15676"/>
            <p:cNvSpPr/>
            <p:nvPr/>
          </p:nvSpPr>
          <p:spPr>
            <a:xfrm>
              <a:off x="7400109" y="3326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7" name="pt15677"/>
            <p:cNvSpPr/>
            <p:nvPr/>
          </p:nvSpPr>
          <p:spPr>
            <a:xfrm>
              <a:off x="7394807" y="3336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8" name="pt15678"/>
            <p:cNvSpPr/>
            <p:nvPr/>
          </p:nvSpPr>
          <p:spPr>
            <a:xfrm>
              <a:off x="7402076" y="3223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79" name="pt15679"/>
            <p:cNvSpPr/>
            <p:nvPr/>
          </p:nvSpPr>
          <p:spPr>
            <a:xfrm>
              <a:off x="7440664" y="32403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0" name="pt15680"/>
            <p:cNvSpPr/>
            <p:nvPr/>
          </p:nvSpPr>
          <p:spPr>
            <a:xfrm>
              <a:off x="7451520" y="3265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1" name="pt15681"/>
            <p:cNvSpPr/>
            <p:nvPr/>
          </p:nvSpPr>
          <p:spPr>
            <a:xfrm>
              <a:off x="7452847" y="32227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2" name="pt15682"/>
            <p:cNvSpPr/>
            <p:nvPr/>
          </p:nvSpPr>
          <p:spPr>
            <a:xfrm>
              <a:off x="7395033" y="32522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3" name="pt15683"/>
            <p:cNvSpPr/>
            <p:nvPr/>
          </p:nvSpPr>
          <p:spPr>
            <a:xfrm>
              <a:off x="7507415" y="3250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4" name="pt15684"/>
            <p:cNvSpPr/>
            <p:nvPr/>
          </p:nvSpPr>
          <p:spPr>
            <a:xfrm>
              <a:off x="7434725" y="3254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5" name="pt15685"/>
            <p:cNvSpPr/>
            <p:nvPr/>
          </p:nvSpPr>
          <p:spPr>
            <a:xfrm>
              <a:off x="7379715" y="3257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6" name="pt15686"/>
            <p:cNvSpPr/>
            <p:nvPr/>
          </p:nvSpPr>
          <p:spPr>
            <a:xfrm>
              <a:off x="7408434" y="3327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7" name="pt15687"/>
            <p:cNvSpPr/>
            <p:nvPr/>
          </p:nvSpPr>
          <p:spPr>
            <a:xfrm>
              <a:off x="7494303" y="3268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8" name="pt15688"/>
            <p:cNvSpPr/>
            <p:nvPr/>
          </p:nvSpPr>
          <p:spPr>
            <a:xfrm>
              <a:off x="7480290" y="32085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89" name="pt15689"/>
            <p:cNvSpPr/>
            <p:nvPr/>
          </p:nvSpPr>
          <p:spPr>
            <a:xfrm>
              <a:off x="7480287" y="3237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0" name="pt15690"/>
            <p:cNvSpPr/>
            <p:nvPr/>
          </p:nvSpPr>
          <p:spPr>
            <a:xfrm>
              <a:off x="7433622" y="30141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1" name="pt15691"/>
            <p:cNvSpPr/>
            <p:nvPr/>
          </p:nvSpPr>
          <p:spPr>
            <a:xfrm>
              <a:off x="7461542" y="3255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2" name="pt15692"/>
            <p:cNvSpPr/>
            <p:nvPr/>
          </p:nvSpPr>
          <p:spPr>
            <a:xfrm>
              <a:off x="7471979" y="32044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3" name="pt15693"/>
            <p:cNvSpPr/>
            <p:nvPr/>
          </p:nvSpPr>
          <p:spPr>
            <a:xfrm>
              <a:off x="7486899" y="32928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4" name="pt15694"/>
            <p:cNvSpPr/>
            <p:nvPr/>
          </p:nvSpPr>
          <p:spPr>
            <a:xfrm>
              <a:off x="7433135" y="3255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5" name="pt15695"/>
            <p:cNvSpPr/>
            <p:nvPr/>
          </p:nvSpPr>
          <p:spPr>
            <a:xfrm>
              <a:off x="7423221" y="3244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6" name="pt15696"/>
            <p:cNvSpPr/>
            <p:nvPr/>
          </p:nvSpPr>
          <p:spPr>
            <a:xfrm>
              <a:off x="7431876" y="32468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7" name="pt15697"/>
            <p:cNvSpPr/>
            <p:nvPr/>
          </p:nvSpPr>
          <p:spPr>
            <a:xfrm>
              <a:off x="7382325" y="3289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8" name="pt15698"/>
            <p:cNvSpPr/>
            <p:nvPr/>
          </p:nvSpPr>
          <p:spPr>
            <a:xfrm>
              <a:off x="7444251" y="33124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699" name="pt15699"/>
            <p:cNvSpPr/>
            <p:nvPr/>
          </p:nvSpPr>
          <p:spPr>
            <a:xfrm>
              <a:off x="7391350" y="32332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0" name="pt15700"/>
            <p:cNvSpPr/>
            <p:nvPr/>
          </p:nvSpPr>
          <p:spPr>
            <a:xfrm>
              <a:off x="7396838" y="3287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1" name="pt15701"/>
            <p:cNvSpPr/>
            <p:nvPr/>
          </p:nvSpPr>
          <p:spPr>
            <a:xfrm>
              <a:off x="7419179" y="3317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2" name="pt15702"/>
            <p:cNvSpPr/>
            <p:nvPr/>
          </p:nvSpPr>
          <p:spPr>
            <a:xfrm>
              <a:off x="7464720" y="32903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3" name="pt15703"/>
            <p:cNvSpPr/>
            <p:nvPr/>
          </p:nvSpPr>
          <p:spPr>
            <a:xfrm>
              <a:off x="7417126" y="32540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4" name="pt15704"/>
            <p:cNvSpPr/>
            <p:nvPr/>
          </p:nvSpPr>
          <p:spPr>
            <a:xfrm>
              <a:off x="7391003" y="3230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5" name="pt15705"/>
            <p:cNvSpPr/>
            <p:nvPr/>
          </p:nvSpPr>
          <p:spPr>
            <a:xfrm>
              <a:off x="7453199" y="32782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6" name="pt15706"/>
            <p:cNvSpPr/>
            <p:nvPr/>
          </p:nvSpPr>
          <p:spPr>
            <a:xfrm>
              <a:off x="7495531" y="3285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7" name="pt15707"/>
            <p:cNvSpPr/>
            <p:nvPr/>
          </p:nvSpPr>
          <p:spPr>
            <a:xfrm>
              <a:off x="7388845" y="32592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8" name="pt15708"/>
            <p:cNvSpPr/>
            <p:nvPr/>
          </p:nvSpPr>
          <p:spPr>
            <a:xfrm>
              <a:off x="7479672" y="32636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09" name="pt15709"/>
            <p:cNvSpPr/>
            <p:nvPr/>
          </p:nvSpPr>
          <p:spPr>
            <a:xfrm>
              <a:off x="7471207" y="3295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0" name="pt15710"/>
            <p:cNvSpPr/>
            <p:nvPr/>
          </p:nvSpPr>
          <p:spPr>
            <a:xfrm>
              <a:off x="7375223" y="3263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1" name="pt15711"/>
            <p:cNvSpPr/>
            <p:nvPr/>
          </p:nvSpPr>
          <p:spPr>
            <a:xfrm>
              <a:off x="7379297" y="33374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2" name="pt15712"/>
            <p:cNvSpPr/>
            <p:nvPr/>
          </p:nvSpPr>
          <p:spPr>
            <a:xfrm>
              <a:off x="7429459" y="3247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3" name="pt15713"/>
            <p:cNvSpPr/>
            <p:nvPr/>
          </p:nvSpPr>
          <p:spPr>
            <a:xfrm>
              <a:off x="7399443" y="32797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4" name="pt15714"/>
            <p:cNvSpPr/>
            <p:nvPr/>
          </p:nvSpPr>
          <p:spPr>
            <a:xfrm>
              <a:off x="7404799" y="3362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5" name="pt15715"/>
            <p:cNvSpPr/>
            <p:nvPr/>
          </p:nvSpPr>
          <p:spPr>
            <a:xfrm>
              <a:off x="7429160" y="32237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6" name="pt15716"/>
            <p:cNvSpPr/>
            <p:nvPr/>
          </p:nvSpPr>
          <p:spPr>
            <a:xfrm>
              <a:off x="7401566" y="32779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7" name="pt15717"/>
            <p:cNvSpPr/>
            <p:nvPr/>
          </p:nvSpPr>
          <p:spPr>
            <a:xfrm>
              <a:off x="7855971" y="3270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8" name="pt15718"/>
            <p:cNvSpPr/>
            <p:nvPr/>
          </p:nvSpPr>
          <p:spPr>
            <a:xfrm>
              <a:off x="7469676" y="32864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19" name="pt15719"/>
            <p:cNvSpPr/>
            <p:nvPr/>
          </p:nvSpPr>
          <p:spPr>
            <a:xfrm>
              <a:off x="7375041" y="32605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0" name="pt15720"/>
            <p:cNvSpPr/>
            <p:nvPr/>
          </p:nvSpPr>
          <p:spPr>
            <a:xfrm>
              <a:off x="7471481" y="3310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1" name="pt15721"/>
            <p:cNvSpPr/>
            <p:nvPr/>
          </p:nvSpPr>
          <p:spPr>
            <a:xfrm>
              <a:off x="7375217" y="32790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2" name="pt15722"/>
            <p:cNvSpPr/>
            <p:nvPr/>
          </p:nvSpPr>
          <p:spPr>
            <a:xfrm>
              <a:off x="7499241" y="33311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3" name="pt15723"/>
            <p:cNvSpPr/>
            <p:nvPr/>
          </p:nvSpPr>
          <p:spPr>
            <a:xfrm>
              <a:off x="7440455" y="3231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4" name="pt15724"/>
            <p:cNvSpPr/>
            <p:nvPr/>
          </p:nvSpPr>
          <p:spPr>
            <a:xfrm>
              <a:off x="7411782" y="3256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5" name="pt15725"/>
            <p:cNvSpPr/>
            <p:nvPr/>
          </p:nvSpPr>
          <p:spPr>
            <a:xfrm>
              <a:off x="7413895" y="3263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6" name="pt15726"/>
            <p:cNvSpPr/>
            <p:nvPr/>
          </p:nvSpPr>
          <p:spPr>
            <a:xfrm>
              <a:off x="7406244" y="3246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7" name="pt15727"/>
            <p:cNvSpPr/>
            <p:nvPr/>
          </p:nvSpPr>
          <p:spPr>
            <a:xfrm>
              <a:off x="7424442" y="32460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8" name="pt15728"/>
            <p:cNvSpPr/>
            <p:nvPr/>
          </p:nvSpPr>
          <p:spPr>
            <a:xfrm>
              <a:off x="7450362" y="32768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29" name="pt15729"/>
            <p:cNvSpPr/>
            <p:nvPr/>
          </p:nvSpPr>
          <p:spPr>
            <a:xfrm>
              <a:off x="7404549" y="3227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0" name="pt15730"/>
            <p:cNvSpPr/>
            <p:nvPr/>
          </p:nvSpPr>
          <p:spPr>
            <a:xfrm>
              <a:off x="7324949" y="3358207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31" name="pt15731"/>
            <p:cNvSpPr/>
            <p:nvPr/>
          </p:nvSpPr>
          <p:spPr>
            <a:xfrm>
              <a:off x="7435420" y="3258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2" name="pt15732"/>
            <p:cNvSpPr/>
            <p:nvPr/>
          </p:nvSpPr>
          <p:spPr>
            <a:xfrm>
              <a:off x="7525944" y="32529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3" name="pt15733"/>
            <p:cNvSpPr/>
            <p:nvPr/>
          </p:nvSpPr>
          <p:spPr>
            <a:xfrm>
              <a:off x="7491788" y="3220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4" name="pt15734"/>
            <p:cNvSpPr/>
            <p:nvPr/>
          </p:nvSpPr>
          <p:spPr>
            <a:xfrm>
              <a:off x="7429984" y="3325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5" name="pt15735"/>
            <p:cNvSpPr/>
            <p:nvPr/>
          </p:nvSpPr>
          <p:spPr>
            <a:xfrm>
              <a:off x="7528642" y="3318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6" name="pt15736"/>
            <p:cNvSpPr/>
            <p:nvPr/>
          </p:nvSpPr>
          <p:spPr>
            <a:xfrm>
              <a:off x="7424907" y="32838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7" name="pt15737"/>
            <p:cNvSpPr/>
            <p:nvPr/>
          </p:nvSpPr>
          <p:spPr>
            <a:xfrm>
              <a:off x="7446039" y="3266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8" name="pt15738"/>
            <p:cNvSpPr/>
            <p:nvPr/>
          </p:nvSpPr>
          <p:spPr>
            <a:xfrm>
              <a:off x="7480097" y="3265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39" name="pt15739"/>
            <p:cNvSpPr/>
            <p:nvPr/>
          </p:nvSpPr>
          <p:spPr>
            <a:xfrm>
              <a:off x="7441497" y="3245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0" name="pt15740"/>
            <p:cNvSpPr/>
            <p:nvPr/>
          </p:nvSpPr>
          <p:spPr>
            <a:xfrm>
              <a:off x="7470527" y="3283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1" name="pt15741"/>
            <p:cNvSpPr/>
            <p:nvPr/>
          </p:nvSpPr>
          <p:spPr>
            <a:xfrm>
              <a:off x="7399342" y="3293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2" name="pt15742"/>
            <p:cNvSpPr/>
            <p:nvPr/>
          </p:nvSpPr>
          <p:spPr>
            <a:xfrm>
              <a:off x="7441556" y="32517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3" name="pt15743"/>
            <p:cNvSpPr/>
            <p:nvPr/>
          </p:nvSpPr>
          <p:spPr>
            <a:xfrm>
              <a:off x="7424173" y="3284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4" name="pt15744"/>
            <p:cNvSpPr/>
            <p:nvPr/>
          </p:nvSpPr>
          <p:spPr>
            <a:xfrm>
              <a:off x="7451584" y="3282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5" name="pt15745"/>
            <p:cNvSpPr/>
            <p:nvPr/>
          </p:nvSpPr>
          <p:spPr>
            <a:xfrm>
              <a:off x="7399574" y="32679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6" name="pt15746"/>
            <p:cNvSpPr/>
            <p:nvPr/>
          </p:nvSpPr>
          <p:spPr>
            <a:xfrm>
              <a:off x="7447043" y="32952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7" name="pt15747"/>
            <p:cNvSpPr/>
            <p:nvPr/>
          </p:nvSpPr>
          <p:spPr>
            <a:xfrm>
              <a:off x="7388934" y="32974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8" name="pt15748"/>
            <p:cNvSpPr/>
            <p:nvPr/>
          </p:nvSpPr>
          <p:spPr>
            <a:xfrm>
              <a:off x="7412104" y="32710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49" name="pt15749"/>
            <p:cNvSpPr/>
            <p:nvPr/>
          </p:nvSpPr>
          <p:spPr>
            <a:xfrm>
              <a:off x="7449537" y="3274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0" name="pt15750"/>
            <p:cNvSpPr/>
            <p:nvPr/>
          </p:nvSpPr>
          <p:spPr>
            <a:xfrm>
              <a:off x="7444373" y="32914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1" name="pt15751"/>
            <p:cNvSpPr/>
            <p:nvPr/>
          </p:nvSpPr>
          <p:spPr>
            <a:xfrm>
              <a:off x="7397098" y="32583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2" name="pt15752"/>
            <p:cNvSpPr/>
            <p:nvPr/>
          </p:nvSpPr>
          <p:spPr>
            <a:xfrm>
              <a:off x="7420516" y="3257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3" name="pt15753"/>
            <p:cNvSpPr/>
            <p:nvPr/>
          </p:nvSpPr>
          <p:spPr>
            <a:xfrm>
              <a:off x="7396377" y="3273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4" name="pt15754"/>
            <p:cNvSpPr/>
            <p:nvPr/>
          </p:nvSpPr>
          <p:spPr>
            <a:xfrm>
              <a:off x="7441396" y="3320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5" name="pt15755"/>
            <p:cNvSpPr/>
            <p:nvPr/>
          </p:nvSpPr>
          <p:spPr>
            <a:xfrm>
              <a:off x="7373069" y="32996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6" name="pt15756"/>
            <p:cNvSpPr/>
            <p:nvPr/>
          </p:nvSpPr>
          <p:spPr>
            <a:xfrm>
              <a:off x="7470714" y="3280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7" name="pt15757"/>
            <p:cNvSpPr/>
            <p:nvPr/>
          </p:nvSpPr>
          <p:spPr>
            <a:xfrm>
              <a:off x="7446068" y="32680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8" name="pt15758"/>
            <p:cNvSpPr/>
            <p:nvPr/>
          </p:nvSpPr>
          <p:spPr>
            <a:xfrm>
              <a:off x="7423649" y="3280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59" name="pt15759"/>
            <p:cNvSpPr/>
            <p:nvPr/>
          </p:nvSpPr>
          <p:spPr>
            <a:xfrm>
              <a:off x="7372563" y="3268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0" name="pt15760"/>
            <p:cNvSpPr/>
            <p:nvPr/>
          </p:nvSpPr>
          <p:spPr>
            <a:xfrm>
              <a:off x="7406431" y="33075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1" name="pt15761"/>
            <p:cNvSpPr/>
            <p:nvPr/>
          </p:nvSpPr>
          <p:spPr>
            <a:xfrm>
              <a:off x="7461791" y="3295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2" name="pt15762"/>
            <p:cNvSpPr/>
            <p:nvPr/>
          </p:nvSpPr>
          <p:spPr>
            <a:xfrm>
              <a:off x="7490418" y="3250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3" name="pt15763"/>
            <p:cNvSpPr/>
            <p:nvPr/>
          </p:nvSpPr>
          <p:spPr>
            <a:xfrm>
              <a:off x="7481266" y="3239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4" name="pt15764"/>
            <p:cNvSpPr/>
            <p:nvPr/>
          </p:nvSpPr>
          <p:spPr>
            <a:xfrm>
              <a:off x="7442262" y="3288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5" name="pt15765"/>
            <p:cNvSpPr/>
            <p:nvPr/>
          </p:nvSpPr>
          <p:spPr>
            <a:xfrm>
              <a:off x="7407965" y="32609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6" name="pt15766"/>
            <p:cNvSpPr/>
            <p:nvPr/>
          </p:nvSpPr>
          <p:spPr>
            <a:xfrm>
              <a:off x="7376455" y="3262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7" name="pt15767"/>
            <p:cNvSpPr/>
            <p:nvPr/>
          </p:nvSpPr>
          <p:spPr>
            <a:xfrm>
              <a:off x="7453121" y="32583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8" name="pt15768"/>
            <p:cNvSpPr/>
            <p:nvPr/>
          </p:nvSpPr>
          <p:spPr>
            <a:xfrm>
              <a:off x="7469927" y="3290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69" name="pt15769"/>
            <p:cNvSpPr/>
            <p:nvPr/>
          </p:nvSpPr>
          <p:spPr>
            <a:xfrm>
              <a:off x="7432954" y="33215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0" name="pt15770"/>
            <p:cNvSpPr/>
            <p:nvPr/>
          </p:nvSpPr>
          <p:spPr>
            <a:xfrm>
              <a:off x="7446676" y="3252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1" name="pt15771"/>
            <p:cNvSpPr/>
            <p:nvPr/>
          </p:nvSpPr>
          <p:spPr>
            <a:xfrm>
              <a:off x="7371661" y="33219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2" name="pt15772"/>
            <p:cNvSpPr/>
            <p:nvPr/>
          </p:nvSpPr>
          <p:spPr>
            <a:xfrm>
              <a:off x="7369331" y="3295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3" name="pt15773"/>
            <p:cNvSpPr/>
            <p:nvPr/>
          </p:nvSpPr>
          <p:spPr>
            <a:xfrm>
              <a:off x="7420225" y="3280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4" name="pt15774"/>
            <p:cNvSpPr/>
            <p:nvPr/>
          </p:nvSpPr>
          <p:spPr>
            <a:xfrm>
              <a:off x="7498410" y="30293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5" name="pt15775"/>
            <p:cNvSpPr/>
            <p:nvPr/>
          </p:nvSpPr>
          <p:spPr>
            <a:xfrm>
              <a:off x="7418901" y="3253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6" name="pt15776"/>
            <p:cNvSpPr/>
            <p:nvPr/>
          </p:nvSpPr>
          <p:spPr>
            <a:xfrm>
              <a:off x="7473203" y="32831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7" name="pt15777"/>
            <p:cNvSpPr/>
            <p:nvPr/>
          </p:nvSpPr>
          <p:spPr>
            <a:xfrm>
              <a:off x="7304956" y="32400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8" name="pt15778"/>
            <p:cNvSpPr/>
            <p:nvPr/>
          </p:nvSpPr>
          <p:spPr>
            <a:xfrm>
              <a:off x="7403303" y="32848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79" name="pt15779"/>
            <p:cNvSpPr/>
            <p:nvPr/>
          </p:nvSpPr>
          <p:spPr>
            <a:xfrm>
              <a:off x="7500499" y="3290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0" name="pt15780"/>
            <p:cNvSpPr/>
            <p:nvPr/>
          </p:nvSpPr>
          <p:spPr>
            <a:xfrm>
              <a:off x="7474430" y="3268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1" name="pt15781"/>
            <p:cNvSpPr/>
            <p:nvPr/>
          </p:nvSpPr>
          <p:spPr>
            <a:xfrm>
              <a:off x="7472211" y="32718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2" name="pt15782"/>
            <p:cNvSpPr/>
            <p:nvPr/>
          </p:nvSpPr>
          <p:spPr>
            <a:xfrm>
              <a:off x="7454377" y="32323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3" name="pt15783"/>
            <p:cNvSpPr/>
            <p:nvPr/>
          </p:nvSpPr>
          <p:spPr>
            <a:xfrm>
              <a:off x="7437989" y="32723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4" name="pt15784"/>
            <p:cNvSpPr/>
            <p:nvPr/>
          </p:nvSpPr>
          <p:spPr>
            <a:xfrm>
              <a:off x="7453131" y="3297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5" name="pt15785"/>
            <p:cNvSpPr/>
            <p:nvPr/>
          </p:nvSpPr>
          <p:spPr>
            <a:xfrm>
              <a:off x="7432673" y="3294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6" name="pt15786"/>
            <p:cNvSpPr/>
            <p:nvPr/>
          </p:nvSpPr>
          <p:spPr>
            <a:xfrm>
              <a:off x="7447855" y="32870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7" name="pt15787"/>
            <p:cNvSpPr/>
            <p:nvPr/>
          </p:nvSpPr>
          <p:spPr>
            <a:xfrm>
              <a:off x="7454216" y="3283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8" name="pt15788"/>
            <p:cNvSpPr/>
            <p:nvPr/>
          </p:nvSpPr>
          <p:spPr>
            <a:xfrm>
              <a:off x="7446985" y="32807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89" name="pt15789"/>
            <p:cNvSpPr/>
            <p:nvPr/>
          </p:nvSpPr>
          <p:spPr>
            <a:xfrm>
              <a:off x="7438450" y="3263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0" name="pt15790"/>
            <p:cNvSpPr/>
            <p:nvPr/>
          </p:nvSpPr>
          <p:spPr>
            <a:xfrm>
              <a:off x="7373981" y="32947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1" name="pt15791"/>
            <p:cNvSpPr/>
            <p:nvPr/>
          </p:nvSpPr>
          <p:spPr>
            <a:xfrm>
              <a:off x="7391151" y="32524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2" name="pt15792"/>
            <p:cNvSpPr/>
            <p:nvPr/>
          </p:nvSpPr>
          <p:spPr>
            <a:xfrm>
              <a:off x="7419276" y="3277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3" name="pt15793"/>
            <p:cNvSpPr/>
            <p:nvPr/>
          </p:nvSpPr>
          <p:spPr>
            <a:xfrm>
              <a:off x="7493923" y="3275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4" name="pt15794"/>
            <p:cNvSpPr/>
            <p:nvPr/>
          </p:nvSpPr>
          <p:spPr>
            <a:xfrm>
              <a:off x="7490590" y="32365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5" name="pt15795"/>
            <p:cNvSpPr/>
            <p:nvPr/>
          </p:nvSpPr>
          <p:spPr>
            <a:xfrm>
              <a:off x="7429384" y="3483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6" name="pt15796"/>
            <p:cNvSpPr/>
            <p:nvPr/>
          </p:nvSpPr>
          <p:spPr>
            <a:xfrm>
              <a:off x="7420266" y="33190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7" name="pt15797"/>
            <p:cNvSpPr/>
            <p:nvPr/>
          </p:nvSpPr>
          <p:spPr>
            <a:xfrm>
              <a:off x="7407365" y="32195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8" name="pt15798"/>
            <p:cNvSpPr/>
            <p:nvPr/>
          </p:nvSpPr>
          <p:spPr>
            <a:xfrm>
              <a:off x="7468219" y="3253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799" name="pt15799"/>
            <p:cNvSpPr/>
            <p:nvPr/>
          </p:nvSpPr>
          <p:spPr>
            <a:xfrm>
              <a:off x="7414642" y="32864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0" name="pt15800"/>
            <p:cNvSpPr/>
            <p:nvPr/>
          </p:nvSpPr>
          <p:spPr>
            <a:xfrm>
              <a:off x="7468202" y="3292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1" name="pt15801"/>
            <p:cNvSpPr/>
            <p:nvPr/>
          </p:nvSpPr>
          <p:spPr>
            <a:xfrm>
              <a:off x="7443160" y="32553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2" name="pt15802"/>
            <p:cNvSpPr/>
            <p:nvPr/>
          </p:nvSpPr>
          <p:spPr>
            <a:xfrm>
              <a:off x="7473579" y="3321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3" name="pt15803"/>
            <p:cNvSpPr/>
            <p:nvPr/>
          </p:nvSpPr>
          <p:spPr>
            <a:xfrm>
              <a:off x="7392064" y="32387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4" name="pt15804"/>
            <p:cNvSpPr/>
            <p:nvPr/>
          </p:nvSpPr>
          <p:spPr>
            <a:xfrm>
              <a:off x="7409468" y="3271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5" name="pt15805"/>
            <p:cNvSpPr/>
            <p:nvPr/>
          </p:nvSpPr>
          <p:spPr>
            <a:xfrm>
              <a:off x="7420910" y="32482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6" name="pt15806"/>
            <p:cNvSpPr/>
            <p:nvPr/>
          </p:nvSpPr>
          <p:spPr>
            <a:xfrm>
              <a:off x="7537149" y="3296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7" name="pt15807"/>
            <p:cNvSpPr/>
            <p:nvPr/>
          </p:nvSpPr>
          <p:spPr>
            <a:xfrm>
              <a:off x="7423218" y="32528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8" name="pt15808"/>
            <p:cNvSpPr/>
            <p:nvPr/>
          </p:nvSpPr>
          <p:spPr>
            <a:xfrm>
              <a:off x="7409852" y="32650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09" name="pt15809"/>
            <p:cNvSpPr/>
            <p:nvPr/>
          </p:nvSpPr>
          <p:spPr>
            <a:xfrm>
              <a:off x="7448421" y="32786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0" name="pt15810"/>
            <p:cNvSpPr/>
            <p:nvPr/>
          </p:nvSpPr>
          <p:spPr>
            <a:xfrm>
              <a:off x="7399246" y="32892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1" name="pt15811"/>
            <p:cNvSpPr/>
            <p:nvPr/>
          </p:nvSpPr>
          <p:spPr>
            <a:xfrm>
              <a:off x="7412701" y="32590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2" name="pt15812"/>
            <p:cNvSpPr/>
            <p:nvPr/>
          </p:nvSpPr>
          <p:spPr>
            <a:xfrm>
              <a:off x="7379309" y="3315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3" name="pt15813"/>
            <p:cNvSpPr/>
            <p:nvPr/>
          </p:nvSpPr>
          <p:spPr>
            <a:xfrm>
              <a:off x="7409350" y="3278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4" name="pt15814"/>
            <p:cNvSpPr/>
            <p:nvPr/>
          </p:nvSpPr>
          <p:spPr>
            <a:xfrm>
              <a:off x="7457300" y="32810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5" name="pt15815"/>
            <p:cNvSpPr/>
            <p:nvPr/>
          </p:nvSpPr>
          <p:spPr>
            <a:xfrm>
              <a:off x="7349870" y="32614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6" name="pt15816"/>
            <p:cNvSpPr/>
            <p:nvPr/>
          </p:nvSpPr>
          <p:spPr>
            <a:xfrm>
              <a:off x="7382898" y="3240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7" name="pt15817"/>
            <p:cNvSpPr/>
            <p:nvPr/>
          </p:nvSpPr>
          <p:spPr>
            <a:xfrm>
              <a:off x="7444878" y="3228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8" name="pt15818"/>
            <p:cNvSpPr/>
            <p:nvPr/>
          </p:nvSpPr>
          <p:spPr>
            <a:xfrm>
              <a:off x="7404485" y="3270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19" name="pt15819"/>
            <p:cNvSpPr/>
            <p:nvPr/>
          </p:nvSpPr>
          <p:spPr>
            <a:xfrm>
              <a:off x="7370037" y="3281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0" name="pt15820"/>
            <p:cNvSpPr/>
            <p:nvPr/>
          </p:nvSpPr>
          <p:spPr>
            <a:xfrm>
              <a:off x="7378627" y="3274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1" name="pt15821"/>
            <p:cNvSpPr/>
            <p:nvPr/>
          </p:nvSpPr>
          <p:spPr>
            <a:xfrm>
              <a:off x="7440350" y="32820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2" name="pt15822"/>
            <p:cNvSpPr/>
            <p:nvPr/>
          </p:nvSpPr>
          <p:spPr>
            <a:xfrm>
              <a:off x="7444407" y="3304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3" name="pt15823"/>
            <p:cNvSpPr/>
            <p:nvPr/>
          </p:nvSpPr>
          <p:spPr>
            <a:xfrm>
              <a:off x="7514020" y="3394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4" name="pt15824"/>
            <p:cNvSpPr/>
            <p:nvPr/>
          </p:nvSpPr>
          <p:spPr>
            <a:xfrm>
              <a:off x="7430934" y="3252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5" name="pt15825"/>
            <p:cNvSpPr/>
            <p:nvPr/>
          </p:nvSpPr>
          <p:spPr>
            <a:xfrm>
              <a:off x="7455678" y="3143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6" name="pt15826"/>
            <p:cNvSpPr/>
            <p:nvPr/>
          </p:nvSpPr>
          <p:spPr>
            <a:xfrm>
              <a:off x="7486706" y="32645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7" name="pt15827"/>
            <p:cNvSpPr/>
            <p:nvPr/>
          </p:nvSpPr>
          <p:spPr>
            <a:xfrm>
              <a:off x="7494488" y="32612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8" name="pt15828"/>
            <p:cNvSpPr/>
            <p:nvPr/>
          </p:nvSpPr>
          <p:spPr>
            <a:xfrm>
              <a:off x="7464400" y="32953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29" name="pt15829"/>
            <p:cNvSpPr/>
            <p:nvPr/>
          </p:nvSpPr>
          <p:spPr>
            <a:xfrm>
              <a:off x="7393363" y="32916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0" name="pt15830"/>
            <p:cNvSpPr/>
            <p:nvPr/>
          </p:nvSpPr>
          <p:spPr>
            <a:xfrm>
              <a:off x="7404036" y="3305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1" name="pt15831"/>
            <p:cNvSpPr/>
            <p:nvPr/>
          </p:nvSpPr>
          <p:spPr>
            <a:xfrm>
              <a:off x="7399710" y="3269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2" name="pt15832"/>
            <p:cNvSpPr/>
            <p:nvPr/>
          </p:nvSpPr>
          <p:spPr>
            <a:xfrm>
              <a:off x="7419826" y="32906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3" name="pt15833"/>
            <p:cNvSpPr/>
            <p:nvPr/>
          </p:nvSpPr>
          <p:spPr>
            <a:xfrm>
              <a:off x="7419006" y="3268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4" name="pt15834"/>
            <p:cNvSpPr/>
            <p:nvPr/>
          </p:nvSpPr>
          <p:spPr>
            <a:xfrm>
              <a:off x="7426328" y="3276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5" name="pt15835"/>
            <p:cNvSpPr/>
            <p:nvPr/>
          </p:nvSpPr>
          <p:spPr>
            <a:xfrm>
              <a:off x="7460820" y="31917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6" name="pt15836"/>
            <p:cNvSpPr/>
            <p:nvPr/>
          </p:nvSpPr>
          <p:spPr>
            <a:xfrm>
              <a:off x="7442634" y="3310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7" name="pt15837"/>
            <p:cNvSpPr/>
            <p:nvPr/>
          </p:nvSpPr>
          <p:spPr>
            <a:xfrm>
              <a:off x="7371200" y="32736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8" name="pt15838"/>
            <p:cNvSpPr/>
            <p:nvPr/>
          </p:nvSpPr>
          <p:spPr>
            <a:xfrm>
              <a:off x="7416604" y="32745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39" name="pt15839"/>
            <p:cNvSpPr/>
            <p:nvPr/>
          </p:nvSpPr>
          <p:spPr>
            <a:xfrm>
              <a:off x="7416325" y="32938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0" name="pt15840"/>
            <p:cNvSpPr/>
            <p:nvPr/>
          </p:nvSpPr>
          <p:spPr>
            <a:xfrm>
              <a:off x="7455769" y="3272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1" name="pt15841"/>
            <p:cNvSpPr/>
            <p:nvPr/>
          </p:nvSpPr>
          <p:spPr>
            <a:xfrm>
              <a:off x="7413029" y="32731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2" name="pt15842"/>
            <p:cNvSpPr/>
            <p:nvPr/>
          </p:nvSpPr>
          <p:spPr>
            <a:xfrm>
              <a:off x="7436815" y="3281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3" name="pt15843"/>
            <p:cNvSpPr/>
            <p:nvPr/>
          </p:nvSpPr>
          <p:spPr>
            <a:xfrm>
              <a:off x="7459567" y="3257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4" name="pt15844"/>
            <p:cNvSpPr/>
            <p:nvPr/>
          </p:nvSpPr>
          <p:spPr>
            <a:xfrm>
              <a:off x="7448565" y="33085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5" name="pt15845"/>
            <p:cNvSpPr/>
            <p:nvPr/>
          </p:nvSpPr>
          <p:spPr>
            <a:xfrm>
              <a:off x="7468279" y="32662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6" name="pt15846"/>
            <p:cNvSpPr/>
            <p:nvPr/>
          </p:nvSpPr>
          <p:spPr>
            <a:xfrm>
              <a:off x="7461915" y="33140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7" name="pt15847"/>
            <p:cNvSpPr/>
            <p:nvPr/>
          </p:nvSpPr>
          <p:spPr>
            <a:xfrm>
              <a:off x="7423080" y="3288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8" name="pt15848"/>
            <p:cNvSpPr/>
            <p:nvPr/>
          </p:nvSpPr>
          <p:spPr>
            <a:xfrm>
              <a:off x="7373095" y="33125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49" name="pt15849"/>
            <p:cNvSpPr/>
            <p:nvPr/>
          </p:nvSpPr>
          <p:spPr>
            <a:xfrm>
              <a:off x="7451381" y="3295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0" name="pt15850"/>
            <p:cNvSpPr/>
            <p:nvPr/>
          </p:nvSpPr>
          <p:spPr>
            <a:xfrm>
              <a:off x="7408891" y="32601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1" name="pt15851"/>
            <p:cNvSpPr/>
            <p:nvPr/>
          </p:nvSpPr>
          <p:spPr>
            <a:xfrm>
              <a:off x="7438006" y="33532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2" name="pt15852"/>
            <p:cNvSpPr/>
            <p:nvPr/>
          </p:nvSpPr>
          <p:spPr>
            <a:xfrm>
              <a:off x="7393906" y="3375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3" name="pt15853"/>
            <p:cNvSpPr/>
            <p:nvPr/>
          </p:nvSpPr>
          <p:spPr>
            <a:xfrm>
              <a:off x="7449794" y="32697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4" name="pt15854"/>
            <p:cNvSpPr/>
            <p:nvPr/>
          </p:nvSpPr>
          <p:spPr>
            <a:xfrm>
              <a:off x="7383999" y="3315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5" name="pt15855"/>
            <p:cNvSpPr/>
            <p:nvPr/>
          </p:nvSpPr>
          <p:spPr>
            <a:xfrm>
              <a:off x="7466036" y="32835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6" name="pt15856"/>
            <p:cNvSpPr/>
            <p:nvPr/>
          </p:nvSpPr>
          <p:spPr>
            <a:xfrm>
              <a:off x="7403296" y="33063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7" name="pt15857"/>
            <p:cNvSpPr/>
            <p:nvPr/>
          </p:nvSpPr>
          <p:spPr>
            <a:xfrm>
              <a:off x="7380914" y="3292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8" name="pt15858"/>
            <p:cNvSpPr/>
            <p:nvPr/>
          </p:nvSpPr>
          <p:spPr>
            <a:xfrm>
              <a:off x="7464712" y="3175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59" name="pt15859"/>
            <p:cNvSpPr/>
            <p:nvPr/>
          </p:nvSpPr>
          <p:spPr>
            <a:xfrm>
              <a:off x="7442474" y="3275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0" name="pt15860"/>
            <p:cNvSpPr/>
            <p:nvPr/>
          </p:nvSpPr>
          <p:spPr>
            <a:xfrm>
              <a:off x="7579668" y="3219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1" name="pt15861"/>
            <p:cNvSpPr/>
            <p:nvPr/>
          </p:nvSpPr>
          <p:spPr>
            <a:xfrm>
              <a:off x="7435887" y="32466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2" name="pt15862"/>
            <p:cNvSpPr/>
            <p:nvPr/>
          </p:nvSpPr>
          <p:spPr>
            <a:xfrm>
              <a:off x="7425301" y="32594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3" name="pt15863"/>
            <p:cNvSpPr/>
            <p:nvPr/>
          </p:nvSpPr>
          <p:spPr>
            <a:xfrm>
              <a:off x="7443809" y="3173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4" name="pt15864"/>
            <p:cNvSpPr/>
            <p:nvPr/>
          </p:nvSpPr>
          <p:spPr>
            <a:xfrm>
              <a:off x="7416048" y="3433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5" name="pt15865"/>
            <p:cNvSpPr/>
            <p:nvPr/>
          </p:nvSpPr>
          <p:spPr>
            <a:xfrm>
              <a:off x="7429492" y="34501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6" name="pt15866"/>
            <p:cNvSpPr/>
            <p:nvPr/>
          </p:nvSpPr>
          <p:spPr>
            <a:xfrm>
              <a:off x="7462869" y="32769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7" name="pt15867"/>
            <p:cNvSpPr/>
            <p:nvPr/>
          </p:nvSpPr>
          <p:spPr>
            <a:xfrm>
              <a:off x="7435816" y="3230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8" name="pt15868"/>
            <p:cNvSpPr/>
            <p:nvPr/>
          </p:nvSpPr>
          <p:spPr>
            <a:xfrm>
              <a:off x="7519209" y="3306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69" name="pt15869"/>
            <p:cNvSpPr/>
            <p:nvPr/>
          </p:nvSpPr>
          <p:spPr>
            <a:xfrm>
              <a:off x="7459710" y="3255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0" name="pt15870"/>
            <p:cNvSpPr/>
            <p:nvPr/>
          </p:nvSpPr>
          <p:spPr>
            <a:xfrm>
              <a:off x="7462599" y="3282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1" name="pt15871"/>
            <p:cNvSpPr/>
            <p:nvPr/>
          </p:nvSpPr>
          <p:spPr>
            <a:xfrm>
              <a:off x="7443595" y="3235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2" name="pt15872"/>
            <p:cNvSpPr/>
            <p:nvPr/>
          </p:nvSpPr>
          <p:spPr>
            <a:xfrm>
              <a:off x="7430519" y="32852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3" name="pt15873"/>
            <p:cNvSpPr/>
            <p:nvPr/>
          </p:nvSpPr>
          <p:spPr>
            <a:xfrm>
              <a:off x="7371007" y="32326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4" name="pt15874"/>
            <p:cNvSpPr/>
            <p:nvPr/>
          </p:nvSpPr>
          <p:spPr>
            <a:xfrm>
              <a:off x="7467268" y="32514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5" name="pt15875"/>
            <p:cNvSpPr/>
            <p:nvPr/>
          </p:nvSpPr>
          <p:spPr>
            <a:xfrm>
              <a:off x="7376420" y="3279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6" name="pt15876"/>
            <p:cNvSpPr/>
            <p:nvPr/>
          </p:nvSpPr>
          <p:spPr>
            <a:xfrm>
              <a:off x="7482531" y="33302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7" name="pt15877"/>
            <p:cNvSpPr/>
            <p:nvPr/>
          </p:nvSpPr>
          <p:spPr>
            <a:xfrm>
              <a:off x="7458615" y="33475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8" name="pt15878"/>
            <p:cNvSpPr/>
            <p:nvPr/>
          </p:nvSpPr>
          <p:spPr>
            <a:xfrm>
              <a:off x="7477969" y="3260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79" name="pt15879"/>
            <p:cNvSpPr/>
            <p:nvPr/>
          </p:nvSpPr>
          <p:spPr>
            <a:xfrm>
              <a:off x="7435782" y="33164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0" name="pt15880"/>
            <p:cNvSpPr/>
            <p:nvPr/>
          </p:nvSpPr>
          <p:spPr>
            <a:xfrm>
              <a:off x="7406339" y="3280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1" name="pt15881"/>
            <p:cNvSpPr/>
            <p:nvPr/>
          </p:nvSpPr>
          <p:spPr>
            <a:xfrm>
              <a:off x="7323331" y="3276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2" name="pt15882"/>
            <p:cNvSpPr/>
            <p:nvPr/>
          </p:nvSpPr>
          <p:spPr>
            <a:xfrm>
              <a:off x="7392623" y="3266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3" name="pt15883"/>
            <p:cNvSpPr/>
            <p:nvPr/>
          </p:nvSpPr>
          <p:spPr>
            <a:xfrm>
              <a:off x="7401106" y="32773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4" name="pt15884"/>
            <p:cNvSpPr/>
            <p:nvPr/>
          </p:nvSpPr>
          <p:spPr>
            <a:xfrm>
              <a:off x="7390245" y="3275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5" name="pt15885"/>
            <p:cNvSpPr/>
            <p:nvPr/>
          </p:nvSpPr>
          <p:spPr>
            <a:xfrm>
              <a:off x="7379284" y="32742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6" name="pt15886"/>
            <p:cNvSpPr/>
            <p:nvPr/>
          </p:nvSpPr>
          <p:spPr>
            <a:xfrm>
              <a:off x="7365072" y="3287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7" name="pt15887"/>
            <p:cNvSpPr/>
            <p:nvPr/>
          </p:nvSpPr>
          <p:spPr>
            <a:xfrm>
              <a:off x="7424831" y="3234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8" name="pt15888"/>
            <p:cNvSpPr/>
            <p:nvPr/>
          </p:nvSpPr>
          <p:spPr>
            <a:xfrm>
              <a:off x="7512481" y="3266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89" name="pt15889"/>
            <p:cNvSpPr/>
            <p:nvPr/>
          </p:nvSpPr>
          <p:spPr>
            <a:xfrm>
              <a:off x="7219422" y="3373135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90" name="pt15890"/>
            <p:cNvSpPr/>
            <p:nvPr/>
          </p:nvSpPr>
          <p:spPr>
            <a:xfrm>
              <a:off x="7292558" y="3274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1" name="pt15891"/>
            <p:cNvSpPr/>
            <p:nvPr/>
          </p:nvSpPr>
          <p:spPr>
            <a:xfrm>
              <a:off x="7469003" y="32546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2" name="pt15892"/>
            <p:cNvSpPr/>
            <p:nvPr/>
          </p:nvSpPr>
          <p:spPr>
            <a:xfrm>
              <a:off x="7477339" y="3281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3" name="pt15893"/>
            <p:cNvSpPr/>
            <p:nvPr/>
          </p:nvSpPr>
          <p:spPr>
            <a:xfrm>
              <a:off x="7410814" y="32431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4" name="pt15894"/>
            <p:cNvSpPr/>
            <p:nvPr/>
          </p:nvSpPr>
          <p:spPr>
            <a:xfrm>
              <a:off x="7456252" y="31826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5" name="pt15895"/>
            <p:cNvSpPr/>
            <p:nvPr/>
          </p:nvSpPr>
          <p:spPr>
            <a:xfrm>
              <a:off x="7376592" y="3259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6" name="pt15896"/>
            <p:cNvSpPr/>
            <p:nvPr/>
          </p:nvSpPr>
          <p:spPr>
            <a:xfrm>
              <a:off x="7377230" y="3263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7" name="pt15897"/>
            <p:cNvSpPr/>
            <p:nvPr/>
          </p:nvSpPr>
          <p:spPr>
            <a:xfrm>
              <a:off x="7456900" y="32811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8" name="pt15898"/>
            <p:cNvSpPr/>
            <p:nvPr/>
          </p:nvSpPr>
          <p:spPr>
            <a:xfrm>
              <a:off x="7440425" y="32549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899" name="pt15899"/>
            <p:cNvSpPr/>
            <p:nvPr/>
          </p:nvSpPr>
          <p:spPr>
            <a:xfrm>
              <a:off x="7461059" y="3262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0" name="pt15900"/>
            <p:cNvSpPr/>
            <p:nvPr/>
          </p:nvSpPr>
          <p:spPr>
            <a:xfrm>
              <a:off x="7423146" y="32747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1" name="pt15901"/>
            <p:cNvSpPr/>
            <p:nvPr/>
          </p:nvSpPr>
          <p:spPr>
            <a:xfrm>
              <a:off x="7433402" y="32840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2" name="pt15902"/>
            <p:cNvSpPr/>
            <p:nvPr/>
          </p:nvSpPr>
          <p:spPr>
            <a:xfrm>
              <a:off x="7471766" y="3270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3" name="pt15903"/>
            <p:cNvSpPr/>
            <p:nvPr/>
          </p:nvSpPr>
          <p:spPr>
            <a:xfrm>
              <a:off x="7426450" y="32964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4" name="pt15904"/>
            <p:cNvSpPr/>
            <p:nvPr/>
          </p:nvSpPr>
          <p:spPr>
            <a:xfrm>
              <a:off x="7451160" y="33171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5" name="pt15905"/>
            <p:cNvSpPr/>
            <p:nvPr/>
          </p:nvSpPr>
          <p:spPr>
            <a:xfrm>
              <a:off x="7361931" y="3351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6" name="pt15906"/>
            <p:cNvSpPr/>
            <p:nvPr/>
          </p:nvSpPr>
          <p:spPr>
            <a:xfrm>
              <a:off x="7442160" y="32866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7" name="pt15907"/>
            <p:cNvSpPr/>
            <p:nvPr/>
          </p:nvSpPr>
          <p:spPr>
            <a:xfrm>
              <a:off x="7441044" y="32561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8" name="pt15908"/>
            <p:cNvSpPr/>
            <p:nvPr/>
          </p:nvSpPr>
          <p:spPr>
            <a:xfrm>
              <a:off x="7460949" y="32816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09" name="pt15909"/>
            <p:cNvSpPr/>
            <p:nvPr/>
          </p:nvSpPr>
          <p:spPr>
            <a:xfrm>
              <a:off x="7466517" y="3284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0" name="pt15910"/>
            <p:cNvSpPr/>
            <p:nvPr/>
          </p:nvSpPr>
          <p:spPr>
            <a:xfrm>
              <a:off x="7386285" y="32699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1" name="pt15911"/>
            <p:cNvSpPr/>
            <p:nvPr/>
          </p:nvSpPr>
          <p:spPr>
            <a:xfrm>
              <a:off x="7527547" y="32982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2" name="pt15912"/>
            <p:cNvSpPr/>
            <p:nvPr/>
          </p:nvSpPr>
          <p:spPr>
            <a:xfrm>
              <a:off x="7193338" y="32585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3" name="pt15913"/>
            <p:cNvSpPr/>
            <p:nvPr/>
          </p:nvSpPr>
          <p:spPr>
            <a:xfrm>
              <a:off x="7399736" y="3290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4" name="pt15914"/>
            <p:cNvSpPr/>
            <p:nvPr/>
          </p:nvSpPr>
          <p:spPr>
            <a:xfrm>
              <a:off x="7488475" y="32798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5" name="pt15915"/>
            <p:cNvSpPr/>
            <p:nvPr/>
          </p:nvSpPr>
          <p:spPr>
            <a:xfrm>
              <a:off x="7439711" y="3287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6" name="pt15916"/>
            <p:cNvSpPr/>
            <p:nvPr/>
          </p:nvSpPr>
          <p:spPr>
            <a:xfrm>
              <a:off x="7446209" y="3372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7" name="pt15917"/>
            <p:cNvSpPr/>
            <p:nvPr/>
          </p:nvSpPr>
          <p:spPr>
            <a:xfrm>
              <a:off x="7443947" y="3342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8" name="pt15918"/>
            <p:cNvSpPr/>
            <p:nvPr/>
          </p:nvSpPr>
          <p:spPr>
            <a:xfrm>
              <a:off x="7490299" y="3270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19" name="pt15919"/>
            <p:cNvSpPr/>
            <p:nvPr/>
          </p:nvSpPr>
          <p:spPr>
            <a:xfrm>
              <a:off x="7514237" y="3272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0" name="pt15920"/>
            <p:cNvSpPr/>
            <p:nvPr/>
          </p:nvSpPr>
          <p:spPr>
            <a:xfrm>
              <a:off x="7389443" y="33264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1" name="pt15921"/>
            <p:cNvSpPr/>
            <p:nvPr/>
          </p:nvSpPr>
          <p:spPr>
            <a:xfrm>
              <a:off x="7466719" y="3260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2" name="pt15922"/>
            <p:cNvSpPr/>
            <p:nvPr/>
          </p:nvSpPr>
          <p:spPr>
            <a:xfrm>
              <a:off x="7402144" y="32350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3" name="pt15923"/>
            <p:cNvSpPr/>
            <p:nvPr/>
          </p:nvSpPr>
          <p:spPr>
            <a:xfrm>
              <a:off x="7454634" y="32526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4" name="pt15924"/>
            <p:cNvSpPr/>
            <p:nvPr/>
          </p:nvSpPr>
          <p:spPr>
            <a:xfrm>
              <a:off x="7345821" y="32371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5" name="pt15925"/>
            <p:cNvSpPr/>
            <p:nvPr/>
          </p:nvSpPr>
          <p:spPr>
            <a:xfrm>
              <a:off x="7471712" y="32972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6" name="pt15926"/>
            <p:cNvSpPr/>
            <p:nvPr/>
          </p:nvSpPr>
          <p:spPr>
            <a:xfrm>
              <a:off x="7461355" y="3329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7" name="pt15927"/>
            <p:cNvSpPr/>
            <p:nvPr/>
          </p:nvSpPr>
          <p:spPr>
            <a:xfrm>
              <a:off x="7506120" y="3264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8" name="pt15928"/>
            <p:cNvSpPr/>
            <p:nvPr/>
          </p:nvSpPr>
          <p:spPr>
            <a:xfrm>
              <a:off x="7405856" y="32645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29" name="pt15929"/>
            <p:cNvSpPr/>
            <p:nvPr/>
          </p:nvSpPr>
          <p:spPr>
            <a:xfrm>
              <a:off x="7431028" y="3322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0" name="pt15930"/>
            <p:cNvSpPr/>
            <p:nvPr/>
          </p:nvSpPr>
          <p:spPr>
            <a:xfrm>
              <a:off x="7384621" y="33157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1" name="pt15931"/>
            <p:cNvSpPr/>
            <p:nvPr/>
          </p:nvSpPr>
          <p:spPr>
            <a:xfrm>
              <a:off x="7400188" y="3292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2" name="pt15932"/>
            <p:cNvSpPr/>
            <p:nvPr/>
          </p:nvSpPr>
          <p:spPr>
            <a:xfrm>
              <a:off x="7452608" y="33332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3" name="pt15933"/>
            <p:cNvSpPr/>
            <p:nvPr/>
          </p:nvSpPr>
          <p:spPr>
            <a:xfrm>
              <a:off x="7406826" y="32833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4" name="pt15934"/>
            <p:cNvSpPr/>
            <p:nvPr/>
          </p:nvSpPr>
          <p:spPr>
            <a:xfrm>
              <a:off x="7515614" y="3279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5" name="pt15935"/>
            <p:cNvSpPr/>
            <p:nvPr/>
          </p:nvSpPr>
          <p:spPr>
            <a:xfrm>
              <a:off x="7416277" y="32736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6" name="pt15936"/>
            <p:cNvSpPr/>
            <p:nvPr/>
          </p:nvSpPr>
          <p:spPr>
            <a:xfrm>
              <a:off x="7386732" y="3291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7" name="pt15937"/>
            <p:cNvSpPr/>
            <p:nvPr/>
          </p:nvSpPr>
          <p:spPr>
            <a:xfrm>
              <a:off x="7437256" y="32329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8" name="pt15938"/>
            <p:cNvSpPr/>
            <p:nvPr/>
          </p:nvSpPr>
          <p:spPr>
            <a:xfrm>
              <a:off x="7424642" y="32699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39" name="pt15939"/>
            <p:cNvSpPr/>
            <p:nvPr/>
          </p:nvSpPr>
          <p:spPr>
            <a:xfrm>
              <a:off x="7337934" y="32783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0" name="pt15940"/>
            <p:cNvSpPr/>
            <p:nvPr/>
          </p:nvSpPr>
          <p:spPr>
            <a:xfrm>
              <a:off x="7522590" y="3273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1" name="pt15941"/>
            <p:cNvSpPr/>
            <p:nvPr/>
          </p:nvSpPr>
          <p:spPr>
            <a:xfrm>
              <a:off x="7401279" y="32299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2" name="pt15942"/>
            <p:cNvSpPr/>
            <p:nvPr/>
          </p:nvSpPr>
          <p:spPr>
            <a:xfrm>
              <a:off x="7438028" y="3281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3" name="pt15943"/>
            <p:cNvSpPr/>
            <p:nvPr/>
          </p:nvSpPr>
          <p:spPr>
            <a:xfrm>
              <a:off x="7430617" y="32772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4" name="pt15944"/>
            <p:cNvSpPr/>
            <p:nvPr/>
          </p:nvSpPr>
          <p:spPr>
            <a:xfrm>
              <a:off x="7422269" y="3290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5" name="pt15945"/>
            <p:cNvSpPr/>
            <p:nvPr/>
          </p:nvSpPr>
          <p:spPr>
            <a:xfrm>
              <a:off x="7432765" y="3260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6" name="pt15946"/>
            <p:cNvSpPr/>
            <p:nvPr/>
          </p:nvSpPr>
          <p:spPr>
            <a:xfrm>
              <a:off x="7474208" y="32595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7" name="pt15947"/>
            <p:cNvSpPr/>
            <p:nvPr/>
          </p:nvSpPr>
          <p:spPr>
            <a:xfrm>
              <a:off x="7419415" y="32501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8" name="pt15948"/>
            <p:cNvSpPr/>
            <p:nvPr/>
          </p:nvSpPr>
          <p:spPr>
            <a:xfrm>
              <a:off x="7457392" y="32800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49" name="pt15949"/>
            <p:cNvSpPr/>
            <p:nvPr/>
          </p:nvSpPr>
          <p:spPr>
            <a:xfrm>
              <a:off x="7435096" y="32930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0" name="pt15950"/>
            <p:cNvSpPr/>
            <p:nvPr/>
          </p:nvSpPr>
          <p:spPr>
            <a:xfrm>
              <a:off x="7452579" y="32671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1" name="pt15951"/>
            <p:cNvSpPr/>
            <p:nvPr/>
          </p:nvSpPr>
          <p:spPr>
            <a:xfrm>
              <a:off x="7453714" y="32843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2" name="pt15952"/>
            <p:cNvSpPr/>
            <p:nvPr/>
          </p:nvSpPr>
          <p:spPr>
            <a:xfrm>
              <a:off x="7448441" y="3246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3" name="pt15953"/>
            <p:cNvSpPr/>
            <p:nvPr/>
          </p:nvSpPr>
          <p:spPr>
            <a:xfrm>
              <a:off x="7470687" y="32658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4" name="pt15954"/>
            <p:cNvSpPr/>
            <p:nvPr/>
          </p:nvSpPr>
          <p:spPr>
            <a:xfrm>
              <a:off x="7496575" y="32507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5" name="pt15955"/>
            <p:cNvSpPr/>
            <p:nvPr/>
          </p:nvSpPr>
          <p:spPr>
            <a:xfrm>
              <a:off x="7407161" y="32907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6" name="pt15956"/>
            <p:cNvSpPr/>
            <p:nvPr/>
          </p:nvSpPr>
          <p:spPr>
            <a:xfrm>
              <a:off x="7464548" y="33590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7" name="pt15957"/>
            <p:cNvSpPr/>
            <p:nvPr/>
          </p:nvSpPr>
          <p:spPr>
            <a:xfrm>
              <a:off x="7406155" y="33233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8" name="pt15958"/>
            <p:cNvSpPr/>
            <p:nvPr/>
          </p:nvSpPr>
          <p:spPr>
            <a:xfrm>
              <a:off x="7493109" y="3267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59" name="pt15959"/>
            <p:cNvSpPr/>
            <p:nvPr/>
          </p:nvSpPr>
          <p:spPr>
            <a:xfrm>
              <a:off x="7394483" y="33463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0" name="pt15960"/>
            <p:cNvSpPr/>
            <p:nvPr/>
          </p:nvSpPr>
          <p:spPr>
            <a:xfrm>
              <a:off x="7433543" y="31267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1" name="pt15961"/>
            <p:cNvSpPr/>
            <p:nvPr/>
          </p:nvSpPr>
          <p:spPr>
            <a:xfrm>
              <a:off x="7469634" y="32676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2" name="pt15962"/>
            <p:cNvSpPr/>
            <p:nvPr/>
          </p:nvSpPr>
          <p:spPr>
            <a:xfrm>
              <a:off x="7495917" y="3295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3" name="pt15963"/>
            <p:cNvSpPr/>
            <p:nvPr/>
          </p:nvSpPr>
          <p:spPr>
            <a:xfrm>
              <a:off x="7437722" y="3293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4" name="pt15964"/>
            <p:cNvSpPr/>
            <p:nvPr/>
          </p:nvSpPr>
          <p:spPr>
            <a:xfrm>
              <a:off x="7405895" y="3273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5" name="pt15965"/>
            <p:cNvSpPr/>
            <p:nvPr/>
          </p:nvSpPr>
          <p:spPr>
            <a:xfrm>
              <a:off x="7425272" y="3350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6" name="pt15966"/>
            <p:cNvSpPr/>
            <p:nvPr/>
          </p:nvSpPr>
          <p:spPr>
            <a:xfrm>
              <a:off x="7420983" y="32791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7" name="pt15967"/>
            <p:cNvSpPr/>
            <p:nvPr/>
          </p:nvSpPr>
          <p:spPr>
            <a:xfrm>
              <a:off x="7448173" y="32939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8" name="pt15968"/>
            <p:cNvSpPr/>
            <p:nvPr/>
          </p:nvSpPr>
          <p:spPr>
            <a:xfrm>
              <a:off x="7429969" y="32389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69" name="pt15969"/>
            <p:cNvSpPr/>
            <p:nvPr/>
          </p:nvSpPr>
          <p:spPr>
            <a:xfrm>
              <a:off x="7404557" y="34183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0" name="pt15970"/>
            <p:cNvSpPr/>
            <p:nvPr/>
          </p:nvSpPr>
          <p:spPr>
            <a:xfrm>
              <a:off x="7450022" y="3244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1" name="pt15971"/>
            <p:cNvSpPr/>
            <p:nvPr/>
          </p:nvSpPr>
          <p:spPr>
            <a:xfrm>
              <a:off x="7396958" y="32779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2" name="pt15972"/>
            <p:cNvSpPr/>
            <p:nvPr/>
          </p:nvSpPr>
          <p:spPr>
            <a:xfrm>
              <a:off x="7430325" y="32777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3" name="pt15973"/>
            <p:cNvSpPr/>
            <p:nvPr/>
          </p:nvSpPr>
          <p:spPr>
            <a:xfrm>
              <a:off x="7471068" y="33742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4" name="pt15974"/>
            <p:cNvSpPr/>
            <p:nvPr/>
          </p:nvSpPr>
          <p:spPr>
            <a:xfrm>
              <a:off x="7451205" y="33050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5" name="pt15975"/>
            <p:cNvSpPr/>
            <p:nvPr/>
          </p:nvSpPr>
          <p:spPr>
            <a:xfrm>
              <a:off x="7418763" y="3232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6" name="pt15976"/>
            <p:cNvSpPr/>
            <p:nvPr/>
          </p:nvSpPr>
          <p:spPr>
            <a:xfrm>
              <a:off x="7405003" y="3285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7" name="pt15977"/>
            <p:cNvSpPr/>
            <p:nvPr/>
          </p:nvSpPr>
          <p:spPr>
            <a:xfrm>
              <a:off x="7477870" y="32790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8" name="pt15978"/>
            <p:cNvSpPr/>
            <p:nvPr/>
          </p:nvSpPr>
          <p:spPr>
            <a:xfrm>
              <a:off x="7404404" y="3333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79" name="pt15979"/>
            <p:cNvSpPr/>
            <p:nvPr/>
          </p:nvSpPr>
          <p:spPr>
            <a:xfrm>
              <a:off x="7475903" y="32747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0" name="pt15980"/>
            <p:cNvSpPr/>
            <p:nvPr/>
          </p:nvSpPr>
          <p:spPr>
            <a:xfrm>
              <a:off x="7384502" y="32584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1" name="pt15981"/>
            <p:cNvSpPr/>
            <p:nvPr/>
          </p:nvSpPr>
          <p:spPr>
            <a:xfrm>
              <a:off x="7402219" y="32879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2" name="pt15982"/>
            <p:cNvSpPr/>
            <p:nvPr/>
          </p:nvSpPr>
          <p:spPr>
            <a:xfrm>
              <a:off x="7423391" y="3246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3" name="pt15983"/>
            <p:cNvSpPr/>
            <p:nvPr/>
          </p:nvSpPr>
          <p:spPr>
            <a:xfrm>
              <a:off x="7412341" y="32944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4" name="pt15984"/>
            <p:cNvSpPr/>
            <p:nvPr/>
          </p:nvSpPr>
          <p:spPr>
            <a:xfrm>
              <a:off x="7340458" y="3290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5" name="pt15985"/>
            <p:cNvSpPr/>
            <p:nvPr/>
          </p:nvSpPr>
          <p:spPr>
            <a:xfrm>
              <a:off x="7463810" y="3231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6" name="pt15986"/>
            <p:cNvSpPr/>
            <p:nvPr/>
          </p:nvSpPr>
          <p:spPr>
            <a:xfrm>
              <a:off x="7416916" y="33261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7" name="pt15987"/>
            <p:cNvSpPr/>
            <p:nvPr/>
          </p:nvSpPr>
          <p:spPr>
            <a:xfrm>
              <a:off x="7427243" y="3263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8" name="pt15988"/>
            <p:cNvSpPr/>
            <p:nvPr/>
          </p:nvSpPr>
          <p:spPr>
            <a:xfrm>
              <a:off x="7521020" y="3260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89" name="pt15989"/>
            <p:cNvSpPr/>
            <p:nvPr/>
          </p:nvSpPr>
          <p:spPr>
            <a:xfrm>
              <a:off x="7367871" y="33275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0" name="pt15990"/>
            <p:cNvSpPr/>
            <p:nvPr/>
          </p:nvSpPr>
          <p:spPr>
            <a:xfrm>
              <a:off x="7441457" y="3202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1" name="pt15991"/>
            <p:cNvSpPr/>
            <p:nvPr/>
          </p:nvSpPr>
          <p:spPr>
            <a:xfrm>
              <a:off x="7418767" y="32528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2" name="pt15992"/>
            <p:cNvSpPr/>
            <p:nvPr/>
          </p:nvSpPr>
          <p:spPr>
            <a:xfrm>
              <a:off x="7473729" y="32024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3" name="pt15993"/>
            <p:cNvSpPr/>
            <p:nvPr/>
          </p:nvSpPr>
          <p:spPr>
            <a:xfrm>
              <a:off x="7420159" y="3260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4" name="pt15994"/>
            <p:cNvSpPr/>
            <p:nvPr/>
          </p:nvSpPr>
          <p:spPr>
            <a:xfrm>
              <a:off x="7406064" y="32519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5" name="pt15995"/>
            <p:cNvSpPr/>
            <p:nvPr/>
          </p:nvSpPr>
          <p:spPr>
            <a:xfrm>
              <a:off x="7433646" y="31887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6" name="pt15996"/>
            <p:cNvSpPr/>
            <p:nvPr/>
          </p:nvSpPr>
          <p:spPr>
            <a:xfrm>
              <a:off x="7437742" y="3267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7" name="pt15997"/>
            <p:cNvSpPr/>
            <p:nvPr/>
          </p:nvSpPr>
          <p:spPr>
            <a:xfrm>
              <a:off x="7419395" y="3307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8" name="pt15998"/>
            <p:cNvSpPr/>
            <p:nvPr/>
          </p:nvSpPr>
          <p:spPr>
            <a:xfrm>
              <a:off x="7404889" y="3356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5999" name="pt15999"/>
            <p:cNvSpPr/>
            <p:nvPr/>
          </p:nvSpPr>
          <p:spPr>
            <a:xfrm>
              <a:off x="7399191" y="3258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0" name="pt16000"/>
            <p:cNvSpPr/>
            <p:nvPr/>
          </p:nvSpPr>
          <p:spPr>
            <a:xfrm>
              <a:off x="7395035" y="3241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1" name="pt16001"/>
            <p:cNvSpPr/>
            <p:nvPr/>
          </p:nvSpPr>
          <p:spPr>
            <a:xfrm>
              <a:off x="7447068" y="32779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2" name="pt16002"/>
            <p:cNvSpPr/>
            <p:nvPr/>
          </p:nvSpPr>
          <p:spPr>
            <a:xfrm>
              <a:off x="7389506" y="3243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3" name="pt16003"/>
            <p:cNvSpPr/>
            <p:nvPr/>
          </p:nvSpPr>
          <p:spPr>
            <a:xfrm>
              <a:off x="7430715" y="3225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4" name="pt16004"/>
            <p:cNvSpPr/>
            <p:nvPr/>
          </p:nvSpPr>
          <p:spPr>
            <a:xfrm>
              <a:off x="7425741" y="3301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5" name="pt16005"/>
            <p:cNvSpPr/>
            <p:nvPr/>
          </p:nvSpPr>
          <p:spPr>
            <a:xfrm>
              <a:off x="7457190" y="3304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6" name="pt16006"/>
            <p:cNvSpPr/>
            <p:nvPr/>
          </p:nvSpPr>
          <p:spPr>
            <a:xfrm>
              <a:off x="7377129" y="3280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7" name="pt16007"/>
            <p:cNvSpPr/>
            <p:nvPr/>
          </p:nvSpPr>
          <p:spPr>
            <a:xfrm>
              <a:off x="7389983" y="3397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8" name="pt16008"/>
            <p:cNvSpPr/>
            <p:nvPr/>
          </p:nvSpPr>
          <p:spPr>
            <a:xfrm>
              <a:off x="7415918" y="3290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09" name="pt16009"/>
            <p:cNvSpPr/>
            <p:nvPr/>
          </p:nvSpPr>
          <p:spPr>
            <a:xfrm>
              <a:off x="7434414" y="3385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0" name="pt16010"/>
            <p:cNvSpPr/>
            <p:nvPr/>
          </p:nvSpPr>
          <p:spPr>
            <a:xfrm>
              <a:off x="7439836" y="3251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1" name="pt16011"/>
            <p:cNvSpPr/>
            <p:nvPr/>
          </p:nvSpPr>
          <p:spPr>
            <a:xfrm>
              <a:off x="7422276" y="33018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2" name="pt16012"/>
            <p:cNvSpPr/>
            <p:nvPr/>
          </p:nvSpPr>
          <p:spPr>
            <a:xfrm>
              <a:off x="7462073" y="32777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3" name="pt16013"/>
            <p:cNvSpPr/>
            <p:nvPr/>
          </p:nvSpPr>
          <p:spPr>
            <a:xfrm>
              <a:off x="7420748" y="3280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4" name="pt16014"/>
            <p:cNvSpPr/>
            <p:nvPr/>
          </p:nvSpPr>
          <p:spPr>
            <a:xfrm>
              <a:off x="7404214" y="32426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5" name="pt16015"/>
            <p:cNvSpPr/>
            <p:nvPr/>
          </p:nvSpPr>
          <p:spPr>
            <a:xfrm>
              <a:off x="7411807" y="3279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6" name="pt16016"/>
            <p:cNvSpPr/>
            <p:nvPr/>
          </p:nvSpPr>
          <p:spPr>
            <a:xfrm>
              <a:off x="7463182" y="32776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7" name="pt16017"/>
            <p:cNvSpPr/>
            <p:nvPr/>
          </p:nvSpPr>
          <p:spPr>
            <a:xfrm>
              <a:off x="7496156" y="32843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8" name="pt16018"/>
            <p:cNvSpPr/>
            <p:nvPr/>
          </p:nvSpPr>
          <p:spPr>
            <a:xfrm>
              <a:off x="7440134" y="32858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19" name="pt16019"/>
            <p:cNvSpPr/>
            <p:nvPr/>
          </p:nvSpPr>
          <p:spPr>
            <a:xfrm>
              <a:off x="7413965" y="3270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0" name="pt16020"/>
            <p:cNvSpPr/>
            <p:nvPr/>
          </p:nvSpPr>
          <p:spPr>
            <a:xfrm>
              <a:off x="7477405" y="3267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1" name="pt16021"/>
            <p:cNvSpPr/>
            <p:nvPr/>
          </p:nvSpPr>
          <p:spPr>
            <a:xfrm>
              <a:off x="7444753" y="32761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2" name="pt16022"/>
            <p:cNvSpPr/>
            <p:nvPr/>
          </p:nvSpPr>
          <p:spPr>
            <a:xfrm>
              <a:off x="7433001" y="3278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3" name="pt16023"/>
            <p:cNvSpPr/>
            <p:nvPr/>
          </p:nvSpPr>
          <p:spPr>
            <a:xfrm>
              <a:off x="7453386" y="3284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4" name="pt16024"/>
            <p:cNvSpPr/>
            <p:nvPr/>
          </p:nvSpPr>
          <p:spPr>
            <a:xfrm>
              <a:off x="7461464" y="3292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5" name="pt16025"/>
            <p:cNvSpPr/>
            <p:nvPr/>
          </p:nvSpPr>
          <p:spPr>
            <a:xfrm>
              <a:off x="7395598" y="32639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6" name="pt16026"/>
            <p:cNvSpPr/>
            <p:nvPr/>
          </p:nvSpPr>
          <p:spPr>
            <a:xfrm>
              <a:off x="7421716" y="3292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7" name="pt16027"/>
            <p:cNvSpPr/>
            <p:nvPr/>
          </p:nvSpPr>
          <p:spPr>
            <a:xfrm>
              <a:off x="7410997" y="3319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8" name="pt16028"/>
            <p:cNvSpPr/>
            <p:nvPr/>
          </p:nvSpPr>
          <p:spPr>
            <a:xfrm>
              <a:off x="7450703" y="32699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29" name="pt16029"/>
            <p:cNvSpPr/>
            <p:nvPr/>
          </p:nvSpPr>
          <p:spPr>
            <a:xfrm>
              <a:off x="7427839" y="33524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0" name="pt16030"/>
            <p:cNvSpPr/>
            <p:nvPr/>
          </p:nvSpPr>
          <p:spPr>
            <a:xfrm>
              <a:off x="7352820" y="32169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1" name="pt16031"/>
            <p:cNvSpPr/>
            <p:nvPr/>
          </p:nvSpPr>
          <p:spPr>
            <a:xfrm>
              <a:off x="7401019" y="32488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2" name="pt16032"/>
            <p:cNvSpPr/>
            <p:nvPr/>
          </p:nvSpPr>
          <p:spPr>
            <a:xfrm>
              <a:off x="7367032" y="33777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3" name="pt16033"/>
            <p:cNvSpPr/>
            <p:nvPr/>
          </p:nvSpPr>
          <p:spPr>
            <a:xfrm>
              <a:off x="7464964" y="3283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4" name="pt16034"/>
            <p:cNvSpPr/>
            <p:nvPr/>
          </p:nvSpPr>
          <p:spPr>
            <a:xfrm>
              <a:off x="7471355" y="32728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5" name="pt16035"/>
            <p:cNvSpPr/>
            <p:nvPr/>
          </p:nvSpPr>
          <p:spPr>
            <a:xfrm>
              <a:off x="7393776" y="3479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6" name="pt16036"/>
            <p:cNvSpPr/>
            <p:nvPr/>
          </p:nvSpPr>
          <p:spPr>
            <a:xfrm>
              <a:off x="7424622" y="3260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7" name="pt16037"/>
            <p:cNvSpPr/>
            <p:nvPr/>
          </p:nvSpPr>
          <p:spPr>
            <a:xfrm>
              <a:off x="7456830" y="3300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8" name="pt16038"/>
            <p:cNvSpPr/>
            <p:nvPr/>
          </p:nvSpPr>
          <p:spPr>
            <a:xfrm>
              <a:off x="7466940" y="32940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39" name="pt16039"/>
            <p:cNvSpPr/>
            <p:nvPr/>
          </p:nvSpPr>
          <p:spPr>
            <a:xfrm>
              <a:off x="7397476" y="32567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0" name="pt16040"/>
            <p:cNvSpPr/>
            <p:nvPr/>
          </p:nvSpPr>
          <p:spPr>
            <a:xfrm>
              <a:off x="7488676" y="32699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1" name="pt16041"/>
            <p:cNvSpPr/>
            <p:nvPr/>
          </p:nvSpPr>
          <p:spPr>
            <a:xfrm>
              <a:off x="7492224" y="32695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2" name="pt16042"/>
            <p:cNvSpPr/>
            <p:nvPr/>
          </p:nvSpPr>
          <p:spPr>
            <a:xfrm>
              <a:off x="7445034" y="33012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3" name="pt16043"/>
            <p:cNvSpPr/>
            <p:nvPr/>
          </p:nvSpPr>
          <p:spPr>
            <a:xfrm>
              <a:off x="7407908" y="3297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4" name="pt16044"/>
            <p:cNvSpPr/>
            <p:nvPr/>
          </p:nvSpPr>
          <p:spPr>
            <a:xfrm>
              <a:off x="7490420" y="3261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5" name="pt16045"/>
            <p:cNvSpPr/>
            <p:nvPr/>
          </p:nvSpPr>
          <p:spPr>
            <a:xfrm>
              <a:off x="7398541" y="3281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6" name="pt16046"/>
            <p:cNvSpPr/>
            <p:nvPr/>
          </p:nvSpPr>
          <p:spPr>
            <a:xfrm>
              <a:off x="7560390" y="3242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7" name="pt16047"/>
            <p:cNvSpPr/>
            <p:nvPr/>
          </p:nvSpPr>
          <p:spPr>
            <a:xfrm>
              <a:off x="7432918" y="3321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8" name="pt16048"/>
            <p:cNvSpPr/>
            <p:nvPr/>
          </p:nvSpPr>
          <p:spPr>
            <a:xfrm>
              <a:off x="7456712" y="32631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49" name="pt16049"/>
            <p:cNvSpPr/>
            <p:nvPr/>
          </p:nvSpPr>
          <p:spPr>
            <a:xfrm>
              <a:off x="7495067" y="32732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0" name="pt16050"/>
            <p:cNvSpPr/>
            <p:nvPr/>
          </p:nvSpPr>
          <p:spPr>
            <a:xfrm>
              <a:off x="7473258" y="32729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1" name="pt16051"/>
            <p:cNvSpPr/>
            <p:nvPr/>
          </p:nvSpPr>
          <p:spPr>
            <a:xfrm>
              <a:off x="7439756" y="32640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2" name="pt16052"/>
            <p:cNvSpPr/>
            <p:nvPr/>
          </p:nvSpPr>
          <p:spPr>
            <a:xfrm>
              <a:off x="7434577" y="32366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3" name="pt16053"/>
            <p:cNvSpPr/>
            <p:nvPr/>
          </p:nvSpPr>
          <p:spPr>
            <a:xfrm>
              <a:off x="7406026" y="32665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4" name="pt16054"/>
            <p:cNvSpPr/>
            <p:nvPr/>
          </p:nvSpPr>
          <p:spPr>
            <a:xfrm>
              <a:off x="7459408" y="3187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5" name="pt16055"/>
            <p:cNvSpPr/>
            <p:nvPr/>
          </p:nvSpPr>
          <p:spPr>
            <a:xfrm>
              <a:off x="7474528" y="32263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6" name="pt16056"/>
            <p:cNvSpPr/>
            <p:nvPr/>
          </p:nvSpPr>
          <p:spPr>
            <a:xfrm>
              <a:off x="7410781" y="32633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7" name="pt16057"/>
            <p:cNvSpPr/>
            <p:nvPr/>
          </p:nvSpPr>
          <p:spPr>
            <a:xfrm>
              <a:off x="7410912" y="32640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8" name="pt16058"/>
            <p:cNvSpPr/>
            <p:nvPr/>
          </p:nvSpPr>
          <p:spPr>
            <a:xfrm>
              <a:off x="7395472" y="31432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59" name="pt16059"/>
            <p:cNvSpPr/>
            <p:nvPr/>
          </p:nvSpPr>
          <p:spPr>
            <a:xfrm>
              <a:off x="7458989" y="3268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0" name="pt16060"/>
            <p:cNvSpPr/>
            <p:nvPr/>
          </p:nvSpPr>
          <p:spPr>
            <a:xfrm>
              <a:off x="7427603" y="32891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1" name="pt16061"/>
            <p:cNvSpPr/>
            <p:nvPr/>
          </p:nvSpPr>
          <p:spPr>
            <a:xfrm>
              <a:off x="7475094" y="3273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2" name="pt16062"/>
            <p:cNvSpPr/>
            <p:nvPr/>
          </p:nvSpPr>
          <p:spPr>
            <a:xfrm>
              <a:off x="7416034" y="3227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3" name="pt16063"/>
            <p:cNvSpPr/>
            <p:nvPr/>
          </p:nvSpPr>
          <p:spPr>
            <a:xfrm>
              <a:off x="7487248" y="32331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4" name="pt16064"/>
            <p:cNvSpPr/>
            <p:nvPr/>
          </p:nvSpPr>
          <p:spPr>
            <a:xfrm>
              <a:off x="7510191" y="3151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5" name="pt16065"/>
            <p:cNvSpPr/>
            <p:nvPr/>
          </p:nvSpPr>
          <p:spPr>
            <a:xfrm>
              <a:off x="7456553" y="3316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6" name="pt16066"/>
            <p:cNvSpPr/>
            <p:nvPr/>
          </p:nvSpPr>
          <p:spPr>
            <a:xfrm>
              <a:off x="7511935" y="3274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7" name="pt16067"/>
            <p:cNvSpPr/>
            <p:nvPr/>
          </p:nvSpPr>
          <p:spPr>
            <a:xfrm>
              <a:off x="7458561" y="32606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8" name="pt16068"/>
            <p:cNvSpPr/>
            <p:nvPr/>
          </p:nvSpPr>
          <p:spPr>
            <a:xfrm>
              <a:off x="7377517" y="3307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69" name="pt16069"/>
            <p:cNvSpPr/>
            <p:nvPr/>
          </p:nvSpPr>
          <p:spPr>
            <a:xfrm>
              <a:off x="7389521" y="32793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0" name="pt16070"/>
            <p:cNvSpPr/>
            <p:nvPr/>
          </p:nvSpPr>
          <p:spPr>
            <a:xfrm>
              <a:off x="7407230" y="3287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1" name="pt16071"/>
            <p:cNvSpPr/>
            <p:nvPr/>
          </p:nvSpPr>
          <p:spPr>
            <a:xfrm>
              <a:off x="7452665" y="3290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2" name="pt16072"/>
            <p:cNvSpPr/>
            <p:nvPr/>
          </p:nvSpPr>
          <p:spPr>
            <a:xfrm>
              <a:off x="7496462" y="32573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3" name="pt16073"/>
            <p:cNvSpPr/>
            <p:nvPr/>
          </p:nvSpPr>
          <p:spPr>
            <a:xfrm>
              <a:off x="7431736" y="32946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4" name="pt16074"/>
            <p:cNvSpPr/>
            <p:nvPr/>
          </p:nvSpPr>
          <p:spPr>
            <a:xfrm>
              <a:off x="7405074" y="3225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5" name="pt16075"/>
            <p:cNvSpPr/>
            <p:nvPr/>
          </p:nvSpPr>
          <p:spPr>
            <a:xfrm>
              <a:off x="7409421" y="3314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6" name="pt16076"/>
            <p:cNvSpPr/>
            <p:nvPr/>
          </p:nvSpPr>
          <p:spPr>
            <a:xfrm>
              <a:off x="7465765" y="3159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7" name="pt16077"/>
            <p:cNvSpPr/>
            <p:nvPr/>
          </p:nvSpPr>
          <p:spPr>
            <a:xfrm>
              <a:off x="7388344" y="32947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8" name="pt16078"/>
            <p:cNvSpPr/>
            <p:nvPr/>
          </p:nvSpPr>
          <p:spPr>
            <a:xfrm>
              <a:off x="7425166" y="32729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79" name="pt16079"/>
            <p:cNvSpPr/>
            <p:nvPr/>
          </p:nvSpPr>
          <p:spPr>
            <a:xfrm>
              <a:off x="7381734" y="3278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0" name="pt16080"/>
            <p:cNvSpPr/>
            <p:nvPr/>
          </p:nvSpPr>
          <p:spPr>
            <a:xfrm>
              <a:off x="7428959" y="32502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1" name="pt16081"/>
            <p:cNvSpPr/>
            <p:nvPr/>
          </p:nvSpPr>
          <p:spPr>
            <a:xfrm>
              <a:off x="7442542" y="33735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2" name="pt16082"/>
            <p:cNvSpPr/>
            <p:nvPr/>
          </p:nvSpPr>
          <p:spPr>
            <a:xfrm>
              <a:off x="7480436" y="3280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3" name="pt16083"/>
            <p:cNvSpPr/>
            <p:nvPr/>
          </p:nvSpPr>
          <p:spPr>
            <a:xfrm>
              <a:off x="7402072" y="3363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4" name="pt16084"/>
            <p:cNvSpPr/>
            <p:nvPr/>
          </p:nvSpPr>
          <p:spPr>
            <a:xfrm>
              <a:off x="7413223" y="34889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5" name="pt16085"/>
            <p:cNvSpPr/>
            <p:nvPr/>
          </p:nvSpPr>
          <p:spPr>
            <a:xfrm>
              <a:off x="7465447" y="3289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6" name="pt16086"/>
            <p:cNvSpPr/>
            <p:nvPr/>
          </p:nvSpPr>
          <p:spPr>
            <a:xfrm>
              <a:off x="7427781" y="32612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7" name="pt16087"/>
            <p:cNvSpPr/>
            <p:nvPr/>
          </p:nvSpPr>
          <p:spPr>
            <a:xfrm>
              <a:off x="7438628" y="3240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8" name="pt16088"/>
            <p:cNvSpPr/>
            <p:nvPr/>
          </p:nvSpPr>
          <p:spPr>
            <a:xfrm>
              <a:off x="7436053" y="3274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89" name="pt16089"/>
            <p:cNvSpPr/>
            <p:nvPr/>
          </p:nvSpPr>
          <p:spPr>
            <a:xfrm>
              <a:off x="7449413" y="3241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0" name="pt16090"/>
            <p:cNvSpPr/>
            <p:nvPr/>
          </p:nvSpPr>
          <p:spPr>
            <a:xfrm>
              <a:off x="7462929" y="3267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1" name="pt16091"/>
            <p:cNvSpPr/>
            <p:nvPr/>
          </p:nvSpPr>
          <p:spPr>
            <a:xfrm>
              <a:off x="7466719" y="3268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2" name="pt16092"/>
            <p:cNvSpPr/>
            <p:nvPr/>
          </p:nvSpPr>
          <p:spPr>
            <a:xfrm>
              <a:off x="7426687" y="32789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3" name="pt16093"/>
            <p:cNvSpPr/>
            <p:nvPr/>
          </p:nvSpPr>
          <p:spPr>
            <a:xfrm>
              <a:off x="7400585" y="3281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4" name="pt16094"/>
            <p:cNvSpPr/>
            <p:nvPr/>
          </p:nvSpPr>
          <p:spPr>
            <a:xfrm>
              <a:off x="7454779" y="32520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5" name="pt16095"/>
            <p:cNvSpPr/>
            <p:nvPr/>
          </p:nvSpPr>
          <p:spPr>
            <a:xfrm>
              <a:off x="7456773" y="32845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6" name="pt16096"/>
            <p:cNvSpPr/>
            <p:nvPr/>
          </p:nvSpPr>
          <p:spPr>
            <a:xfrm>
              <a:off x="7397952" y="3315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7" name="pt16097"/>
            <p:cNvSpPr/>
            <p:nvPr/>
          </p:nvSpPr>
          <p:spPr>
            <a:xfrm>
              <a:off x="7422813" y="3306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8" name="pt16098"/>
            <p:cNvSpPr/>
            <p:nvPr/>
          </p:nvSpPr>
          <p:spPr>
            <a:xfrm>
              <a:off x="7444599" y="32858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099" name="pt16099"/>
            <p:cNvSpPr/>
            <p:nvPr/>
          </p:nvSpPr>
          <p:spPr>
            <a:xfrm>
              <a:off x="7443394" y="33083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0" name="pt16100"/>
            <p:cNvSpPr/>
            <p:nvPr/>
          </p:nvSpPr>
          <p:spPr>
            <a:xfrm>
              <a:off x="7387093" y="3278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1" name="pt16101"/>
            <p:cNvSpPr/>
            <p:nvPr/>
          </p:nvSpPr>
          <p:spPr>
            <a:xfrm>
              <a:off x="7468063" y="33144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2" name="pt16102"/>
            <p:cNvSpPr/>
            <p:nvPr/>
          </p:nvSpPr>
          <p:spPr>
            <a:xfrm>
              <a:off x="7557213" y="32753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3" name="pt16103"/>
            <p:cNvSpPr/>
            <p:nvPr/>
          </p:nvSpPr>
          <p:spPr>
            <a:xfrm>
              <a:off x="7423288" y="32528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4" name="pt16104"/>
            <p:cNvSpPr/>
            <p:nvPr/>
          </p:nvSpPr>
          <p:spPr>
            <a:xfrm>
              <a:off x="7409820" y="3255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5" name="pt16105"/>
            <p:cNvSpPr/>
            <p:nvPr/>
          </p:nvSpPr>
          <p:spPr>
            <a:xfrm>
              <a:off x="7479176" y="3253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6" name="pt16106"/>
            <p:cNvSpPr/>
            <p:nvPr/>
          </p:nvSpPr>
          <p:spPr>
            <a:xfrm>
              <a:off x="7427137" y="327000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7" name="pt16107"/>
            <p:cNvSpPr/>
            <p:nvPr/>
          </p:nvSpPr>
          <p:spPr>
            <a:xfrm>
              <a:off x="7448752" y="32750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8" name="pt16108"/>
            <p:cNvSpPr/>
            <p:nvPr/>
          </p:nvSpPr>
          <p:spPr>
            <a:xfrm>
              <a:off x="7431018" y="3290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09" name="pt16109"/>
            <p:cNvSpPr/>
            <p:nvPr/>
          </p:nvSpPr>
          <p:spPr>
            <a:xfrm>
              <a:off x="7421971" y="32662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0" name="pt16110"/>
            <p:cNvSpPr/>
            <p:nvPr/>
          </p:nvSpPr>
          <p:spPr>
            <a:xfrm>
              <a:off x="7419824" y="3268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1" name="pt16111"/>
            <p:cNvSpPr/>
            <p:nvPr/>
          </p:nvSpPr>
          <p:spPr>
            <a:xfrm>
              <a:off x="7486506" y="3272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2" name="pt16112"/>
            <p:cNvSpPr/>
            <p:nvPr/>
          </p:nvSpPr>
          <p:spPr>
            <a:xfrm>
              <a:off x="7400385" y="3299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3" name="pt16113"/>
            <p:cNvSpPr/>
            <p:nvPr/>
          </p:nvSpPr>
          <p:spPr>
            <a:xfrm>
              <a:off x="7456345" y="32718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4" name="pt16114"/>
            <p:cNvSpPr/>
            <p:nvPr/>
          </p:nvSpPr>
          <p:spPr>
            <a:xfrm>
              <a:off x="7412445" y="32760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5" name="pt16115"/>
            <p:cNvSpPr/>
            <p:nvPr/>
          </p:nvSpPr>
          <p:spPr>
            <a:xfrm>
              <a:off x="7487887" y="32538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6" name="pt16116"/>
            <p:cNvSpPr/>
            <p:nvPr/>
          </p:nvSpPr>
          <p:spPr>
            <a:xfrm>
              <a:off x="7450784" y="32842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7" name="pt16117"/>
            <p:cNvSpPr/>
            <p:nvPr/>
          </p:nvSpPr>
          <p:spPr>
            <a:xfrm>
              <a:off x="7412189" y="3295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8" name="pt16118"/>
            <p:cNvSpPr/>
            <p:nvPr/>
          </p:nvSpPr>
          <p:spPr>
            <a:xfrm>
              <a:off x="7428139" y="33775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19" name="pt16119"/>
            <p:cNvSpPr/>
            <p:nvPr/>
          </p:nvSpPr>
          <p:spPr>
            <a:xfrm>
              <a:off x="7438991" y="3273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0" name="pt16120"/>
            <p:cNvSpPr/>
            <p:nvPr/>
          </p:nvSpPr>
          <p:spPr>
            <a:xfrm>
              <a:off x="7419915" y="3289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1" name="pt16121"/>
            <p:cNvSpPr/>
            <p:nvPr/>
          </p:nvSpPr>
          <p:spPr>
            <a:xfrm>
              <a:off x="7442959" y="32403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2" name="pt16122"/>
            <p:cNvSpPr/>
            <p:nvPr/>
          </p:nvSpPr>
          <p:spPr>
            <a:xfrm>
              <a:off x="7467550" y="32932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3" name="pt16123"/>
            <p:cNvSpPr/>
            <p:nvPr/>
          </p:nvSpPr>
          <p:spPr>
            <a:xfrm>
              <a:off x="7405807" y="33608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4" name="pt16124"/>
            <p:cNvSpPr/>
            <p:nvPr/>
          </p:nvSpPr>
          <p:spPr>
            <a:xfrm>
              <a:off x="7414346" y="3307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5" name="pt16125"/>
            <p:cNvSpPr/>
            <p:nvPr/>
          </p:nvSpPr>
          <p:spPr>
            <a:xfrm>
              <a:off x="7459531" y="32789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6" name="pt16126"/>
            <p:cNvSpPr/>
            <p:nvPr/>
          </p:nvSpPr>
          <p:spPr>
            <a:xfrm>
              <a:off x="7476681" y="3360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7" name="pt16127"/>
            <p:cNvSpPr/>
            <p:nvPr/>
          </p:nvSpPr>
          <p:spPr>
            <a:xfrm>
              <a:off x="7418118" y="3261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8" name="pt16128"/>
            <p:cNvSpPr/>
            <p:nvPr/>
          </p:nvSpPr>
          <p:spPr>
            <a:xfrm>
              <a:off x="7384930" y="33160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29" name="pt16129"/>
            <p:cNvSpPr/>
            <p:nvPr/>
          </p:nvSpPr>
          <p:spPr>
            <a:xfrm>
              <a:off x="7396460" y="33365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0" name="pt16130"/>
            <p:cNvSpPr/>
            <p:nvPr/>
          </p:nvSpPr>
          <p:spPr>
            <a:xfrm>
              <a:off x="7443195" y="32584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1" name="pt16131"/>
            <p:cNvSpPr/>
            <p:nvPr/>
          </p:nvSpPr>
          <p:spPr>
            <a:xfrm>
              <a:off x="7454293" y="326263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2" name="pt16132"/>
            <p:cNvSpPr/>
            <p:nvPr/>
          </p:nvSpPr>
          <p:spPr>
            <a:xfrm>
              <a:off x="7449443" y="3264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3" name="pt16133"/>
            <p:cNvSpPr/>
            <p:nvPr/>
          </p:nvSpPr>
          <p:spPr>
            <a:xfrm>
              <a:off x="7423268" y="32789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4" name="pt16134"/>
            <p:cNvSpPr/>
            <p:nvPr/>
          </p:nvSpPr>
          <p:spPr>
            <a:xfrm>
              <a:off x="7457585" y="3219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5" name="pt16135"/>
            <p:cNvSpPr/>
            <p:nvPr/>
          </p:nvSpPr>
          <p:spPr>
            <a:xfrm>
              <a:off x="7427196" y="32682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6" name="pt16136"/>
            <p:cNvSpPr/>
            <p:nvPr/>
          </p:nvSpPr>
          <p:spPr>
            <a:xfrm>
              <a:off x="7398987" y="32725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7" name="pt16137"/>
            <p:cNvSpPr/>
            <p:nvPr/>
          </p:nvSpPr>
          <p:spPr>
            <a:xfrm>
              <a:off x="7383681" y="32310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8" name="pt16138"/>
            <p:cNvSpPr/>
            <p:nvPr/>
          </p:nvSpPr>
          <p:spPr>
            <a:xfrm>
              <a:off x="7383664" y="32448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39" name="pt16139"/>
            <p:cNvSpPr/>
            <p:nvPr/>
          </p:nvSpPr>
          <p:spPr>
            <a:xfrm>
              <a:off x="7445226" y="3309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0" name="pt16140"/>
            <p:cNvSpPr/>
            <p:nvPr/>
          </p:nvSpPr>
          <p:spPr>
            <a:xfrm>
              <a:off x="7458731" y="32935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1" name="pt16141"/>
            <p:cNvSpPr/>
            <p:nvPr/>
          </p:nvSpPr>
          <p:spPr>
            <a:xfrm>
              <a:off x="7453156" y="32998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2" name="pt16142"/>
            <p:cNvSpPr/>
            <p:nvPr/>
          </p:nvSpPr>
          <p:spPr>
            <a:xfrm>
              <a:off x="7432493" y="3257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3" name="pt16143"/>
            <p:cNvSpPr/>
            <p:nvPr/>
          </p:nvSpPr>
          <p:spPr>
            <a:xfrm>
              <a:off x="7465971" y="33002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4" name="pt16144"/>
            <p:cNvSpPr/>
            <p:nvPr/>
          </p:nvSpPr>
          <p:spPr>
            <a:xfrm>
              <a:off x="7477799" y="33132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5" name="pt16145"/>
            <p:cNvSpPr/>
            <p:nvPr/>
          </p:nvSpPr>
          <p:spPr>
            <a:xfrm>
              <a:off x="7403703" y="3289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6" name="pt16146"/>
            <p:cNvSpPr/>
            <p:nvPr/>
          </p:nvSpPr>
          <p:spPr>
            <a:xfrm>
              <a:off x="7496704" y="3207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7" name="pt16147"/>
            <p:cNvSpPr/>
            <p:nvPr/>
          </p:nvSpPr>
          <p:spPr>
            <a:xfrm>
              <a:off x="7472349" y="32796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8" name="pt16148"/>
            <p:cNvSpPr/>
            <p:nvPr/>
          </p:nvSpPr>
          <p:spPr>
            <a:xfrm>
              <a:off x="7494072" y="3311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49" name="pt16149"/>
            <p:cNvSpPr/>
            <p:nvPr/>
          </p:nvSpPr>
          <p:spPr>
            <a:xfrm>
              <a:off x="7416738" y="3297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0" name="pt16150"/>
            <p:cNvSpPr/>
            <p:nvPr/>
          </p:nvSpPr>
          <p:spPr>
            <a:xfrm>
              <a:off x="7536195" y="32282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1" name="pt16151"/>
            <p:cNvSpPr/>
            <p:nvPr/>
          </p:nvSpPr>
          <p:spPr>
            <a:xfrm>
              <a:off x="7392215" y="3282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2" name="pt16152"/>
            <p:cNvSpPr/>
            <p:nvPr/>
          </p:nvSpPr>
          <p:spPr>
            <a:xfrm>
              <a:off x="7414173" y="32933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3" name="pt16153"/>
            <p:cNvSpPr/>
            <p:nvPr/>
          </p:nvSpPr>
          <p:spPr>
            <a:xfrm>
              <a:off x="7419377" y="32050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4" name="pt16154"/>
            <p:cNvSpPr/>
            <p:nvPr/>
          </p:nvSpPr>
          <p:spPr>
            <a:xfrm>
              <a:off x="7474501" y="3274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5" name="pt16155"/>
            <p:cNvSpPr/>
            <p:nvPr/>
          </p:nvSpPr>
          <p:spPr>
            <a:xfrm>
              <a:off x="7415896" y="32809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6" name="pt16156"/>
            <p:cNvSpPr/>
            <p:nvPr/>
          </p:nvSpPr>
          <p:spPr>
            <a:xfrm>
              <a:off x="7395689" y="3271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7" name="pt16157"/>
            <p:cNvSpPr/>
            <p:nvPr/>
          </p:nvSpPr>
          <p:spPr>
            <a:xfrm>
              <a:off x="7398589" y="32519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8" name="pt16158"/>
            <p:cNvSpPr/>
            <p:nvPr/>
          </p:nvSpPr>
          <p:spPr>
            <a:xfrm>
              <a:off x="7475155" y="33342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59" name="pt16159"/>
            <p:cNvSpPr/>
            <p:nvPr/>
          </p:nvSpPr>
          <p:spPr>
            <a:xfrm>
              <a:off x="7440095" y="3287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0" name="pt16160"/>
            <p:cNvSpPr/>
            <p:nvPr/>
          </p:nvSpPr>
          <p:spPr>
            <a:xfrm>
              <a:off x="7438652" y="33070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1" name="pt16161"/>
            <p:cNvSpPr/>
            <p:nvPr/>
          </p:nvSpPr>
          <p:spPr>
            <a:xfrm>
              <a:off x="7439423" y="32023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2" name="pt16162"/>
            <p:cNvSpPr/>
            <p:nvPr/>
          </p:nvSpPr>
          <p:spPr>
            <a:xfrm>
              <a:off x="7434982" y="3260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3" name="pt16163"/>
            <p:cNvSpPr/>
            <p:nvPr/>
          </p:nvSpPr>
          <p:spPr>
            <a:xfrm>
              <a:off x="7400748" y="32436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4" name="pt16164"/>
            <p:cNvSpPr/>
            <p:nvPr/>
          </p:nvSpPr>
          <p:spPr>
            <a:xfrm>
              <a:off x="7442140" y="32845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5" name="pt16165"/>
            <p:cNvSpPr/>
            <p:nvPr/>
          </p:nvSpPr>
          <p:spPr>
            <a:xfrm>
              <a:off x="7428591" y="33258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6" name="pt16166"/>
            <p:cNvSpPr/>
            <p:nvPr/>
          </p:nvSpPr>
          <p:spPr>
            <a:xfrm>
              <a:off x="7500621" y="32904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7" name="pt16167"/>
            <p:cNvSpPr/>
            <p:nvPr/>
          </p:nvSpPr>
          <p:spPr>
            <a:xfrm>
              <a:off x="7391429" y="32526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8" name="pt16168"/>
            <p:cNvSpPr/>
            <p:nvPr/>
          </p:nvSpPr>
          <p:spPr>
            <a:xfrm>
              <a:off x="7451654" y="3269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69" name="pt16169"/>
            <p:cNvSpPr/>
            <p:nvPr/>
          </p:nvSpPr>
          <p:spPr>
            <a:xfrm>
              <a:off x="7463282" y="32274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0" name="pt16170"/>
            <p:cNvSpPr/>
            <p:nvPr/>
          </p:nvSpPr>
          <p:spPr>
            <a:xfrm>
              <a:off x="7430890" y="32543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1" name="pt16171"/>
            <p:cNvSpPr/>
            <p:nvPr/>
          </p:nvSpPr>
          <p:spPr>
            <a:xfrm>
              <a:off x="7420218" y="32393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2" name="pt16172"/>
            <p:cNvSpPr/>
            <p:nvPr/>
          </p:nvSpPr>
          <p:spPr>
            <a:xfrm>
              <a:off x="7437331" y="32745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3" name="pt16173"/>
            <p:cNvSpPr/>
            <p:nvPr/>
          </p:nvSpPr>
          <p:spPr>
            <a:xfrm>
              <a:off x="7352907" y="33053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4" name="pt16174"/>
            <p:cNvSpPr/>
            <p:nvPr/>
          </p:nvSpPr>
          <p:spPr>
            <a:xfrm>
              <a:off x="7460960" y="3241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5" name="pt16175"/>
            <p:cNvSpPr/>
            <p:nvPr/>
          </p:nvSpPr>
          <p:spPr>
            <a:xfrm>
              <a:off x="7374851" y="3293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6" name="pt16176"/>
            <p:cNvSpPr/>
            <p:nvPr/>
          </p:nvSpPr>
          <p:spPr>
            <a:xfrm>
              <a:off x="7421409" y="3293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7" name="pt16177"/>
            <p:cNvSpPr/>
            <p:nvPr/>
          </p:nvSpPr>
          <p:spPr>
            <a:xfrm>
              <a:off x="7384577" y="32708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8" name="pt16178"/>
            <p:cNvSpPr/>
            <p:nvPr/>
          </p:nvSpPr>
          <p:spPr>
            <a:xfrm>
              <a:off x="7430981" y="3233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79" name="pt16179"/>
            <p:cNvSpPr/>
            <p:nvPr/>
          </p:nvSpPr>
          <p:spPr>
            <a:xfrm>
              <a:off x="7335512" y="32862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0" name="pt16180"/>
            <p:cNvSpPr/>
            <p:nvPr/>
          </p:nvSpPr>
          <p:spPr>
            <a:xfrm>
              <a:off x="7499432" y="3284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1" name="pt16181"/>
            <p:cNvSpPr/>
            <p:nvPr/>
          </p:nvSpPr>
          <p:spPr>
            <a:xfrm>
              <a:off x="7369317" y="32806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2" name="pt16182"/>
            <p:cNvSpPr/>
            <p:nvPr/>
          </p:nvSpPr>
          <p:spPr>
            <a:xfrm>
              <a:off x="7415651" y="3229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3" name="pt16183"/>
            <p:cNvSpPr/>
            <p:nvPr/>
          </p:nvSpPr>
          <p:spPr>
            <a:xfrm>
              <a:off x="7417210" y="32966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4" name="pt16184"/>
            <p:cNvSpPr/>
            <p:nvPr/>
          </p:nvSpPr>
          <p:spPr>
            <a:xfrm>
              <a:off x="7526052" y="32591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5" name="pt16185"/>
            <p:cNvSpPr/>
            <p:nvPr/>
          </p:nvSpPr>
          <p:spPr>
            <a:xfrm>
              <a:off x="7383643" y="3278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6" name="pt16186"/>
            <p:cNvSpPr/>
            <p:nvPr/>
          </p:nvSpPr>
          <p:spPr>
            <a:xfrm>
              <a:off x="7441997" y="3305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7" name="pt16187"/>
            <p:cNvSpPr/>
            <p:nvPr/>
          </p:nvSpPr>
          <p:spPr>
            <a:xfrm>
              <a:off x="7451662" y="3293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8" name="pt16188"/>
            <p:cNvSpPr/>
            <p:nvPr/>
          </p:nvSpPr>
          <p:spPr>
            <a:xfrm>
              <a:off x="7466783" y="32900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89" name="pt16189"/>
            <p:cNvSpPr/>
            <p:nvPr/>
          </p:nvSpPr>
          <p:spPr>
            <a:xfrm>
              <a:off x="7393447" y="3308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0" name="pt16190"/>
            <p:cNvSpPr/>
            <p:nvPr/>
          </p:nvSpPr>
          <p:spPr>
            <a:xfrm>
              <a:off x="7449881" y="33337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1" name="pt16191"/>
            <p:cNvSpPr/>
            <p:nvPr/>
          </p:nvSpPr>
          <p:spPr>
            <a:xfrm>
              <a:off x="7418996" y="32827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2" name="pt16192"/>
            <p:cNvSpPr/>
            <p:nvPr/>
          </p:nvSpPr>
          <p:spPr>
            <a:xfrm>
              <a:off x="7450347" y="3211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3" name="pt16193"/>
            <p:cNvSpPr/>
            <p:nvPr/>
          </p:nvSpPr>
          <p:spPr>
            <a:xfrm>
              <a:off x="7459929" y="3294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4" name="pt16194"/>
            <p:cNvSpPr/>
            <p:nvPr/>
          </p:nvSpPr>
          <p:spPr>
            <a:xfrm>
              <a:off x="7433647" y="3276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5" name="pt16195"/>
            <p:cNvSpPr/>
            <p:nvPr/>
          </p:nvSpPr>
          <p:spPr>
            <a:xfrm>
              <a:off x="7524596" y="32576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6" name="pt16196"/>
            <p:cNvSpPr/>
            <p:nvPr/>
          </p:nvSpPr>
          <p:spPr>
            <a:xfrm>
              <a:off x="7357684" y="3262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7" name="pt16197"/>
            <p:cNvSpPr/>
            <p:nvPr/>
          </p:nvSpPr>
          <p:spPr>
            <a:xfrm>
              <a:off x="7468124" y="3285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8" name="pt16198"/>
            <p:cNvSpPr/>
            <p:nvPr/>
          </p:nvSpPr>
          <p:spPr>
            <a:xfrm>
              <a:off x="7454027" y="3282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199" name="pt16199"/>
            <p:cNvSpPr/>
            <p:nvPr/>
          </p:nvSpPr>
          <p:spPr>
            <a:xfrm>
              <a:off x="7390254" y="32931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0" name="pt16200"/>
            <p:cNvSpPr/>
            <p:nvPr/>
          </p:nvSpPr>
          <p:spPr>
            <a:xfrm>
              <a:off x="7436979" y="3279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1" name="pt16201"/>
            <p:cNvSpPr/>
            <p:nvPr/>
          </p:nvSpPr>
          <p:spPr>
            <a:xfrm>
              <a:off x="7400158" y="32841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2" name="pt16202"/>
            <p:cNvSpPr/>
            <p:nvPr/>
          </p:nvSpPr>
          <p:spPr>
            <a:xfrm>
              <a:off x="7461379" y="32720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3" name="pt16203"/>
            <p:cNvSpPr/>
            <p:nvPr/>
          </p:nvSpPr>
          <p:spPr>
            <a:xfrm>
              <a:off x="7422012" y="32587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4" name="pt16204"/>
            <p:cNvSpPr/>
            <p:nvPr/>
          </p:nvSpPr>
          <p:spPr>
            <a:xfrm>
              <a:off x="7392360" y="32823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5" name="pt16205"/>
            <p:cNvSpPr/>
            <p:nvPr/>
          </p:nvSpPr>
          <p:spPr>
            <a:xfrm>
              <a:off x="7455379" y="32459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6" name="pt16206"/>
            <p:cNvSpPr/>
            <p:nvPr/>
          </p:nvSpPr>
          <p:spPr>
            <a:xfrm>
              <a:off x="7641469" y="3601616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07" name="pt16207"/>
            <p:cNvSpPr/>
            <p:nvPr/>
          </p:nvSpPr>
          <p:spPr>
            <a:xfrm>
              <a:off x="7467044" y="3242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8" name="pt16208"/>
            <p:cNvSpPr/>
            <p:nvPr/>
          </p:nvSpPr>
          <p:spPr>
            <a:xfrm>
              <a:off x="7446485" y="32963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09" name="pt16209"/>
            <p:cNvSpPr/>
            <p:nvPr/>
          </p:nvSpPr>
          <p:spPr>
            <a:xfrm>
              <a:off x="7459077" y="32534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0" name="pt16210"/>
            <p:cNvSpPr/>
            <p:nvPr/>
          </p:nvSpPr>
          <p:spPr>
            <a:xfrm>
              <a:off x="7521144" y="3272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1" name="pt16211"/>
            <p:cNvSpPr/>
            <p:nvPr/>
          </p:nvSpPr>
          <p:spPr>
            <a:xfrm>
              <a:off x="7405420" y="32817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2" name="pt16212"/>
            <p:cNvSpPr/>
            <p:nvPr/>
          </p:nvSpPr>
          <p:spPr>
            <a:xfrm>
              <a:off x="7466546" y="3273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3" name="pt16213"/>
            <p:cNvSpPr/>
            <p:nvPr/>
          </p:nvSpPr>
          <p:spPr>
            <a:xfrm>
              <a:off x="7452942" y="32438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4" name="pt16214"/>
            <p:cNvSpPr/>
            <p:nvPr/>
          </p:nvSpPr>
          <p:spPr>
            <a:xfrm>
              <a:off x="7389869" y="32973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5" name="pt16215"/>
            <p:cNvSpPr/>
            <p:nvPr/>
          </p:nvSpPr>
          <p:spPr>
            <a:xfrm>
              <a:off x="7352395" y="33117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6" name="pt16216"/>
            <p:cNvSpPr/>
            <p:nvPr/>
          </p:nvSpPr>
          <p:spPr>
            <a:xfrm>
              <a:off x="7407175" y="3214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7" name="pt16217"/>
            <p:cNvSpPr/>
            <p:nvPr/>
          </p:nvSpPr>
          <p:spPr>
            <a:xfrm>
              <a:off x="7461754" y="32590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8" name="pt16218"/>
            <p:cNvSpPr/>
            <p:nvPr/>
          </p:nvSpPr>
          <p:spPr>
            <a:xfrm>
              <a:off x="7436867" y="32772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19" name="pt16219"/>
            <p:cNvSpPr/>
            <p:nvPr/>
          </p:nvSpPr>
          <p:spPr>
            <a:xfrm>
              <a:off x="7438834" y="3254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0" name="pt16220"/>
            <p:cNvSpPr/>
            <p:nvPr/>
          </p:nvSpPr>
          <p:spPr>
            <a:xfrm>
              <a:off x="7470746" y="3258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1" name="pt16221"/>
            <p:cNvSpPr/>
            <p:nvPr/>
          </p:nvSpPr>
          <p:spPr>
            <a:xfrm>
              <a:off x="7388302" y="3509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2" name="pt16222"/>
            <p:cNvSpPr/>
            <p:nvPr/>
          </p:nvSpPr>
          <p:spPr>
            <a:xfrm>
              <a:off x="7586132" y="32533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3" name="pt16223"/>
            <p:cNvSpPr/>
            <p:nvPr/>
          </p:nvSpPr>
          <p:spPr>
            <a:xfrm>
              <a:off x="7463724" y="3230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4" name="pt16224"/>
            <p:cNvSpPr/>
            <p:nvPr/>
          </p:nvSpPr>
          <p:spPr>
            <a:xfrm>
              <a:off x="7468866" y="3277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5" name="pt16225"/>
            <p:cNvSpPr/>
            <p:nvPr/>
          </p:nvSpPr>
          <p:spPr>
            <a:xfrm>
              <a:off x="7430135" y="32630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6" name="pt16226"/>
            <p:cNvSpPr/>
            <p:nvPr/>
          </p:nvSpPr>
          <p:spPr>
            <a:xfrm>
              <a:off x="7418416" y="3284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7" name="pt16227"/>
            <p:cNvSpPr/>
            <p:nvPr/>
          </p:nvSpPr>
          <p:spPr>
            <a:xfrm>
              <a:off x="7436068" y="3278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8" name="pt16228"/>
            <p:cNvSpPr/>
            <p:nvPr/>
          </p:nvSpPr>
          <p:spPr>
            <a:xfrm>
              <a:off x="7444718" y="32990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29" name="pt16229"/>
            <p:cNvSpPr/>
            <p:nvPr/>
          </p:nvSpPr>
          <p:spPr>
            <a:xfrm>
              <a:off x="7460687" y="3262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0" name="pt16230"/>
            <p:cNvSpPr/>
            <p:nvPr/>
          </p:nvSpPr>
          <p:spPr>
            <a:xfrm>
              <a:off x="7410576" y="3237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1" name="pt16231"/>
            <p:cNvSpPr/>
            <p:nvPr/>
          </p:nvSpPr>
          <p:spPr>
            <a:xfrm>
              <a:off x="7370107" y="3271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2" name="pt16232"/>
            <p:cNvSpPr/>
            <p:nvPr/>
          </p:nvSpPr>
          <p:spPr>
            <a:xfrm>
              <a:off x="7392841" y="32702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3" name="pt16233"/>
            <p:cNvSpPr/>
            <p:nvPr/>
          </p:nvSpPr>
          <p:spPr>
            <a:xfrm>
              <a:off x="7509062" y="32880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4" name="pt16234"/>
            <p:cNvSpPr/>
            <p:nvPr/>
          </p:nvSpPr>
          <p:spPr>
            <a:xfrm>
              <a:off x="7484759" y="3282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5" name="pt16235"/>
            <p:cNvSpPr/>
            <p:nvPr/>
          </p:nvSpPr>
          <p:spPr>
            <a:xfrm>
              <a:off x="7363025" y="3263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6" name="pt16236"/>
            <p:cNvSpPr/>
            <p:nvPr/>
          </p:nvSpPr>
          <p:spPr>
            <a:xfrm>
              <a:off x="7412273" y="33661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7" name="pt16237"/>
            <p:cNvSpPr/>
            <p:nvPr/>
          </p:nvSpPr>
          <p:spPr>
            <a:xfrm>
              <a:off x="9884000" y="32644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8" name="pt16238"/>
            <p:cNvSpPr/>
            <p:nvPr/>
          </p:nvSpPr>
          <p:spPr>
            <a:xfrm>
              <a:off x="7396476" y="3267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39" name="pt16239"/>
            <p:cNvSpPr/>
            <p:nvPr/>
          </p:nvSpPr>
          <p:spPr>
            <a:xfrm>
              <a:off x="7405552" y="32881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0" name="pt16240"/>
            <p:cNvSpPr/>
            <p:nvPr/>
          </p:nvSpPr>
          <p:spPr>
            <a:xfrm>
              <a:off x="7434670" y="3312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1" name="pt16241"/>
            <p:cNvSpPr/>
            <p:nvPr/>
          </p:nvSpPr>
          <p:spPr>
            <a:xfrm>
              <a:off x="7380869" y="3265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2" name="pt16242"/>
            <p:cNvSpPr/>
            <p:nvPr/>
          </p:nvSpPr>
          <p:spPr>
            <a:xfrm>
              <a:off x="7467775" y="32577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3" name="pt16243"/>
            <p:cNvSpPr/>
            <p:nvPr/>
          </p:nvSpPr>
          <p:spPr>
            <a:xfrm>
              <a:off x="7372225" y="32517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4" name="pt16244"/>
            <p:cNvSpPr/>
            <p:nvPr/>
          </p:nvSpPr>
          <p:spPr>
            <a:xfrm>
              <a:off x="7436114" y="3267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5" name="pt16245"/>
            <p:cNvSpPr/>
            <p:nvPr/>
          </p:nvSpPr>
          <p:spPr>
            <a:xfrm>
              <a:off x="7446930" y="32535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6" name="pt16246"/>
            <p:cNvSpPr/>
            <p:nvPr/>
          </p:nvSpPr>
          <p:spPr>
            <a:xfrm>
              <a:off x="7378532" y="32296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7" name="pt16247"/>
            <p:cNvSpPr/>
            <p:nvPr/>
          </p:nvSpPr>
          <p:spPr>
            <a:xfrm>
              <a:off x="7439281" y="3227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8" name="pt16248"/>
            <p:cNvSpPr/>
            <p:nvPr/>
          </p:nvSpPr>
          <p:spPr>
            <a:xfrm>
              <a:off x="7373443" y="3322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49" name="pt16249"/>
            <p:cNvSpPr/>
            <p:nvPr/>
          </p:nvSpPr>
          <p:spPr>
            <a:xfrm>
              <a:off x="7477468" y="32899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0" name="pt16250"/>
            <p:cNvSpPr/>
            <p:nvPr/>
          </p:nvSpPr>
          <p:spPr>
            <a:xfrm>
              <a:off x="7501767" y="33463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1" name="pt16251"/>
            <p:cNvSpPr/>
            <p:nvPr/>
          </p:nvSpPr>
          <p:spPr>
            <a:xfrm>
              <a:off x="7338470" y="33204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2" name="pt16252"/>
            <p:cNvSpPr/>
            <p:nvPr/>
          </p:nvSpPr>
          <p:spPr>
            <a:xfrm>
              <a:off x="7490358" y="33104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3" name="pt16253"/>
            <p:cNvSpPr/>
            <p:nvPr/>
          </p:nvSpPr>
          <p:spPr>
            <a:xfrm>
              <a:off x="7465648" y="32808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4" name="pt16254"/>
            <p:cNvSpPr/>
            <p:nvPr/>
          </p:nvSpPr>
          <p:spPr>
            <a:xfrm>
              <a:off x="7404356" y="3250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5" name="pt16255"/>
            <p:cNvSpPr/>
            <p:nvPr/>
          </p:nvSpPr>
          <p:spPr>
            <a:xfrm>
              <a:off x="7393052" y="32643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6" name="pt16256"/>
            <p:cNvSpPr/>
            <p:nvPr/>
          </p:nvSpPr>
          <p:spPr>
            <a:xfrm>
              <a:off x="7367063" y="33001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7" name="pt16257"/>
            <p:cNvSpPr/>
            <p:nvPr/>
          </p:nvSpPr>
          <p:spPr>
            <a:xfrm>
              <a:off x="7342217" y="33061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8" name="pt16258"/>
            <p:cNvSpPr/>
            <p:nvPr/>
          </p:nvSpPr>
          <p:spPr>
            <a:xfrm>
              <a:off x="7396621" y="33277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59" name="pt16259"/>
            <p:cNvSpPr/>
            <p:nvPr/>
          </p:nvSpPr>
          <p:spPr>
            <a:xfrm>
              <a:off x="7415588" y="3257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0" name="pt16260"/>
            <p:cNvSpPr/>
            <p:nvPr/>
          </p:nvSpPr>
          <p:spPr>
            <a:xfrm>
              <a:off x="7422632" y="32524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1" name="pt16261"/>
            <p:cNvSpPr/>
            <p:nvPr/>
          </p:nvSpPr>
          <p:spPr>
            <a:xfrm>
              <a:off x="7463683" y="3290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2" name="pt16262"/>
            <p:cNvSpPr/>
            <p:nvPr/>
          </p:nvSpPr>
          <p:spPr>
            <a:xfrm>
              <a:off x="7509201" y="3246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3" name="pt16263"/>
            <p:cNvSpPr/>
            <p:nvPr/>
          </p:nvSpPr>
          <p:spPr>
            <a:xfrm>
              <a:off x="7430671" y="32279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4" name="pt16264"/>
            <p:cNvSpPr/>
            <p:nvPr/>
          </p:nvSpPr>
          <p:spPr>
            <a:xfrm>
              <a:off x="7402972" y="32793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5" name="pt16265"/>
            <p:cNvSpPr/>
            <p:nvPr/>
          </p:nvSpPr>
          <p:spPr>
            <a:xfrm>
              <a:off x="7452086" y="3241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6" name="pt16266"/>
            <p:cNvSpPr/>
            <p:nvPr/>
          </p:nvSpPr>
          <p:spPr>
            <a:xfrm>
              <a:off x="7470643" y="3249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7" name="pt16267"/>
            <p:cNvSpPr/>
            <p:nvPr/>
          </p:nvSpPr>
          <p:spPr>
            <a:xfrm>
              <a:off x="7421765" y="32760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8" name="pt16268"/>
            <p:cNvSpPr/>
            <p:nvPr/>
          </p:nvSpPr>
          <p:spPr>
            <a:xfrm>
              <a:off x="7506678" y="3264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69" name="pt16269"/>
            <p:cNvSpPr/>
            <p:nvPr/>
          </p:nvSpPr>
          <p:spPr>
            <a:xfrm>
              <a:off x="7469999" y="32608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0" name="pt16270"/>
            <p:cNvSpPr/>
            <p:nvPr/>
          </p:nvSpPr>
          <p:spPr>
            <a:xfrm>
              <a:off x="7430952" y="3199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1" name="pt16271"/>
            <p:cNvSpPr/>
            <p:nvPr/>
          </p:nvSpPr>
          <p:spPr>
            <a:xfrm>
              <a:off x="7400375" y="33181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2" name="pt16272"/>
            <p:cNvSpPr/>
            <p:nvPr/>
          </p:nvSpPr>
          <p:spPr>
            <a:xfrm>
              <a:off x="7399268" y="3313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3" name="pt16273"/>
            <p:cNvSpPr/>
            <p:nvPr/>
          </p:nvSpPr>
          <p:spPr>
            <a:xfrm>
              <a:off x="7376663" y="3331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4" name="pt16274"/>
            <p:cNvSpPr/>
            <p:nvPr/>
          </p:nvSpPr>
          <p:spPr>
            <a:xfrm>
              <a:off x="7431201" y="3267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5" name="pt16275"/>
            <p:cNvSpPr/>
            <p:nvPr/>
          </p:nvSpPr>
          <p:spPr>
            <a:xfrm>
              <a:off x="7404296" y="34450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6" name="pt16276"/>
            <p:cNvSpPr/>
            <p:nvPr/>
          </p:nvSpPr>
          <p:spPr>
            <a:xfrm>
              <a:off x="7510271" y="3263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7" name="pt16277"/>
            <p:cNvSpPr/>
            <p:nvPr/>
          </p:nvSpPr>
          <p:spPr>
            <a:xfrm>
              <a:off x="7462188" y="3252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8" name="pt16278"/>
            <p:cNvSpPr/>
            <p:nvPr/>
          </p:nvSpPr>
          <p:spPr>
            <a:xfrm>
              <a:off x="7438108" y="34212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79" name="pt16279"/>
            <p:cNvSpPr/>
            <p:nvPr/>
          </p:nvSpPr>
          <p:spPr>
            <a:xfrm>
              <a:off x="7466187" y="32548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0" name="pt16280"/>
            <p:cNvSpPr/>
            <p:nvPr/>
          </p:nvSpPr>
          <p:spPr>
            <a:xfrm>
              <a:off x="7415212" y="32815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1" name="pt16281"/>
            <p:cNvSpPr/>
            <p:nvPr/>
          </p:nvSpPr>
          <p:spPr>
            <a:xfrm>
              <a:off x="7423334" y="32975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2" name="pt16282"/>
            <p:cNvSpPr/>
            <p:nvPr/>
          </p:nvSpPr>
          <p:spPr>
            <a:xfrm>
              <a:off x="7461863" y="3272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3" name="pt16283"/>
            <p:cNvSpPr/>
            <p:nvPr/>
          </p:nvSpPr>
          <p:spPr>
            <a:xfrm>
              <a:off x="7448591" y="32368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4" name="pt16284"/>
            <p:cNvSpPr/>
            <p:nvPr/>
          </p:nvSpPr>
          <p:spPr>
            <a:xfrm>
              <a:off x="7346422" y="33222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5" name="pt16285"/>
            <p:cNvSpPr/>
            <p:nvPr/>
          </p:nvSpPr>
          <p:spPr>
            <a:xfrm>
              <a:off x="7474085" y="3267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6" name="pt16286"/>
            <p:cNvSpPr/>
            <p:nvPr/>
          </p:nvSpPr>
          <p:spPr>
            <a:xfrm>
              <a:off x="7513903" y="32393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7" name="pt16287"/>
            <p:cNvSpPr/>
            <p:nvPr/>
          </p:nvSpPr>
          <p:spPr>
            <a:xfrm>
              <a:off x="7405474" y="32490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8" name="pt16288"/>
            <p:cNvSpPr/>
            <p:nvPr/>
          </p:nvSpPr>
          <p:spPr>
            <a:xfrm>
              <a:off x="7358918" y="3302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89" name="pt16289"/>
            <p:cNvSpPr/>
            <p:nvPr/>
          </p:nvSpPr>
          <p:spPr>
            <a:xfrm>
              <a:off x="7465018" y="3257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0" name="pt16290"/>
            <p:cNvSpPr/>
            <p:nvPr/>
          </p:nvSpPr>
          <p:spPr>
            <a:xfrm>
              <a:off x="7433763" y="3212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1" name="pt16291"/>
            <p:cNvSpPr/>
            <p:nvPr/>
          </p:nvSpPr>
          <p:spPr>
            <a:xfrm>
              <a:off x="7371077" y="3275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2" name="pt16292"/>
            <p:cNvSpPr/>
            <p:nvPr/>
          </p:nvSpPr>
          <p:spPr>
            <a:xfrm>
              <a:off x="7358922" y="3338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3" name="pt16293"/>
            <p:cNvSpPr/>
            <p:nvPr/>
          </p:nvSpPr>
          <p:spPr>
            <a:xfrm>
              <a:off x="7414909" y="3339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4" name="pt16294"/>
            <p:cNvSpPr/>
            <p:nvPr/>
          </p:nvSpPr>
          <p:spPr>
            <a:xfrm>
              <a:off x="7432068" y="32771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5" name="pt16295"/>
            <p:cNvSpPr/>
            <p:nvPr/>
          </p:nvSpPr>
          <p:spPr>
            <a:xfrm>
              <a:off x="7478563" y="3299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6" name="pt16296"/>
            <p:cNvSpPr/>
            <p:nvPr/>
          </p:nvSpPr>
          <p:spPr>
            <a:xfrm>
              <a:off x="7462400" y="32795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7" name="pt16297"/>
            <p:cNvSpPr/>
            <p:nvPr/>
          </p:nvSpPr>
          <p:spPr>
            <a:xfrm>
              <a:off x="7432947" y="32574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8" name="pt16298"/>
            <p:cNvSpPr/>
            <p:nvPr/>
          </p:nvSpPr>
          <p:spPr>
            <a:xfrm>
              <a:off x="8223148" y="3276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299" name="pt16299"/>
            <p:cNvSpPr/>
            <p:nvPr/>
          </p:nvSpPr>
          <p:spPr>
            <a:xfrm>
              <a:off x="7407648" y="3270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0" name="pt16300"/>
            <p:cNvSpPr/>
            <p:nvPr/>
          </p:nvSpPr>
          <p:spPr>
            <a:xfrm>
              <a:off x="7422835" y="3297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1" name="pt16301"/>
            <p:cNvSpPr/>
            <p:nvPr/>
          </p:nvSpPr>
          <p:spPr>
            <a:xfrm>
              <a:off x="7463408" y="3264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2" name="pt16302"/>
            <p:cNvSpPr/>
            <p:nvPr/>
          </p:nvSpPr>
          <p:spPr>
            <a:xfrm>
              <a:off x="7421543" y="32758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3" name="pt16303"/>
            <p:cNvSpPr/>
            <p:nvPr/>
          </p:nvSpPr>
          <p:spPr>
            <a:xfrm>
              <a:off x="7434828" y="32622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4" name="pt16304"/>
            <p:cNvSpPr/>
            <p:nvPr/>
          </p:nvSpPr>
          <p:spPr>
            <a:xfrm>
              <a:off x="7430654" y="32688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5" name="pt16305"/>
            <p:cNvSpPr/>
            <p:nvPr/>
          </p:nvSpPr>
          <p:spPr>
            <a:xfrm>
              <a:off x="7382461" y="32722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6" name="pt16306"/>
            <p:cNvSpPr/>
            <p:nvPr/>
          </p:nvSpPr>
          <p:spPr>
            <a:xfrm>
              <a:off x="7424744" y="32834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7" name="pt16307"/>
            <p:cNvSpPr/>
            <p:nvPr/>
          </p:nvSpPr>
          <p:spPr>
            <a:xfrm>
              <a:off x="7416266" y="32874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8" name="pt16308"/>
            <p:cNvSpPr/>
            <p:nvPr/>
          </p:nvSpPr>
          <p:spPr>
            <a:xfrm>
              <a:off x="7433726" y="32565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09" name="pt16309"/>
            <p:cNvSpPr/>
            <p:nvPr/>
          </p:nvSpPr>
          <p:spPr>
            <a:xfrm>
              <a:off x="7431482" y="3229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0" name="pt16310"/>
            <p:cNvSpPr/>
            <p:nvPr/>
          </p:nvSpPr>
          <p:spPr>
            <a:xfrm>
              <a:off x="7485053" y="28839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1" name="pt16311"/>
            <p:cNvSpPr/>
            <p:nvPr/>
          </p:nvSpPr>
          <p:spPr>
            <a:xfrm>
              <a:off x="7412950" y="32066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2" name="pt16312"/>
            <p:cNvSpPr/>
            <p:nvPr/>
          </p:nvSpPr>
          <p:spPr>
            <a:xfrm>
              <a:off x="7396170" y="32937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3" name="pt16313"/>
            <p:cNvSpPr/>
            <p:nvPr/>
          </p:nvSpPr>
          <p:spPr>
            <a:xfrm>
              <a:off x="7424236" y="32912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4" name="pt16314"/>
            <p:cNvSpPr/>
            <p:nvPr/>
          </p:nvSpPr>
          <p:spPr>
            <a:xfrm>
              <a:off x="7455230" y="32438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5" name="pt16315"/>
            <p:cNvSpPr/>
            <p:nvPr/>
          </p:nvSpPr>
          <p:spPr>
            <a:xfrm>
              <a:off x="7424462" y="3284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6" name="pt16316"/>
            <p:cNvSpPr/>
            <p:nvPr/>
          </p:nvSpPr>
          <p:spPr>
            <a:xfrm>
              <a:off x="7393834" y="3239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7" name="pt16317"/>
            <p:cNvSpPr/>
            <p:nvPr/>
          </p:nvSpPr>
          <p:spPr>
            <a:xfrm>
              <a:off x="7434076" y="3319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8" name="pt16318"/>
            <p:cNvSpPr/>
            <p:nvPr/>
          </p:nvSpPr>
          <p:spPr>
            <a:xfrm>
              <a:off x="7415616" y="32459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19" name="pt16319"/>
            <p:cNvSpPr/>
            <p:nvPr/>
          </p:nvSpPr>
          <p:spPr>
            <a:xfrm>
              <a:off x="7512057" y="32987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0" name="pt16320"/>
            <p:cNvSpPr/>
            <p:nvPr/>
          </p:nvSpPr>
          <p:spPr>
            <a:xfrm>
              <a:off x="7396468" y="32943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1" name="pt16321"/>
            <p:cNvSpPr/>
            <p:nvPr/>
          </p:nvSpPr>
          <p:spPr>
            <a:xfrm>
              <a:off x="7451626" y="32717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2" name="pt16322"/>
            <p:cNvSpPr/>
            <p:nvPr/>
          </p:nvSpPr>
          <p:spPr>
            <a:xfrm>
              <a:off x="7521437" y="34068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3" name="pt16323"/>
            <p:cNvSpPr/>
            <p:nvPr/>
          </p:nvSpPr>
          <p:spPr>
            <a:xfrm>
              <a:off x="7493313" y="34013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4" name="pt16324"/>
            <p:cNvSpPr/>
            <p:nvPr/>
          </p:nvSpPr>
          <p:spPr>
            <a:xfrm>
              <a:off x="7481185" y="33199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5" name="pt16325"/>
            <p:cNvSpPr/>
            <p:nvPr/>
          </p:nvSpPr>
          <p:spPr>
            <a:xfrm>
              <a:off x="7498038" y="32900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6" name="pt16326"/>
            <p:cNvSpPr/>
            <p:nvPr/>
          </p:nvSpPr>
          <p:spPr>
            <a:xfrm>
              <a:off x="7456015" y="3275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7" name="pt16327"/>
            <p:cNvSpPr/>
            <p:nvPr/>
          </p:nvSpPr>
          <p:spPr>
            <a:xfrm>
              <a:off x="7401708" y="3269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8" name="pt16328"/>
            <p:cNvSpPr/>
            <p:nvPr/>
          </p:nvSpPr>
          <p:spPr>
            <a:xfrm>
              <a:off x="7446450" y="3322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29" name="pt16329"/>
            <p:cNvSpPr/>
            <p:nvPr/>
          </p:nvSpPr>
          <p:spPr>
            <a:xfrm>
              <a:off x="7433901" y="32953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0" name="pt16330"/>
            <p:cNvSpPr/>
            <p:nvPr/>
          </p:nvSpPr>
          <p:spPr>
            <a:xfrm>
              <a:off x="7387286" y="31787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1" name="pt16331"/>
            <p:cNvSpPr/>
            <p:nvPr/>
          </p:nvSpPr>
          <p:spPr>
            <a:xfrm>
              <a:off x="7482687" y="32327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2" name="pt16332"/>
            <p:cNvSpPr/>
            <p:nvPr/>
          </p:nvSpPr>
          <p:spPr>
            <a:xfrm>
              <a:off x="7454472" y="32922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3" name="pt16333"/>
            <p:cNvSpPr/>
            <p:nvPr/>
          </p:nvSpPr>
          <p:spPr>
            <a:xfrm>
              <a:off x="7446748" y="32854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4" name="pt16334"/>
            <p:cNvSpPr/>
            <p:nvPr/>
          </p:nvSpPr>
          <p:spPr>
            <a:xfrm>
              <a:off x="7315912" y="3226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5" name="pt16335"/>
            <p:cNvSpPr/>
            <p:nvPr/>
          </p:nvSpPr>
          <p:spPr>
            <a:xfrm>
              <a:off x="7546760" y="3265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6" name="pt16336"/>
            <p:cNvSpPr/>
            <p:nvPr/>
          </p:nvSpPr>
          <p:spPr>
            <a:xfrm>
              <a:off x="7488197" y="3237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7" name="pt16337"/>
            <p:cNvSpPr/>
            <p:nvPr/>
          </p:nvSpPr>
          <p:spPr>
            <a:xfrm>
              <a:off x="7454614" y="32485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8" name="pt16338"/>
            <p:cNvSpPr/>
            <p:nvPr/>
          </p:nvSpPr>
          <p:spPr>
            <a:xfrm>
              <a:off x="7439219" y="32886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39" name="pt16339"/>
            <p:cNvSpPr/>
            <p:nvPr/>
          </p:nvSpPr>
          <p:spPr>
            <a:xfrm>
              <a:off x="7421065" y="32463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0" name="pt16340"/>
            <p:cNvSpPr/>
            <p:nvPr/>
          </p:nvSpPr>
          <p:spPr>
            <a:xfrm>
              <a:off x="7384174" y="3324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1" name="pt16341"/>
            <p:cNvSpPr/>
            <p:nvPr/>
          </p:nvSpPr>
          <p:spPr>
            <a:xfrm>
              <a:off x="7401960" y="3291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2" name="pt16342"/>
            <p:cNvSpPr/>
            <p:nvPr/>
          </p:nvSpPr>
          <p:spPr>
            <a:xfrm>
              <a:off x="7374494" y="32863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3" name="pt16343"/>
            <p:cNvSpPr/>
            <p:nvPr/>
          </p:nvSpPr>
          <p:spPr>
            <a:xfrm>
              <a:off x="7459106" y="32431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4" name="pt16344"/>
            <p:cNvSpPr/>
            <p:nvPr/>
          </p:nvSpPr>
          <p:spPr>
            <a:xfrm>
              <a:off x="7450065" y="32566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5" name="pt16345"/>
            <p:cNvSpPr/>
            <p:nvPr/>
          </p:nvSpPr>
          <p:spPr>
            <a:xfrm>
              <a:off x="7448106" y="32329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6" name="pt16346"/>
            <p:cNvSpPr/>
            <p:nvPr/>
          </p:nvSpPr>
          <p:spPr>
            <a:xfrm>
              <a:off x="7501525" y="3239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7" name="pt16347"/>
            <p:cNvSpPr/>
            <p:nvPr/>
          </p:nvSpPr>
          <p:spPr>
            <a:xfrm>
              <a:off x="7437033" y="32094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8" name="pt16348"/>
            <p:cNvSpPr/>
            <p:nvPr/>
          </p:nvSpPr>
          <p:spPr>
            <a:xfrm>
              <a:off x="7373333" y="32550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49" name="pt16349"/>
            <p:cNvSpPr/>
            <p:nvPr/>
          </p:nvSpPr>
          <p:spPr>
            <a:xfrm>
              <a:off x="7482741" y="3267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0" name="pt16350"/>
            <p:cNvSpPr/>
            <p:nvPr/>
          </p:nvSpPr>
          <p:spPr>
            <a:xfrm>
              <a:off x="7427973" y="3312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1" name="pt16351"/>
            <p:cNvSpPr/>
            <p:nvPr/>
          </p:nvSpPr>
          <p:spPr>
            <a:xfrm>
              <a:off x="7391818" y="32667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2" name="pt16352"/>
            <p:cNvSpPr/>
            <p:nvPr/>
          </p:nvSpPr>
          <p:spPr>
            <a:xfrm>
              <a:off x="7426914" y="32494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3" name="pt16353"/>
            <p:cNvSpPr/>
            <p:nvPr/>
          </p:nvSpPr>
          <p:spPr>
            <a:xfrm>
              <a:off x="7397807" y="3266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4" name="pt16354"/>
            <p:cNvSpPr/>
            <p:nvPr/>
          </p:nvSpPr>
          <p:spPr>
            <a:xfrm>
              <a:off x="7440179" y="3259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5" name="pt16355"/>
            <p:cNvSpPr/>
            <p:nvPr/>
          </p:nvSpPr>
          <p:spPr>
            <a:xfrm>
              <a:off x="7493575" y="3291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6" name="pt16356"/>
            <p:cNvSpPr/>
            <p:nvPr/>
          </p:nvSpPr>
          <p:spPr>
            <a:xfrm>
              <a:off x="7445616" y="32451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7" name="pt16357"/>
            <p:cNvSpPr/>
            <p:nvPr/>
          </p:nvSpPr>
          <p:spPr>
            <a:xfrm>
              <a:off x="7387159" y="32457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8" name="pt16358"/>
            <p:cNvSpPr/>
            <p:nvPr/>
          </p:nvSpPr>
          <p:spPr>
            <a:xfrm>
              <a:off x="7473642" y="32269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59" name="pt16359"/>
            <p:cNvSpPr/>
            <p:nvPr/>
          </p:nvSpPr>
          <p:spPr>
            <a:xfrm>
              <a:off x="7461789" y="32816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0" name="pt16360"/>
            <p:cNvSpPr/>
            <p:nvPr/>
          </p:nvSpPr>
          <p:spPr>
            <a:xfrm>
              <a:off x="7501111" y="3145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1" name="pt16361"/>
            <p:cNvSpPr/>
            <p:nvPr/>
          </p:nvSpPr>
          <p:spPr>
            <a:xfrm>
              <a:off x="7420644" y="32913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2" name="pt16362"/>
            <p:cNvSpPr/>
            <p:nvPr/>
          </p:nvSpPr>
          <p:spPr>
            <a:xfrm>
              <a:off x="7409921" y="33335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3" name="pt16363"/>
            <p:cNvSpPr/>
            <p:nvPr/>
          </p:nvSpPr>
          <p:spPr>
            <a:xfrm>
              <a:off x="7429387" y="3278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4" name="pt16364"/>
            <p:cNvSpPr/>
            <p:nvPr/>
          </p:nvSpPr>
          <p:spPr>
            <a:xfrm>
              <a:off x="7340119" y="32643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5" name="pt16365"/>
            <p:cNvSpPr/>
            <p:nvPr/>
          </p:nvSpPr>
          <p:spPr>
            <a:xfrm>
              <a:off x="7467322" y="31879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6" name="pt16366"/>
            <p:cNvSpPr/>
            <p:nvPr/>
          </p:nvSpPr>
          <p:spPr>
            <a:xfrm>
              <a:off x="7393500" y="33387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7" name="pt16367"/>
            <p:cNvSpPr/>
            <p:nvPr/>
          </p:nvSpPr>
          <p:spPr>
            <a:xfrm>
              <a:off x="7433080" y="3298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8" name="pt16368"/>
            <p:cNvSpPr/>
            <p:nvPr/>
          </p:nvSpPr>
          <p:spPr>
            <a:xfrm>
              <a:off x="7356983" y="33121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69" name="pt16369"/>
            <p:cNvSpPr/>
            <p:nvPr/>
          </p:nvSpPr>
          <p:spPr>
            <a:xfrm>
              <a:off x="7444010" y="32829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0" name="pt16370"/>
            <p:cNvSpPr/>
            <p:nvPr/>
          </p:nvSpPr>
          <p:spPr>
            <a:xfrm>
              <a:off x="7424389" y="32809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1" name="pt16371"/>
            <p:cNvSpPr/>
            <p:nvPr/>
          </p:nvSpPr>
          <p:spPr>
            <a:xfrm>
              <a:off x="7411853" y="3292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2" name="pt16372"/>
            <p:cNvSpPr/>
            <p:nvPr/>
          </p:nvSpPr>
          <p:spPr>
            <a:xfrm>
              <a:off x="7461843" y="3261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3" name="pt16373"/>
            <p:cNvSpPr/>
            <p:nvPr/>
          </p:nvSpPr>
          <p:spPr>
            <a:xfrm>
              <a:off x="7503632" y="3275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4" name="pt16374"/>
            <p:cNvSpPr/>
            <p:nvPr/>
          </p:nvSpPr>
          <p:spPr>
            <a:xfrm>
              <a:off x="7408890" y="3346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5" name="pt16375"/>
            <p:cNvSpPr/>
            <p:nvPr/>
          </p:nvSpPr>
          <p:spPr>
            <a:xfrm>
              <a:off x="7399560" y="3270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6" name="pt16376"/>
            <p:cNvSpPr/>
            <p:nvPr/>
          </p:nvSpPr>
          <p:spPr>
            <a:xfrm>
              <a:off x="7410319" y="32673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7" name="pt16377"/>
            <p:cNvSpPr/>
            <p:nvPr/>
          </p:nvSpPr>
          <p:spPr>
            <a:xfrm>
              <a:off x="7448042" y="32924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8" name="pt16378"/>
            <p:cNvSpPr/>
            <p:nvPr/>
          </p:nvSpPr>
          <p:spPr>
            <a:xfrm>
              <a:off x="7401405" y="32596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79" name="pt16379"/>
            <p:cNvSpPr/>
            <p:nvPr/>
          </p:nvSpPr>
          <p:spPr>
            <a:xfrm>
              <a:off x="7407325" y="3268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0" name="pt16380"/>
            <p:cNvSpPr/>
            <p:nvPr/>
          </p:nvSpPr>
          <p:spPr>
            <a:xfrm>
              <a:off x="7426622" y="33114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1" name="pt16381"/>
            <p:cNvSpPr/>
            <p:nvPr/>
          </p:nvSpPr>
          <p:spPr>
            <a:xfrm>
              <a:off x="7460537" y="3277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2" name="pt16382"/>
            <p:cNvSpPr/>
            <p:nvPr/>
          </p:nvSpPr>
          <p:spPr>
            <a:xfrm>
              <a:off x="7462527" y="33446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3" name="pt16383"/>
            <p:cNvSpPr/>
            <p:nvPr/>
          </p:nvSpPr>
          <p:spPr>
            <a:xfrm>
              <a:off x="7422396" y="32497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4" name="pt16384"/>
            <p:cNvSpPr/>
            <p:nvPr/>
          </p:nvSpPr>
          <p:spPr>
            <a:xfrm>
              <a:off x="7437380" y="32543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5" name="pt16385"/>
            <p:cNvSpPr/>
            <p:nvPr/>
          </p:nvSpPr>
          <p:spPr>
            <a:xfrm>
              <a:off x="7460992" y="3277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6" name="pt16386"/>
            <p:cNvSpPr/>
            <p:nvPr/>
          </p:nvSpPr>
          <p:spPr>
            <a:xfrm>
              <a:off x="7434365" y="32551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7" name="pt16387"/>
            <p:cNvSpPr/>
            <p:nvPr/>
          </p:nvSpPr>
          <p:spPr>
            <a:xfrm>
              <a:off x="7506969" y="33188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8" name="pt16388"/>
            <p:cNvSpPr/>
            <p:nvPr/>
          </p:nvSpPr>
          <p:spPr>
            <a:xfrm>
              <a:off x="7397492" y="3268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89" name="pt16389"/>
            <p:cNvSpPr/>
            <p:nvPr/>
          </p:nvSpPr>
          <p:spPr>
            <a:xfrm>
              <a:off x="7390313" y="32419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0" name="pt16390"/>
            <p:cNvSpPr/>
            <p:nvPr/>
          </p:nvSpPr>
          <p:spPr>
            <a:xfrm>
              <a:off x="7444988" y="32544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1" name="pt16391"/>
            <p:cNvSpPr/>
            <p:nvPr/>
          </p:nvSpPr>
          <p:spPr>
            <a:xfrm>
              <a:off x="7452113" y="3272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2" name="pt16392"/>
            <p:cNvSpPr/>
            <p:nvPr/>
          </p:nvSpPr>
          <p:spPr>
            <a:xfrm>
              <a:off x="7446994" y="32529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3" name="pt16393"/>
            <p:cNvSpPr/>
            <p:nvPr/>
          </p:nvSpPr>
          <p:spPr>
            <a:xfrm>
              <a:off x="7490896" y="32564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4" name="pt16394"/>
            <p:cNvSpPr/>
            <p:nvPr/>
          </p:nvSpPr>
          <p:spPr>
            <a:xfrm>
              <a:off x="7441045" y="32782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5" name="pt16395"/>
            <p:cNvSpPr/>
            <p:nvPr/>
          </p:nvSpPr>
          <p:spPr>
            <a:xfrm>
              <a:off x="7451627" y="3297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6" name="pt16396"/>
            <p:cNvSpPr/>
            <p:nvPr/>
          </p:nvSpPr>
          <p:spPr>
            <a:xfrm>
              <a:off x="7410265" y="32762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7" name="pt16397"/>
            <p:cNvSpPr/>
            <p:nvPr/>
          </p:nvSpPr>
          <p:spPr>
            <a:xfrm>
              <a:off x="7485511" y="32028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8" name="pt16398"/>
            <p:cNvSpPr/>
            <p:nvPr/>
          </p:nvSpPr>
          <p:spPr>
            <a:xfrm>
              <a:off x="7516416" y="32705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399" name="pt16399"/>
            <p:cNvSpPr/>
            <p:nvPr/>
          </p:nvSpPr>
          <p:spPr>
            <a:xfrm>
              <a:off x="7416446" y="32683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0" name="pt16400"/>
            <p:cNvSpPr/>
            <p:nvPr/>
          </p:nvSpPr>
          <p:spPr>
            <a:xfrm>
              <a:off x="7361657" y="32563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1" name="pt16401"/>
            <p:cNvSpPr/>
            <p:nvPr/>
          </p:nvSpPr>
          <p:spPr>
            <a:xfrm>
              <a:off x="7411144" y="32710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2" name="pt16402"/>
            <p:cNvSpPr/>
            <p:nvPr/>
          </p:nvSpPr>
          <p:spPr>
            <a:xfrm>
              <a:off x="7398537" y="3280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3" name="pt16403"/>
            <p:cNvSpPr/>
            <p:nvPr/>
          </p:nvSpPr>
          <p:spPr>
            <a:xfrm>
              <a:off x="7379962" y="32286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4" name="pt16404"/>
            <p:cNvSpPr/>
            <p:nvPr/>
          </p:nvSpPr>
          <p:spPr>
            <a:xfrm>
              <a:off x="7469275" y="33116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5" name="pt16405"/>
            <p:cNvSpPr/>
            <p:nvPr/>
          </p:nvSpPr>
          <p:spPr>
            <a:xfrm>
              <a:off x="7461945" y="32638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6" name="pt16406"/>
            <p:cNvSpPr/>
            <p:nvPr/>
          </p:nvSpPr>
          <p:spPr>
            <a:xfrm>
              <a:off x="7372263" y="32875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7" name="pt16407"/>
            <p:cNvSpPr/>
            <p:nvPr/>
          </p:nvSpPr>
          <p:spPr>
            <a:xfrm>
              <a:off x="7505829" y="33076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8" name="pt16408"/>
            <p:cNvSpPr/>
            <p:nvPr/>
          </p:nvSpPr>
          <p:spPr>
            <a:xfrm>
              <a:off x="7450451" y="33032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09" name="pt16409"/>
            <p:cNvSpPr/>
            <p:nvPr/>
          </p:nvSpPr>
          <p:spPr>
            <a:xfrm>
              <a:off x="7417958" y="33243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0" name="pt16410"/>
            <p:cNvSpPr/>
            <p:nvPr/>
          </p:nvSpPr>
          <p:spPr>
            <a:xfrm>
              <a:off x="7497337" y="32686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1" name="pt16411"/>
            <p:cNvSpPr/>
            <p:nvPr/>
          </p:nvSpPr>
          <p:spPr>
            <a:xfrm>
              <a:off x="7372805" y="32963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2" name="pt16412"/>
            <p:cNvSpPr/>
            <p:nvPr/>
          </p:nvSpPr>
          <p:spPr>
            <a:xfrm>
              <a:off x="7442109" y="32845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3" name="pt16413"/>
            <p:cNvSpPr/>
            <p:nvPr/>
          </p:nvSpPr>
          <p:spPr>
            <a:xfrm>
              <a:off x="7430263" y="3284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4" name="pt16414"/>
            <p:cNvSpPr/>
            <p:nvPr/>
          </p:nvSpPr>
          <p:spPr>
            <a:xfrm>
              <a:off x="7406327" y="3320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5" name="pt16415"/>
            <p:cNvSpPr/>
            <p:nvPr/>
          </p:nvSpPr>
          <p:spPr>
            <a:xfrm>
              <a:off x="7481088" y="32737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6" name="pt16416"/>
            <p:cNvSpPr/>
            <p:nvPr/>
          </p:nvSpPr>
          <p:spPr>
            <a:xfrm>
              <a:off x="7401379" y="3279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7" name="pt16417"/>
            <p:cNvSpPr/>
            <p:nvPr/>
          </p:nvSpPr>
          <p:spPr>
            <a:xfrm>
              <a:off x="7483401" y="26601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8" name="pt16418"/>
            <p:cNvSpPr/>
            <p:nvPr/>
          </p:nvSpPr>
          <p:spPr>
            <a:xfrm>
              <a:off x="7430022" y="32658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19" name="pt16419"/>
            <p:cNvSpPr/>
            <p:nvPr/>
          </p:nvSpPr>
          <p:spPr>
            <a:xfrm>
              <a:off x="7408185" y="32902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0" name="pt16420"/>
            <p:cNvSpPr/>
            <p:nvPr/>
          </p:nvSpPr>
          <p:spPr>
            <a:xfrm>
              <a:off x="7409812" y="3257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1" name="pt16421"/>
            <p:cNvSpPr/>
            <p:nvPr/>
          </p:nvSpPr>
          <p:spPr>
            <a:xfrm>
              <a:off x="7434129" y="32494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2" name="pt16422"/>
            <p:cNvSpPr/>
            <p:nvPr/>
          </p:nvSpPr>
          <p:spPr>
            <a:xfrm>
              <a:off x="7413279" y="32770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3" name="pt16423"/>
            <p:cNvSpPr/>
            <p:nvPr/>
          </p:nvSpPr>
          <p:spPr>
            <a:xfrm>
              <a:off x="7452594" y="32516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4" name="pt16424"/>
            <p:cNvSpPr/>
            <p:nvPr/>
          </p:nvSpPr>
          <p:spPr>
            <a:xfrm>
              <a:off x="7431645" y="33090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5" name="pt16425"/>
            <p:cNvSpPr/>
            <p:nvPr/>
          </p:nvSpPr>
          <p:spPr>
            <a:xfrm>
              <a:off x="7439790" y="32881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6" name="pt16426"/>
            <p:cNvSpPr/>
            <p:nvPr/>
          </p:nvSpPr>
          <p:spPr>
            <a:xfrm>
              <a:off x="7455635" y="3242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7" name="pt16427"/>
            <p:cNvSpPr/>
            <p:nvPr/>
          </p:nvSpPr>
          <p:spPr>
            <a:xfrm>
              <a:off x="7451043" y="33508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8" name="pt16428"/>
            <p:cNvSpPr/>
            <p:nvPr/>
          </p:nvSpPr>
          <p:spPr>
            <a:xfrm>
              <a:off x="7445230" y="3289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29" name="pt16429"/>
            <p:cNvSpPr/>
            <p:nvPr/>
          </p:nvSpPr>
          <p:spPr>
            <a:xfrm>
              <a:off x="7364820" y="3256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0" name="pt16430"/>
            <p:cNvSpPr/>
            <p:nvPr/>
          </p:nvSpPr>
          <p:spPr>
            <a:xfrm>
              <a:off x="7381148" y="32688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1" name="pt16431"/>
            <p:cNvSpPr/>
            <p:nvPr/>
          </p:nvSpPr>
          <p:spPr>
            <a:xfrm>
              <a:off x="7425716" y="33641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2" name="pt16432"/>
            <p:cNvSpPr/>
            <p:nvPr/>
          </p:nvSpPr>
          <p:spPr>
            <a:xfrm>
              <a:off x="7437456" y="3267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3" name="pt16433"/>
            <p:cNvSpPr/>
            <p:nvPr/>
          </p:nvSpPr>
          <p:spPr>
            <a:xfrm>
              <a:off x="7494933" y="32497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4" name="pt16434"/>
            <p:cNvSpPr/>
            <p:nvPr/>
          </p:nvSpPr>
          <p:spPr>
            <a:xfrm>
              <a:off x="7435132" y="32708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5" name="pt16435"/>
            <p:cNvSpPr/>
            <p:nvPr/>
          </p:nvSpPr>
          <p:spPr>
            <a:xfrm>
              <a:off x="7539848" y="33280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6" name="pt16436"/>
            <p:cNvSpPr/>
            <p:nvPr/>
          </p:nvSpPr>
          <p:spPr>
            <a:xfrm>
              <a:off x="7409009" y="3303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7" name="pt16437"/>
            <p:cNvSpPr/>
            <p:nvPr/>
          </p:nvSpPr>
          <p:spPr>
            <a:xfrm>
              <a:off x="7453583" y="3294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8" name="pt16438"/>
            <p:cNvSpPr/>
            <p:nvPr/>
          </p:nvSpPr>
          <p:spPr>
            <a:xfrm>
              <a:off x="7383923" y="32922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39" name="pt16439"/>
            <p:cNvSpPr/>
            <p:nvPr/>
          </p:nvSpPr>
          <p:spPr>
            <a:xfrm>
              <a:off x="7477363" y="32423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0" name="pt16440"/>
            <p:cNvSpPr/>
            <p:nvPr/>
          </p:nvSpPr>
          <p:spPr>
            <a:xfrm>
              <a:off x="7402316" y="32996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1" name="pt16441"/>
            <p:cNvSpPr/>
            <p:nvPr/>
          </p:nvSpPr>
          <p:spPr>
            <a:xfrm>
              <a:off x="7466647" y="32681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2" name="pt16442"/>
            <p:cNvSpPr/>
            <p:nvPr/>
          </p:nvSpPr>
          <p:spPr>
            <a:xfrm>
              <a:off x="7449189" y="3262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3" name="pt16443"/>
            <p:cNvSpPr/>
            <p:nvPr/>
          </p:nvSpPr>
          <p:spPr>
            <a:xfrm>
              <a:off x="7488431" y="32391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4" name="pt16444"/>
            <p:cNvSpPr/>
            <p:nvPr/>
          </p:nvSpPr>
          <p:spPr>
            <a:xfrm>
              <a:off x="7453262" y="32718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5" name="pt16445"/>
            <p:cNvSpPr/>
            <p:nvPr/>
          </p:nvSpPr>
          <p:spPr>
            <a:xfrm>
              <a:off x="7455759" y="33247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6" name="pt16446"/>
            <p:cNvSpPr/>
            <p:nvPr/>
          </p:nvSpPr>
          <p:spPr>
            <a:xfrm>
              <a:off x="7409943" y="32999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7" name="pt16447"/>
            <p:cNvSpPr/>
            <p:nvPr/>
          </p:nvSpPr>
          <p:spPr>
            <a:xfrm>
              <a:off x="7416261" y="3280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8" name="pt16448"/>
            <p:cNvSpPr/>
            <p:nvPr/>
          </p:nvSpPr>
          <p:spPr>
            <a:xfrm>
              <a:off x="7408756" y="3275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49" name="pt16449"/>
            <p:cNvSpPr/>
            <p:nvPr/>
          </p:nvSpPr>
          <p:spPr>
            <a:xfrm>
              <a:off x="7450025" y="32119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0" name="pt16450"/>
            <p:cNvSpPr/>
            <p:nvPr/>
          </p:nvSpPr>
          <p:spPr>
            <a:xfrm>
              <a:off x="7448941" y="32442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1" name="pt16451"/>
            <p:cNvSpPr/>
            <p:nvPr/>
          </p:nvSpPr>
          <p:spPr>
            <a:xfrm>
              <a:off x="7443734" y="32317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2" name="pt16452"/>
            <p:cNvSpPr/>
            <p:nvPr/>
          </p:nvSpPr>
          <p:spPr>
            <a:xfrm>
              <a:off x="7430460" y="35894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3" name="pt16453"/>
            <p:cNvSpPr/>
            <p:nvPr/>
          </p:nvSpPr>
          <p:spPr>
            <a:xfrm>
              <a:off x="7408024" y="3325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4" name="pt16454"/>
            <p:cNvSpPr/>
            <p:nvPr/>
          </p:nvSpPr>
          <p:spPr>
            <a:xfrm>
              <a:off x="7383291" y="33520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5" name="pt16455"/>
            <p:cNvSpPr/>
            <p:nvPr/>
          </p:nvSpPr>
          <p:spPr>
            <a:xfrm>
              <a:off x="7418630" y="32846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6" name="pt16456"/>
            <p:cNvSpPr/>
            <p:nvPr/>
          </p:nvSpPr>
          <p:spPr>
            <a:xfrm>
              <a:off x="7410566" y="32359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7" name="pt16457"/>
            <p:cNvSpPr/>
            <p:nvPr/>
          </p:nvSpPr>
          <p:spPr>
            <a:xfrm>
              <a:off x="7451526" y="32873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8" name="pt16458"/>
            <p:cNvSpPr/>
            <p:nvPr/>
          </p:nvSpPr>
          <p:spPr>
            <a:xfrm>
              <a:off x="7428886" y="3288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59" name="pt16459"/>
            <p:cNvSpPr/>
            <p:nvPr/>
          </p:nvSpPr>
          <p:spPr>
            <a:xfrm>
              <a:off x="7396149" y="32784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0" name="pt16460"/>
            <p:cNvSpPr/>
            <p:nvPr/>
          </p:nvSpPr>
          <p:spPr>
            <a:xfrm>
              <a:off x="7432882" y="33060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1" name="pt16461"/>
            <p:cNvSpPr/>
            <p:nvPr/>
          </p:nvSpPr>
          <p:spPr>
            <a:xfrm>
              <a:off x="7516625" y="32826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2" name="pt16462"/>
            <p:cNvSpPr/>
            <p:nvPr/>
          </p:nvSpPr>
          <p:spPr>
            <a:xfrm>
              <a:off x="7425305" y="32773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3" name="pt16463"/>
            <p:cNvSpPr/>
            <p:nvPr/>
          </p:nvSpPr>
          <p:spPr>
            <a:xfrm>
              <a:off x="7427894" y="32770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4" name="pt16464"/>
            <p:cNvSpPr/>
            <p:nvPr/>
          </p:nvSpPr>
          <p:spPr>
            <a:xfrm>
              <a:off x="7477311" y="32577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5" name="pt16465"/>
            <p:cNvSpPr/>
            <p:nvPr/>
          </p:nvSpPr>
          <p:spPr>
            <a:xfrm>
              <a:off x="7454968" y="32602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6" name="pt16466"/>
            <p:cNvSpPr/>
            <p:nvPr/>
          </p:nvSpPr>
          <p:spPr>
            <a:xfrm>
              <a:off x="7397937" y="32718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7" name="pt16467"/>
            <p:cNvSpPr/>
            <p:nvPr/>
          </p:nvSpPr>
          <p:spPr>
            <a:xfrm>
              <a:off x="7426842" y="33008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8" name="pt16468"/>
            <p:cNvSpPr/>
            <p:nvPr/>
          </p:nvSpPr>
          <p:spPr>
            <a:xfrm>
              <a:off x="7459471" y="3262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69" name="pt16469"/>
            <p:cNvSpPr/>
            <p:nvPr/>
          </p:nvSpPr>
          <p:spPr>
            <a:xfrm>
              <a:off x="7462070" y="3459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0" name="pt16470"/>
            <p:cNvSpPr/>
            <p:nvPr/>
          </p:nvSpPr>
          <p:spPr>
            <a:xfrm>
              <a:off x="7481658" y="32548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1" name="pt16471"/>
            <p:cNvSpPr/>
            <p:nvPr/>
          </p:nvSpPr>
          <p:spPr>
            <a:xfrm>
              <a:off x="7386833" y="3240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2" name="pt16472"/>
            <p:cNvSpPr/>
            <p:nvPr/>
          </p:nvSpPr>
          <p:spPr>
            <a:xfrm>
              <a:off x="7396208" y="32721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3" name="pt16473"/>
            <p:cNvSpPr/>
            <p:nvPr/>
          </p:nvSpPr>
          <p:spPr>
            <a:xfrm>
              <a:off x="7452505" y="32568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4" name="pt16474"/>
            <p:cNvSpPr/>
            <p:nvPr/>
          </p:nvSpPr>
          <p:spPr>
            <a:xfrm>
              <a:off x="7449521" y="3267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5" name="pt16475"/>
            <p:cNvSpPr/>
            <p:nvPr/>
          </p:nvSpPr>
          <p:spPr>
            <a:xfrm>
              <a:off x="7363768" y="3261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6" name="pt16476"/>
            <p:cNvSpPr/>
            <p:nvPr/>
          </p:nvSpPr>
          <p:spPr>
            <a:xfrm>
              <a:off x="7437903" y="33085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7" name="pt16477"/>
            <p:cNvSpPr/>
            <p:nvPr/>
          </p:nvSpPr>
          <p:spPr>
            <a:xfrm>
              <a:off x="7385075" y="32687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8" name="pt16478"/>
            <p:cNvSpPr/>
            <p:nvPr/>
          </p:nvSpPr>
          <p:spPr>
            <a:xfrm>
              <a:off x="7384422" y="32934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79" name="pt16479"/>
            <p:cNvSpPr/>
            <p:nvPr/>
          </p:nvSpPr>
          <p:spPr>
            <a:xfrm>
              <a:off x="7482897" y="32694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0" name="pt16480"/>
            <p:cNvSpPr/>
            <p:nvPr/>
          </p:nvSpPr>
          <p:spPr>
            <a:xfrm>
              <a:off x="7387657" y="32881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1" name="pt16481"/>
            <p:cNvSpPr/>
            <p:nvPr/>
          </p:nvSpPr>
          <p:spPr>
            <a:xfrm>
              <a:off x="7471226" y="33421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2" name="pt16482"/>
            <p:cNvSpPr/>
            <p:nvPr/>
          </p:nvSpPr>
          <p:spPr>
            <a:xfrm>
              <a:off x="7482959" y="32682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3" name="pt16483"/>
            <p:cNvSpPr/>
            <p:nvPr/>
          </p:nvSpPr>
          <p:spPr>
            <a:xfrm>
              <a:off x="7393517" y="330355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4" name="pt16484"/>
            <p:cNvSpPr/>
            <p:nvPr/>
          </p:nvSpPr>
          <p:spPr>
            <a:xfrm>
              <a:off x="7484343" y="32563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5" name="pt16485"/>
            <p:cNvSpPr/>
            <p:nvPr/>
          </p:nvSpPr>
          <p:spPr>
            <a:xfrm>
              <a:off x="7510489" y="31869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6" name="pt16486"/>
            <p:cNvSpPr/>
            <p:nvPr/>
          </p:nvSpPr>
          <p:spPr>
            <a:xfrm>
              <a:off x="7504448" y="32403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7" name="pt16487"/>
            <p:cNvSpPr/>
            <p:nvPr/>
          </p:nvSpPr>
          <p:spPr>
            <a:xfrm>
              <a:off x="7396044" y="33100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8" name="pt16488"/>
            <p:cNvSpPr/>
            <p:nvPr/>
          </p:nvSpPr>
          <p:spPr>
            <a:xfrm>
              <a:off x="7398965" y="3308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89" name="pt16489"/>
            <p:cNvSpPr/>
            <p:nvPr/>
          </p:nvSpPr>
          <p:spPr>
            <a:xfrm>
              <a:off x="7508879" y="32769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0" name="pt16490"/>
            <p:cNvSpPr/>
            <p:nvPr/>
          </p:nvSpPr>
          <p:spPr>
            <a:xfrm>
              <a:off x="7445661" y="3314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1" name="pt16491"/>
            <p:cNvSpPr/>
            <p:nvPr/>
          </p:nvSpPr>
          <p:spPr>
            <a:xfrm>
              <a:off x="7396383" y="33171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2" name="pt16492"/>
            <p:cNvSpPr/>
            <p:nvPr/>
          </p:nvSpPr>
          <p:spPr>
            <a:xfrm>
              <a:off x="7407057" y="32539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3" name="pt16493"/>
            <p:cNvSpPr/>
            <p:nvPr/>
          </p:nvSpPr>
          <p:spPr>
            <a:xfrm>
              <a:off x="7446835" y="32896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4" name="pt16494"/>
            <p:cNvSpPr/>
            <p:nvPr/>
          </p:nvSpPr>
          <p:spPr>
            <a:xfrm>
              <a:off x="7424809" y="33257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5" name="pt16495"/>
            <p:cNvSpPr/>
            <p:nvPr/>
          </p:nvSpPr>
          <p:spPr>
            <a:xfrm>
              <a:off x="7409745" y="32702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6" name="pt16496"/>
            <p:cNvSpPr/>
            <p:nvPr/>
          </p:nvSpPr>
          <p:spPr>
            <a:xfrm>
              <a:off x="7419796" y="32915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7" name="pt16497"/>
            <p:cNvSpPr/>
            <p:nvPr/>
          </p:nvSpPr>
          <p:spPr>
            <a:xfrm>
              <a:off x="7417362" y="3274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8" name="pt16498"/>
            <p:cNvSpPr/>
            <p:nvPr/>
          </p:nvSpPr>
          <p:spPr>
            <a:xfrm>
              <a:off x="7383215" y="32667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499" name="pt16499"/>
            <p:cNvSpPr/>
            <p:nvPr/>
          </p:nvSpPr>
          <p:spPr>
            <a:xfrm>
              <a:off x="7468697" y="32720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0" name="pt16500"/>
            <p:cNvSpPr/>
            <p:nvPr/>
          </p:nvSpPr>
          <p:spPr>
            <a:xfrm>
              <a:off x="7457776" y="3422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1" name="pt16501"/>
            <p:cNvSpPr/>
            <p:nvPr/>
          </p:nvSpPr>
          <p:spPr>
            <a:xfrm>
              <a:off x="7453495" y="3234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2" name="pt16502"/>
            <p:cNvSpPr/>
            <p:nvPr/>
          </p:nvSpPr>
          <p:spPr>
            <a:xfrm>
              <a:off x="7401069" y="3269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3" name="pt16503"/>
            <p:cNvSpPr/>
            <p:nvPr/>
          </p:nvSpPr>
          <p:spPr>
            <a:xfrm>
              <a:off x="7432124" y="32640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4" name="pt16504"/>
            <p:cNvSpPr/>
            <p:nvPr/>
          </p:nvSpPr>
          <p:spPr>
            <a:xfrm>
              <a:off x="7404245" y="32674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5" name="pt16505"/>
            <p:cNvSpPr/>
            <p:nvPr/>
          </p:nvSpPr>
          <p:spPr>
            <a:xfrm>
              <a:off x="7439866" y="33933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6" name="pt16506"/>
            <p:cNvSpPr/>
            <p:nvPr/>
          </p:nvSpPr>
          <p:spPr>
            <a:xfrm>
              <a:off x="7389932" y="32820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7" name="pt16507"/>
            <p:cNvSpPr/>
            <p:nvPr/>
          </p:nvSpPr>
          <p:spPr>
            <a:xfrm>
              <a:off x="7486390" y="32677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8" name="pt16508"/>
            <p:cNvSpPr/>
            <p:nvPr/>
          </p:nvSpPr>
          <p:spPr>
            <a:xfrm>
              <a:off x="7436287" y="3334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09" name="pt16509"/>
            <p:cNvSpPr/>
            <p:nvPr/>
          </p:nvSpPr>
          <p:spPr>
            <a:xfrm>
              <a:off x="7372653" y="328088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0" name="pt16510"/>
            <p:cNvSpPr/>
            <p:nvPr/>
          </p:nvSpPr>
          <p:spPr>
            <a:xfrm>
              <a:off x="7375060" y="32967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1" name="pt16511"/>
            <p:cNvSpPr/>
            <p:nvPr/>
          </p:nvSpPr>
          <p:spPr>
            <a:xfrm>
              <a:off x="7455618" y="32811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2" name="pt16512"/>
            <p:cNvSpPr/>
            <p:nvPr/>
          </p:nvSpPr>
          <p:spPr>
            <a:xfrm>
              <a:off x="7449827" y="32888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3" name="pt16513"/>
            <p:cNvSpPr/>
            <p:nvPr/>
          </p:nvSpPr>
          <p:spPr>
            <a:xfrm>
              <a:off x="7496841" y="32785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4" name="pt16514"/>
            <p:cNvSpPr/>
            <p:nvPr/>
          </p:nvSpPr>
          <p:spPr>
            <a:xfrm>
              <a:off x="7526763" y="28187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5" name="pt16515"/>
            <p:cNvSpPr/>
            <p:nvPr/>
          </p:nvSpPr>
          <p:spPr>
            <a:xfrm>
              <a:off x="7420904" y="32317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6" name="pt16516"/>
            <p:cNvSpPr/>
            <p:nvPr/>
          </p:nvSpPr>
          <p:spPr>
            <a:xfrm>
              <a:off x="7435743" y="32918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7" name="pt16517"/>
            <p:cNvSpPr/>
            <p:nvPr/>
          </p:nvSpPr>
          <p:spPr>
            <a:xfrm>
              <a:off x="7393092" y="3285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8" name="pt16518"/>
            <p:cNvSpPr/>
            <p:nvPr/>
          </p:nvSpPr>
          <p:spPr>
            <a:xfrm>
              <a:off x="7462648" y="32490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19" name="pt16519"/>
            <p:cNvSpPr/>
            <p:nvPr/>
          </p:nvSpPr>
          <p:spPr>
            <a:xfrm>
              <a:off x="7450886" y="3251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0" name="pt16520"/>
            <p:cNvSpPr/>
            <p:nvPr/>
          </p:nvSpPr>
          <p:spPr>
            <a:xfrm>
              <a:off x="7452883" y="32947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1" name="pt16521"/>
            <p:cNvSpPr/>
            <p:nvPr/>
          </p:nvSpPr>
          <p:spPr>
            <a:xfrm>
              <a:off x="7451572" y="3316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2" name="pt16522"/>
            <p:cNvSpPr/>
            <p:nvPr/>
          </p:nvSpPr>
          <p:spPr>
            <a:xfrm>
              <a:off x="7457994" y="32799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3" name="pt16523"/>
            <p:cNvSpPr/>
            <p:nvPr/>
          </p:nvSpPr>
          <p:spPr>
            <a:xfrm>
              <a:off x="7437197" y="3232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4" name="pt16524"/>
            <p:cNvSpPr/>
            <p:nvPr/>
          </p:nvSpPr>
          <p:spPr>
            <a:xfrm>
              <a:off x="7416186" y="32900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5" name="pt16525"/>
            <p:cNvSpPr/>
            <p:nvPr/>
          </p:nvSpPr>
          <p:spPr>
            <a:xfrm>
              <a:off x="7473740" y="328090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6" name="pt16526"/>
            <p:cNvSpPr/>
            <p:nvPr/>
          </p:nvSpPr>
          <p:spPr>
            <a:xfrm>
              <a:off x="7479255" y="33047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7" name="pt16527"/>
            <p:cNvSpPr/>
            <p:nvPr/>
          </p:nvSpPr>
          <p:spPr>
            <a:xfrm>
              <a:off x="7423873" y="3256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8" name="pt16528"/>
            <p:cNvSpPr/>
            <p:nvPr/>
          </p:nvSpPr>
          <p:spPr>
            <a:xfrm>
              <a:off x="7431064" y="3248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29" name="pt16529"/>
            <p:cNvSpPr/>
            <p:nvPr/>
          </p:nvSpPr>
          <p:spPr>
            <a:xfrm>
              <a:off x="7444639" y="32719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0" name="pt16530"/>
            <p:cNvSpPr/>
            <p:nvPr/>
          </p:nvSpPr>
          <p:spPr>
            <a:xfrm>
              <a:off x="7423331" y="32629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1" name="pt16531"/>
            <p:cNvSpPr/>
            <p:nvPr/>
          </p:nvSpPr>
          <p:spPr>
            <a:xfrm>
              <a:off x="7662988" y="32766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2" name="pt16532"/>
            <p:cNvSpPr/>
            <p:nvPr/>
          </p:nvSpPr>
          <p:spPr>
            <a:xfrm>
              <a:off x="7464674" y="32664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3" name="pt16533"/>
            <p:cNvSpPr/>
            <p:nvPr/>
          </p:nvSpPr>
          <p:spPr>
            <a:xfrm>
              <a:off x="7426273" y="3275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4" name="pt16534"/>
            <p:cNvSpPr/>
            <p:nvPr/>
          </p:nvSpPr>
          <p:spPr>
            <a:xfrm>
              <a:off x="7437167" y="32781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5" name="pt16535"/>
            <p:cNvSpPr/>
            <p:nvPr/>
          </p:nvSpPr>
          <p:spPr>
            <a:xfrm>
              <a:off x="7438166" y="32686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6" name="pt16536"/>
            <p:cNvSpPr/>
            <p:nvPr/>
          </p:nvSpPr>
          <p:spPr>
            <a:xfrm>
              <a:off x="7439971" y="3133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7" name="pt16537"/>
            <p:cNvSpPr/>
            <p:nvPr/>
          </p:nvSpPr>
          <p:spPr>
            <a:xfrm>
              <a:off x="7401855" y="32836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8" name="pt16538"/>
            <p:cNvSpPr/>
            <p:nvPr/>
          </p:nvSpPr>
          <p:spPr>
            <a:xfrm>
              <a:off x="7503219" y="32384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39" name="pt16539"/>
            <p:cNvSpPr/>
            <p:nvPr/>
          </p:nvSpPr>
          <p:spPr>
            <a:xfrm>
              <a:off x="7430219" y="32763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0" name="pt16540"/>
            <p:cNvSpPr/>
            <p:nvPr/>
          </p:nvSpPr>
          <p:spPr>
            <a:xfrm>
              <a:off x="7440091" y="33239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1" name="pt16541"/>
            <p:cNvSpPr/>
            <p:nvPr/>
          </p:nvSpPr>
          <p:spPr>
            <a:xfrm>
              <a:off x="7448342" y="32461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2" name="pt16542"/>
            <p:cNvSpPr/>
            <p:nvPr/>
          </p:nvSpPr>
          <p:spPr>
            <a:xfrm>
              <a:off x="7446247" y="323075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3" name="pt16543"/>
            <p:cNvSpPr/>
            <p:nvPr/>
          </p:nvSpPr>
          <p:spPr>
            <a:xfrm>
              <a:off x="7394147" y="32119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4" name="pt16544"/>
            <p:cNvSpPr/>
            <p:nvPr/>
          </p:nvSpPr>
          <p:spPr>
            <a:xfrm>
              <a:off x="7417120" y="32509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5" name="pt16545"/>
            <p:cNvSpPr/>
            <p:nvPr/>
          </p:nvSpPr>
          <p:spPr>
            <a:xfrm>
              <a:off x="7412933" y="32866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6" name="pt16546"/>
            <p:cNvSpPr/>
            <p:nvPr/>
          </p:nvSpPr>
          <p:spPr>
            <a:xfrm>
              <a:off x="7461776" y="32779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7" name="pt16547"/>
            <p:cNvSpPr/>
            <p:nvPr/>
          </p:nvSpPr>
          <p:spPr>
            <a:xfrm>
              <a:off x="7506813" y="3273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8" name="pt16548"/>
            <p:cNvSpPr/>
            <p:nvPr/>
          </p:nvSpPr>
          <p:spPr>
            <a:xfrm>
              <a:off x="7416364" y="32650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49" name="pt16549"/>
            <p:cNvSpPr/>
            <p:nvPr/>
          </p:nvSpPr>
          <p:spPr>
            <a:xfrm>
              <a:off x="7437944" y="330230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0" name="pt16550"/>
            <p:cNvSpPr/>
            <p:nvPr/>
          </p:nvSpPr>
          <p:spPr>
            <a:xfrm>
              <a:off x="7477802" y="3275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1" name="pt16551"/>
            <p:cNvSpPr/>
            <p:nvPr/>
          </p:nvSpPr>
          <p:spPr>
            <a:xfrm>
              <a:off x="7442296" y="31815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2" name="pt16552"/>
            <p:cNvSpPr/>
            <p:nvPr/>
          </p:nvSpPr>
          <p:spPr>
            <a:xfrm>
              <a:off x="7441399" y="3321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3" name="pt16553"/>
            <p:cNvSpPr/>
            <p:nvPr/>
          </p:nvSpPr>
          <p:spPr>
            <a:xfrm>
              <a:off x="7419740" y="32062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4" name="pt16554"/>
            <p:cNvSpPr/>
            <p:nvPr/>
          </p:nvSpPr>
          <p:spPr>
            <a:xfrm>
              <a:off x="7420796" y="3263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5" name="pt16555"/>
            <p:cNvSpPr/>
            <p:nvPr/>
          </p:nvSpPr>
          <p:spPr>
            <a:xfrm>
              <a:off x="7509772" y="32681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6" name="pt16556"/>
            <p:cNvSpPr/>
            <p:nvPr/>
          </p:nvSpPr>
          <p:spPr>
            <a:xfrm>
              <a:off x="7441903" y="32753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7" name="pt16557"/>
            <p:cNvSpPr/>
            <p:nvPr/>
          </p:nvSpPr>
          <p:spPr>
            <a:xfrm>
              <a:off x="7468118" y="32785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8" name="pt16558"/>
            <p:cNvSpPr/>
            <p:nvPr/>
          </p:nvSpPr>
          <p:spPr>
            <a:xfrm>
              <a:off x="7493895" y="32570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59" name="pt16559"/>
            <p:cNvSpPr/>
            <p:nvPr/>
          </p:nvSpPr>
          <p:spPr>
            <a:xfrm>
              <a:off x="7474046" y="32647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0" name="pt16560"/>
            <p:cNvSpPr/>
            <p:nvPr/>
          </p:nvSpPr>
          <p:spPr>
            <a:xfrm>
              <a:off x="7409231" y="32729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1" name="pt16561"/>
            <p:cNvSpPr/>
            <p:nvPr/>
          </p:nvSpPr>
          <p:spPr>
            <a:xfrm>
              <a:off x="7393576" y="3277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2" name="pt16562"/>
            <p:cNvSpPr/>
            <p:nvPr/>
          </p:nvSpPr>
          <p:spPr>
            <a:xfrm>
              <a:off x="7483889" y="32594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3" name="pt16563"/>
            <p:cNvSpPr/>
            <p:nvPr/>
          </p:nvSpPr>
          <p:spPr>
            <a:xfrm>
              <a:off x="7482506" y="3269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4" name="pt16564"/>
            <p:cNvSpPr/>
            <p:nvPr/>
          </p:nvSpPr>
          <p:spPr>
            <a:xfrm>
              <a:off x="7410000" y="32865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5" name="pt16565"/>
            <p:cNvSpPr/>
            <p:nvPr/>
          </p:nvSpPr>
          <p:spPr>
            <a:xfrm>
              <a:off x="7474405" y="305361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6" name="pt16566"/>
            <p:cNvSpPr/>
            <p:nvPr/>
          </p:nvSpPr>
          <p:spPr>
            <a:xfrm>
              <a:off x="7405271" y="3334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7" name="pt16567"/>
            <p:cNvSpPr/>
            <p:nvPr/>
          </p:nvSpPr>
          <p:spPr>
            <a:xfrm>
              <a:off x="7433618" y="33133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8" name="pt16568"/>
            <p:cNvSpPr/>
            <p:nvPr/>
          </p:nvSpPr>
          <p:spPr>
            <a:xfrm>
              <a:off x="7432217" y="32591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69" name="pt16569"/>
            <p:cNvSpPr/>
            <p:nvPr/>
          </p:nvSpPr>
          <p:spPr>
            <a:xfrm>
              <a:off x="7442904" y="30484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0" name="pt16570"/>
            <p:cNvSpPr/>
            <p:nvPr/>
          </p:nvSpPr>
          <p:spPr>
            <a:xfrm>
              <a:off x="7457110" y="32661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1" name="pt16571"/>
            <p:cNvSpPr/>
            <p:nvPr/>
          </p:nvSpPr>
          <p:spPr>
            <a:xfrm>
              <a:off x="7371055" y="32595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2" name="pt16572"/>
            <p:cNvSpPr/>
            <p:nvPr/>
          </p:nvSpPr>
          <p:spPr>
            <a:xfrm>
              <a:off x="7422386" y="33058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3" name="pt16573"/>
            <p:cNvSpPr/>
            <p:nvPr/>
          </p:nvSpPr>
          <p:spPr>
            <a:xfrm>
              <a:off x="7446677" y="33022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4" name="pt16574"/>
            <p:cNvSpPr/>
            <p:nvPr/>
          </p:nvSpPr>
          <p:spPr>
            <a:xfrm>
              <a:off x="7428249" y="3230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5" name="pt16575"/>
            <p:cNvSpPr/>
            <p:nvPr/>
          </p:nvSpPr>
          <p:spPr>
            <a:xfrm>
              <a:off x="7981972" y="3241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6" name="pt16576"/>
            <p:cNvSpPr/>
            <p:nvPr/>
          </p:nvSpPr>
          <p:spPr>
            <a:xfrm>
              <a:off x="7403506" y="32923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7" name="pt16577"/>
            <p:cNvSpPr/>
            <p:nvPr/>
          </p:nvSpPr>
          <p:spPr>
            <a:xfrm>
              <a:off x="7474142" y="29928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8" name="pt16578"/>
            <p:cNvSpPr/>
            <p:nvPr/>
          </p:nvSpPr>
          <p:spPr>
            <a:xfrm>
              <a:off x="7431436" y="32806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79" name="pt16579"/>
            <p:cNvSpPr/>
            <p:nvPr/>
          </p:nvSpPr>
          <p:spPr>
            <a:xfrm>
              <a:off x="7393192" y="33366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0" name="pt16580"/>
            <p:cNvSpPr/>
            <p:nvPr/>
          </p:nvSpPr>
          <p:spPr>
            <a:xfrm>
              <a:off x="7435459" y="32746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1" name="pt16581"/>
            <p:cNvSpPr/>
            <p:nvPr/>
          </p:nvSpPr>
          <p:spPr>
            <a:xfrm>
              <a:off x="7397372" y="32562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2" name="pt16582"/>
            <p:cNvSpPr/>
            <p:nvPr/>
          </p:nvSpPr>
          <p:spPr>
            <a:xfrm>
              <a:off x="7444175" y="3240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3" name="pt16583"/>
            <p:cNvSpPr/>
            <p:nvPr/>
          </p:nvSpPr>
          <p:spPr>
            <a:xfrm>
              <a:off x="7419290" y="32560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4" name="pt16584"/>
            <p:cNvSpPr/>
            <p:nvPr/>
          </p:nvSpPr>
          <p:spPr>
            <a:xfrm>
              <a:off x="7457351" y="3255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5" name="pt16585"/>
            <p:cNvSpPr/>
            <p:nvPr/>
          </p:nvSpPr>
          <p:spPr>
            <a:xfrm>
              <a:off x="7459718" y="33066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6" name="pt16586"/>
            <p:cNvSpPr/>
            <p:nvPr/>
          </p:nvSpPr>
          <p:spPr>
            <a:xfrm>
              <a:off x="7455505" y="327652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7" name="pt16587"/>
            <p:cNvSpPr/>
            <p:nvPr/>
          </p:nvSpPr>
          <p:spPr>
            <a:xfrm>
              <a:off x="7430956" y="32866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8" name="pt16588"/>
            <p:cNvSpPr/>
            <p:nvPr/>
          </p:nvSpPr>
          <p:spPr>
            <a:xfrm>
              <a:off x="7388162" y="32923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89" name="pt16589"/>
            <p:cNvSpPr/>
            <p:nvPr/>
          </p:nvSpPr>
          <p:spPr>
            <a:xfrm>
              <a:off x="7431661" y="3270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0" name="pt16590"/>
            <p:cNvSpPr/>
            <p:nvPr/>
          </p:nvSpPr>
          <p:spPr>
            <a:xfrm>
              <a:off x="7386978" y="33343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1" name="pt16591"/>
            <p:cNvSpPr/>
            <p:nvPr/>
          </p:nvSpPr>
          <p:spPr>
            <a:xfrm>
              <a:off x="7390438" y="33277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2" name="pt16592"/>
            <p:cNvSpPr/>
            <p:nvPr/>
          </p:nvSpPr>
          <p:spPr>
            <a:xfrm>
              <a:off x="7417209" y="32371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3" name="pt16593"/>
            <p:cNvSpPr/>
            <p:nvPr/>
          </p:nvSpPr>
          <p:spPr>
            <a:xfrm>
              <a:off x="7488429" y="32805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4" name="pt16594"/>
            <p:cNvSpPr/>
            <p:nvPr/>
          </p:nvSpPr>
          <p:spPr>
            <a:xfrm>
              <a:off x="7368785" y="32317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5" name="pt16595"/>
            <p:cNvSpPr/>
            <p:nvPr/>
          </p:nvSpPr>
          <p:spPr>
            <a:xfrm>
              <a:off x="7429538" y="32614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6" name="pt16596"/>
            <p:cNvSpPr/>
            <p:nvPr/>
          </p:nvSpPr>
          <p:spPr>
            <a:xfrm>
              <a:off x="7453889" y="32861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7" name="pt16597"/>
            <p:cNvSpPr/>
            <p:nvPr/>
          </p:nvSpPr>
          <p:spPr>
            <a:xfrm>
              <a:off x="7377200" y="32578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8" name="pt16598"/>
            <p:cNvSpPr/>
            <p:nvPr/>
          </p:nvSpPr>
          <p:spPr>
            <a:xfrm>
              <a:off x="7469486" y="32716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599" name="pt16599"/>
            <p:cNvSpPr/>
            <p:nvPr/>
          </p:nvSpPr>
          <p:spPr>
            <a:xfrm>
              <a:off x="7361817" y="32739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0" name="pt16600"/>
            <p:cNvSpPr/>
            <p:nvPr/>
          </p:nvSpPr>
          <p:spPr>
            <a:xfrm>
              <a:off x="7432757" y="32698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1" name="pt16601"/>
            <p:cNvSpPr/>
            <p:nvPr/>
          </p:nvSpPr>
          <p:spPr>
            <a:xfrm>
              <a:off x="7461203" y="31464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2" name="pt16602"/>
            <p:cNvSpPr/>
            <p:nvPr/>
          </p:nvSpPr>
          <p:spPr>
            <a:xfrm>
              <a:off x="7443567" y="32140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3" name="pt16603"/>
            <p:cNvSpPr/>
            <p:nvPr/>
          </p:nvSpPr>
          <p:spPr>
            <a:xfrm>
              <a:off x="7440177" y="32645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4" name="pt16604"/>
            <p:cNvSpPr/>
            <p:nvPr/>
          </p:nvSpPr>
          <p:spPr>
            <a:xfrm>
              <a:off x="7452100" y="34381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5" name="pt16605"/>
            <p:cNvSpPr/>
            <p:nvPr/>
          </p:nvSpPr>
          <p:spPr>
            <a:xfrm>
              <a:off x="7406246" y="32554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6" name="pt16606"/>
            <p:cNvSpPr/>
            <p:nvPr/>
          </p:nvSpPr>
          <p:spPr>
            <a:xfrm>
              <a:off x="7420845" y="3272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7" name="pt16607"/>
            <p:cNvSpPr/>
            <p:nvPr/>
          </p:nvSpPr>
          <p:spPr>
            <a:xfrm>
              <a:off x="7381975" y="329511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8" name="pt16608"/>
            <p:cNvSpPr/>
            <p:nvPr/>
          </p:nvSpPr>
          <p:spPr>
            <a:xfrm>
              <a:off x="7419962" y="32556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09" name="pt16609"/>
            <p:cNvSpPr/>
            <p:nvPr/>
          </p:nvSpPr>
          <p:spPr>
            <a:xfrm>
              <a:off x="7477190" y="32411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0" name="pt16610"/>
            <p:cNvSpPr/>
            <p:nvPr/>
          </p:nvSpPr>
          <p:spPr>
            <a:xfrm>
              <a:off x="7460187" y="3287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1" name="pt16611"/>
            <p:cNvSpPr/>
            <p:nvPr/>
          </p:nvSpPr>
          <p:spPr>
            <a:xfrm>
              <a:off x="7440484" y="32694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2" name="pt16612"/>
            <p:cNvSpPr/>
            <p:nvPr/>
          </p:nvSpPr>
          <p:spPr>
            <a:xfrm>
              <a:off x="7438606" y="32716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3" name="pt16613"/>
            <p:cNvSpPr/>
            <p:nvPr/>
          </p:nvSpPr>
          <p:spPr>
            <a:xfrm>
              <a:off x="7372481" y="329348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4" name="pt16614"/>
            <p:cNvSpPr/>
            <p:nvPr/>
          </p:nvSpPr>
          <p:spPr>
            <a:xfrm>
              <a:off x="7396638" y="32784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5" name="pt16615"/>
            <p:cNvSpPr/>
            <p:nvPr/>
          </p:nvSpPr>
          <p:spPr>
            <a:xfrm>
              <a:off x="7371331" y="33028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6" name="pt16616"/>
            <p:cNvSpPr/>
            <p:nvPr/>
          </p:nvSpPr>
          <p:spPr>
            <a:xfrm>
              <a:off x="7437657" y="32447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7" name="pt16617"/>
            <p:cNvSpPr/>
            <p:nvPr/>
          </p:nvSpPr>
          <p:spPr>
            <a:xfrm>
              <a:off x="7440988" y="32880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8" name="pt16618"/>
            <p:cNvSpPr/>
            <p:nvPr/>
          </p:nvSpPr>
          <p:spPr>
            <a:xfrm>
              <a:off x="7388399" y="32688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19" name="pt16619"/>
            <p:cNvSpPr/>
            <p:nvPr/>
          </p:nvSpPr>
          <p:spPr>
            <a:xfrm>
              <a:off x="7439728" y="32582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0" name="pt16620"/>
            <p:cNvSpPr/>
            <p:nvPr/>
          </p:nvSpPr>
          <p:spPr>
            <a:xfrm>
              <a:off x="7440181" y="33107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1" name="pt16621"/>
            <p:cNvSpPr/>
            <p:nvPr/>
          </p:nvSpPr>
          <p:spPr>
            <a:xfrm>
              <a:off x="7413345" y="3256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2" name="pt16622"/>
            <p:cNvSpPr/>
            <p:nvPr/>
          </p:nvSpPr>
          <p:spPr>
            <a:xfrm>
              <a:off x="7443927" y="28224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3" name="pt16623"/>
            <p:cNvSpPr/>
            <p:nvPr/>
          </p:nvSpPr>
          <p:spPr>
            <a:xfrm>
              <a:off x="7427095" y="32366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4" name="pt16624"/>
            <p:cNvSpPr/>
            <p:nvPr/>
          </p:nvSpPr>
          <p:spPr>
            <a:xfrm>
              <a:off x="7462699" y="33224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5" name="pt16625"/>
            <p:cNvSpPr/>
            <p:nvPr/>
          </p:nvSpPr>
          <p:spPr>
            <a:xfrm>
              <a:off x="7441012" y="3237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6" name="pt16626"/>
            <p:cNvSpPr/>
            <p:nvPr/>
          </p:nvSpPr>
          <p:spPr>
            <a:xfrm>
              <a:off x="7388506" y="32691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7" name="pt16627"/>
            <p:cNvSpPr/>
            <p:nvPr/>
          </p:nvSpPr>
          <p:spPr>
            <a:xfrm>
              <a:off x="7408875" y="32597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8" name="pt16628"/>
            <p:cNvSpPr/>
            <p:nvPr/>
          </p:nvSpPr>
          <p:spPr>
            <a:xfrm>
              <a:off x="7432174" y="32824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29" name="pt16629"/>
            <p:cNvSpPr/>
            <p:nvPr/>
          </p:nvSpPr>
          <p:spPr>
            <a:xfrm>
              <a:off x="7446118" y="3289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0" name="pt16630"/>
            <p:cNvSpPr/>
            <p:nvPr/>
          </p:nvSpPr>
          <p:spPr>
            <a:xfrm>
              <a:off x="7403254" y="32759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1" name="pt16631"/>
            <p:cNvSpPr/>
            <p:nvPr/>
          </p:nvSpPr>
          <p:spPr>
            <a:xfrm>
              <a:off x="7360595" y="31810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2" name="pt16632"/>
            <p:cNvSpPr/>
            <p:nvPr/>
          </p:nvSpPr>
          <p:spPr>
            <a:xfrm>
              <a:off x="7444617" y="32938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3" name="pt16633"/>
            <p:cNvSpPr/>
            <p:nvPr/>
          </p:nvSpPr>
          <p:spPr>
            <a:xfrm>
              <a:off x="7406674" y="32576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4" name="pt16634"/>
            <p:cNvSpPr/>
            <p:nvPr/>
          </p:nvSpPr>
          <p:spPr>
            <a:xfrm>
              <a:off x="7455886" y="32806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5" name="pt16635"/>
            <p:cNvSpPr/>
            <p:nvPr/>
          </p:nvSpPr>
          <p:spPr>
            <a:xfrm>
              <a:off x="7379337" y="333271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6" name="pt16636"/>
            <p:cNvSpPr/>
            <p:nvPr/>
          </p:nvSpPr>
          <p:spPr>
            <a:xfrm>
              <a:off x="7414803" y="32635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7" name="pt16637"/>
            <p:cNvSpPr/>
            <p:nvPr/>
          </p:nvSpPr>
          <p:spPr>
            <a:xfrm>
              <a:off x="7424077" y="33180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8" name="pt16638"/>
            <p:cNvSpPr/>
            <p:nvPr/>
          </p:nvSpPr>
          <p:spPr>
            <a:xfrm>
              <a:off x="7442798" y="32408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39" name="pt16639"/>
            <p:cNvSpPr/>
            <p:nvPr/>
          </p:nvSpPr>
          <p:spPr>
            <a:xfrm>
              <a:off x="7426134" y="3265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0" name="pt16640"/>
            <p:cNvSpPr/>
            <p:nvPr/>
          </p:nvSpPr>
          <p:spPr>
            <a:xfrm>
              <a:off x="7419236" y="32452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1" name="pt16641"/>
            <p:cNvSpPr/>
            <p:nvPr/>
          </p:nvSpPr>
          <p:spPr>
            <a:xfrm>
              <a:off x="7433658" y="32995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2" name="pt16642"/>
            <p:cNvSpPr/>
            <p:nvPr/>
          </p:nvSpPr>
          <p:spPr>
            <a:xfrm>
              <a:off x="7420943" y="33125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3" name="pt16643"/>
            <p:cNvSpPr/>
            <p:nvPr/>
          </p:nvSpPr>
          <p:spPr>
            <a:xfrm>
              <a:off x="7490619" y="32510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4" name="pt16644"/>
            <p:cNvSpPr/>
            <p:nvPr/>
          </p:nvSpPr>
          <p:spPr>
            <a:xfrm>
              <a:off x="7425763" y="32553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5" name="pt16645"/>
            <p:cNvSpPr/>
            <p:nvPr/>
          </p:nvSpPr>
          <p:spPr>
            <a:xfrm>
              <a:off x="7443206" y="31632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6" name="pt16646"/>
            <p:cNvSpPr/>
            <p:nvPr/>
          </p:nvSpPr>
          <p:spPr>
            <a:xfrm>
              <a:off x="7431822" y="32722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7" name="pt16647"/>
            <p:cNvSpPr/>
            <p:nvPr/>
          </p:nvSpPr>
          <p:spPr>
            <a:xfrm>
              <a:off x="7443127" y="3255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8" name="pt16648"/>
            <p:cNvSpPr/>
            <p:nvPr/>
          </p:nvSpPr>
          <p:spPr>
            <a:xfrm>
              <a:off x="7427589" y="33234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49" name="pt16649"/>
            <p:cNvSpPr/>
            <p:nvPr/>
          </p:nvSpPr>
          <p:spPr>
            <a:xfrm>
              <a:off x="7455983" y="3267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0" name="pt16650"/>
            <p:cNvSpPr/>
            <p:nvPr/>
          </p:nvSpPr>
          <p:spPr>
            <a:xfrm>
              <a:off x="7463150" y="33723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1" name="pt16651"/>
            <p:cNvSpPr/>
            <p:nvPr/>
          </p:nvSpPr>
          <p:spPr>
            <a:xfrm>
              <a:off x="7462642" y="3284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2" name="pt16652"/>
            <p:cNvSpPr/>
            <p:nvPr/>
          </p:nvSpPr>
          <p:spPr>
            <a:xfrm>
              <a:off x="7468758" y="327974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3" name="pt16653"/>
            <p:cNvSpPr/>
            <p:nvPr/>
          </p:nvSpPr>
          <p:spPr>
            <a:xfrm>
              <a:off x="7458847" y="3284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4" name="pt16654"/>
            <p:cNvSpPr/>
            <p:nvPr/>
          </p:nvSpPr>
          <p:spPr>
            <a:xfrm>
              <a:off x="7416701" y="326930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5" name="pt16655"/>
            <p:cNvSpPr/>
            <p:nvPr/>
          </p:nvSpPr>
          <p:spPr>
            <a:xfrm>
              <a:off x="7445896" y="32810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6" name="pt16656"/>
            <p:cNvSpPr/>
            <p:nvPr/>
          </p:nvSpPr>
          <p:spPr>
            <a:xfrm>
              <a:off x="7464294" y="326158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7" name="pt16657"/>
            <p:cNvSpPr/>
            <p:nvPr/>
          </p:nvSpPr>
          <p:spPr>
            <a:xfrm>
              <a:off x="7406487" y="32748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8" name="pt16658"/>
            <p:cNvSpPr/>
            <p:nvPr/>
          </p:nvSpPr>
          <p:spPr>
            <a:xfrm>
              <a:off x="7448851" y="32676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59" name="pt16659"/>
            <p:cNvSpPr/>
            <p:nvPr/>
          </p:nvSpPr>
          <p:spPr>
            <a:xfrm>
              <a:off x="7417222" y="3268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0" name="pt16660"/>
            <p:cNvSpPr/>
            <p:nvPr/>
          </p:nvSpPr>
          <p:spPr>
            <a:xfrm>
              <a:off x="7378404" y="33010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1" name="pt16661"/>
            <p:cNvSpPr/>
            <p:nvPr/>
          </p:nvSpPr>
          <p:spPr>
            <a:xfrm>
              <a:off x="7435770" y="32889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2" name="pt16662"/>
            <p:cNvSpPr/>
            <p:nvPr/>
          </p:nvSpPr>
          <p:spPr>
            <a:xfrm>
              <a:off x="7448631" y="32896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3" name="pt16663"/>
            <p:cNvSpPr/>
            <p:nvPr/>
          </p:nvSpPr>
          <p:spPr>
            <a:xfrm>
              <a:off x="7431957" y="326239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4" name="pt16664"/>
            <p:cNvSpPr/>
            <p:nvPr/>
          </p:nvSpPr>
          <p:spPr>
            <a:xfrm>
              <a:off x="7449569" y="32833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5" name="pt16665"/>
            <p:cNvSpPr/>
            <p:nvPr/>
          </p:nvSpPr>
          <p:spPr>
            <a:xfrm>
              <a:off x="7424880" y="32574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6" name="pt16666"/>
            <p:cNvSpPr/>
            <p:nvPr/>
          </p:nvSpPr>
          <p:spPr>
            <a:xfrm>
              <a:off x="7454880" y="33198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7" name="pt16667"/>
            <p:cNvSpPr/>
            <p:nvPr/>
          </p:nvSpPr>
          <p:spPr>
            <a:xfrm>
              <a:off x="7432818" y="32765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8" name="pt16668"/>
            <p:cNvSpPr/>
            <p:nvPr/>
          </p:nvSpPr>
          <p:spPr>
            <a:xfrm>
              <a:off x="7379503" y="32563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69" name="pt16669"/>
            <p:cNvSpPr/>
            <p:nvPr/>
          </p:nvSpPr>
          <p:spPr>
            <a:xfrm>
              <a:off x="7411463" y="3249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0" name="pt16670"/>
            <p:cNvSpPr/>
            <p:nvPr/>
          </p:nvSpPr>
          <p:spPr>
            <a:xfrm>
              <a:off x="7497818" y="326806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1" name="pt16671"/>
            <p:cNvSpPr/>
            <p:nvPr/>
          </p:nvSpPr>
          <p:spPr>
            <a:xfrm>
              <a:off x="7480086" y="32376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2" name="pt16672"/>
            <p:cNvSpPr/>
            <p:nvPr/>
          </p:nvSpPr>
          <p:spPr>
            <a:xfrm>
              <a:off x="7452347" y="32674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3" name="pt16673"/>
            <p:cNvSpPr/>
            <p:nvPr/>
          </p:nvSpPr>
          <p:spPr>
            <a:xfrm>
              <a:off x="7475772" y="326919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4" name="pt16674"/>
            <p:cNvSpPr/>
            <p:nvPr/>
          </p:nvSpPr>
          <p:spPr>
            <a:xfrm>
              <a:off x="7438102" y="320104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5" name="pt16675"/>
            <p:cNvSpPr/>
            <p:nvPr/>
          </p:nvSpPr>
          <p:spPr>
            <a:xfrm>
              <a:off x="7610423" y="326475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6" name="pt16676"/>
            <p:cNvSpPr/>
            <p:nvPr/>
          </p:nvSpPr>
          <p:spPr>
            <a:xfrm>
              <a:off x="7422939" y="327368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7" name="pt16677"/>
            <p:cNvSpPr/>
            <p:nvPr/>
          </p:nvSpPr>
          <p:spPr>
            <a:xfrm>
              <a:off x="7444913" y="32789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8" name="pt16678"/>
            <p:cNvSpPr/>
            <p:nvPr/>
          </p:nvSpPr>
          <p:spPr>
            <a:xfrm>
              <a:off x="7441682" y="32860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79" name="pt16679"/>
            <p:cNvSpPr/>
            <p:nvPr/>
          </p:nvSpPr>
          <p:spPr>
            <a:xfrm>
              <a:off x="7430195" y="32111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0" name="pt16680"/>
            <p:cNvSpPr/>
            <p:nvPr/>
          </p:nvSpPr>
          <p:spPr>
            <a:xfrm>
              <a:off x="7578113" y="3347062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81" name="pt16681"/>
            <p:cNvSpPr/>
            <p:nvPr/>
          </p:nvSpPr>
          <p:spPr>
            <a:xfrm>
              <a:off x="7462707" y="328278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2" name="pt16682"/>
            <p:cNvSpPr/>
            <p:nvPr/>
          </p:nvSpPr>
          <p:spPr>
            <a:xfrm>
              <a:off x="7447941" y="33348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3" name="pt16683"/>
            <p:cNvSpPr/>
            <p:nvPr/>
          </p:nvSpPr>
          <p:spPr>
            <a:xfrm>
              <a:off x="7408618" y="32851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4" name="pt16684"/>
            <p:cNvSpPr/>
            <p:nvPr/>
          </p:nvSpPr>
          <p:spPr>
            <a:xfrm>
              <a:off x="7405476" y="326982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5" name="pt16685"/>
            <p:cNvSpPr/>
            <p:nvPr/>
          </p:nvSpPr>
          <p:spPr>
            <a:xfrm>
              <a:off x="7462706" y="32781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6" name="pt16686"/>
            <p:cNvSpPr/>
            <p:nvPr/>
          </p:nvSpPr>
          <p:spPr>
            <a:xfrm>
              <a:off x="7500467" y="31679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7" name="pt16687"/>
            <p:cNvSpPr/>
            <p:nvPr/>
          </p:nvSpPr>
          <p:spPr>
            <a:xfrm>
              <a:off x="7464362" y="3286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8" name="pt16688"/>
            <p:cNvSpPr/>
            <p:nvPr/>
          </p:nvSpPr>
          <p:spPr>
            <a:xfrm>
              <a:off x="7449566" y="33509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89" name="pt16689"/>
            <p:cNvSpPr/>
            <p:nvPr/>
          </p:nvSpPr>
          <p:spPr>
            <a:xfrm>
              <a:off x="7469932" y="3274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0" name="pt16690"/>
            <p:cNvSpPr/>
            <p:nvPr/>
          </p:nvSpPr>
          <p:spPr>
            <a:xfrm>
              <a:off x="7469500" y="32452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1" name="pt16691"/>
            <p:cNvSpPr/>
            <p:nvPr/>
          </p:nvSpPr>
          <p:spPr>
            <a:xfrm>
              <a:off x="7405864" y="324545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2" name="pt16692"/>
            <p:cNvSpPr/>
            <p:nvPr/>
          </p:nvSpPr>
          <p:spPr>
            <a:xfrm>
              <a:off x="7410048" y="32591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3" name="pt16693"/>
            <p:cNvSpPr/>
            <p:nvPr/>
          </p:nvSpPr>
          <p:spPr>
            <a:xfrm>
              <a:off x="7384318" y="329528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4" name="pt16694"/>
            <p:cNvSpPr/>
            <p:nvPr/>
          </p:nvSpPr>
          <p:spPr>
            <a:xfrm>
              <a:off x="7459043" y="32671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5" name="pt16695"/>
            <p:cNvSpPr/>
            <p:nvPr/>
          </p:nvSpPr>
          <p:spPr>
            <a:xfrm>
              <a:off x="7444348" y="327714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6" name="pt16696"/>
            <p:cNvSpPr/>
            <p:nvPr/>
          </p:nvSpPr>
          <p:spPr>
            <a:xfrm>
              <a:off x="7412156" y="32664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7" name="pt16697"/>
            <p:cNvSpPr/>
            <p:nvPr/>
          </p:nvSpPr>
          <p:spPr>
            <a:xfrm>
              <a:off x="7462381" y="323161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8" name="pt16698"/>
            <p:cNvSpPr/>
            <p:nvPr/>
          </p:nvSpPr>
          <p:spPr>
            <a:xfrm>
              <a:off x="7423690" y="32452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699" name="pt16699"/>
            <p:cNvSpPr/>
            <p:nvPr/>
          </p:nvSpPr>
          <p:spPr>
            <a:xfrm>
              <a:off x="7446175" y="32614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0" name="pt16700"/>
            <p:cNvSpPr/>
            <p:nvPr/>
          </p:nvSpPr>
          <p:spPr>
            <a:xfrm>
              <a:off x="7456948" y="3275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1" name="pt16701"/>
            <p:cNvSpPr/>
            <p:nvPr/>
          </p:nvSpPr>
          <p:spPr>
            <a:xfrm>
              <a:off x="7422989" y="333934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2" name="pt16702"/>
            <p:cNvSpPr/>
            <p:nvPr/>
          </p:nvSpPr>
          <p:spPr>
            <a:xfrm>
              <a:off x="7450861" y="326707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3" name="pt16703"/>
            <p:cNvSpPr/>
            <p:nvPr/>
          </p:nvSpPr>
          <p:spPr>
            <a:xfrm>
              <a:off x="7434006" y="32923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4" name="pt16704"/>
            <p:cNvSpPr/>
            <p:nvPr/>
          </p:nvSpPr>
          <p:spPr>
            <a:xfrm>
              <a:off x="7447475" y="33049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5" name="pt16705"/>
            <p:cNvSpPr/>
            <p:nvPr/>
          </p:nvSpPr>
          <p:spPr>
            <a:xfrm>
              <a:off x="7632105" y="3552160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06" name="pt16706"/>
            <p:cNvSpPr/>
            <p:nvPr/>
          </p:nvSpPr>
          <p:spPr>
            <a:xfrm>
              <a:off x="7456939" y="32579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7" name="pt16707"/>
            <p:cNvSpPr/>
            <p:nvPr/>
          </p:nvSpPr>
          <p:spPr>
            <a:xfrm>
              <a:off x="7427551" y="32835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8" name="pt16708"/>
            <p:cNvSpPr/>
            <p:nvPr/>
          </p:nvSpPr>
          <p:spPr>
            <a:xfrm>
              <a:off x="7409774" y="322806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09" name="pt16709"/>
            <p:cNvSpPr/>
            <p:nvPr/>
          </p:nvSpPr>
          <p:spPr>
            <a:xfrm>
              <a:off x="7479128" y="31882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0" name="pt16710"/>
            <p:cNvSpPr/>
            <p:nvPr/>
          </p:nvSpPr>
          <p:spPr>
            <a:xfrm>
              <a:off x="7470174" y="329259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1" name="pt16711"/>
            <p:cNvSpPr/>
            <p:nvPr/>
          </p:nvSpPr>
          <p:spPr>
            <a:xfrm>
              <a:off x="7429425" y="327629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2" name="pt16712"/>
            <p:cNvSpPr/>
            <p:nvPr/>
          </p:nvSpPr>
          <p:spPr>
            <a:xfrm>
              <a:off x="7406057" y="32868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3" name="pt16713"/>
            <p:cNvSpPr/>
            <p:nvPr/>
          </p:nvSpPr>
          <p:spPr>
            <a:xfrm>
              <a:off x="7434528" y="3282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4" name="pt16714"/>
            <p:cNvSpPr/>
            <p:nvPr/>
          </p:nvSpPr>
          <p:spPr>
            <a:xfrm>
              <a:off x="7433877" y="321999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5" name="pt16715"/>
            <p:cNvSpPr/>
            <p:nvPr/>
          </p:nvSpPr>
          <p:spPr>
            <a:xfrm>
              <a:off x="7401320" y="327036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6" name="pt16716"/>
            <p:cNvSpPr/>
            <p:nvPr/>
          </p:nvSpPr>
          <p:spPr>
            <a:xfrm>
              <a:off x="7371591" y="3250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7" name="pt16717"/>
            <p:cNvSpPr/>
            <p:nvPr/>
          </p:nvSpPr>
          <p:spPr>
            <a:xfrm>
              <a:off x="7433736" y="32296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8" name="pt16718"/>
            <p:cNvSpPr/>
            <p:nvPr/>
          </p:nvSpPr>
          <p:spPr>
            <a:xfrm>
              <a:off x="8322900" y="326974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19" name="pt16719"/>
            <p:cNvSpPr/>
            <p:nvPr/>
          </p:nvSpPr>
          <p:spPr>
            <a:xfrm>
              <a:off x="7353256" y="327464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0" name="pt16720"/>
            <p:cNvSpPr/>
            <p:nvPr/>
          </p:nvSpPr>
          <p:spPr>
            <a:xfrm>
              <a:off x="7410507" y="328763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1" name="pt16721"/>
            <p:cNvSpPr/>
            <p:nvPr/>
          </p:nvSpPr>
          <p:spPr>
            <a:xfrm>
              <a:off x="7445350" y="32543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2" name="pt16722"/>
            <p:cNvSpPr/>
            <p:nvPr/>
          </p:nvSpPr>
          <p:spPr>
            <a:xfrm>
              <a:off x="7440620" y="32525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3" name="pt16723"/>
            <p:cNvSpPr/>
            <p:nvPr/>
          </p:nvSpPr>
          <p:spPr>
            <a:xfrm>
              <a:off x="7438088" y="327884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4" name="pt16724"/>
            <p:cNvSpPr/>
            <p:nvPr/>
          </p:nvSpPr>
          <p:spPr>
            <a:xfrm>
              <a:off x="7323831" y="323916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5" name="pt16725"/>
            <p:cNvSpPr/>
            <p:nvPr/>
          </p:nvSpPr>
          <p:spPr>
            <a:xfrm>
              <a:off x="7144437" y="327172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6" name="pt16726"/>
            <p:cNvSpPr/>
            <p:nvPr/>
          </p:nvSpPr>
          <p:spPr>
            <a:xfrm>
              <a:off x="7438253" y="32676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7" name="pt16727"/>
            <p:cNvSpPr/>
            <p:nvPr/>
          </p:nvSpPr>
          <p:spPr>
            <a:xfrm>
              <a:off x="9314129" y="327415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8" name="pt16728"/>
            <p:cNvSpPr/>
            <p:nvPr/>
          </p:nvSpPr>
          <p:spPr>
            <a:xfrm>
              <a:off x="7436678" y="327607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29" name="pt16729"/>
            <p:cNvSpPr/>
            <p:nvPr/>
          </p:nvSpPr>
          <p:spPr>
            <a:xfrm>
              <a:off x="7503378" y="32712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0" name="pt16730"/>
            <p:cNvSpPr/>
            <p:nvPr/>
          </p:nvSpPr>
          <p:spPr>
            <a:xfrm>
              <a:off x="7472029" y="333432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1" name="pt16731"/>
            <p:cNvSpPr/>
            <p:nvPr/>
          </p:nvSpPr>
          <p:spPr>
            <a:xfrm>
              <a:off x="7378111" y="327383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2" name="pt16732"/>
            <p:cNvSpPr/>
            <p:nvPr/>
          </p:nvSpPr>
          <p:spPr>
            <a:xfrm>
              <a:off x="7433211" y="33067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3" name="pt16733"/>
            <p:cNvSpPr/>
            <p:nvPr/>
          </p:nvSpPr>
          <p:spPr>
            <a:xfrm>
              <a:off x="7424656" y="3289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4" name="pt16734"/>
            <p:cNvSpPr/>
            <p:nvPr/>
          </p:nvSpPr>
          <p:spPr>
            <a:xfrm>
              <a:off x="7457204" y="3271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5" name="pt16735"/>
            <p:cNvSpPr/>
            <p:nvPr/>
          </p:nvSpPr>
          <p:spPr>
            <a:xfrm>
              <a:off x="7375561" y="32693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6" name="pt16736"/>
            <p:cNvSpPr/>
            <p:nvPr/>
          </p:nvSpPr>
          <p:spPr>
            <a:xfrm>
              <a:off x="7400197" y="326887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7" name="pt16737"/>
            <p:cNvSpPr/>
            <p:nvPr/>
          </p:nvSpPr>
          <p:spPr>
            <a:xfrm>
              <a:off x="7385222" y="32649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8" name="pt16738"/>
            <p:cNvSpPr/>
            <p:nvPr/>
          </p:nvSpPr>
          <p:spPr>
            <a:xfrm>
              <a:off x="7498386" y="32462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39" name="pt16739"/>
            <p:cNvSpPr/>
            <p:nvPr/>
          </p:nvSpPr>
          <p:spPr>
            <a:xfrm>
              <a:off x="7462977" y="328323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0" name="pt16740"/>
            <p:cNvSpPr/>
            <p:nvPr/>
          </p:nvSpPr>
          <p:spPr>
            <a:xfrm>
              <a:off x="7449331" y="328262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1" name="pt16741"/>
            <p:cNvSpPr/>
            <p:nvPr/>
          </p:nvSpPr>
          <p:spPr>
            <a:xfrm>
              <a:off x="7425375" y="32591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2" name="pt16742"/>
            <p:cNvSpPr/>
            <p:nvPr/>
          </p:nvSpPr>
          <p:spPr>
            <a:xfrm>
              <a:off x="7417673" y="32750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3" name="pt16743"/>
            <p:cNvSpPr/>
            <p:nvPr/>
          </p:nvSpPr>
          <p:spPr>
            <a:xfrm>
              <a:off x="7387982" y="32879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4" name="pt16744"/>
            <p:cNvSpPr/>
            <p:nvPr/>
          </p:nvSpPr>
          <p:spPr>
            <a:xfrm>
              <a:off x="7458745" y="326711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5" name="pt16745"/>
            <p:cNvSpPr/>
            <p:nvPr/>
          </p:nvSpPr>
          <p:spPr>
            <a:xfrm>
              <a:off x="7460954" y="28468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6" name="pt16746"/>
            <p:cNvSpPr/>
            <p:nvPr/>
          </p:nvSpPr>
          <p:spPr>
            <a:xfrm>
              <a:off x="7412131" y="326805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7" name="pt16747"/>
            <p:cNvSpPr/>
            <p:nvPr/>
          </p:nvSpPr>
          <p:spPr>
            <a:xfrm>
              <a:off x="7374435" y="32708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8" name="pt16748"/>
            <p:cNvSpPr/>
            <p:nvPr/>
          </p:nvSpPr>
          <p:spPr>
            <a:xfrm>
              <a:off x="7471705" y="352529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49" name="pt16749"/>
            <p:cNvSpPr/>
            <p:nvPr/>
          </p:nvSpPr>
          <p:spPr>
            <a:xfrm>
              <a:off x="7440865" y="3276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0" name="pt16750"/>
            <p:cNvSpPr/>
            <p:nvPr/>
          </p:nvSpPr>
          <p:spPr>
            <a:xfrm>
              <a:off x="7438860" y="32651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1" name="pt16751"/>
            <p:cNvSpPr/>
            <p:nvPr/>
          </p:nvSpPr>
          <p:spPr>
            <a:xfrm>
              <a:off x="7490090" y="325914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2" name="pt16752"/>
            <p:cNvSpPr/>
            <p:nvPr/>
          </p:nvSpPr>
          <p:spPr>
            <a:xfrm>
              <a:off x="7411340" y="327472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3" name="pt16753"/>
            <p:cNvSpPr/>
            <p:nvPr/>
          </p:nvSpPr>
          <p:spPr>
            <a:xfrm>
              <a:off x="7439198" y="373070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4" name="pt16754"/>
            <p:cNvSpPr/>
            <p:nvPr/>
          </p:nvSpPr>
          <p:spPr>
            <a:xfrm>
              <a:off x="7411466" y="32843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5" name="pt16755"/>
            <p:cNvSpPr/>
            <p:nvPr/>
          </p:nvSpPr>
          <p:spPr>
            <a:xfrm>
              <a:off x="7422914" y="330418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6" name="pt16756"/>
            <p:cNvSpPr/>
            <p:nvPr/>
          </p:nvSpPr>
          <p:spPr>
            <a:xfrm>
              <a:off x="7457988" y="327105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7" name="pt16757"/>
            <p:cNvSpPr/>
            <p:nvPr/>
          </p:nvSpPr>
          <p:spPr>
            <a:xfrm>
              <a:off x="7432944" y="327760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8" name="pt16758"/>
            <p:cNvSpPr/>
            <p:nvPr/>
          </p:nvSpPr>
          <p:spPr>
            <a:xfrm>
              <a:off x="7396352" y="3241094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59" name="pt16759"/>
            <p:cNvSpPr/>
            <p:nvPr/>
          </p:nvSpPr>
          <p:spPr>
            <a:xfrm>
              <a:off x="7440887" y="32954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0" name="pt16760"/>
            <p:cNvSpPr/>
            <p:nvPr/>
          </p:nvSpPr>
          <p:spPr>
            <a:xfrm>
              <a:off x="7440611" y="325157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1" name="pt16761"/>
            <p:cNvSpPr/>
            <p:nvPr/>
          </p:nvSpPr>
          <p:spPr>
            <a:xfrm>
              <a:off x="7433810" y="332987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2" name="pt16762"/>
            <p:cNvSpPr/>
            <p:nvPr/>
          </p:nvSpPr>
          <p:spPr>
            <a:xfrm>
              <a:off x="7443175" y="326733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3" name="pt16763"/>
            <p:cNvSpPr/>
            <p:nvPr/>
          </p:nvSpPr>
          <p:spPr>
            <a:xfrm>
              <a:off x="7486221" y="327377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4" name="pt16764"/>
            <p:cNvSpPr/>
            <p:nvPr/>
          </p:nvSpPr>
          <p:spPr>
            <a:xfrm>
              <a:off x="7421185" y="32901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5" name="pt16765"/>
            <p:cNvSpPr/>
            <p:nvPr/>
          </p:nvSpPr>
          <p:spPr>
            <a:xfrm>
              <a:off x="7366443" y="33505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6" name="pt16766"/>
            <p:cNvSpPr/>
            <p:nvPr/>
          </p:nvSpPr>
          <p:spPr>
            <a:xfrm>
              <a:off x="7417953" y="3271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7" name="pt16767"/>
            <p:cNvSpPr/>
            <p:nvPr/>
          </p:nvSpPr>
          <p:spPr>
            <a:xfrm>
              <a:off x="7434928" y="327929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8" name="pt16768"/>
            <p:cNvSpPr/>
            <p:nvPr/>
          </p:nvSpPr>
          <p:spPr>
            <a:xfrm>
              <a:off x="7362626" y="32478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69" name="pt16769"/>
            <p:cNvSpPr/>
            <p:nvPr/>
          </p:nvSpPr>
          <p:spPr>
            <a:xfrm>
              <a:off x="7440235" y="32644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0" name="pt16770"/>
            <p:cNvSpPr/>
            <p:nvPr/>
          </p:nvSpPr>
          <p:spPr>
            <a:xfrm>
              <a:off x="7398752" y="328999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1" name="pt16771"/>
            <p:cNvSpPr/>
            <p:nvPr/>
          </p:nvSpPr>
          <p:spPr>
            <a:xfrm>
              <a:off x="7446055" y="3293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2" name="pt16772"/>
            <p:cNvSpPr/>
            <p:nvPr/>
          </p:nvSpPr>
          <p:spPr>
            <a:xfrm>
              <a:off x="7429569" y="332186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3" name="pt16773"/>
            <p:cNvSpPr/>
            <p:nvPr/>
          </p:nvSpPr>
          <p:spPr>
            <a:xfrm>
              <a:off x="7446310" y="3288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4" name="pt16774"/>
            <p:cNvSpPr/>
            <p:nvPr/>
          </p:nvSpPr>
          <p:spPr>
            <a:xfrm>
              <a:off x="7491953" y="328853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5" name="pt16775"/>
            <p:cNvSpPr/>
            <p:nvPr/>
          </p:nvSpPr>
          <p:spPr>
            <a:xfrm>
              <a:off x="7465524" y="32743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6" name="pt16776"/>
            <p:cNvSpPr/>
            <p:nvPr/>
          </p:nvSpPr>
          <p:spPr>
            <a:xfrm>
              <a:off x="7406129" y="3196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7" name="pt16777"/>
            <p:cNvSpPr/>
            <p:nvPr/>
          </p:nvSpPr>
          <p:spPr>
            <a:xfrm>
              <a:off x="7450231" y="324417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8" name="pt16778"/>
            <p:cNvSpPr/>
            <p:nvPr/>
          </p:nvSpPr>
          <p:spPr>
            <a:xfrm>
              <a:off x="7440133" y="32657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79" name="pt16779"/>
            <p:cNvSpPr/>
            <p:nvPr/>
          </p:nvSpPr>
          <p:spPr>
            <a:xfrm>
              <a:off x="7435683" y="330218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0" name="pt16780"/>
            <p:cNvSpPr/>
            <p:nvPr/>
          </p:nvSpPr>
          <p:spPr>
            <a:xfrm>
              <a:off x="7403380" y="323490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1" name="pt16781"/>
            <p:cNvSpPr/>
            <p:nvPr/>
          </p:nvSpPr>
          <p:spPr>
            <a:xfrm>
              <a:off x="7460419" y="326276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2" name="pt16782"/>
            <p:cNvSpPr/>
            <p:nvPr/>
          </p:nvSpPr>
          <p:spPr>
            <a:xfrm>
              <a:off x="7370044" y="328513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3" name="pt16783"/>
            <p:cNvSpPr/>
            <p:nvPr/>
          </p:nvSpPr>
          <p:spPr>
            <a:xfrm>
              <a:off x="7438261" y="326871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4" name="pt16784"/>
            <p:cNvSpPr/>
            <p:nvPr/>
          </p:nvSpPr>
          <p:spPr>
            <a:xfrm>
              <a:off x="7414347" y="32872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5" name="pt16785"/>
            <p:cNvSpPr/>
            <p:nvPr/>
          </p:nvSpPr>
          <p:spPr>
            <a:xfrm>
              <a:off x="8249768" y="326873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6" name="pt16786"/>
            <p:cNvSpPr/>
            <p:nvPr/>
          </p:nvSpPr>
          <p:spPr>
            <a:xfrm>
              <a:off x="7440780" y="33586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7" name="pt16787"/>
            <p:cNvSpPr/>
            <p:nvPr/>
          </p:nvSpPr>
          <p:spPr>
            <a:xfrm>
              <a:off x="7523823" y="3267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8" name="pt16788"/>
            <p:cNvSpPr/>
            <p:nvPr/>
          </p:nvSpPr>
          <p:spPr>
            <a:xfrm>
              <a:off x="7502025" y="326127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89" name="pt16789"/>
            <p:cNvSpPr/>
            <p:nvPr/>
          </p:nvSpPr>
          <p:spPr>
            <a:xfrm>
              <a:off x="7412999" y="327161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0" name="pt16790"/>
            <p:cNvSpPr/>
            <p:nvPr/>
          </p:nvSpPr>
          <p:spPr>
            <a:xfrm>
              <a:off x="7476492" y="27110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1" name="pt16791"/>
            <p:cNvSpPr/>
            <p:nvPr/>
          </p:nvSpPr>
          <p:spPr>
            <a:xfrm>
              <a:off x="7435632" y="329126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2" name="pt16792"/>
            <p:cNvSpPr/>
            <p:nvPr/>
          </p:nvSpPr>
          <p:spPr>
            <a:xfrm>
              <a:off x="7452603" y="330790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3" name="pt16793"/>
            <p:cNvSpPr/>
            <p:nvPr/>
          </p:nvSpPr>
          <p:spPr>
            <a:xfrm>
              <a:off x="7426185" y="327452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4" name="pt16794"/>
            <p:cNvSpPr/>
            <p:nvPr/>
          </p:nvSpPr>
          <p:spPr>
            <a:xfrm>
              <a:off x="7437991" y="32535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5" name="pt16795"/>
            <p:cNvSpPr/>
            <p:nvPr/>
          </p:nvSpPr>
          <p:spPr>
            <a:xfrm>
              <a:off x="7446176" y="32909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6" name="pt16796"/>
            <p:cNvSpPr/>
            <p:nvPr/>
          </p:nvSpPr>
          <p:spPr>
            <a:xfrm>
              <a:off x="7431147" y="32848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7" name="pt16797"/>
            <p:cNvSpPr/>
            <p:nvPr/>
          </p:nvSpPr>
          <p:spPr>
            <a:xfrm>
              <a:off x="7417564" y="324037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8" name="pt16798"/>
            <p:cNvSpPr/>
            <p:nvPr/>
          </p:nvSpPr>
          <p:spPr>
            <a:xfrm>
              <a:off x="7423388" y="328594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799" name="pt16799"/>
            <p:cNvSpPr/>
            <p:nvPr/>
          </p:nvSpPr>
          <p:spPr>
            <a:xfrm>
              <a:off x="7377537" y="324781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0" name="pt16800"/>
            <p:cNvSpPr/>
            <p:nvPr/>
          </p:nvSpPr>
          <p:spPr>
            <a:xfrm>
              <a:off x="7437913" y="327551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1" name="pt16801"/>
            <p:cNvSpPr/>
            <p:nvPr/>
          </p:nvSpPr>
          <p:spPr>
            <a:xfrm>
              <a:off x="7425949" y="326192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2" name="pt16802"/>
            <p:cNvSpPr/>
            <p:nvPr/>
          </p:nvSpPr>
          <p:spPr>
            <a:xfrm>
              <a:off x="7493437" y="325766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3" name="pt16803"/>
            <p:cNvSpPr/>
            <p:nvPr/>
          </p:nvSpPr>
          <p:spPr>
            <a:xfrm>
              <a:off x="7459110" y="327278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4" name="pt16804"/>
            <p:cNvSpPr/>
            <p:nvPr/>
          </p:nvSpPr>
          <p:spPr>
            <a:xfrm>
              <a:off x="7442923" y="327573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5" name="pt16805"/>
            <p:cNvSpPr/>
            <p:nvPr/>
          </p:nvSpPr>
          <p:spPr>
            <a:xfrm>
              <a:off x="7485168" y="329744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6" name="pt16806"/>
            <p:cNvSpPr/>
            <p:nvPr/>
          </p:nvSpPr>
          <p:spPr>
            <a:xfrm>
              <a:off x="7445248" y="3365627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7" name="pt16807"/>
            <p:cNvSpPr/>
            <p:nvPr/>
          </p:nvSpPr>
          <p:spPr>
            <a:xfrm>
              <a:off x="7348320" y="3295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8" name="pt16808"/>
            <p:cNvSpPr/>
            <p:nvPr/>
          </p:nvSpPr>
          <p:spPr>
            <a:xfrm>
              <a:off x="7469984" y="327720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09" name="pt16809"/>
            <p:cNvSpPr/>
            <p:nvPr/>
          </p:nvSpPr>
          <p:spPr>
            <a:xfrm>
              <a:off x="7443503" y="308085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0" name="pt16810"/>
            <p:cNvSpPr/>
            <p:nvPr/>
          </p:nvSpPr>
          <p:spPr>
            <a:xfrm>
              <a:off x="7407283" y="326581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1" name="pt16811"/>
            <p:cNvSpPr/>
            <p:nvPr/>
          </p:nvSpPr>
          <p:spPr>
            <a:xfrm>
              <a:off x="7457262" y="32321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2" name="pt16812"/>
            <p:cNvSpPr/>
            <p:nvPr/>
          </p:nvSpPr>
          <p:spPr>
            <a:xfrm>
              <a:off x="7397448" y="3305989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3" name="pt16813"/>
            <p:cNvSpPr/>
            <p:nvPr/>
          </p:nvSpPr>
          <p:spPr>
            <a:xfrm>
              <a:off x="7456957" y="3249663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4" name="pt16814"/>
            <p:cNvSpPr/>
            <p:nvPr/>
          </p:nvSpPr>
          <p:spPr>
            <a:xfrm>
              <a:off x="7386556" y="3300951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5" name="pt16815"/>
            <p:cNvSpPr/>
            <p:nvPr/>
          </p:nvSpPr>
          <p:spPr>
            <a:xfrm>
              <a:off x="7445853" y="32711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6" name="pt16816"/>
            <p:cNvSpPr/>
            <p:nvPr/>
          </p:nvSpPr>
          <p:spPr>
            <a:xfrm>
              <a:off x="7358964" y="333650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7" name="pt16817"/>
            <p:cNvSpPr/>
            <p:nvPr/>
          </p:nvSpPr>
          <p:spPr>
            <a:xfrm>
              <a:off x="7406545" y="3245775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8" name="pt16818"/>
            <p:cNvSpPr/>
            <p:nvPr/>
          </p:nvSpPr>
          <p:spPr>
            <a:xfrm>
              <a:off x="7444155" y="325599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19" name="pt16819"/>
            <p:cNvSpPr/>
            <p:nvPr/>
          </p:nvSpPr>
          <p:spPr>
            <a:xfrm>
              <a:off x="7430428" y="3282536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0" name="pt16820"/>
            <p:cNvSpPr/>
            <p:nvPr/>
          </p:nvSpPr>
          <p:spPr>
            <a:xfrm>
              <a:off x="7443363" y="3257758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1" name="pt16821"/>
            <p:cNvSpPr/>
            <p:nvPr/>
          </p:nvSpPr>
          <p:spPr>
            <a:xfrm>
              <a:off x="7459871" y="3251460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2" name="pt16822"/>
            <p:cNvSpPr/>
            <p:nvPr/>
          </p:nvSpPr>
          <p:spPr>
            <a:xfrm>
              <a:off x="7453376" y="3279022"/>
              <a:ext cx="54165" cy="54165"/>
            </a:xfrm>
            <a:prstGeom prst="ellipse">
              <a:avLst/>
            </a:prstGeom>
            <a:solidFill>
              <a:srgbClr val="E6F598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3" name="pt16823"/>
            <p:cNvSpPr/>
            <p:nvPr/>
          </p:nvSpPr>
          <p:spPr>
            <a:xfrm>
              <a:off x="7396183" y="3284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4" name="pt16824"/>
            <p:cNvSpPr/>
            <p:nvPr/>
          </p:nvSpPr>
          <p:spPr>
            <a:xfrm>
              <a:off x="7575454" y="3285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5" name="pt16825"/>
            <p:cNvSpPr/>
            <p:nvPr/>
          </p:nvSpPr>
          <p:spPr>
            <a:xfrm>
              <a:off x="7518967" y="3261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6" name="pt16826"/>
            <p:cNvSpPr/>
            <p:nvPr/>
          </p:nvSpPr>
          <p:spPr>
            <a:xfrm>
              <a:off x="7523769" y="3276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7" name="pt16827"/>
            <p:cNvSpPr/>
            <p:nvPr/>
          </p:nvSpPr>
          <p:spPr>
            <a:xfrm>
              <a:off x="7590765" y="32854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8" name="pt16828"/>
            <p:cNvSpPr/>
            <p:nvPr/>
          </p:nvSpPr>
          <p:spPr>
            <a:xfrm>
              <a:off x="7565634" y="3316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29" name="pt16829"/>
            <p:cNvSpPr/>
            <p:nvPr/>
          </p:nvSpPr>
          <p:spPr>
            <a:xfrm>
              <a:off x="7731234" y="3262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0" name="pt16830"/>
            <p:cNvSpPr/>
            <p:nvPr/>
          </p:nvSpPr>
          <p:spPr>
            <a:xfrm>
              <a:off x="7707315" y="3260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1" name="pt16831"/>
            <p:cNvSpPr/>
            <p:nvPr/>
          </p:nvSpPr>
          <p:spPr>
            <a:xfrm>
              <a:off x="7447349" y="3285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2" name="pt16832"/>
            <p:cNvSpPr/>
            <p:nvPr/>
          </p:nvSpPr>
          <p:spPr>
            <a:xfrm>
              <a:off x="7563689" y="3278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3" name="pt16833"/>
            <p:cNvSpPr/>
            <p:nvPr/>
          </p:nvSpPr>
          <p:spPr>
            <a:xfrm>
              <a:off x="7643802" y="3234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4" name="pt16834"/>
            <p:cNvSpPr/>
            <p:nvPr/>
          </p:nvSpPr>
          <p:spPr>
            <a:xfrm>
              <a:off x="7472301" y="32642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5" name="pt16835"/>
            <p:cNvSpPr/>
            <p:nvPr/>
          </p:nvSpPr>
          <p:spPr>
            <a:xfrm>
              <a:off x="7523336" y="3262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6" name="pt16836"/>
            <p:cNvSpPr/>
            <p:nvPr/>
          </p:nvSpPr>
          <p:spPr>
            <a:xfrm>
              <a:off x="8578511" y="3276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7" name="pt16837"/>
            <p:cNvSpPr/>
            <p:nvPr/>
          </p:nvSpPr>
          <p:spPr>
            <a:xfrm>
              <a:off x="7417887" y="3280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8" name="pt16838"/>
            <p:cNvSpPr/>
            <p:nvPr/>
          </p:nvSpPr>
          <p:spPr>
            <a:xfrm>
              <a:off x="7361801" y="3252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39" name="pt16839"/>
            <p:cNvSpPr/>
            <p:nvPr/>
          </p:nvSpPr>
          <p:spPr>
            <a:xfrm>
              <a:off x="7450419" y="3258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0" name="pt16840"/>
            <p:cNvSpPr/>
            <p:nvPr/>
          </p:nvSpPr>
          <p:spPr>
            <a:xfrm>
              <a:off x="7402268" y="3239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1" name="pt16841"/>
            <p:cNvSpPr/>
            <p:nvPr/>
          </p:nvSpPr>
          <p:spPr>
            <a:xfrm>
              <a:off x="7346031" y="3246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2" name="pt16842"/>
            <p:cNvSpPr/>
            <p:nvPr/>
          </p:nvSpPr>
          <p:spPr>
            <a:xfrm>
              <a:off x="7406217" y="2597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3" name="pt16843"/>
            <p:cNvSpPr/>
            <p:nvPr/>
          </p:nvSpPr>
          <p:spPr>
            <a:xfrm>
              <a:off x="7387690" y="3246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4" name="pt16844"/>
            <p:cNvSpPr/>
            <p:nvPr/>
          </p:nvSpPr>
          <p:spPr>
            <a:xfrm>
              <a:off x="7455751" y="3232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5" name="pt16845"/>
            <p:cNvSpPr/>
            <p:nvPr/>
          </p:nvSpPr>
          <p:spPr>
            <a:xfrm>
              <a:off x="7488959" y="1991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6" name="pt16846"/>
            <p:cNvSpPr/>
            <p:nvPr/>
          </p:nvSpPr>
          <p:spPr>
            <a:xfrm>
              <a:off x="7529771" y="35041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7" name="pt16847"/>
            <p:cNvSpPr/>
            <p:nvPr/>
          </p:nvSpPr>
          <p:spPr>
            <a:xfrm>
              <a:off x="8244492" y="33196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8" name="pt16848"/>
            <p:cNvSpPr/>
            <p:nvPr/>
          </p:nvSpPr>
          <p:spPr>
            <a:xfrm>
              <a:off x="7423011" y="2259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49" name="pt16849"/>
            <p:cNvSpPr/>
            <p:nvPr/>
          </p:nvSpPr>
          <p:spPr>
            <a:xfrm>
              <a:off x="7419701" y="32670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0" name="pt16850"/>
            <p:cNvSpPr/>
            <p:nvPr/>
          </p:nvSpPr>
          <p:spPr>
            <a:xfrm>
              <a:off x="7566642" y="1610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1" name="pt16851"/>
            <p:cNvSpPr/>
            <p:nvPr/>
          </p:nvSpPr>
          <p:spPr>
            <a:xfrm>
              <a:off x="7406240" y="3221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2" name="pt16852"/>
            <p:cNvSpPr/>
            <p:nvPr/>
          </p:nvSpPr>
          <p:spPr>
            <a:xfrm>
              <a:off x="7512085" y="3613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3" name="pt16853"/>
            <p:cNvSpPr/>
            <p:nvPr/>
          </p:nvSpPr>
          <p:spPr>
            <a:xfrm>
              <a:off x="7489465" y="3311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4" name="pt16854"/>
            <p:cNvSpPr/>
            <p:nvPr/>
          </p:nvSpPr>
          <p:spPr>
            <a:xfrm>
              <a:off x="7293436" y="3274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5" name="pt16855"/>
            <p:cNvSpPr/>
            <p:nvPr/>
          </p:nvSpPr>
          <p:spPr>
            <a:xfrm>
              <a:off x="7711095" y="33028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6" name="pt16856"/>
            <p:cNvSpPr/>
            <p:nvPr/>
          </p:nvSpPr>
          <p:spPr>
            <a:xfrm>
              <a:off x="7626205" y="32618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7" name="pt16857"/>
            <p:cNvSpPr/>
            <p:nvPr/>
          </p:nvSpPr>
          <p:spPr>
            <a:xfrm>
              <a:off x="7541073" y="3240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8" name="pt16858"/>
            <p:cNvSpPr/>
            <p:nvPr/>
          </p:nvSpPr>
          <p:spPr>
            <a:xfrm>
              <a:off x="7833591" y="3289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59" name="pt16859"/>
            <p:cNvSpPr/>
            <p:nvPr/>
          </p:nvSpPr>
          <p:spPr>
            <a:xfrm>
              <a:off x="7398774" y="3279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0" name="pt16860"/>
            <p:cNvSpPr/>
            <p:nvPr/>
          </p:nvSpPr>
          <p:spPr>
            <a:xfrm>
              <a:off x="7480502" y="32732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1" name="pt16861"/>
            <p:cNvSpPr/>
            <p:nvPr/>
          </p:nvSpPr>
          <p:spPr>
            <a:xfrm>
              <a:off x="7396094" y="3254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2" name="pt16862"/>
            <p:cNvSpPr/>
            <p:nvPr/>
          </p:nvSpPr>
          <p:spPr>
            <a:xfrm>
              <a:off x="7388686" y="3271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3" name="pt16863"/>
            <p:cNvSpPr/>
            <p:nvPr/>
          </p:nvSpPr>
          <p:spPr>
            <a:xfrm>
              <a:off x="7640837" y="3269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4" name="pt16864"/>
            <p:cNvSpPr/>
            <p:nvPr/>
          </p:nvSpPr>
          <p:spPr>
            <a:xfrm>
              <a:off x="7521043" y="3268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5" name="pt16865"/>
            <p:cNvSpPr/>
            <p:nvPr/>
          </p:nvSpPr>
          <p:spPr>
            <a:xfrm>
              <a:off x="7494936" y="3270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6" name="pt16866"/>
            <p:cNvSpPr/>
            <p:nvPr/>
          </p:nvSpPr>
          <p:spPr>
            <a:xfrm>
              <a:off x="7647260" y="2715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7" name="pt16867"/>
            <p:cNvSpPr/>
            <p:nvPr/>
          </p:nvSpPr>
          <p:spPr>
            <a:xfrm>
              <a:off x="7329351" y="35061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8" name="pt16868"/>
            <p:cNvSpPr/>
            <p:nvPr/>
          </p:nvSpPr>
          <p:spPr>
            <a:xfrm>
              <a:off x="7401674" y="3264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69" name="pt16869"/>
            <p:cNvSpPr/>
            <p:nvPr/>
          </p:nvSpPr>
          <p:spPr>
            <a:xfrm>
              <a:off x="7373913" y="3263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0" name="pt16870"/>
            <p:cNvSpPr/>
            <p:nvPr/>
          </p:nvSpPr>
          <p:spPr>
            <a:xfrm>
              <a:off x="7540911" y="3282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1" name="pt16871"/>
            <p:cNvSpPr/>
            <p:nvPr/>
          </p:nvSpPr>
          <p:spPr>
            <a:xfrm>
              <a:off x="7515295" y="32827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2" name="pt16872"/>
            <p:cNvSpPr/>
            <p:nvPr/>
          </p:nvSpPr>
          <p:spPr>
            <a:xfrm>
              <a:off x="7452451" y="3196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3" name="pt16873"/>
            <p:cNvSpPr/>
            <p:nvPr/>
          </p:nvSpPr>
          <p:spPr>
            <a:xfrm>
              <a:off x="7440322" y="3262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4" name="pt16874"/>
            <p:cNvSpPr/>
            <p:nvPr/>
          </p:nvSpPr>
          <p:spPr>
            <a:xfrm>
              <a:off x="7567968" y="3267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5" name="pt16875"/>
            <p:cNvSpPr/>
            <p:nvPr/>
          </p:nvSpPr>
          <p:spPr>
            <a:xfrm>
              <a:off x="7416460" y="32639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6" name="pt16876"/>
            <p:cNvSpPr/>
            <p:nvPr/>
          </p:nvSpPr>
          <p:spPr>
            <a:xfrm>
              <a:off x="7484227" y="3282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7" name="pt16877"/>
            <p:cNvSpPr/>
            <p:nvPr/>
          </p:nvSpPr>
          <p:spPr>
            <a:xfrm>
              <a:off x="7534663" y="3266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8" name="pt16878"/>
            <p:cNvSpPr/>
            <p:nvPr/>
          </p:nvSpPr>
          <p:spPr>
            <a:xfrm>
              <a:off x="7570833" y="3308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79" name="pt16879"/>
            <p:cNvSpPr/>
            <p:nvPr/>
          </p:nvSpPr>
          <p:spPr>
            <a:xfrm>
              <a:off x="7485813" y="3278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0" name="pt16880"/>
            <p:cNvSpPr/>
            <p:nvPr/>
          </p:nvSpPr>
          <p:spPr>
            <a:xfrm>
              <a:off x="7695748" y="32833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1" name="pt16881"/>
            <p:cNvSpPr/>
            <p:nvPr/>
          </p:nvSpPr>
          <p:spPr>
            <a:xfrm>
              <a:off x="7836364" y="3233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2" name="pt16882"/>
            <p:cNvSpPr/>
            <p:nvPr/>
          </p:nvSpPr>
          <p:spPr>
            <a:xfrm>
              <a:off x="7571344" y="3285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3" name="pt16883"/>
            <p:cNvSpPr/>
            <p:nvPr/>
          </p:nvSpPr>
          <p:spPr>
            <a:xfrm>
              <a:off x="7404137" y="3325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4" name="pt16884"/>
            <p:cNvSpPr/>
            <p:nvPr/>
          </p:nvSpPr>
          <p:spPr>
            <a:xfrm>
              <a:off x="7411843" y="3326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5" name="pt16885"/>
            <p:cNvSpPr/>
            <p:nvPr/>
          </p:nvSpPr>
          <p:spPr>
            <a:xfrm>
              <a:off x="7457081" y="32695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6" name="pt16886"/>
            <p:cNvSpPr/>
            <p:nvPr/>
          </p:nvSpPr>
          <p:spPr>
            <a:xfrm>
              <a:off x="7394333" y="3266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7" name="pt16887"/>
            <p:cNvSpPr/>
            <p:nvPr/>
          </p:nvSpPr>
          <p:spPr>
            <a:xfrm>
              <a:off x="7563527" y="3282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8" name="pt16888"/>
            <p:cNvSpPr/>
            <p:nvPr/>
          </p:nvSpPr>
          <p:spPr>
            <a:xfrm>
              <a:off x="7446510" y="32639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89" name="pt16889"/>
            <p:cNvSpPr/>
            <p:nvPr/>
          </p:nvSpPr>
          <p:spPr>
            <a:xfrm>
              <a:off x="7654288" y="32640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0" name="pt16890"/>
            <p:cNvSpPr/>
            <p:nvPr/>
          </p:nvSpPr>
          <p:spPr>
            <a:xfrm>
              <a:off x="7468386" y="3264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1" name="pt16891"/>
            <p:cNvSpPr/>
            <p:nvPr/>
          </p:nvSpPr>
          <p:spPr>
            <a:xfrm>
              <a:off x="7471967" y="3176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2" name="pt16892"/>
            <p:cNvSpPr/>
            <p:nvPr/>
          </p:nvSpPr>
          <p:spPr>
            <a:xfrm>
              <a:off x="7390096" y="3270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3" name="pt16893"/>
            <p:cNvSpPr/>
            <p:nvPr/>
          </p:nvSpPr>
          <p:spPr>
            <a:xfrm>
              <a:off x="7405729" y="31980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4" name="pt16894"/>
            <p:cNvSpPr/>
            <p:nvPr/>
          </p:nvSpPr>
          <p:spPr>
            <a:xfrm>
              <a:off x="7529393" y="32606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5" name="pt16895"/>
            <p:cNvSpPr/>
            <p:nvPr/>
          </p:nvSpPr>
          <p:spPr>
            <a:xfrm>
              <a:off x="7398312" y="3245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6" name="pt16896"/>
            <p:cNvSpPr/>
            <p:nvPr/>
          </p:nvSpPr>
          <p:spPr>
            <a:xfrm>
              <a:off x="7450750" y="3303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7" name="pt16897"/>
            <p:cNvSpPr/>
            <p:nvPr/>
          </p:nvSpPr>
          <p:spPr>
            <a:xfrm>
              <a:off x="7488270" y="3273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8" name="pt16898"/>
            <p:cNvSpPr/>
            <p:nvPr/>
          </p:nvSpPr>
          <p:spPr>
            <a:xfrm>
              <a:off x="7497282" y="3288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899" name="pt16899"/>
            <p:cNvSpPr/>
            <p:nvPr/>
          </p:nvSpPr>
          <p:spPr>
            <a:xfrm>
              <a:off x="7428313" y="32980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0" name="pt16900"/>
            <p:cNvSpPr/>
            <p:nvPr/>
          </p:nvSpPr>
          <p:spPr>
            <a:xfrm>
              <a:off x="7445114" y="3266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1" name="pt16901"/>
            <p:cNvSpPr/>
            <p:nvPr/>
          </p:nvSpPr>
          <p:spPr>
            <a:xfrm>
              <a:off x="7336241" y="3288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2" name="pt16902"/>
            <p:cNvSpPr/>
            <p:nvPr/>
          </p:nvSpPr>
          <p:spPr>
            <a:xfrm>
              <a:off x="8059830" y="3306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3" name="pt16903"/>
            <p:cNvSpPr/>
            <p:nvPr/>
          </p:nvSpPr>
          <p:spPr>
            <a:xfrm>
              <a:off x="7832494" y="304437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04" name="pt16904"/>
            <p:cNvSpPr/>
            <p:nvPr/>
          </p:nvSpPr>
          <p:spPr>
            <a:xfrm>
              <a:off x="7418140" y="3188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5" name="pt16905"/>
            <p:cNvSpPr/>
            <p:nvPr/>
          </p:nvSpPr>
          <p:spPr>
            <a:xfrm>
              <a:off x="7598430" y="3292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6" name="pt16906"/>
            <p:cNvSpPr/>
            <p:nvPr/>
          </p:nvSpPr>
          <p:spPr>
            <a:xfrm>
              <a:off x="7553870" y="3265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7" name="pt16907"/>
            <p:cNvSpPr/>
            <p:nvPr/>
          </p:nvSpPr>
          <p:spPr>
            <a:xfrm>
              <a:off x="7952546" y="3288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8" name="pt16908"/>
            <p:cNvSpPr/>
            <p:nvPr/>
          </p:nvSpPr>
          <p:spPr>
            <a:xfrm>
              <a:off x="7492416" y="2966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09" name="pt16909"/>
            <p:cNvSpPr/>
            <p:nvPr/>
          </p:nvSpPr>
          <p:spPr>
            <a:xfrm>
              <a:off x="7402809" y="3270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0" name="pt16910"/>
            <p:cNvSpPr/>
            <p:nvPr/>
          </p:nvSpPr>
          <p:spPr>
            <a:xfrm>
              <a:off x="7359627" y="3238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1" name="pt16911"/>
            <p:cNvSpPr/>
            <p:nvPr/>
          </p:nvSpPr>
          <p:spPr>
            <a:xfrm>
              <a:off x="7392425" y="3258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2" name="pt16912"/>
            <p:cNvSpPr/>
            <p:nvPr/>
          </p:nvSpPr>
          <p:spPr>
            <a:xfrm>
              <a:off x="7326415" y="3257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3" name="pt16913"/>
            <p:cNvSpPr/>
            <p:nvPr/>
          </p:nvSpPr>
          <p:spPr>
            <a:xfrm>
              <a:off x="7485868" y="3282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4" name="pt16914"/>
            <p:cNvSpPr/>
            <p:nvPr/>
          </p:nvSpPr>
          <p:spPr>
            <a:xfrm>
              <a:off x="5506866" y="3273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5" name="pt16915"/>
            <p:cNvSpPr/>
            <p:nvPr/>
          </p:nvSpPr>
          <p:spPr>
            <a:xfrm>
              <a:off x="7537860" y="3265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6" name="pt16916"/>
            <p:cNvSpPr/>
            <p:nvPr/>
          </p:nvSpPr>
          <p:spPr>
            <a:xfrm>
              <a:off x="7526758" y="2961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7" name="pt16917"/>
            <p:cNvSpPr/>
            <p:nvPr/>
          </p:nvSpPr>
          <p:spPr>
            <a:xfrm>
              <a:off x="7555787" y="3303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8" name="pt16918"/>
            <p:cNvSpPr/>
            <p:nvPr/>
          </p:nvSpPr>
          <p:spPr>
            <a:xfrm>
              <a:off x="7618680" y="3275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19" name="pt16919"/>
            <p:cNvSpPr/>
            <p:nvPr/>
          </p:nvSpPr>
          <p:spPr>
            <a:xfrm>
              <a:off x="7658674" y="3289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0" name="pt16920"/>
            <p:cNvSpPr/>
            <p:nvPr/>
          </p:nvSpPr>
          <p:spPr>
            <a:xfrm>
              <a:off x="7620532" y="3383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1" name="pt16921"/>
            <p:cNvSpPr/>
            <p:nvPr/>
          </p:nvSpPr>
          <p:spPr>
            <a:xfrm>
              <a:off x="7513819" y="3368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2" name="pt16922"/>
            <p:cNvSpPr/>
            <p:nvPr/>
          </p:nvSpPr>
          <p:spPr>
            <a:xfrm>
              <a:off x="8305193" y="3254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3" name="pt16923"/>
            <p:cNvSpPr/>
            <p:nvPr/>
          </p:nvSpPr>
          <p:spPr>
            <a:xfrm>
              <a:off x="7553349" y="3283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4" name="pt16924"/>
            <p:cNvSpPr/>
            <p:nvPr/>
          </p:nvSpPr>
          <p:spPr>
            <a:xfrm>
              <a:off x="7454823" y="3262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5" name="pt16925"/>
            <p:cNvSpPr/>
            <p:nvPr/>
          </p:nvSpPr>
          <p:spPr>
            <a:xfrm>
              <a:off x="7442391" y="3265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6" name="pt16926"/>
            <p:cNvSpPr/>
            <p:nvPr/>
          </p:nvSpPr>
          <p:spPr>
            <a:xfrm>
              <a:off x="7491959" y="3281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7" name="pt16927"/>
            <p:cNvSpPr/>
            <p:nvPr/>
          </p:nvSpPr>
          <p:spPr>
            <a:xfrm>
              <a:off x="7224898" y="3270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8" name="pt16928"/>
            <p:cNvSpPr/>
            <p:nvPr/>
          </p:nvSpPr>
          <p:spPr>
            <a:xfrm>
              <a:off x="7376506" y="3268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29" name="pt16929"/>
            <p:cNvSpPr/>
            <p:nvPr/>
          </p:nvSpPr>
          <p:spPr>
            <a:xfrm>
              <a:off x="7410997" y="32637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0" name="pt16930"/>
            <p:cNvSpPr/>
            <p:nvPr/>
          </p:nvSpPr>
          <p:spPr>
            <a:xfrm>
              <a:off x="7451635" y="3266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1" name="pt16931"/>
            <p:cNvSpPr/>
            <p:nvPr/>
          </p:nvSpPr>
          <p:spPr>
            <a:xfrm>
              <a:off x="7387544" y="3246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2" name="pt16932"/>
            <p:cNvSpPr/>
            <p:nvPr/>
          </p:nvSpPr>
          <p:spPr>
            <a:xfrm>
              <a:off x="7572195" y="3271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3" name="pt16933"/>
            <p:cNvSpPr/>
            <p:nvPr/>
          </p:nvSpPr>
          <p:spPr>
            <a:xfrm>
              <a:off x="7450815" y="3274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4" name="pt16934"/>
            <p:cNvSpPr/>
            <p:nvPr/>
          </p:nvSpPr>
          <p:spPr>
            <a:xfrm>
              <a:off x="7791550" y="33147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5" name="pt16935"/>
            <p:cNvSpPr/>
            <p:nvPr/>
          </p:nvSpPr>
          <p:spPr>
            <a:xfrm>
              <a:off x="7613359" y="33481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6" name="pt16936"/>
            <p:cNvSpPr/>
            <p:nvPr/>
          </p:nvSpPr>
          <p:spPr>
            <a:xfrm>
              <a:off x="7540822" y="3296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7" name="pt16937"/>
            <p:cNvSpPr/>
            <p:nvPr/>
          </p:nvSpPr>
          <p:spPr>
            <a:xfrm>
              <a:off x="7882224" y="3287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8" name="pt16938"/>
            <p:cNvSpPr/>
            <p:nvPr/>
          </p:nvSpPr>
          <p:spPr>
            <a:xfrm>
              <a:off x="7419699" y="3267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39" name="pt16939"/>
            <p:cNvSpPr/>
            <p:nvPr/>
          </p:nvSpPr>
          <p:spPr>
            <a:xfrm>
              <a:off x="7475151" y="3678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0" name="pt16940"/>
            <p:cNvSpPr/>
            <p:nvPr/>
          </p:nvSpPr>
          <p:spPr>
            <a:xfrm>
              <a:off x="7634316" y="3229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1" name="pt16941"/>
            <p:cNvSpPr/>
            <p:nvPr/>
          </p:nvSpPr>
          <p:spPr>
            <a:xfrm>
              <a:off x="7402258" y="3271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2" name="pt16942"/>
            <p:cNvSpPr/>
            <p:nvPr/>
          </p:nvSpPr>
          <p:spPr>
            <a:xfrm>
              <a:off x="7550762" y="3297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3" name="pt16943"/>
            <p:cNvSpPr/>
            <p:nvPr/>
          </p:nvSpPr>
          <p:spPr>
            <a:xfrm>
              <a:off x="7369866" y="32994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4" name="pt16944"/>
            <p:cNvSpPr/>
            <p:nvPr/>
          </p:nvSpPr>
          <p:spPr>
            <a:xfrm>
              <a:off x="7429798" y="3267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5" name="pt16945"/>
            <p:cNvSpPr/>
            <p:nvPr/>
          </p:nvSpPr>
          <p:spPr>
            <a:xfrm>
              <a:off x="7468637" y="2770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6" name="pt16946"/>
            <p:cNvSpPr/>
            <p:nvPr/>
          </p:nvSpPr>
          <p:spPr>
            <a:xfrm>
              <a:off x="7409234" y="3219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7" name="pt16947"/>
            <p:cNvSpPr/>
            <p:nvPr/>
          </p:nvSpPr>
          <p:spPr>
            <a:xfrm>
              <a:off x="7600921" y="3265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8" name="pt16948"/>
            <p:cNvSpPr/>
            <p:nvPr/>
          </p:nvSpPr>
          <p:spPr>
            <a:xfrm>
              <a:off x="7391963" y="26915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49" name="pt16949"/>
            <p:cNvSpPr/>
            <p:nvPr/>
          </p:nvSpPr>
          <p:spPr>
            <a:xfrm>
              <a:off x="7440734" y="3275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0" name="pt16950"/>
            <p:cNvSpPr/>
            <p:nvPr/>
          </p:nvSpPr>
          <p:spPr>
            <a:xfrm>
              <a:off x="7392270" y="3249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1" name="pt16951"/>
            <p:cNvSpPr/>
            <p:nvPr/>
          </p:nvSpPr>
          <p:spPr>
            <a:xfrm>
              <a:off x="7695297" y="3272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2" name="pt16952"/>
            <p:cNvSpPr/>
            <p:nvPr/>
          </p:nvSpPr>
          <p:spPr>
            <a:xfrm>
              <a:off x="7477479" y="2831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3" name="pt16953"/>
            <p:cNvSpPr/>
            <p:nvPr/>
          </p:nvSpPr>
          <p:spPr>
            <a:xfrm>
              <a:off x="7430062" y="3265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4" name="pt16954"/>
            <p:cNvSpPr/>
            <p:nvPr/>
          </p:nvSpPr>
          <p:spPr>
            <a:xfrm>
              <a:off x="7667976" y="3216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5" name="pt16955"/>
            <p:cNvSpPr/>
            <p:nvPr/>
          </p:nvSpPr>
          <p:spPr>
            <a:xfrm>
              <a:off x="7360603" y="3297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6" name="pt16956"/>
            <p:cNvSpPr/>
            <p:nvPr/>
          </p:nvSpPr>
          <p:spPr>
            <a:xfrm>
              <a:off x="7483868" y="3243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7" name="pt16957"/>
            <p:cNvSpPr/>
            <p:nvPr/>
          </p:nvSpPr>
          <p:spPr>
            <a:xfrm>
              <a:off x="7411760" y="3257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8" name="pt16958"/>
            <p:cNvSpPr/>
            <p:nvPr/>
          </p:nvSpPr>
          <p:spPr>
            <a:xfrm>
              <a:off x="7402709" y="32842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59" name="pt16959"/>
            <p:cNvSpPr/>
            <p:nvPr/>
          </p:nvSpPr>
          <p:spPr>
            <a:xfrm>
              <a:off x="7461883" y="3374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0" name="pt16960"/>
            <p:cNvSpPr/>
            <p:nvPr/>
          </p:nvSpPr>
          <p:spPr>
            <a:xfrm>
              <a:off x="7418659" y="3293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1" name="pt16961"/>
            <p:cNvSpPr/>
            <p:nvPr/>
          </p:nvSpPr>
          <p:spPr>
            <a:xfrm>
              <a:off x="7348855" y="32732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2" name="pt16962"/>
            <p:cNvSpPr/>
            <p:nvPr/>
          </p:nvSpPr>
          <p:spPr>
            <a:xfrm>
              <a:off x="7200925" y="2886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3" name="pt16963"/>
            <p:cNvSpPr/>
            <p:nvPr/>
          </p:nvSpPr>
          <p:spPr>
            <a:xfrm>
              <a:off x="7317884" y="3286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4" name="pt16964"/>
            <p:cNvSpPr/>
            <p:nvPr/>
          </p:nvSpPr>
          <p:spPr>
            <a:xfrm>
              <a:off x="7317241" y="32852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5" name="pt16965"/>
            <p:cNvSpPr/>
            <p:nvPr/>
          </p:nvSpPr>
          <p:spPr>
            <a:xfrm>
              <a:off x="7458103" y="32636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6" name="pt16966"/>
            <p:cNvSpPr/>
            <p:nvPr/>
          </p:nvSpPr>
          <p:spPr>
            <a:xfrm>
              <a:off x="7320949" y="3246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7" name="pt16967"/>
            <p:cNvSpPr/>
            <p:nvPr/>
          </p:nvSpPr>
          <p:spPr>
            <a:xfrm>
              <a:off x="7420786" y="3341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8" name="pt16968"/>
            <p:cNvSpPr/>
            <p:nvPr/>
          </p:nvSpPr>
          <p:spPr>
            <a:xfrm>
              <a:off x="7422053" y="3330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69" name="pt16969"/>
            <p:cNvSpPr/>
            <p:nvPr/>
          </p:nvSpPr>
          <p:spPr>
            <a:xfrm>
              <a:off x="7396513" y="3268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0" name="pt16970"/>
            <p:cNvSpPr/>
            <p:nvPr/>
          </p:nvSpPr>
          <p:spPr>
            <a:xfrm>
              <a:off x="7508009" y="3282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1" name="pt16971"/>
            <p:cNvSpPr/>
            <p:nvPr/>
          </p:nvSpPr>
          <p:spPr>
            <a:xfrm>
              <a:off x="7925679" y="3298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2" name="pt16972"/>
            <p:cNvSpPr/>
            <p:nvPr/>
          </p:nvSpPr>
          <p:spPr>
            <a:xfrm>
              <a:off x="7544402" y="3293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3" name="pt16973"/>
            <p:cNvSpPr/>
            <p:nvPr/>
          </p:nvSpPr>
          <p:spPr>
            <a:xfrm>
              <a:off x="7620244" y="33057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4" name="pt16974"/>
            <p:cNvSpPr/>
            <p:nvPr/>
          </p:nvSpPr>
          <p:spPr>
            <a:xfrm>
              <a:off x="7787916" y="32729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5" name="pt16975"/>
            <p:cNvSpPr/>
            <p:nvPr/>
          </p:nvSpPr>
          <p:spPr>
            <a:xfrm>
              <a:off x="7293169" y="3277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6" name="pt16976"/>
            <p:cNvSpPr/>
            <p:nvPr/>
          </p:nvSpPr>
          <p:spPr>
            <a:xfrm>
              <a:off x="7456730" y="32607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7" name="pt16977"/>
            <p:cNvSpPr/>
            <p:nvPr/>
          </p:nvSpPr>
          <p:spPr>
            <a:xfrm>
              <a:off x="7527286" y="3267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8" name="pt16978"/>
            <p:cNvSpPr/>
            <p:nvPr/>
          </p:nvSpPr>
          <p:spPr>
            <a:xfrm>
              <a:off x="7497360" y="33204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79" name="pt16979"/>
            <p:cNvSpPr/>
            <p:nvPr/>
          </p:nvSpPr>
          <p:spPr>
            <a:xfrm>
              <a:off x="7656828" y="3249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0" name="pt16980"/>
            <p:cNvSpPr/>
            <p:nvPr/>
          </p:nvSpPr>
          <p:spPr>
            <a:xfrm>
              <a:off x="7639467" y="32756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1" name="pt16981"/>
            <p:cNvSpPr/>
            <p:nvPr/>
          </p:nvSpPr>
          <p:spPr>
            <a:xfrm>
              <a:off x="7447972" y="3259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2" name="pt16982"/>
            <p:cNvSpPr/>
            <p:nvPr/>
          </p:nvSpPr>
          <p:spPr>
            <a:xfrm>
              <a:off x="7566149" y="3282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3" name="pt16983"/>
            <p:cNvSpPr/>
            <p:nvPr/>
          </p:nvSpPr>
          <p:spPr>
            <a:xfrm>
              <a:off x="7355738" y="3260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4" name="pt16984"/>
            <p:cNvSpPr/>
            <p:nvPr/>
          </p:nvSpPr>
          <p:spPr>
            <a:xfrm>
              <a:off x="7389586" y="3274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5" name="pt16985"/>
            <p:cNvSpPr/>
            <p:nvPr/>
          </p:nvSpPr>
          <p:spPr>
            <a:xfrm>
              <a:off x="7488382" y="3288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6" name="pt16986"/>
            <p:cNvSpPr/>
            <p:nvPr/>
          </p:nvSpPr>
          <p:spPr>
            <a:xfrm>
              <a:off x="7538836" y="3311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7" name="pt16987"/>
            <p:cNvSpPr/>
            <p:nvPr/>
          </p:nvSpPr>
          <p:spPr>
            <a:xfrm>
              <a:off x="7390357" y="3278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8" name="pt16988"/>
            <p:cNvSpPr/>
            <p:nvPr/>
          </p:nvSpPr>
          <p:spPr>
            <a:xfrm>
              <a:off x="7398603" y="32675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89" name="pt16989"/>
            <p:cNvSpPr/>
            <p:nvPr/>
          </p:nvSpPr>
          <p:spPr>
            <a:xfrm>
              <a:off x="7371359" y="3268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0" name="pt16990"/>
            <p:cNvSpPr/>
            <p:nvPr/>
          </p:nvSpPr>
          <p:spPr>
            <a:xfrm>
              <a:off x="7405015" y="3270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1" name="pt16991"/>
            <p:cNvSpPr/>
            <p:nvPr/>
          </p:nvSpPr>
          <p:spPr>
            <a:xfrm>
              <a:off x="7611547" y="3290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2" name="pt16992"/>
            <p:cNvSpPr/>
            <p:nvPr/>
          </p:nvSpPr>
          <p:spPr>
            <a:xfrm>
              <a:off x="7460164" y="3303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3" name="pt16993"/>
            <p:cNvSpPr/>
            <p:nvPr/>
          </p:nvSpPr>
          <p:spPr>
            <a:xfrm>
              <a:off x="7416126" y="31897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4" name="pt16994"/>
            <p:cNvSpPr/>
            <p:nvPr/>
          </p:nvSpPr>
          <p:spPr>
            <a:xfrm>
              <a:off x="7514473" y="3249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5" name="pt16995"/>
            <p:cNvSpPr/>
            <p:nvPr/>
          </p:nvSpPr>
          <p:spPr>
            <a:xfrm>
              <a:off x="7569894" y="3308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6" name="pt16996"/>
            <p:cNvSpPr/>
            <p:nvPr/>
          </p:nvSpPr>
          <p:spPr>
            <a:xfrm>
              <a:off x="7542372" y="3275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7" name="pt16997"/>
            <p:cNvSpPr/>
            <p:nvPr/>
          </p:nvSpPr>
          <p:spPr>
            <a:xfrm>
              <a:off x="7921639" y="3282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8" name="pt16998"/>
            <p:cNvSpPr/>
            <p:nvPr/>
          </p:nvSpPr>
          <p:spPr>
            <a:xfrm>
              <a:off x="7402548" y="3271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6999" name="pt16999"/>
            <p:cNvSpPr/>
            <p:nvPr/>
          </p:nvSpPr>
          <p:spPr>
            <a:xfrm>
              <a:off x="7379583" y="3315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0" name="pt17000"/>
            <p:cNvSpPr/>
            <p:nvPr/>
          </p:nvSpPr>
          <p:spPr>
            <a:xfrm>
              <a:off x="7527296" y="3250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1" name="pt17001"/>
            <p:cNvSpPr/>
            <p:nvPr/>
          </p:nvSpPr>
          <p:spPr>
            <a:xfrm>
              <a:off x="7397232" y="32434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2" name="pt17002"/>
            <p:cNvSpPr/>
            <p:nvPr/>
          </p:nvSpPr>
          <p:spPr>
            <a:xfrm>
              <a:off x="7522969" y="3358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3" name="pt17003"/>
            <p:cNvSpPr/>
            <p:nvPr/>
          </p:nvSpPr>
          <p:spPr>
            <a:xfrm>
              <a:off x="7572146" y="3303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4" name="pt17004"/>
            <p:cNvSpPr/>
            <p:nvPr/>
          </p:nvSpPr>
          <p:spPr>
            <a:xfrm>
              <a:off x="7555713" y="3275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5" name="pt17005"/>
            <p:cNvSpPr/>
            <p:nvPr/>
          </p:nvSpPr>
          <p:spPr>
            <a:xfrm>
              <a:off x="7512910" y="3298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6" name="pt17006"/>
            <p:cNvSpPr/>
            <p:nvPr/>
          </p:nvSpPr>
          <p:spPr>
            <a:xfrm>
              <a:off x="5538560" y="314630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07" name="pt17007"/>
            <p:cNvSpPr/>
            <p:nvPr/>
          </p:nvSpPr>
          <p:spPr>
            <a:xfrm>
              <a:off x="7585155" y="32950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08" name="pt17008"/>
            <p:cNvSpPr/>
            <p:nvPr/>
          </p:nvSpPr>
          <p:spPr>
            <a:xfrm>
              <a:off x="7681390" y="334093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09" name="pt17009"/>
            <p:cNvSpPr/>
            <p:nvPr/>
          </p:nvSpPr>
          <p:spPr>
            <a:xfrm>
              <a:off x="7367648" y="3393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0" name="pt17010"/>
            <p:cNvSpPr/>
            <p:nvPr/>
          </p:nvSpPr>
          <p:spPr>
            <a:xfrm>
              <a:off x="7479576" y="3243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1" name="pt17011"/>
            <p:cNvSpPr/>
            <p:nvPr/>
          </p:nvSpPr>
          <p:spPr>
            <a:xfrm>
              <a:off x="7592616" y="3121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2" name="pt17012"/>
            <p:cNvSpPr/>
            <p:nvPr/>
          </p:nvSpPr>
          <p:spPr>
            <a:xfrm>
              <a:off x="7955696" y="3281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3" name="pt17013"/>
            <p:cNvSpPr/>
            <p:nvPr/>
          </p:nvSpPr>
          <p:spPr>
            <a:xfrm>
              <a:off x="7366072" y="3317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4" name="pt17014"/>
            <p:cNvSpPr/>
            <p:nvPr/>
          </p:nvSpPr>
          <p:spPr>
            <a:xfrm>
              <a:off x="7332053" y="3309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5" name="pt17015"/>
            <p:cNvSpPr/>
            <p:nvPr/>
          </p:nvSpPr>
          <p:spPr>
            <a:xfrm>
              <a:off x="8654092" y="32527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6" name="pt17016"/>
            <p:cNvSpPr/>
            <p:nvPr/>
          </p:nvSpPr>
          <p:spPr>
            <a:xfrm>
              <a:off x="7563928" y="32654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7" name="pt17017"/>
            <p:cNvSpPr/>
            <p:nvPr/>
          </p:nvSpPr>
          <p:spPr>
            <a:xfrm>
              <a:off x="7402587" y="3272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8" name="pt17018"/>
            <p:cNvSpPr/>
            <p:nvPr/>
          </p:nvSpPr>
          <p:spPr>
            <a:xfrm>
              <a:off x="7633406" y="3287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19" name="pt17019"/>
            <p:cNvSpPr/>
            <p:nvPr/>
          </p:nvSpPr>
          <p:spPr>
            <a:xfrm>
              <a:off x="7474698" y="3293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0" name="pt17020"/>
            <p:cNvSpPr/>
            <p:nvPr/>
          </p:nvSpPr>
          <p:spPr>
            <a:xfrm>
              <a:off x="7729443" y="3294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1" name="pt17021"/>
            <p:cNvSpPr/>
            <p:nvPr/>
          </p:nvSpPr>
          <p:spPr>
            <a:xfrm>
              <a:off x="7497719" y="3327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2" name="pt17022"/>
            <p:cNvSpPr/>
            <p:nvPr/>
          </p:nvSpPr>
          <p:spPr>
            <a:xfrm>
              <a:off x="7588956" y="3284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3" name="pt17023"/>
            <p:cNvSpPr/>
            <p:nvPr/>
          </p:nvSpPr>
          <p:spPr>
            <a:xfrm>
              <a:off x="7412690" y="3255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4" name="pt17024"/>
            <p:cNvSpPr/>
            <p:nvPr/>
          </p:nvSpPr>
          <p:spPr>
            <a:xfrm>
              <a:off x="7413705" y="31368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5" name="pt17025"/>
            <p:cNvSpPr/>
            <p:nvPr/>
          </p:nvSpPr>
          <p:spPr>
            <a:xfrm>
              <a:off x="7360471" y="3258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6" name="pt17026"/>
            <p:cNvSpPr/>
            <p:nvPr/>
          </p:nvSpPr>
          <p:spPr>
            <a:xfrm>
              <a:off x="7382946" y="3264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7" name="pt17027"/>
            <p:cNvSpPr/>
            <p:nvPr/>
          </p:nvSpPr>
          <p:spPr>
            <a:xfrm>
              <a:off x="7412396" y="3233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8" name="pt17028"/>
            <p:cNvSpPr/>
            <p:nvPr/>
          </p:nvSpPr>
          <p:spPr>
            <a:xfrm>
              <a:off x="7462082" y="3261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29" name="pt17029"/>
            <p:cNvSpPr/>
            <p:nvPr/>
          </p:nvSpPr>
          <p:spPr>
            <a:xfrm>
              <a:off x="7336499" y="3246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0" name="pt17030"/>
            <p:cNvSpPr/>
            <p:nvPr/>
          </p:nvSpPr>
          <p:spPr>
            <a:xfrm>
              <a:off x="7478389" y="3272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1" name="pt17031"/>
            <p:cNvSpPr/>
            <p:nvPr/>
          </p:nvSpPr>
          <p:spPr>
            <a:xfrm>
              <a:off x="7513570" y="3302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2" name="pt17032"/>
            <p:cNvSpPr/>
            <p:nvPr/>
          </p:nvSpPr>
          <p:spPr>
            <a:xfrm>
              <a:off x="7356769" y="3290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3" name="pt17033"/>
            <p:cNvSpPr/>
            <p:nvPr/>
          </p:nvSpPr>
          <p:spPr>
            <a:xfrm>
              <a:off x="7474891" y="3266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4" name="pt17034"/>
            <p:cNvSpPr/>
            <p:nvPr/>
          </p:nvSpPr>
          <p:spPr>
            <a:xfrm>
              <a:off x="7414384" y="3229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5" name="pt17035"/>
            <p:cNvSpPr/>
            <p:nvPr/>
          </p:nvSpPr>
          <p:spPr>
            <a:xfrm>
              <a:off x="7435260" y="33354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6" name="pt17036"/>
            <p:cNvSpPr/>
            <p:nvPr/>
          </p:nvSpPr>
          <p:spPr>
            <a:xfrm>
              <a:off x="7515380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7" name="pt17037"/>
            <p:cNvSpPr/>
            <p:nvPr/>
          </p:nvSpPr>
          <p:spPr>
            <a:xfrm>
              <a:off x="7627227" y="3269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8" name="pt17038"/>
            <p:cNvSpPr/>
            <p:nvPr/>
          </p:nvSpPr>
          <p:spPr>
            <a:xfrm>
              <a:off x="7711601" y="3320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39" name="pt17039"/>
            <p:cNvSpPr/>
            <p:nvPr/>
          </p:nvSpPr>
          <p:spPr>
            <a:xfrm>
              <a:off x="8361842" y="3296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0" name="pt17040"/>
            <p:cNvSpPr/>
            <p:nvPr/>
          </p:nvSpPr>
          <p:spPr>
            <a:xfrm>
              <a:off x="7654467" y="32597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1" name="pt17041"/>
            <p:cNvSpPr/>
            <p:nvPr/>
          </p:nvSpPr>
          <p:spPr>
            <a:xfrm>
              <a:off x="7549707" y="3260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2" name="pt17042"/>
            <p:cNvSpPr/>
            <p:nvPr/>
          </p:nvSpPr>
          <p:spPr>
            <a:xfrm>
              <a:off x="7590911" y="3305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3" name="pt17043"/>
            <p:cNvSpPr/>
            <p:nvPr/>
          </p:nvSpPr>
          <p:spPr>
            <a:xfrm>
              <a:off x="7214349" y="3273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4" name="pt17044"/>
            <p:cNvSpPr/>
            <p:nvPr/>
          </p:nvSpPr>
          <p:spPr>
            <a:xfrm>
              <a:off x="7372318" y="3282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5" name="pt17045"/>
            <p:cNvSpPr/>
            <p:nvPr/>
          </p:nvSpPr>
          <p:spPr>
            <a:xfrm>
              <a:off x="7509383" y="3283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6" name="pt17046"/>
            <p:cNvSpPr/>
            <p:nvPr/>
          </p:nvSpPr>
          <p:spPr>
            <a:xfrm>
              <a:off x="7362504" y="32540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7" name="pt17047"/>
            <p:cNvSpPr/>
            <p:nvPr/>
          </p:nvSpPr>
          <p:spPr>
            <a:xfrm>
              <a:off x="7660143" y="32703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8" name="pt17048"/>
            <p:cNvSpPr/>
            <p:nvPr/>
          </p:nvSpPr>
          <p:spPr>
            <a:xfrm>
              <a:off x="7467325" y="3492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49" name="pt17049"/>
            <p:cNvSpPr/>
            <p:nvPr/>
          </p:nvSpPr>
          <p:spPr>
            <a:xfrm>
              <a:off x="8009529" y="3282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0" name="pt17050"/>
            <p:cNvSpPr/>
            <p:nvPr/>
          </p:nvSpPr>
          <p:spPr>
            <a:xfrm>
              <a:off x="7527972" y="3290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1" name="pt17051"/>
            <p:cNvSpPr/>
            <p:nvPr/>
          </p:nvSpPr>
          <p:spPr>
            <a:xfrm>
              <a:off x="7526241" y="3275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2" name="pt17052"/>
            <p:cNvSpPr/>
            <p:nvPr/>
          </p:nvSpPr>
          <p:spPr>
            <a:xfrm>
              <a:off x="7462338" y="3261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3" name="pt17053"/>
            <p:cNvSpPr/>
            <p:nvPr/>
          </p:nvSpPr>
          <p:spPr>
            <a:xfrm>
              <a:off x="7395751" y="32339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4" name="pt17054"/>
            <p:cNvSpPr/>
            <p:nvPr/>
          </p:nvSpPr>
          <p:spPr>
            <a:xfrm>
              <a:off x="7420241" y="3275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5" name="pt17055"/>
            <p:cNvSpPr/>
            <p:nvPr/>
          </p:nvSpPr>
          <p:spPr>
            <a:xfrm>
              <a:off x="7424065" y="3277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6" name="pt17056"/>
            <p:cNvSpPr/>
            <p:nvPr/>
          </p:nvSpPr>
          <p:spPr>
            <a:xfrm>
              <a:off x="7517783" y="3283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7" name="pt17057"/>
            <p:cNvSpPr/>
            <p:nvPr/>
          </p:nvSpPr>
          <p:spPr>
            <a:xfrm>
              <a:off x="7401540" y="32579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8" name="pt17058"/>
            <p:cNvSpPr/>
            <p:nvPr/>
          </p:nvSpPr>
          <p:spPr>
            <a:xfrm>
              <a:off x="7544026" y="3175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59" name="pt17059"/>
            <p:cNvSpPr/>
            <p:nvPr/>
          </p:nvSpPr>
          <p:spPr>
            <a:xfrm>
              <a:off x="7546337" y="32211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0" name="pt17060"/>
            <p:cNvSpPr/>
            <p:nvPr/>
          </p:nvSpPr>
          <p:spPr>
            <a:xfrm>
              <a:off x="7510279" y="3231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1" name="pt17061"/>
            <p:cNvSpPr/>
            <p:nvPr/>
          </p:nvSpPr>
          <p:spPr>
            <a:xfrm>
              <a:off x="7626942" y="3290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2" name="pt17062"/>
            <p:cNvSpPr/>
            <p:nvPr/>
          </p:nvSpPr>
          <p:spPr>
            <a:xfrm>
              <a:off x="7381194" y="3282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3" name="pt17063"/>
            <p:cNvSpPr/>
            <p:nvPr/>
          </p:nvSpPr>
          <p:spPr>
            <a:xfrm>
              <a:off x="7404942" y="3302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4" name="pt17064"/>
            <p:cNvSpPr/>
            <p:nvPr/>
          </p:nvSpPr>
          <p:spPr>
            <a:xfrm>
              <a:off x="7531145" y="33347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5" name="pt17065"/>
            <p:cNvSpPr/>
            <p:nvPr/>
          </p:nvSpPr>
          <p:spPr>
            <a:xfrm>
              <a:off x="7422264" y="3260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6" name="pt17066"/>
            <p:cNvSpPr/>
            <p:nvPr/>
          </p:nvSpPr>
          <p:spPr>
            <a:xfrm>
              <a:off x="7615555" y="3275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7" name="pt17067"/>
            <p:cNvSpPr/>
            <p:nvPr/>
          </p:nvSpPr>
          <p:spPr>
            <a:xfrm>
              <a:off x="7403690" y="3226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8" name="pt17068"/>
            <p:cNvSpPr/>
            <p:nvPr/>
          </p:nvSpPr>
          <p:spPr>
            <a:xfrm>
              <a:off x="7472532" y="3267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69" name="pt17069"/>
            <p:cNvSpPr/>
            <p:nvPr/>
          </p:nvSpPr>
          <p:spPr>
            <a:xfrm>
              <a:off x="7496461" y="3271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0" name="pt17070"/>
            <p:cNvSpPr/>
            <p:nvPr/>
          </p:nvSpPr>
          <p:spPr>
            <a:xfrm>
              <a:off x="7473373" y="3279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1" name="pt17071"/>
            <p:cNvSpPr/>
            <p:nvPr/>
          </p:nvSpPr>
          <p:spPr>
            <a:xfrm>
              <a:off x="7239214" y="33396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2" name="pt17072"/>
            <p:cNvSpPr/>
            <p:nvPr/>
          </p:nvSpPr>
          <p:spPr>
            <a:xfrm>
              <a:off x="7384750" y="3215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3" name="pt17073"/>
            <p:cNvSpPr/>
            <p:nvPr/>
          </p:nvSpPr>
          <p:spPr>
            <a:xfrm>
              <a:off x="7413836" y="32755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4" name="pt17074"/>
            <p:cNvSpPr/>
            <p:nvPr/>
          </p:nvSpPr>
          <p:spPr>
            <a:xfrm>
              <a:off x="7521612" y="32750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5" name="pt17075"/>
            <p:cNvSpPr/>
            <p:nvPr/>
          </p:nvSpPr>
          <p:spPr>
            <a:xfrm>
              <a:off x="7528206" y="3287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6" name="pt17076"/>
            <p:cNvSpPr/>
            <p:nvPr/>
          </p:nvSpPr>
          <p:spPr>
            <a:xfrm>
              <a:off x="7481810" y="3217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7" name="pt17077"/>
            <p:cNvSpPr/>
            <p:nvPr/>
          </p:nvSpPr>
          <p:spPr>
            <a:xfrm>
              <a:off x="8728148" y="3267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8" name="pt17078"/>
            <p:cNvSpPr/>
            <p:nvPr/>
          </p:nvSpPr>
          <p:spPr>
            <a:xfrm>
              <a:off x="7578109" y="32519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79" name="pt17079"/>
            <p:cNvSpPr/>
            <p:nvPr/>
          </p:nvSpPr>
          <p:spPr>
            <a:xfrm>
              <a:off x="7451484" y="3271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0" name="pt17080"/>
            <p:cNvSpPr/>
            <p:nvPr/>
          </p:nvSpPr>
          <p:spPr>
            <a:xfrm>
              <a:off x="7397673" y="3246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1" name="pt17081"/>
            <p:cNvSpPr/>
            <p:nvPr/>
          </p:nvSpPr>
          <p:spPr>
            <a:xfrm>
              <a:off x="7586403" y="32542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2" name="pt17082"/>
            <p:cNvSpPr/>
            <p:nvPr/>
          </p:nvSpPr>
          <p:spPr>
            <a:xfrm>
              <a:off x="7410509" y="3256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3" name="pt17083"/>
            <p:cNvSpPr/>
            <p:nvPr/>
          </p:nvSpPr>
          <p:spPr>
            <a:xfrm>
              <a:off x="7584685" y="3280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4" name="pt17084"/>
            <p:cNvSpPr/>
            <p:nvPr/>
          </p:nvSpPr>
          <p:spPr>
            <a:xfrm>
              <a:off x="7515759" y="3288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5" name="pt17085"/>
            <p:cNvSpPr/>
            <p:nvPr/>
          </p:nvSpPr>
          <p:spPr>
            <a:xfrm>
              <a:off x="7490039" y="3300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6" name="pt17086"/>
            <p:cNvSpPr/>
            <p:nvPr/>
          </p:nvSpPr>
          <p:spPr>
            <a:xfrm>
              <a:off x="7473316" y="3269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7" name="pt17087"/>
            <p:cNvSpPr/>
            <p:nvPr/>
          </p:nvSpPr>
          <p:spPr>
            <a:xfrm>
              <a:off x="7327621" y="3271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8" name="pt17088"/>
            <p:cNvSpPr/>
            <p:nvPr/>
          </p:nvSpPr>
          <p:spPr>
            <a:xfrm>
              <a:off x="7385468" y="3265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89" name="pt17089"/>
            <p:cNvSpPr/>
            <p:nvPr/>
          </p:nvSpPr>
          <p:spPr>
            <a:xfrm>
              <a:off x="7383843" y="3266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0" name="pt17090"/>
            <p:cNvSpPr/>
            <p:nvPr/>
          </p:nvSpPr>
          <p:spPr>
            <a:xfrm>
              <a:off x="7412793" y="3276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1" name="pt17091"/>
            <p:cNvSpPr/>
            <p:nvPr/>
          </p:nvSpPr>
          <p:spPr>
            <a:xfrm>
              <a:off x="7526146" y="3267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2" name="pt17092"/>
            <p:cNvSpPr/>
            <p:nvPr/>
          </p:nvSpPr>
          <p:spPr>
            <a:xfrm>
              <a:off x="7480059" y="3273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3" name="pt17093"/>
            <p:cNvSpPr/>
            <p:nvPr/>
          </p:nvSpPr>
          <p:spPr>
            <a:xfrm>
              <a:off x="7280845" y="33200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4" name="pt17094"/>
            <p:cNvSpPr/>
            <p:nvPr/>
          </p:nvSpPr>
          <p:spPr>
            <a:xfrm>
              <a:off x="7415211" y="32849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5" name="pt17095"/>
            <p:cNvSpPr/>
            <p:nvPr/>
          </p:nvSpPr>
          <p:spPr>
            <a:xfrm>
              <a:off x="7357601" y="33030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6" name="pt17096"/>
            <p:cNvSpPr/>
            <p:nvPr/>
          </p:nvSpPr>
          <p:spPr>
            <a:xfrm>
              <a:off x="7660676" y="3295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7" name="pt17097"/>
            <p:cNvSpPr/>
            <p:nvPr/>
          </p:nvSpPr>
          <p:spPr>
            <a:xfrm>
              <a:off x="7507804" y="32438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8" name="pt17098"/>
            <p:cNvSpPr/>
            <p:nvPr/>
          </p:nvSpPr>
          <p:spPr>
            <a:xfrm>
              <a:off x="7441354" y="33002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099" name="pt17099"/>
            <p:cNvSpPr/>
            <p:nvPr/>
          </p:nvSpPr>
          <p:spPr>
            <a:xfrm>
              <a:off x="7398504" y="32566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0" name="pt17100"/>
            <p:cNvSpPr/>
            <p:nvPr/>
          </p:nvSpPr>
          <p:spPr>
            <a:xfrm>
              <a:off x="7593674" y="3280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1" name="pt17101"/>
            <p:cNvSpPr/>
            <p:nvPr/>
          </p:nvSpPr>
          <p:spPr>
            <a:xfrm>
              <a:off x="7398631" y="32699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2" name="pt17102"/>
            <p:cNvSpPr/>
            <p:nvPr/>
          </p:nvSpPr>
          <p:spPr>
            <a:xfrm>
              <a:off x="7633889" y="32768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3" name="pt17103"/>
            <p:cNvSpPr/>
            <p:nvPr/>
          </p:nvSpPr>
          <p:spPr>
            <a:xfrm>
              <a:off x="7464110" y="3309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4" name="pt17104"/>
            <p:cNvSpPr/>
            <p:nvPr/>
          </p:nvSpPr>
          <p:spPr>
            <a:xfrm>
              <a:off x="7489205" y="3262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5" name="pt17105"/>
            <p:cNvSpPr/>
            <p:nvPr/>
          </p:nvSpPr>
          <p:spPr>
            <a:xfrm>
              <a:off x="7607408" y="3291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6" name="pt17106"/>
            <p:cNvSpPr/>
            <p:nvPr/>
          </p:nvSpPr>
          <p:spPr>
            <a:xfrm>
              <a:off x="7349338" y="3248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7" name="pt17107"/>
            <p:cNvSpPr/>
            <p:nvPr/>
          </p:nvSpPr>
          <p:spPr>
            <a:xfrm>
              <a:off x="7555843" y="3269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8" name="pt17108"/>
            <p:cNvSpPr/>
            <p:nvPr/>
          </p:nvSpPr>
          <p:spPr>
            <a:xfrm>
              <a:off x="7485229" y="3277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09" name="pt17109"/>
            <p:cNvSpPr/>
            <p:nvPr/>
          </p:nvSpPr>
          <p:spPr>
            <a:xfrm>
              <a:off x="7565548" y="32653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0" name="pt17110"/>
            <p:cNvSpPr/>
            <p:nvPr/>
          </p:nvSpPr>
          <p:spPr>
            <a:xfrm>
              <a:off x="7380101" y="3269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1" name="pt17111"/>
            <p:cNvSpPr/>
            <p:nvPr/>
          </p:nvSpPr>
          <p:spPr>
            <a:xfrm>
              <a:off x="7351852" y="3270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2" name="pt17112"/>
            <p:cNvSpPr/>
            <p:nvPr/>
          </p:nvSpPr>
          <p:spPr>
            <a:xfrm>
              <a:off x="7418968" y="3243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3" name="pt17113"/>
            <p:cNvSpPr/>
            <p:nvPr/>
          </p:nvSpPr>
          <p:spPr>
            <a:xfrm>
              <a:off x="7502295" y="32833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4" name="pt17114"/>
            <p:cNvSpPr/>
            <p:nvPr/>
          </p:nvSpPr>
          <p:spPr>
            <a:xfrm>
              <a:off x="7464904" y="3263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5" name="pt17115"/>
            <p:cNvSpPr/>
            <p:nvPr/>
          </p:nvSpPr>
          <p:spPr>
            <a:xfrm>
              <a:off x="7346593" y="3287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6" name="pt17116"/>
            <p:cNvSpPr/>
            <p:nvPr/>
          </p:nvSpPr>
          <p:spPr>
            <a:xfrm>
              <a:off x="7389885" y="3271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7" name="pt17117"/>
            <p:cNvSpPr/>
            <p:nvPr/>
          </p:nvSpPr>
          <p:spPr>
            <a:xfrm>
              <a:off x="7344344" y="3428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8" name="pt17118"/>
            <p:cNvSpPr/>
            <p:nvPr/>
          </p:nvSpPr>
          <p:spPr>
            <a:xfrm>
              <a:off x="7400418" y="36689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19" name="pt17119"/>
            <p:cNvSpPr/>
            <p:nvPr/>
          </p:nvSpPr>
          <p:spPr>
            <a:xfrm>
              <a:off x="7778088" y="3297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0" name="pt17120"/>
            <p:cNvSpPr/>
            <p:nvPr/>
          </p:nvSpPr>
          <p:spPr>
            <a:xfrm>
              <a:off x="7927871" y="338594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21" name="pt17121"/>
            <p:cNvSpPr/>
            <p:nvPr/>
          </p:nvSpPr>
          <p:spPr>
            <a:xfrm>
              <a:off x="7573465" y="3364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2" name="pt17122"/>
            <p:cNvSpPr/>
            <p:nvPr/>
          </p:nvSpPr>
          <p:spPr>
            <a:xfrm>
              <a:off x="7434089" y="3162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3" name="pt17123"/>
            <p:cNvSpPr/>
            <p:nvPr/>
          </p:nvSpPr>
          <p:spPr>
            <a:xfrm>
              <a:off x="7489467" y="3232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4" name="pt17124"/>
            <p:cNvSpPr/>
            <p:nvPr/>
          </p:nvSpPr>
          <p:spPr>
            <a:xfrm>
              <a:off x="7314004" y="3253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5" name="pt17125"/>
            <p:cNvSpPr/>
            <p:nvPr/>
          </p:nvSpPr>
          <p:spPr>
            <a:xfrm>
              <a:off x="7687723" y="3250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6" name="pt17126"/>
            <p:cNvSpPr/>
            <p:nvPr/>
          </p:nvSpPr>
          <p:spPr>
            <a:xfrm>
              <a:off x="7579545" y="3270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7" name="pt17127"/>
            <p:cNvSpPr/>
            <p:nvPr/>
          </p:nvSpPr>
          <p:spPr>
            <a:xfrm>
              <a:off x="7489861" y="32491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8" name="pt17128"/>
            <p:cNvSpPr/>
            <p:nvPr/>
          </p:nvSpPr>
          <p:spPr>
            <a:xfrm>
              <a:off x="7607527" y="3287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29" name="pt17129"/>
            <p:cNvSpPr/>
            <p:nvPr/>
          </p:nvSpPr>
          <p:spPr>
            <a:xfrm>
              <a:off x="7416875" y="3275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0" name="pt17130"/>
            <p:cNvSpPr/>
            <p:nvPr/>
          </p:nvSpPr>
          <p:spPr>
            <a:xfrm>
              <a:off x="7443210" y="3275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1" name="pt17131"/>
            <p:cNvSpPr/>
            <p:nvPr/>
          </p:nvSpPr>
          <p:spPr>
            <a:xfrm>
              <a:off x="7579278" y="3260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2" name="pt17132"/>
            <p:cNvSpPr/>
            <p:nvPr/>
          </p:nvSpPr>
          <p:spPr>
            <a:xfrm>
              <a:off x="7566485" y="3266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3" name="pt17133"/>
            <p:cNvSpPr/>
            <p:nvPr/>
          </p:nvSpPr>
          <p:spPr>
            <a:xfrm>
              <a:off x="7395512" y="3272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4" name="pt17134"/>
            <p:cNvSpPr/>
            <p:nvPr/>
          </p:nvSpPr>
          <p:spPr>
            <a:xfrm>
              <a:off x="7426309" y="3270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5" name="pt17135"/>
            <p:cNvSpPr/>
            <p:nvPr/>
          </p:nvSpPr>
          <p:spPr>
            <a:xfrm>
              <a:off x="7354848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6" name="pt17136"/>
            <p:cNvSpPr/>
            <p:nvPr/>
          </p:nvSpPr>
          <p:spPr>
            <a:xfrm>
              <a:off x="7428640" y="2603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7" name="pt17137"/>
            <p:cNvSpPr/>
            <p:nvPr/>
          </p:nvSpPr>
          <p:spPr>
            <a:xfrm>
              <a:off x="7457092" y="2852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8" name="pt17138"/>
            <p:cNvSpPr/>
            <p:nvPr/>
          </p:nvSpPr>
          <p:spPr>
            <a:xfrm>
              <a:off x="7464484" y="3249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39" name="pt17139"/>
            <p:cNvSpPr/>
            <p:nvPr/>
          </p:nvSpPr>
          <p:spPr>
            <a:xfrm>
              <a:off x="7932376" y="3283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0" name="pt17140"/>
            <p:cNvSpPr/>
            <p:nvPr/>
          </p:nvSpPr>
          <p:spPr>
            <a:xfrm>
              <a:off x="7600430" y="3341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1" name="pt17141"/>
            <p:cNvSpPr/>
            <p:nvPr/>
          </p:nvSpPr>
          <p:spPr>
            <a:xfrm>
              <a:off x="7689516" y="32553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2" name="pt17142"/>
            <p:cNvSpPr/>
            <p:nvPr/>
          </p:nvSpPr>
          <p:spPr>
            <a:xfrm>
              <a:off x="7612039" y="3285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3" name="pt17143"/>
            <p:cNvSpPr/>
            <p:nvPr/>
          </p:nvSpPr>
          <p:spPr>
            <a:xfrm>
              <a:off x="7502176" y="3259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4" name="pt17144"/>
            <p:cNvSpPr/>
            <p:nvPr/>
          </p:nvSpPr>
          <p:spPr>
            <a:xfrm>
              <a:off x="7556975" y="2284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5" name="pt17145"/>
            <p:cNvSpPr/>
            <p:nvPr/>
          </p:nvSpPr>
          <p:spPr>
            <a:xfrm>
              <a:off x="7346907" y="3266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6" name="pt17146"/>
            <p:cNvSpPr/>
            <p:nvPr/>
          </p:nvSpPr>
          <p:spPr>
            <a:xfrm>
              <a:off x="7617190" y="3293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7" name="pt17147"/>
            <p:cNvSpPr/>
            <p:nvPr/>
          </p:nvSpPr>
          <p:spPr>
            <a:xfrm>
              <a:off x="7632393" y="3294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8" name="pt17148"/>
            <p:cNvSpPr/>
            <p:nvPr/>
          </p:nvSpPr>
          <p:spPr>
            <a:xfrm>
              <a:off x="7621144" y="32869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49" name="pt17149"/>
            <p:cNvSpPr/>
            <p:nvPr/>
          </p:nvSpPr>
          <p:spPr>
            <a:xfrm>
              <a:off x="7496049" y="3271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0" name="pt17150"/>
            <p:cNvSpPr/>
            <p:nvPr/>
          </p:nvSpPr>
          <p:spPr>
            <a:xfrm>
              <a:off x="7600053" y="3241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1" name="pt17151"/>
            <p:cNvSpPr/>
            <p:nvPr/>
          </p:nvSpPr>
          <p:spPr>
            <a:xfrm>
              <a:off x="7527502" y="31996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2" name="pt17152"/>
            <p:cNvSpPr/>
            <p:nvPr/>
          </p:nvSpPr>
          <p:spPr>
            <a:xfrm>
              <a:off x="7480246" y="3279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3" name="pt17153"/>
            <p:cNvSpPr/>
            <p:nvPr/>
          </p:nvSpPr>
          <p:spPr>
            <a:xfrm>
              <a:off x="7455571" y="3279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4" name="pt17154"/>
            <p:cNvSpPr/>
            <p:nvPr/>
          </p:nvSpPr>
          <p:spPr>
            <a:xfrm>
              <a:off x="7451106" y="32809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5" name="pt17155"/>
            <p:cNvSpPr/>
            <p:nvPr/>
          </p:nvSpPr>
          <p:spPr>
            <a:xfrm>
              <a:off x="7318135" y="32667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6" name="pt17156"/>
            <p:cNvSpPr/>
            <p:nvPr/>
          </p:nvSpPr>
          <p:spPr>
            <a:xfrm>
              <a:off x="8441473" y="3286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7" name="pt17157"/>
            <p:cNvSpPr/>
            <p:nvPr/>
          </p:nvSpPr>
          <p:spPr>
            <a:xfrm>
              <a:off x="7682718" y="3283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8" name="pt17158"/>
            <p:cNvSpPr/>
            <p:nvPr/>
          </p:nvSpPr>
          <p:spPr>
            <a:xfrm>
              <a:off x="7597598" y="3278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59" name="pt17159"/>
            <p:cNvSpPr/>
            <p:nvPr/>
          </p:nvSpPr>
          <p:spPr>
            <a:xfrm>
              <a:off x="7446695" y="3271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0" name="pt17160"/>
            <p:cNvSpPr/>
            <p:nvPr/>
          </p:nvSpPr>
          <p:spPr>
            <a:xfrm>
              <a:off x="7239670" y="3254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1" name="pt17161"/>
            <p:cNvSpPr/>
            <p:nvPr/>
          </p:nvSpPr>
          <p:spPr>
            <a:xfrm>
              <a:off x="7575172" y="3287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2" name="pt17162"/>
            <p:cNvSpPr/>
            <p:nvPr/>
          </p:nvSpPr>
          <p:spPr>
            <a:xfrm>
              <a:off x="7467164" y="3261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3" name="pt17163"/>
            <p:cNvSpPr/>
            <p:nvPr/>
          </p:nvSpPr>
          <p:spPr>
            <a:xfrm>
              <a:off x="7448642" y="32738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4" name="pt17164"/>
            <p:cNvSpPr/>
            <p:nvPr/>
          </p:nvSpPr>
          <p:spPr>
            <a:xfrm>
              <a:off x="7451238" y="3259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5" name="pt17165"/>
            <p:cNvSpPr/>
            <p:nvPr/>
          </p:nvSpPr>
          <p:spPr>
            <a:xfrm>
              <a:off x="7362734" y="3287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6" name="pt17166"/>
            <p:cNvSpPr/>
            <p:nvPr/>
          </p:nvSpPr>
          <p:spPr>
            <a:xfrm>
              <a:off x="7529031" y="3259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7" name="pt17167"/>
            <p:cNvSpPr/>
            <p:nvPr/>
          </p:nvSpPr>
          <p:spPr>
            <a:xfrm>
              <a:off x="7442398" y="3228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68" name="pt17168"/>
            <p:cNvSpPr/>
            <p:nvPr/>
          </p:nvSpPr>
          <p:spPr>
            <a:xfrm>
              <a:off x="7754104" y="276506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69" name="pt17169"/>
            <p:cNvSpPr/>
            <p:nvPr/>
          </p:nvSpPr>
          <p:spPr>
            <a:xfrm>
              <a:off x="7383172" y="3262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0" name="pt17170"/>
            <p:cNvSpPr/>
            <p:nvPr/>
          </p:nvSpPr>
          <p:spPr>
            <a:xfrm>
              <a:off x="7312566" y="3267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1" name="pt17171"/>
            <p:cNvSpPr/>
            <p:nvPr/>
          </p:nvSpPr>
          <p:spPr>
            <a:xfrm>
              <a:off x="7456752" y="3270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2" name="pt17172"/>
            <p:cNvSpPr/>
            <p:nvPr/>
          </p:nvSpPr>
          <p:spPr>
            <a:xfrm>
              <a:off x="7385822" y="32787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3" name="pt17173"/>
            <p:cNvSpPr/>
            <p:nvPr/>
          </p:nvSpPr>
          <p:spPr>
            <a:xfrm>
              <a:off x="7534951" y="3241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4" name="pt17174"/>
            <p:cNvSpPr/>
            <p:nvPr/>
          </p:nvSpPr>
          <p:spPr>
            <a:xfrm>
              <a:off x="7489062" y="3270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5" name="pt17175"/>
            <p:cNvSpPr/>
            <p:nvPr/>
          </p:nvSpPr>
          <p:spPr>
            <a:xfrm>
              <a:off x="7498943" y="3279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6" name="pt17176"/>
            <p:cNvSpPr/>
            <p:nvPr/>
          </p:nvSpPr>
          <p:spPr>
            <a:xfrm>
              <a:off x="7486141" y="3301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7" name="pt17177"/>
            <p:cNvSpPr/>
            <p:nvPr/>
          </p:nvSpPr>
          <p:spPr>
            <a:xfrm>
              <a:off x="7558273" y="3313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8" name="pt17178"/>
            <p:cNvSpPr/>
            <p:nvPr/>
          </p:nvSpPr>
          <p:spPr>
            <a:xfrm>
              <a:off x="7311567" y="3263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79" name="pt17179"/>
            <p:cNvSpPr/>
            <p:nvPr/>
          </p:nvSpPr>
          <p:spPr>
            <a:xfrm>
              <a:off x="7531265" y="33069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0" name="pt17180"/>
            <p:cNvSpPr/>
            <p:nvPr/>
          </p:nvSpPr>
          <p:spPr>
            <a:xfrm>
              <a:off x="7518508" y="3274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1" name="pt17181"/>
            <p:cNvSpPr/>
            <p:nvPr/>
          </p:nvSpPr>
          <p:spPr>
            <a:xfrm>
              <a:off x="7396076" y="32908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2" name="pt17182"/>
            <p:cNvSpPr/>
            <p:nvPr/>
          </p:nvSpPr>
          <p:spPr>
            <a:xfrm>
              <a:off x="7218706" y="33117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3" name="pt17183"/>
            <p:cNvSpPr/>
            <p:nvPr/>
          </p:nvSpPr>
          <p:spPr>
            <a:xfrm>
              <a:off x="7468476" y="32794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4" name="pt17184"/>
            <p:cNvSpPr/>
            <p:nvPr/>
          </p:nvSpPr>
          <p:spPr>
            <a:xfrm>
              <a:off x="7401275" y="3317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5" name="pt17185"/>
            <p:cNvSpPr/>
            <p:nvPr/>
          </p:nvSpPr>
          <p:spPr>
            <a:xfrm>
              <a:off x="7251020" y="3276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6" name="pt17186"/>
            <p:cNvSpPr/>
            <p:nvPr/>
          </p:nvSpPr>
          <p:spPr>
            <a:xfrm>
              <a:off x="7375691" y="3317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7" name="pt17187"/>
            <p:cNvSpPr/>
            <p:nvPr/>
          </p:nvSpPr>
          <p:spPr>
            <a:xfrm>
              <a:off x="7476757" y="3272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8" name="pt17188"/>
            <p:cNvSpPr/>
            <p:nvPr/>
          </p:nvSpPr>
          <p:spPr>
            <a:xfrm>
              <a:off x="7444300" y="3266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89" name="pt17189"/>
            <p:cNvSpPr/>
            <p:nvPr/>
          </p:nvSpPr>
          <p:spPr>
            <a:xfrm>
              <a:off x="7312208" y="32667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0" name="pt17190"/>
            <p:cNvSpPr/>
            <p:nvPr/>
          </p:nvSpPr>
          <p:spPr>
            <a:xfrm>
              <a:off x="7459281" y="31294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1" name="pt17191"/>
            <p:cNvSpPr/>
            <p:nvPr/>
          </p:nvSpPr>
          <p:spPr>
            <a:xfrm>
              <a:off x="7490620" y="3190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2" name="pt17192"/>
            <p:cNvSpPr/>
            <p:nvPr/>
          </p:nvSpPr>
          <p:spPr>
            <a:xfrm>
              <a:off x="7402686" y="3276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3" name="pt17193"/>
            <p:cNvSpPr/>
            <p:nvPr/>
          </p:nvSpPr>
          <p:spPr>
            <a:xfrm>
              <a:off x="7435941" y="3221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4" name="pt17194"/>
            <p:cNvSpPr/>
            <p:nvPr/>
          </p:nvSpPr>
          <p:spPr>
            <a:xfrm>
              <a:off x="7398664" y="3270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5" name="pt17195"/>
            <p:cNvSpPr/>
            <p:nvPr/>
          </p:nvSpPr>
          <p:spPr>
            <a:xfrm>
              <a:off x="7400353" y="3218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6" name="pt17196"/>
            <p:cNvSpPr/>
            <p:nvPr/>
          </p:nvSpPr>
          <p:spPr>
            <a:xfrm>
              <a:off x="7385869" y="3285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7" name="pt17197"/>
            <p:cNvSpPr/>
            <p:nvPr/>
          </p:nvSpPr>
          <p:spPr>
            <a:xfrm>
              <a:off x="7456992" y="3240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8" name="pt17198"/>
            <p:cNvSpPr/>
            <p:nvPr/>
          </p:nvSpPr>
          <p:spPr>
            <a:xfrm>
              <a:off x="7549023" y="3279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199" name="pt17199"/>
            <p:cNvSpPr/>
            <p:nvPr/>
          </p:nvSpPr>
          <p:spPr>
            <a:xfrm>
              <a:off x="7623566" y="3358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0" name="pt17200"/>
            <p:cNvSpPr/>
            <p:nvPr/>
          </p:nvSpPr>
          <p:spPr>
            <a:xfrm>
              <a:off x="7471725" y="32517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1" name="pt17201"/>
            <p:cNvSpPr/>
            <p:nvPr/>
          </p:nvSpPr>
          <p:spPr>
            <a:xfrm>
              <a:off x="7412655" y="3220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2" name="pt17202"/>
            <p:cNvSpPr/>
            <p:nvPr/>
          </p:nvSpPr>
          <p:spPr>
            <a:xfrm>
              <a:off x="7488833" y="3230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3" name="pt17203"/>
            <p:cNvSpPr/>
            <p:nvPr/>
          </p:nvSpPr>
          <p:spPr>
            <a:xfrm>
              <a:off x="7502124" y="3283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4" name="pt17204"/>
            <p:cNvSpPr/>
            <p:nvPr/>
          </p:nvSpPr>
          <p:spPr>
            <a:xfrm>
              <a:off x="7493771" y="3275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5" name="pt17205"/>
            <p:cNvSpPr/>
            <p:nvPr/>
          </p:nvSpPr>
          <p:spPr>
            <a:xfrm>
              <a:off x="7514071" y="32711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6" name="pt17206"/>
            <p:cNvSpPr/>
            <p:nvPr/>
          </p:nvSpPr>
          <p:spPr>
            <a:xfrm>
              <a:off x="7472924" y="3242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7" name="pt17207"/>
            <p:cNvSpPr/>
            <p:nvPr/>
          </p:nvSpPr>
          <p:spPr>
            <a:xfrm>
              <a:off x="7440836" y="32867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8" name="pt17208"/>
            <p:cNvSpPr/>
            <p:nvPr/>
          </p:nvSpPr>
          <p:spPr>
            <a:xfrm>
              <a:off x="7595467" y="31981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09" name="pt17209"/>
            <p:cNvSpPr/>
            <p:nvPr/>
          </p:nvSpPr>
          <p:spPr>
            <a:xfrm>
              <a:off x="7477109" y="3278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0" name="pt17210"/>
            <p:cNvSpPr/>
            <p:nvPr/>
          </p:nvSpPr>
          <p:spPr>
            <a:xfrm>
              <a:off x="7511447" y="3221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1" name="pt17211"/>
            <p:cNvSpPr/>
            <p:nvPr/>
          </p:nvSpPr>
          <p:spPr>
            <a:xfrm>
              <a:off x="7548088" y="3291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2" name="pt17212"/>
            <p:cNvSpPr/>
            <p:nvPr/>
          </p:nvSpPr>
          <p:spPr>
            <a:xfrm>
              <a:off x="7446510" y="3264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3" name="pt17213"/>
            <p:cNvSpPr/>
            <p:nvPr/>
          </p:nvSpPr>
          <p:spPr>
            <a:xfrm>
              <a:off x="7437848" y="32097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4" name="pt17214"/>
            <p:cNvSpPr/>
            <p:nvPr/>
          </p:nvSpPr>
          <p:spPr>
            <a:xfrm>
              <a:off x="7525913" y="32818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5" name="pt17215"/>
            <p:cNvSpPr/>
            <p:nvPr/>
          </p:nvSpPr>
          <p:spPr>
            <a:xfrm>
              <a:off x="7552314" y="3291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6" name="pt17216"/>
            <p:cNvSpPr/>
            <p:nvPr/>
          </p:nvSpPr>
          <p:spPr>
            <a:xfrm>
              <a:off x="7470145" y="3260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7" name="pt17217"/>
            <p:cNvSpPr/>
            <p:nvPr/>
          </p:nvSpPr>
          <p:spPr>
            <a:xfrm>
              <a:off x="7514172" y="3254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8" name="pt17218"/>
            <p:cNvSpPr/>
            <p:nvPr/>
          </p:nvSpPr>
          <p:spPr>
            <a:xfrm>
              <a:off x="7492178" y="32893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19" name="pt17219"/>
            <p:cNvSpPr/>
            <p:nvPr/>
          </p:nvSpPr>
          <p:spPr>
            <a:xfrm>
              <a:off x="7668821" y="32738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0" name="pt17220"/>
            <p:cNvSpPr/>
            <p:nvPr/>
          </p:nvSpPr>
          <p:spPr>
            <a:xfrm>
              <a:off x="7609575" y="3349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1" name="pt17221"/>
            <p:cNvSpPr/>
            <p:nvPr/>
          </p:nvSpPr>
          <p:spPr>
            <a:xfrm>
              <a:off x="7599634" y="3272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2" name="pt17222"/>
            <p:cNvSpPr/>
            <p:nvPr/>
          </p:nvSpPr>
          <p:spPr>
            <a:xfrm>
              <a:off x="7312910" y="3235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3" name="pt17223"/>
            <p:cNvSpPr/>
            <p:nvPr/>
          </p:nvSpPr>
          <p:spPr>
            <a:xfrm>
              <a:off x="7490031" y="3280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4" name="pt17224"/>
            <p:cNvSpPr/>
            <p:nvPr/>
          </p:nvSpPr>
          <p:spPr>
            <a:xfrm>
              <a:off x="7340123" y="3235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5" name="pt17225"/>
            <p:cNvSpPr/>
            <p:nvPr/>
          </p:nvSpPr>
          <p:spPr>
            <a:xfrm>
              <a:off x="7596141" y="3245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6" name="pt17226"/>
            <p:cNvSpPr/>
            <p:nvPr/>
          </p:nvSpPr>
          <p:spPr>
            <a:xfrm>
              <a:off x="7582891" y="3267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7" name="pt17227"/>
            <p:cNvSpPr/>
            <p:nvPr/>
          </p:nvSpPr>
          <p:spPr>
            <a:xfrm>
              <a:off x="7395678" y="3239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8" name="pt17228"/>
            <p:cNvSpPr/>
            <p:nvPr/>
          </p:nvSpPr>
          <p:spPr>
            <a:xfrm>
              <a:off x="7334338" y="32733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29" name="pt17229"/>
            <p:cNvSpPr/>
            <p:nvPr/>
          </p:nvSpPr>
          <p:spPr>
            <a:xfrm>
              <a:off x="7512846" y="3227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0" name="pt17230"/>
            <p:cNvSpPr/>
            <p:nvPr/>
          </p:nvSpPr>
          <p:spPr>
            <a:xfrm>
              <a:off x="7501540" y="3368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1" name="pt17231"/>
            <p:cNvSpPr/>
            <p:nvPr/>
          </p:nvSpPr>
          <p:spPr>
            <a:xfrm>
              <a:off x="7459145" y="3267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2" name="pt17232"/>
            <p:cNvSpPr/>
            <p:nvPr/>
          </p:nvSpPr>
          <p:spPr>
            <a:xfrm>
              <a:off x="7269448" y="3193750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33" name="pt17233"/>
            <p:cNvSpPr/>
            <p:nvPr/>
          </p:nvSpPr>
          <p:spPr>
            <a:xfrm>
              <a:off x="7391778" y="3174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4" name="pt17234"/>
            <p:cNvSpPr/>
            <p:nvPr/>
          </p:nvSpPr>
          <p:spPr>
            <a:xfrm>
              <a:off x="7474430" y="3226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5" name="pt17235"/>
            <p:cNvSpPr/>
            <p:nvPr/>
          </p:nvSpPr>
          <p:spPr>
            <a:xfrm>
              <a:off x="7381812" y="3268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6" name="pt17236"/>
            <p:cNvSpPr/>
            <p:nvPr/>
          </p:nvSpPr>
          <p:spPr>
            <a:xfrm>
              <a:off x="7412440" y="32673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7" name="pt17237"/>
            <p:cNvSpPr/>
            <p:nvPr/>
          </p:nvSpPr>
          <p:spPr>
            <a:xfrm>
              <a:off x="7695795" y="3273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8" name="pt17238"/>
            <p:cNvSpPr/>
            <p:nvPr/>
          </p:nvSpPr>
          <p:spPr>
            <a:xfrm>
              <a:off x="7674363" y="3267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39" name="pt17239"/>
            <p:cNvSpPr/>
            <p:nvPr/>
          </p:nvSpPr>
          <p:spPr>
            <a:xfrm>
              <a:off x="7465083" y="3269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0" name="pt17240"/>
            <p:cNvSpPr/>
            <p:nvPr/>
          </p:nvSpPr>
          <p:spPr>
            <a:xfrm>
              <a:off x="7473047" y="3276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1" name="pt17241"/>
            <p:cNvSpPr/>
            <p:nvPr/>
          </p:nvSpPr>
          <p:spPr>
            <a:xfrm>
              <a:off x="7374326" y="3255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2" name="pt17242"/>
            <p:cNvSpPr/>
            <p:nvPr/>
          </p:nvSpPr>
          <p:spPr>
            <a:xfrm>
              <a:off x="7438399" y="32000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3" name="pt17243"/>
            <p:cNvSpPr/>
            <p:nvPr/>
          </p:nvSpPr>
          <p:spPr>
            <a:xfrm>
              <a:off x="7389121" y="3266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4" name="pt17244"/>
            <p:cNvSpPr/>
            <p:nvPr/>
          </p:nvSpPr>
          <p:spPr>
            <a:xfrm>
              <a:off x="7489539" y="3246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5" name="pt17245"/>
            <p:cNvSpPr/>
            <p:nvPr/>
          </p:nvSpPr>
          <p:spPr>
            <a:xfrm>
              <a:off x="7345315" y="3274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6" name="pt17246"/>
            <p:cNvSpPr/>
            <p:nvPr/>
          </p:nvSpPr>
          <p:spPr>
            <a:xfrm>
              <a:off x="7429308" y="31587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7" name="pt17247"/>
            <p:cNvSpPr/>
            <p:nvPr/>
          </p:nvSpPr>
          <p:spPr>
            <a:xfrm>
              <a:off x="7465720" y="32637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8" name="pt17248"/>
            <p:cNvSpPr/>
            <p:nvPr/>
          </p:nvSpPr>
          <p:spPr>
            <a:xfrm>
              <a:off x="7261652" y="32709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49" name="pt17249"/>
            <p:cNvSpPr/>
            <p:nvPr/>
          </p:nvSpPr>
          <p:spPr>
            <a:xfrm>
              <a:off x="7360698" y="3262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0" name="pt17250"/>
            <p:cNvSpPr/>
            <p:nvPr/>
          </p:nvSpPr>
          <p:spPr>
            <a:xfrm>
              <a:off x="7330680" y="3259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1" name="pt17251"/>
            <p:cNvSpPr/>
            <p:nvPr/>
          </p:nvSpPr>
          <p:spPr>
            <a:xfrm>
              <a:off x="7212251" y="32864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2" name="pt17252"/>
            <p:cNvSpPr/>
            <p:nvPr/>
          </p:nvSpPr>
          <p:spPr>
            <a:xfrm>
              <a:off x="7459337" y="3264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3" name="pt17253"/>
            <p:cNvSpPr/>
            <p:nvPr/>
          </p:nvSpPr>
          <p:spPr>
            <a:xfrm>
              <a:off x="7339380" y="3276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4" name="pt17254"/>
            <p:cNvSpPr/>
            <p:nvPr/>
          </p:nvSpPr>
          <p:spPr>
            <a:xfrm>
              <a:off x="7418781" y="3280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5" name="pt17255"/>
            <p:cNvSpPr/>
            <p:nvPr/>
          </p:nvSpPr>
          <p:spPr>
            <a:xfrm>
              <a:off x="7366473" y="3265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6" name="pt17256"/>
            <p:cNvSpPr/>
            <p:nvPr/>
          </p:nvSpPr>
          <p:spPr>
            <a:xfrm>
              <a:off x="7393231" y="3307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7" name="pt17257"/>
            <p:cNvSpPr/>
            <p:nvPr/>
          </p:nvSpPr>
          <p:spPr>
            <a:xfrm>
              <a:off x="7438055" y="38013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8" name="pt17258"/>
            <p:cNvSpPr/>
            <p:nvPr/>
          </p:nvSpPr>
          <p:spPr>
            <a:xfrm>
              <a:off x="7298835" y="3282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59" name="pt17259"/>
            <p:cNvSpPr/>
            <p:nvPr/>
          </p:nvSpPr>
          <p:spPr>
            <a:xfrm>
              <a:off x="7496960" y="32425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0" name="pt17260"/>
            <p:cNvSpPr/>
            <p:nvPr/>
          </p:nvSpPr>
          <p:spPr>
            <a:xfrm>
              <a:off x="7573696" y="3278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1" name="pt17261"/>
            <p:cNvSpPr/>
            <p:nvPr/>
          </p:nvSpPr>
          <p:spPr>
            <a:xfrm>
              <a:off x="7474167" y="32872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2" name="pt17262"/>
            <p:cNvSpPr/>
            <p:nvPr/>
          </p:nvSpPr>
          <p:spPr>
            <a:xfrm>
              <a:off x="7494101" y="3259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3" name="pt17263"/>
            <p:cNvSpPr/>
            <p:nvPr/>
          </p:nvSpPr>
          <p:spPr>
            <a:xfrm>
              <a:off x="7409737" y="3288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4" name="pt17264"/>
            <p:cNvSpPr/>
            <p:nvPr/>
          </p:nvSpPr>
          <p:spPr>
            <a:xfrm>
              <a:off x="8329854" y="3283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5" name="pt17265"/>
            <p:cNvSpPr/>
            <p:nvPr/>
          </p:nvSpPr>
          <p:spPr>
            <a:xfrm>
              <a:off x="7379061" y="3296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6" name="pt17266"/>
            <p:cNvSpPr/>
            <p:nvPr/>
          </p:nvSpPr>
          <p:spPr>
            <a:xfrm>
              <a:off x="7359947" y="3267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7" name="pt17267"/>
            <p:cNvSpPr/>
            <p:nvPr/>
          </p:nvSpPr>
          <p:spPr>
            <a:xfrm>
              <a:off x="7593946" y="32786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8" name="pt17268"/>
            <p:cNvSpPr/>
            <p:nvPr/>
          </p:nvSpPr>
          <p:spPr>
            <a:xfrm>
              <a:off x="7451669" y="3280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69" name="pt17269"/>
            <p:cNvSpPr/>
            <p:nvPr/>
          </p:nvSpPr>
          <p:spPr>
            <a:xfrm>
              <a:off x="7443509" y="3268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0" name="pt17270"/>
            <p:cNvSpPr/>
            <p:nvPr/>
          </p:nvSpPr>
          <p:spPr>
            <a:xfrm>
              <a:off x="7368612" y="3279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1" name="pt17271"/>
            <p:cNvSpPr/>
            <p:nvPr/>
          </p:nvSpPr>
          <p:spPr>
            <a:xfrm>
              <a:off x="7518848" y="3344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2" name="pt17272"/>
            <p:cNvSpPr/>
            <p:nvPr/>
          </p:nvSpPr>
          <p:spPr>
            <a:xfrm>
              <a:off x="7356676" y="3266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3" name="pt17273"/>
            <p:cNvSpPr/>
            <p:nvPr/>
          </p:nvSpPr>
          <p:spPr>
            <a:xfrm>
              <a:off x="7312851" y="3264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4" name="pt17274"/>
            <p:cNvSpPr/>
            <p:nvPr/>
          </p:nvSpPr>
          <p:spPr>
            <a:xfrm>
              <a:off x="7413370" y="3272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5" name="pt17275"/>
            <p:cNvSpPr/>
            <p:nvPr/>
          </p:nvSpPr>
          <p:spPr>
            <a:xfrm>
              <a:off x="7506023" y="3264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6" name="pt17276"/>
            <p:cNvSpPr/>
            <p:nvPr/>
          </p:nvSpPr>
          <p:spPr>
            <a:xfrm>
              <a:off x="7462827" y="3263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7" name="pt17277"/>
            <p:cNvSpPr/>
            <p:nvPr/>
          </p:nvSpPr>
          <p:spPr>
            <a:xfrm>
              <a:off x="7495566" y="32729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8" name="pt17278"/>
            <p:cNvSpPr/>
            <p:nvPr/>
          </p:nvSpPr>
          <p:spPr>
            <a:xfrm>
              <a:off x="7355550" y="33469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79" name="pt17279"/>
            <p:cNvSpPr/>
            <p:nvPr/>
          </p:nvSpPr>
          <p:spPr>
            <a:xfrm>
              <a:off x="7505719" y="3264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0" name="pt17280"/>
            <p:cNvSpPr/>
            <p:nvPr/>
          </p:nvSpPr>
          <p:spPr>
            <a:xfrm>
              <a:off x="7354550" y="3275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1" name="pt17281"/>
            <p:cNvSpPr/>
            <p:nvPr/>
          </p:nvSpPr>
          <p:spPr>
            <a:xfrm>
              <a:off x="7661347" y="3299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2" name="pt17282"/>
            <p:cNvSpPr/>
            <p:nvPr/>
          </p:nvSpPr>
          <p:spPr>
            <a:xfrm>
              <a:off x="7527711" y="33138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3" name="pt17283"/>
            <p:cNvSpPr/>
            <p:nvPr/>
          </p:nvSpPr>
          <p:spPr>
            <a:xfrm>
              <a:off x="7437911" y="2071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4" name="pt17284"/>
            <p:cNvSpPr/>
            <p:nvPr/>
          </p:nvSpPr>
          <p:spPr>
            <a:xfrm>
              <a:off x="7461582" y="3273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5" name="pt17285"/>
            <p:cNvSpPr/>
            <p:nvPr/>
          </p:nvSpPr>
          <p:spPr>
            <a:xfrm>
              <a:off x="7698992" y="3248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6" name="pt17286"/>
            <p:cNvSpPr/>
            <p:nvPr/>
          </p:nvSpPr>
          <p:spPr>
            <a:xfrm>
              <a:off x="7290840" y="3282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7" name="pt17287"/>
            <p:cNvSpPr/>
            <p:nvPr/>
          </p:nvSpPr>
          <p:spPr>
            <a:xfrm>
              <a:off x="7694377" y="3548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8" name="pt17288"/>
            <p:cNvSpPr/>
            <p:nvPr/>
          </p:nvSpPr>
          <p:spPr>
            <a:xfrm>
              <a:off x="7445581" y="3272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89" name="pt17289"/>
            <p:cNvSpPr/>
            <p:nvPr/>
          </p:nvSpPr>
          <p:spPr>
            <a:xfrm>
              <a:off x="7290772" y="3211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0" name="pt17290"/>
            <p:cNvSpPr/>
            <p:nvPr/>
          </p:nvSpPr>
          <p:spPr>
            <a:xfrm>
              <a:off x="7434610" y="3236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1" name="pt17291"/>
            <p:cNvSpPr/>
            <p:nvPr/>
          </p:nvSpPr>
          <p:spPr>
            <a:xfrm>
              <a:off x="7364684" y="33494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2" name="pt17292"/>
            <p:cNvSpPr/>
            <p:nvPr/>
          </p:nvSpPr>
          <p:spPr>
            <a:xfrm>
              <a:off x="7471279" y="3300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3" name="pt17293"/>
            <p:cNvSpPr/>
            <p:nvPr/>
          </p:nvSpPr>
          <p:spPr>
            <a:xfrm>
              <a:off x="7568644" y="32780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4" name="pt17294"/>
            <p:cNvSpPr/>
            <p:nvPr/>
          </p:nvSpPr>
          <p:spPr>
            <a:xfrm>
              <a:off x="7514423" y="3265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5" name="pt17295"/>
            <p:cNvSpPr/>
            <p:nvPr/>
          </p:nvSpPr>
          <p:spPr>
            <a:xfrm>
              <a:off x="7558382" y="3277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6" name="pt17296"/>
            <p:cNvSpPr/>
            <p:nvPr/>
          </p:nvSpPr>
          <p:spPr>
            <a:xfrm>
              <a:off x="7404812" y="3262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7" name="pt17297"/>
            <p:cNvSpPr/>
            <p:nvPr/>
          </p:nvSpPr>
          <p:spPr>
            <a:xfrm>
              <a:off x="7558773" y="33153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8" name="pt17298"/>
            <p:cNvSpPr/>
            <p:nvPr/>
          </p:nvSpPr>
          <p:spPr>
            <a:xfrm>
              <a:off x="7378343" y="3321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299" name="pt17299"/>
            <p:cNvSpPr/>
            <p:nvPr/>
          </p:nvSpPr>
          <p:spPr>
            <a:xfrm>
              <a:off x="7579215" y="3303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0" name="pt17300"/>
            <p:cNvSpPr/>
            <p:nvPr/>
          </p:nvSpPr>
          <p:spPr>
            <a:xfrm>
              <a:off x="7558103" y="3271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1" name="pt17301"/>
            <p:cNvSpPr/>
            <p:nvPr/>
          </p:nvSpPr>
          <p:spPr>
            <a:xfrm>
              <a:off x="7426705" y="3250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2" name="pt17302"/>
            <p:cNvSpPr/>
            <p:nvPr/>
          </p:nvSpPr>
          <p:spPr>
            <a:xfrm>
              <a:off x="7654889" y="3328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3" name="pt17303"/>
            <p:cNvSpPr/>
            <p:nvPr/>
          </p:nvSpPr>
          <p:spPr>
            <a:xfrm>
              <a:off x="7379408" y="32521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4" name="pt17304"/>
            <p:cNvSpPr/>
            <p:nvPr/>
          </p:nvSpPr>
          <p:spPr>
            <a:xfrm>
              <a:off x="7494188" y="3347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5" name="pt17305"/>
            <p:cNvSpPr/>
            <p:nvPr/>
          </p:nvSpPr>
          <p:spPr>
            <a:xfrm>
              <a:off x="7425788" y="26038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6" name="pt17306"/>
            <p:cNvSpPr/>
            <p:nvPr/>
          </p:nvSpPr>
          <p:spPr>
            <a:xfrm>
              <a:off x="7842338" y="3292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7" name="pt17307"/>
            <p:cNvSpPr/>
            <p:nvPr/>
          </p:nvSpPr>
          <p:spPr>
            <a:xfrm>
              <a:off x="7533794" y="32503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8" name="pt17308"/>
            <p:cNvSpPr/>
            <p:nvPr/>
          </p:nvSpPr>
          <p:spPr>
            <a:xfrm>
              <a:off x="7576452" y="3257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09" name="pt17309"/>
            <p:cNvSpPr/>
            <p:nvPr/>
          </p:nvSpPr>
          <p:spPr>
            <a:xfrm>
              <a:off x="7622382" y="3254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0" name="pt17310"/>
            <p:cNvSpPr/>
            <p:nvPr/>
          </p:nvSpPr>
          <p:spPr>
            <a:xfrm>
              <a:off x="7487672" y="32918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1" name="pt17311"/>
            <p:cNvSpPr/>
            <p:nvPr/>
          </p:nvSpPr>
          <p:spPr>
            <a:xfrm>
              <a:off x="7619154" y="3242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2" name="pt17312"/>
            <p:cNvSpPr/>
            <p:nvPr/>
          </p:nvSpPr>
          <p:spPr>
            <a:xfrm>
              <a:off x="7481804" y="3269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3" name="pt17313"/>
            <p:cNvSpPr/>
            <p:nvPr/>
          </p:nvSpPr>
          <p:spPr>
            <a:xfrm>
              <a:off x="7407430" y="3230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4" name="pt17314"/>
            <p:cNvSpPr/>
            <p:nvPr/>
          </p:nvSpPr>
          <p:spPr>
            <a:xfrm>
              <a:off x="7548943" y="3251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5" name="pt17315"/>
            <p:cNvSpPr/>
            <p:nvPr/>
          </p:nvSpPr>
          <p:spPr>
            <a:xfrm>
              <a:off x="7445826" y="32429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6" name="pt17316"/>
            <p:cNvSpPr/>
            <p:nvPr/>
          </p:nvSpPr>
          <p:spPr>
            <a:xfrm>
              <a:off x="7528219" y="3277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7" name="pt17317"/>
            <p:cNvSpPr/>
            <p:nvPr/>
          </p:nvSpPr>
          <p:spPr>
            <a:xfrm>
              <a:off x="7420460" y="3270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8" name="pt17318"/>
            <p:cNvSpPr/>
            <p:nvPr/>
          </p:nvSpPr>
          <p:spPr>
            <a:xfrm>
              <a:off x="7119341" y="3296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19" name="pt17319"/>
            <p:cNvSpPr/>
            <p:nvPr/>
          </p:nvSpPr>
          <p:spPr>
            <a:xfrm>
              <a:off x="7558013" y="3268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0" name="pt17320"/>
            <p:cNvSpPr/>
            <p:nvPr/>
          </p:nvSpPr>
          <p:spPr>
            <a:xfrm>
              <a:off x="7458155" y="3288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1" name="pt17321"/>
            <p:cNvSpPr/>
            <p:nvPr/>
          </p:nvSpPr>
          <p:spPr>
            <a:xfrm>
              <a:off x="7420670" y="3257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2" name="pt17322"/>
            <p:cNvSpPr/>
            <p:nvPr/>
          </p:nvSpPr>
          <p:spPr>
            <a:xfrm>
              <a:off x="7252574" y="32651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3" name="pt17323"/>
            <p:cNvSpPr/>
            <p:nvPr/>
          </p:nvSpPr>
          <p:spPr>
            <a:xfrm>
              <a:off x="6948777" y="32666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4" name="pt17324"/>
            <p:cNvSpPr/>
            <p:nvPr/>
          </p:nvSpPr>
          <p:spPr>
            <a:xfrm>
              <a:off x="7381169" y="32658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5" name="pt17325"/>
            <p:cNvSpPr/>
            <p:nvPr/>
          </p:nvSpPr>
          <p:spPr>
            <a:xfrm>
              <a:off x="7484959" y="33000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6" name="pt17326"/>
            <p:cNvSpPr/>
            <p:nvPr/>
          </p:nvSpPr>
          <p:spPr>
            <a:xfrm>
              <a:off x="7462001" y="3318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7" name="pt17327"/>
            <p:cNvSpPr/>
            <p:nvPr/>
          </p:nvSpPr>
          <p:spPr>
            <a:xfrm>
              <a:off x="8623635" y="3306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8" name="pt17328"/>
            <p:cNvSpPr/>
            <p:nvPr/>
          </p:nvSpPr>
          <p:spPr>
            <a:xfrm>
              <a:off x="7451902" y="32461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29" name="pt17329"/>
            <p:cNvSpPr/>
            <p:nvPr/>
          </p:nvSpPr>
          <p:spPr>
            <a:xfrm>
              <a:off x="7422279" y="3290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0" name="pt17330"/>
            <p:cNvSpPr/>
            <p:nvPr/>
          </p:nvSpPr>
          <p:spPr>
            <a:xfrm>
              <a:off x="7484528" y="3268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1" name="pt17331"/>
            <p:cNvSpPr/>
            <p:nvPr/>
          </p:nvSpPr>
          <p:spPr>
            <a:xfrm>
              <a:off x="7375925" y="3292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2" name="pt17332"/>
            <p:cNvSpPr/>
            <p:nvPr/>
          </p:nvSpPr>
          <p:spPr>
            <a:xfrm>
              <a:off x="7438704" y="3256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3" name="pt17333"/>
            <p:cNvSpPr/>
            <p:nvPr/>
          </p:nvSpPr>
          <p:spPr>
            <a:xfrm>
              <a:off x="7637247" y="31844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4" name="pt17334"/>
            <p:cNvSpPr/>
            <p:nvPr/>
          </p:nvSpPr>
          <p:spPr>
            <a:xfrm>
              <a:off x="7531602" y="3272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5" name="pt17335"/>
            <p:cNvSpPr/>
            <p:nvPr/>
          </p:nvSpPr>
          <p:spPr>
            <a:xfrm>
              <a:off x="7353093" y="32624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6" name="pt17336"/>
            <p:cNvSpPr/>
            <p:nvPr/>
          </p:nvSpPr>
          <p:spPr>
            <a:xfrm>
              <a:off x="7621570" y="32920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7" name="pt17337"/>
            <p:cNvSpPr/>
            <p:nvPr/>
          </p:nvSpPr>
          <p:spPr>
            <a:xfrm>
              <a:off x="7448825" y="3239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8" name="pt17338"/>
            <p:cNvSpPr/>
            <p:nvPr/>
          </p:nvSpPr>
          <p:spPr>
            <a:xfrm>
              <a:off x="7450044" y="3233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39" name="pt17339"/>
            <p:cNvSpPr/>
            <p:nvPr/>
          </p:nvSpPr>
          <p:spPr>
            <a:xfrm>
              <a:off x="7462540" y="3236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0" name="pt17340"/>
            <p:cNvSpPr/>
            <p:nvPr/>
          </p:nvSpPr>
          <p:spPr>
            <a:xfrm>
              <a:off x="7479825" y="3277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1" name="pt17341"/>
            <p:cNvSpPr/>
            <p:nvPr/>
          </p:nvSpPr>
          <p:spPr>
            <a:xfrm>
              <a:off x="7437144" y="3255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2" name="pt17342"/>
            <p:cNvSpPr/>
            <p:nvPr/>
          </p:nvSpPr>
          <p:spPr>
            <a:xfrm>
              <a:off x="7532106" y="3285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3" name="pt17343"/>
            <p:cNvSpPr/>
            <p:nvPr/>
          </p:nvSpPr>
          <p:spPr>
            <a:xfrm>
              <a:off x="7533621" y="3276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4" name="pt17344"/>
            <p:cNvSpPr/>
            <p:nvPr/>
          </p:nvSpPr>
          <p:spPr>
            <a:xfrm>
              <a:off x="7530797" y="32993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5" name="pt17345"/>
            <p:cNvSpPr/>
            <p:nvPr/>
          </p:nvSpPr>
          <p:spPr>
            <a:xfrm>
              <a:off x="7613356" y="32920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6" name="pt17346"/>
            <p:cNvSpPr/>
            <p:nvPr/>
          </p:nvSpPr>
          <p:spPr>
            <a:xfrm>
              <a:off x="7365308" y="32556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7" name="pt17347"/>
            <p:cNvSpPr/>
            <p:nvPr/>
          </p:nvSpPr>
          <p:spPr>
            <a:xfrm>
              <a:off x="7572348" y="32764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8" name="pt17348"/>
            <p:cNvSpPr/>
            <p:nvPr/>
          </p:nvSpPr>
          <p:spPr>
            <a:xfrm>
              <a:off x="7623295" y="3284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49" name="pt17349"/>
            <p:cNvSpPr/>
            <p:nvPr/>
          </p:nvSpPr>
          <p:spPr>
            <a:xfrm>
              <a:off x="7561181" y="32297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0" name="pt17350"/>
            <p:cNvSpPr/>
            <p:nvPr/>
          </p:nvSpPr>
          <p:spPr>
            <a:xfrm>
              <a:off x="7579946" y="3398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1" name="pt17351"/>
            <p:cNvSpPr/>
            <p:nvPr/>
          </p:nvSpPr>
          <p:spPr>
            <a:xfrm>
              <a:off x="7439097" y="3251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2" name="pt17352"/>
            <p:cNvSpPr/>
            <p:nvPr/>
          </p:nvSpPr>
          <p:spPr>
            <a:xfrm>
              <a:off x="7498188" y="32885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3" name="pt17353"/>
            <p:cNvSpPr/>
            <p:nvPr/>
          </p:nvSpPr>
          <p:spPr>
            <a:xfrm>
              <a:off x="7465147" y="32729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4" name="pt17354"/>
            <p:cNvSpPr/>
            <p:nvPr/>
          </p:nvSpPr>
          <p:spPr>
            <a:xfrm>
              <a:off x="7174993" y="3262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5" name="pt17355"/>
            <p:cNvSpPr/>
            <p:nvPr/>
          </p:nvSpPr>
          <p:spPr>
            <a:xfrm>
              <a:off x="7263164" y="3274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6" name="pt17356"/>
            <p:cNvSpPr/>
            <p:nvPr/>
          </p:nvSpPr>
          <p:spPr>
            <a:xfrm>
              <a:off x="7334063" y="3274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7" name="pt17357"/>
            <p:cNvSpPr/>
            <p:nvPr/>
          </p:nvSpPr>
          <p:spPr>
            <a:xfrm>
              <a:off x="7423013" y="3280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8" name="pt17358"/>
            <p:cNvSpPr/>
            <p:nvPr/>
          </p:nvSpPr>
          <p:spPr>
            <a:xfrm>
              <a:off x="7471035" y="3273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59" name="pt17359"/>
            <p:cNvSpPr/>
            <p:nvPr/>
          </p:nvSpPr>
          <p:spPr>
            <a:xfrm>
              <a:off x="7464792" y="3257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0" name="pt17360"/>
            <p:cNvSpPr/>
            <p:nvPr/>
          </p:nvSpPr>
          <p:spPr>
            <a:xfrm>
              <a:off x="7696158" y="3266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1" name="pt17361"/>
            <p:cNvSpPr/>
            <p:nvPr/>
          </p:nvSpPr>
          <p:spPr>
            <a:xfrm>
              <a:off x="7393341" y="3268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2" name="pt17362"/>
            <p:cNvSpPr/>
            <p:nvPr/>
          </p:nvSpPr>
          <p:spPr>
            <a:xfrm>
              <a:off x="7400730" y="32699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3" name="pt17363"/>
            <p:cNvSpPr/>
            <p:nvPr/>
          </p:nvSpPr>
          <p:spPr>
            <a:xfrm>
              <a:off x="7362414" y="32609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4" name="pt17364"/>
            <p:cNvSpPr/>
            <p:nvPr/>
          </p:nvSpPr>
          <p:spPr>
            <a:xfrm>
              <a:off x="7418804" y="3274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5" name="pt17365"/>
            <p:cNvSpPr/>
            <p:nvPr/>
          </p:nvSpPr>
          <p:spPr>
            <a:xfrm>
              <a:off x="7685556" y="3267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6" name="pt17366"/>
            <p:cNvSpPr/>
            <p:nvPr/>
          </p:nvSpPr>
          <p:spPr>
            <a:xfrm>
              <a:off x="7462477" y="3276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7" name="pt17367"/>
            <p:cNvSpPr/>
            <p:nvPr/>
          </p:nvSpPr>
          <p:spPr>
            <a:xfrm>
              <a:off x="7619141" y="3276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8" name="pt17368"/>
            <p:cNvSpPr/>
            <p:nvPr/>
          </p:nvSpPr>
          <p:spPr>
            <a:xfrm>
              <a:off x="7463839" y="3251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69" name="pt17369"/>
            <p:cNvSpPr/>
            <p:nvPr/>
          </p:nvSpPr>
          <p:spPr>
            <a:xfrm>
              <a:off x="7369359" y="3415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0" name="pt17370"/>
            <p:cNvSpPr/>
            <p:nvPr/>
          </p:nvSpPr>
          <p:spPr>
            <a:xfrm>
              <a:off x="7708328" y="3281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1" name="pt17371"/>
            <p:cNvSpPr/>
            <p:nvPr/>
          </p:nvSpPr>
          <p:spPr>
            <a:xfrm>
              <a:off x="7566723" y="3300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2" name="pt17372"/>
            <p:cNvSpPr/>
            <p:nvPr/>
          </p:nvSpPr>
          <p:spPr>
            <a:xfrm>
              <a:off x="7403752" y="32588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3" name="pt17373"/>
            <p:cNvSpPr/>
            <p:nvPr/>
          </p:nvSpPr>
          <p:spPr>
            <a:xfrm>
              <a:off x="7440805" y="3269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4" name="pt17374"/>
            <p:cNvSpPr/>
            <p:nvPr/>
          </p:nvSpPr>
          <p:spPr>
            <a:xfrm>
              <a:off x="7423364" y="3270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5" name="pt17375"/>
            <p:cNvSpPr/>
            <p:nvPr/>
          </p:nvSpPr>
          <p:spPr>
            <a:xfrm>
              <a:off x="7357527" y="32786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6" name="pt17376"/>
            <p:cNvSpPr/>
            <p:nvPr/>
          </p:nvSpPr>
          <p:spPr>
            <a:xfrm>
              <a:off x="7543797" y="3292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7" name="pt17377"/>
            <p:cNvSpPr/>
            <p:nvPr/>
          </p:nvSpPr>
          <p:spPr>
            <a:xfrm>
              <a:off x="7354137" y="3275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8" name="pt17378"/>
            <p:cNvSpPr/>
            <p:nvPr/>
          </p:nvSpPr>
          <p:spPr>
            <a:xfrm>
              <a:off x="7555900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79" name="pt17379"/>
            <p:cNvSpPr/>
            <p:nvPr/>
          </p:nvSpPr>
          <p:spPr>
            <a:xfrm>
              <a:off x="7384122" y="3258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0" name="pt17380"/>
            <p:cNvSpPr/>
            <p:nvPr/>
          </p:nvSpPr>
          <p:spPr>
            <a:xfrm>
              <a:off x="7449264" y="3445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1" name="pt17381"/>
            <p:cNvSpPr/>
            <p:nvPr/>
          </p:nvSpPr>
          <p:spPr>
            <a:xfrm>
              <a:off x="7481345" y="3305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2" name="pt17382"/>
            <p:cNvSpPr/>
            <p:nvPr/>
          </p:nvSpPr>
          <p:spPr>
            <a:xfrm>
              <a:off x="6895284" y="32695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3" name="pt17383"/>
            <p:cNvSpPr/>
            <p:nvPr/>
          </p:nvSpPr>
          <p:spPr>
            <a:xfrm>
              <a:off x="7521425" y="3265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4" name="pt17384"/>
            <p:cNvSpPr/>
            <p:nvPr/>
          </p:nvSpPr>
          <p:spPr>
            <a:xfrm>
              <a:off x="7561688" y="3276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5" name="pt17385"/>
            <p:cNvSpPr/>
            <p:nvPr/>
          </p:nvSpPr>
          <p:spPr>
            <a:xfrm>
              <a:off x="7498960" y="3296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6" name="pt17386"/>
            <p:cNvSpPr/>
            <p:nvPr/>
          </p:nvSpPr>
          <p:spPr>
            <a:xfrm>
              <a:off x="7618624" y="3196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7" name="pt17387"/>
            <p:cNvSpPr/>
            <p:nvPr/>
          </p:nvSpPr>
          <p:spPr>
            <a:xfrm>
              <a:off x="7557154" y="33118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88" name="pt17388"/>
            <p:cNvSpPr/>
            <p:nvPr/>
          </p:nvSpPr>
          <p:spPr>
            <a:xfrm>
              <a:off x="8223428" y="336859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89" name="pt17389"/>
            <p:cNvSpPr/>
            <p:nvPr/>
          </p:nvSpPr>
          <p:spPr>
            <a:xfrm>
              <a:off x="7482832" y="3450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0" name="pt17390"/>
            <p:cNvSpPr/>
            <p:nvPr/>
          </p:nvSpPr>
          <p:spPr>
            <a:xfrm>
              <a:off x="7463983" y="3367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1" name="pt17391"/>
            <p:cNvSpPr/>
            <p:nvPr/>
          </p:nvSpPr>
          <p:spPr>
            <a:xfrm>
              <a:off x="7541878" y="32642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2" name="pt17392"/>
            <p:cNvSpPr/>
            <p:nvPr/>
          </p:nvSpPr>
          <p:spPr>
            <a:xfrm>
              <a:off x="7489079" y="3266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3" name="pt17393"/>
            <p:cNvSpPr/>
            <p:nvPr/>
          </p:nvSpPr>
          <p:spPr>
            <a:xfrm>
              <a:off x="7468823" y="3260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4" name="pt17394"/>
            <p:cNvSpPr/>
            <p:nvPr/>
          </p:nvSpPr>
          <p:spPr>
            <a:xfrm>
              <a:off x="7359362" y="32839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5" name="pt17395"/>
            <p:cNvSpPr/>
            <p:nvPr/>
          </p:nvSpPr>
          <p:spPr>
            <a:xfrm>
              <a:off x="7557140" y="32827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6" name="pt17396"/>
            <p:cNvSpPr/>
            <p:nvPr/>
          </p:nvSpPr>
          <p:spPr>
            <a:xfrm>
              <a:off x="7520961" y="3275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7" name="pt17397"/>
            <p:cNvSpPr/>
            <p:nvPr/>
          </p:nvSpPr>
          <p:spPr>
            <a:xfrm>
              <a:off x="7420999" y="3253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8" name="pt17398"/>
            <p:cNvSpPr/>
            <p:nvPr/>
          </p:nvSpPr>
          <p:spPr>
            <a:xfrm>
              <a:off x="7709127" y="3317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399" name="pt17399"/>
            <p:cNvSpPr/>
            <p:nvPr/>
          </p:nvSpPr>
          <p:spPr>
            <a:xfrm>
              <a:off x="7574833" y="3319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0" name="pt17400"/>
            <p:cNvSpPr/>
            <p:nvPr/>
          </p:nvSpPr>
          <p:spPr>
            <a:xfrm>
              <a:off x="7765207" y="334703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01" name="pt17401"/>
            <p:cNvSpPr/>
            <p:nvPr/>
          </p:nvSpPr>
          <p:spPr>
            <a:xfrm>
              <a:off x="7587382" y="3247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2" name="pt17402"/>
            <p:cNvSpPr/>
            <p:nvPr/>
          </p:nvSpPr>
          <p:spPr>
            <a:xfrm>
              <a:off x="7688827" y="32923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3" name="pt17403"/>
            <p:cNvSpPr/>
            <p:nvPr/>
          </p:nvSpPr>
          <p:spPr>
            <a:xfrm>
              <a:off x="7351402" y="3330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4" name="pt17404"/>
            <p:cNvSpPr/>
            <p:nvPr/>
          </p:nvSpPr>
          <p:spPr>
            <a:xfrm>
              <a:off x="7411882" y="33133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5" name="pt17405"/>
            <p:cNvSpPr/>
            <p:nvPr/>
          </p:nvSpPr>
          <p:spPr>
            <a:xfrm>
              <a:off x="7428248" y="3277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6" name="pt17406"/>
            <p:cNvSpPr/>
            <p:nvPr/>
          </p:nvSpPr>
          <p:spPr>
            <a:xfrm>
              <a:off x="7513197" y="3271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7" name="pt17407"/>
            <p:cNvSpPr/>
            <p:nvPr/>
          </p:nvSpPr>
          <p:spPr>
            <a:xfrm>
              <a:off x="7427819" y="3261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8" name="pt17408"/>
            <p:cNvSpPr/>
            <p:nvPr/>
          </p:nvSpPr>
          <p:spPr>
            <a:xfrm>
              <a:off x="7479686" y="3280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09" name="pt17409"/>
            <p:cNvSpPr/>
            <p:nvPr/>
          </p:nvSpPr>
          <p:spPr>
            <a:xfrm>
              <a:off x="7564484" y="3266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0" name="pt17410"/>
            <p:cNvSpPr/>
            <p:nvPr/>
          </p:nvSpPr>
          <p:spPr>
            <a:xfrm>
              <a:off x="7583694" y="3261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1" name="pt17411"/>
            <p:cNvSpPr/>
            <p:nvPr/>
          </p:nvSpPr>
          <p:spPr>
            <a:xfrm>
              <a:off x="7577068" y="32800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2" name="pt17412"/>
            <p:cNvSpPr/>
            <p:nvPr/>
          </p:nvSpPr>
          <p:spPr>
            <a:xfrm>
              <a:off x="7501998" y="3272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3" name="pt17413"/>
            <p:cNvSpPr/>
            <p:nvPr/>
          </p:nvSpPr>
          <p:spPr>
            <a:xfrm>
              <a:off x="7427216" y="3266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4" name="pt17414"/>
            <p:cNvSpPr/>
            <p:nvPr/>
          </p:nvSpPr>
          <p:spPr>
            <a:xfrm>
              <a:off x="7466902" y="32692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5" name="pt17415"/>
            <p:cNvSpPr/>
            <p:nvPr/>
          </p:nvSpPr>
          <p:spPr>
            <a:xfrm>
              <a:off x="7357842" y="32714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6" name="pt17416"/>
            <p:cNvSpPr/>
            <p:nvPr/>
          </p:nvSpPr>
          <p:spPr>
            <a:xfrm>
              <a:off x="7500148" y="32159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7" name="pt17417"/>
            <p:cNvSpPr/>
            <p:nvPr/>
          </p:nvSpPr>
          <p:spPr>
            <a:xfrm>
              <a:off x="7362612" y="3278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8" name="pt17418"/>
            <p:cNvSpPr/>
            <p:nvPr/>
          </p:nvSpPr>
          <p:spPr>
            <a:xfrm>
              <a:off x="7613316" y="3554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19" name="pt17419"/>
            <p:cNvSpPr/>
            <p:nvPr/>
          </p:nvSpPr>
          <p:spPr>
            <a:xfrm>
              <a:off x="7416333" y="32805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0" name="pt17420"/>
            <p:cNvSpPr/>
            <p:nvPr/>
          </p:nvSpPr>
          <p:spPr>
            <a:xfrm>
              <a:off x="7614111" y="2652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1" name="pt17421"/>
            <p:cNvSpPr/>
            <p:nvPr/>
          </p:nvSpPr>
          <p:spPr>
            <a:xfrm>
              <a:off x="7395190" y="3493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2" name="pt17422"/>
            <p:cNvSpPr/>
            <p:nvPr/>
          </p:nvSpPr>
          <p:spPr>
            <a:xfrm>
              <a:off x="7416129" y="3248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3" name="pt17423"/>
            <p:cNvSpPr/>
            <p:nvPr/>
          </p:nvSpPr>
          <p:spPr>
            <a:xfrm>
              <a:off x="7348110" y="3287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4" name="pt17424"/>
            <p:cNvSpPr/>
            <p:nvPr/>
          </p:nvSpPr>
          <p:spPr>
            <a:xfrm>
              <a:off x="7516205" y="32641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5" name="pt17425"/>
            <p:cNvSpPr/>
            <p:nvPr/>
          </p:nvSpPr>
          <p:spPr>
            <a:xfrm>
              <a:off x="7574510" y="3301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6" name="pt17426"/>
            <p:cNvSpPr/>
            <p:nvPr/>
          </p:nvSpPr>
          <p:spPr>
            <a:xfrm>
              <a:off x="7172623" y="32818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7" name="pt17427"/>
            <p:cNvSpPr/>
            <p:nvPr/>
          </p:nvSpPr>
          <p:spPr>
            <a:xfrm>
              <a:off x="7468712" y="3282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8" name="pt17428"/>
            <p:cNvSpPr/>
            <p:nvPr/>
          </p:nvSpPr>
          <p:spPr>
            <a:xfrm>
              <a:off x="7530680" y="32693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29" name="pt17429"/>
            <p:cNvSpPr/>
            <p:nvPr/>
          </p:nvSpPr>
          <p:spPr>
            <a:xfrm>
              <a:off x="7412695" y="33045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0" name="pt17430"/>
            <p:cNvSpPr/>
            <p:nvPr/>
          </p:nvSpPr>
          <p:spPr>
            <a:xfrm>
              <a:off x="7586591" y="3293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1" name="pt17431"/>
            <p:cNvSpPr/>
            <p:nvPr/>
          </p:nvSpPr>
          <p:spPr>
            <a:xfrm>
              <a:off x="7161331" y="3238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2" name="pt17432"/>
            <p:cNvSpPr/>
            <p:nvPr/>
          </p:nvSpPr>
          <p:spPr>
            <a:xfrm>
              <a:off x="7425153" y="32545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3" name="pt17433"/>
            <p:cNvSpPr/>
            <p:nvPr/>
          </p:nvSpPr>
          <p:spPr>
            <a:xfrm>
              <a:off x="7619859" y="3380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4" name="pt17434"/>
            <p:cNvSpPr/>
            <p:nvPr/>
          </p:nvSpPr>
          <p:spPr>
            <a:xfrm>
              <a:off x="7463894" y="3322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5" name="pt17435"/>
            <p:cNvSpPr/>
            <p:nvPr/>
          </p:nvSpPr>
          <p:spPr>
            <a:xfrm>
              <a:off x="7543667" y="3269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6" name="pt17436"/>
            <p:cNvSpPr/>
            <p:nvPr/>
          </p:nvSpPr>
          <p:spPr>
            <a:xfrm>
              <a:off x="7578408" y="3249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7" name="pt17437"/>
            <p:cNvSpPr/>
            <p:nvPr/>
          </p:nvSpPr>
          <p:spPr>
            <a:xfrm>
              <a:off x="7422301" y="3271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8" name="pt17438"/>
            <p:cNvSpPr/>
            <p:nvPr/>
          </p:nvSpPr>
          <p:spPr>
            <a:xfrm>
              <a:off x="7473652" y="3307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39" name="pt17439"/>
            <p:cNvSpPr/>
            <p:nvPr/>
          </p:nvSpPr>
          <p:spPr>
            <a:xfrm>
              <a:off x="7523245" y="3265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0" name="pt17440"/>
            <p:cNvSpPr/>
            <p:nvPr/>
          </p:nvSpPr>
          <p:spPr>
            <a:xfrm>
              <a:off x="7393995" y="3234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1" name="pt17441"/>
            <p:cNvSpPr/>
            <p:nvPr/>
          </p:nvSpPr>
          <p:spPr>
            <a:xfrm>
              <a:off x="7439711" y="3297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2" name="pt17442"/>
            <p:cNvSpPr/>
            <p:nvPr/>
          </p:nvSpPr>
          <p:spPr>
            <a:xfrm>
              <a:off x="7428527" y="3339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3" name="pt17443"/>
            <p:cNvSpPr/>
            <p:nvPr/>
          </p:nvSpPr>
          <p:spPr>
            <a:xfrm>
              <a:off x="7393102" y="3264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4" name="pt17444"/>
            <p:cNvSpPr/>
            <p:nvPr/>
          </p:nvSpPr>
          <p:spPr>
            <a:xfrm>
              <a:off x="7514847" y="32725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5" name="pt17445"/>
            <p:cNvSpPr/>
            <p:nvPr/>
          </p:nvSpPr>
          <p:spPr>
            <a:xfrm>
              <a:off x="7542611" y="3273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6" name="pt17446"/>
            <p:cNvSpPr/>
            <p:nvPr/>
          </p:nvSpPr>
          <p:spPr>
            <a:xfrm>
              <a:off x="7437048" y="3269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7" name="pt17447"/>
            <p:cNvSpPr/>
            <p:nvPr/>
          </p:nvSpPr>
          <p:spPr>
            <a:xfrm>
              <a:off x="7392994" y="3240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8" name="pt17448"/>
            <p:cNvSpPr/>
            <p:nvPr/>
          </p:nvSpPr>
          <p:spPr>
            <a:xfrm>
              <a:off x="7497424" y="3282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49" name="pt17449"/>
            <p:cNvSpPr/>
            <p:nvPr/>
          </p:nvSpPr>
          <p:spPr>
            <a:xfrm>
              <a:off x="7590996" y="3268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0" name="pt17450"/>
            <p:cNvSpPr/>
            <p:nvPr/>
          </p:nvSpPr>
          <p:spPr>
            <a:xfrm>
              <a:off x="7484707" y="32542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1" name="pt17451"/>
            <p:cNvSpPr/>
            <p:nvPr/>
          </p:nvSpPr>
          <p:spPr>
            <a:xfrm>
              <a:off x="8367898" y="32443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2" name="pt17452"/>
            <p:cNvSpPr/>
            <p:nvPr/>
          </p:nvSpPr>
          <p:spPr>
            <a:xfrm>
              <a:off x="7498246" y="3272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3" name="pt17453"/>
            <p:cNvSpPr/>
            <p:nvPr/>
          </p:nvSpPr>
          <p:spPr>
            <a:xfrm>
              <a:off x="7509295" y="3266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4" name="pt17454"/>
            <p:cNvSpPr/>
            <p:nvPr/>
          </p:nvSpPr>
          <p:spPr>
            <a:xfrm>
              <a:off x="7697256" y="32579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5" name="pt17455"/>
            <p:cNvSpPr/>
            <p:nvPr/>
          </p:nvSpPr>
          <p:spPr>
            <a:xfrm>
              <a:off x="7459899" y="3334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6" name="pt17456"/>
            <p:cNvSpPr/>
            <p:nvPr/>
          </p:nvSpPr>
          <p:spPr>
            <a:xfrm>
              <a:off x="7289283" y="3309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7" name="pt17457"/>
            <p:cNvSpPr/>
            <p:nvPr/>
          </p:nvSpPr>
          <p:spPr>
            <a:xfrm>
              <a:off x="7491894" y="3284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8" name="pt17458"/>
            <p:cNvSpPr/>
            <p:nvPr/>
          </p:nvSpPr>
          <p:spPr>
            <a:xfrm>
              <a:off x="7528165" y="33106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59" name="pt17459"/>
            <p:cNvSpPr/>
            <p:nvPr/>
          </p:nvSpPr>
          <p:spPr>
            <a:xfrm>
              <a:off x="7468212" y="32737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0" name="pt17460"/>
            <p:cNvSpPr/>
            <p:nvPr/>
          </p:nvSpPr>
          <p:spPr>
            <a:xfrm>
              <a:off x="7483951" y="32655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1" name="pt17461"/>
            <p:cNvSpPr/>
            <p:nvPr/>
          </p:nvSpPr>
          <p:spPr>
            <a:xfrm>
              <a:off x="7420728" y="3281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2" name="pt17462"/>
            <p:cNvSpPr/>
            <p:nvPr/>
          </p:nvSpPr>
          <p:spPr>
            <a:xfrm>
              <a:off x="7740571" y="3306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3" name="pt17463"/>
            <p:cNvSpPr/>
            <p:nvPr/>
          </p:nvSpPr>
          <p:spPr>
            <a:xfrm>
              <a:off x="7453715" y="3244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4" name="pt17464"/>
            <p:cNvSpPr/>
            <p:nvPr/>
          </p:nvSpPr>
          <p:spPr>
            <a:xfrm>
              <a:off x="7223361" y="3303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5" name="pt17465"/>
            <p:cNvSpPr/>
            <p:nvPr/>
          </p:nvSpPr>
          <p:spPr>
            <a:xfrm>
              <a:off x="7444243" y="2861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6" name="pt17466"/>
            <p:cNvSpPr/>
            <p:nvPr/>
          </p:nvSpPr>
          <p:spPr>
            <a:xfrm>
              <a:off x="7498079" y="3307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7" name="pt17467"/>
            <p:cNvSpPr/>
            <p:nvPr/>
          </p:nvSpPr>
          <p:spPr>
            <a:xfrm>
              <a:off x="7556013" y="3264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8" name="pt17468"/>
            <p:cNvSpPr/>
            <p:nvPr/>
          </p:nvSpPr>
          <p:spPr>
            <a:xfrm>
              <a:off x="7622814" y="3266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69" name="pt17469"/>
            <p:cNvSpPr/>
            <p:nvPr/>
          </p:nvSpPr>
          <p:spPr>
            <a:xfrm>
              <a:off x="7155166" y="3250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0" name="pt17470"/>
            <p:cNvSpPr/>
            <p:nvPr/>
          </p:nvSpPr>
          <p:spPr>
            <a:xfrm>
              <a:off x="7285964" y="3229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1" name="pt17471"/>
            <p:cNvSpPr/>
            <p:nvPr/>
          </p:nvSpPr>
          <p:spPr>
            <a:xfrm>
              <a:off x="7467814" y="37004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2" name="pt17472"/>
            <p:cNvSpPr/>
            <p:nvPr/>
          </p:nvSpPr>
          <p:spPr>
            <a:xfrm>
              <a:off x="7441749" y="3299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3" name="pt17473"/>
            <p:cNvSpPr/>
            <p:nvPr/>
          </p:nvSpPr>
          <p:spPr>
            <a:xfrm>
              <a:off x="7508063" y="3316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4" name="pt17474"/>
            <p:cNvSpPr/>
            <p:nvPr/>
          </p:nvSpPr>
          <p:spPr>
            <a:xfrm>
              <a:off x="7338531" y="32580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5" name="pt17475"/>
            <p:cNvSpPr/>
            <p:nvPr/>
          </p:nvSpPr>
          <p:spPr>
            <a:xfrm>
              <a:off x="7593784" y="3273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6" name="pt17476"/>
            <p:cNvSpPr/>
            <p:nvPr/>
          </p:nvSpPr>
          <p:spPr>
            <a:xfrm>
              <a:off x="7439319" y="32456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7" name="pt17477"/>
            <p:cNvSpPr/>
            <p:nvPr/>
          </p:nvSpPr>
          <p:spPr>
            <a:xfrm>
              <a:off x="7516148" y="3263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8" name="pt17478"/>
            <p:cNvSpPr/>
            <p:nvPr/>
          </p:nvSpPr>
          <p:spPr>
            <a:xfrm>
              <a:off x="7502759" y="3267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79" name="pt17479"/>
            <p:cNvSpPr/>
            <p:nvPr/>
          </p:nvSpPr>
          <p:spPr>
            <a:xfrm>
              <a:off x="7619430" y="32506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0" name="pt17480"/>
            <p:cNvSpPr/>
            <p:nvPr/>
          </p:nvSpPr>
          <p:spPr>
            <a:xfrm>
              <a:off x="7494132" y="3296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1" name="pt17481"/>
            <p:cNvSpPr/>
            <p:nvPr/>
          </p:nvSpPr>
          <p:spPr>
            <a:xfrm>
              <a:off x="7448045" y="3282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2" name="pt17482"/>
            <p:cNvSpPr/>
            <p:nvPr/>
          </p:nvSpPr>
          <p:spPr>
            <a:xfrm>
              <a:off x="7438223" y="3276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3" name="pt17483"/>
            <p:cNvSpPr/>
            <p:nvPr/>
          </p:nvSpPr>
          <p:spPr>
            <a:xfrm>
              <a:off x="7554425" y="3273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4" name="pt17484"/>
            <p:cNvSpPr/>
            <p:nvPr/>
          </p:nvSpPr>
          <p:spPr>
            <a:xfrm>
              <a:off x="7522452" y="3275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5" name="pt17485"/>
            <p:cNvSpPr/>
            <p:nvPr/>
          </p:nvSpPr>
          <p:spPr>
            <a:xfrm>
              <a:off x="7428426" y="3291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6" name="pt17486"/>
            <p:cNvSpPr/>
            <p:nvPr/>
          </p:nvSpPr>
          <p:spPr>
            <a:xfrm>
              <a:off x="7550077" y="32597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7" name="pt17487"/>
            <p:cNvSpPr/>
            <p:nvPr/>
          </p:nvSpPr>
          <p:spPr>
            <a:xfrm>
              <a:off x="7519150" y="32739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8" name="pt17488"/>
            <p:cNvSpPr/>
            <p:nvPr/>
          </p:nvSpPr>
          <p:spPr>
            <a:xfrm>
              <a:off x="7393855" y="32786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89" name="pt17489"/>
            <p:cNvSpPr/>
            <p:nvPr/>
          </p:nvSpPr>
          <p:spPr>
            <a:xfrm>
              <a:off x="7625867" y="3275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0" name="pt17490"/>
            <p:cNvSpPr/>
            <p:nvPr/>
          </p:nvSpPr>
          <p:spPr>
            <a:xfrm>
              <a:off x="7538024" y="3265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1" name="pt17491"/>
            <p:cNvSpPr/>
            <p:nvPr/>
          </p:nvSpPr>
          <p:spPr>
            <a:xfrm>
              <a:off x="7578463" y="3295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2" name="pt17492"/>
            <p:cNvSpPr/>
            <p:nvPr/>
          </p:nvSpPr>
          <p:spPr>
            <a:xfrm>
              <a:off x="7614320" y="33034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3" name="pt17493"/>
            <p:cNvSpPr/>
            <p:nvPr/>
          </p:nvSpPr>
          <p:spPr>
            <a:xfrm>
              <a:off x="7432371" y="31613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4" name="pt17494"/>
            <p:cNvSpPr/>
            <p:nvPr/>
          </p:nvSpPr>
          <p:spPr>
            <a:xfrm>
              <a:off x="7402166" y="3267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5" name="pt17495"/>
            <p:cNvSpPr/>
            <p:nvPr/>
          </p:nvSpPr>
          <p:spPr>
            <a:xfrm>
              <a:off x="7338972" y="3273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6" name="pt17496"/>
            <p:cNvSpPr/>
            <p:nvPr/>
          </p:nvSpPr>
          <p:spPr>
            <a:xfrm>
              <a:off x="7375725" y="3280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7" name="pt17497"/>
            <p:cNvSpPr/>
            <p:nvPr/>
          </p:nvSpPr>
          <p:spPr>
            <a:xfrm>
              <a:off x="7369249" y="32703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8" name="pt17498"/>
            <p:cNvSpPr/>
            <p:nvPr/>
          </p:nvSpPr>
          <p:spPr>
            <a:xfrm>
              <a:off x="7547812" y="3262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499" name="pt17499"/>
            <p:cNvSpPr/>
            <p:nvPr/>
          </p:nvSpPr>
          <p:spPr>
            <a:xfrm>
              <a:off x="7807575" y="3264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0" name="pt17500"/>
            <p:cNvSpPr/>
            <p:nvPr/>
          </p:nvSpPr>
          <p:spPr>
            <a:xfrm>
              <a:off x="7562579" y="31991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1" name="pt17501"/>
            <p:cNvSpPr/>
            <p:nvPr/>
          </p:nvSpPr>
          <p:spPr>
            <a:xfrm>
              <a:off x="7519118" y="32504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2" name="pt17502"/>
            <p:cNvSpPr/>
            <p:nvPr/>
          </p:nvSpPr>
          <p:spPr>
            <a:xfrm>
              <a:off x="7358977" y="3276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3" name="pt17503"/>
            <p:cNvSpPr/>
            <p:nvPr/>
          </p:nvSpPr>
          <p:spPr>
            <a:xfrm>
              <a:off x="7326928" y="32509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4" name="pt17504"/>
            <p:cNvSpPr/>
            <p:nvPr/>
          </p:nvSpPr>
          <p:spPr>
            <a:xfrm>
              <a:off x="7390319" y="32291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5" name="pt17505"/>
            <p:cNvSpPr/>
            <p:nvPr/>
          </p:nvSpPr>
          <p:spPr>
            <a:xfrm>
              <a:off x="7563665" y="33193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6" name="pt17506"/>
            <p:cNvSpPr/>
            <p:nvPr/>
          </p:nvSpPr>
          <p:spPr>
            <a:xfrm>
              <a:off x="7506645" y="3320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7" name="pt17507"/>
            <p:cNvSpPr/>
            <p:nvPr/>
          </p:nvSpPr>
          <p:spPr>
            <a:xfrm>
              <a:off x="7554214" y="3262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8" name="pt17508"/>
            <p:cNvSpPr/>
            <p:nvPr/>
          </p:nvSpPr>
          <p:spPr>
            <a:xfrm>
              <a:off x="7482730" y="32539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09" name="pt17509"/>
            <p:cNvSpPr/>
            <p:nvPr/>
          </p:nvSpPr>
          <p:spPr>
            <a:xfrm>
              <a:off x="7516996" y="3261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0" name="pt17510"/>
            <p:cNvSpPr/>
            <p:nvPr/>
          </p:nvSpPr>
          <p:spPr>
            <a:xfrm>
              <a:off x="7374192" y="33013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1" name="pt17511"/>
            <p:cNvSpPr/>
            <p:nvPr/>
          </p:nvSpPr>
          <p:spPr>
            <a:xfrm>
              <a:off x="7588674" y="3268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2" name="pt17512"/>
            <p:cNvSpPr/>
            <p:nvPr/>
          </p:nvSpPr>
          <p:spPr>
            <a:xfrm>
              <a:off x="7436182" y="3268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3" name="pt17513"/>
            <p:cNvSpPr/>
            <p:nvPr/>
          </p:nvSpPr>
          <p:spPr>
            <a:xfrm>
              <a:off x="7439409" y="3303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4" name="pt17514"/>
            <p:cNvSpPr/>
            <p:nvPr/>
          </p:nvSpPr>
          <p:spPr>
            <a:xfrm>
              <a:off x="7525263" y="3321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5" name="pt17515"/>
            <p:cNvSpPr/>
            <p:nvPr/>
          </p:nvSpPr>
          <p:spPr>
            <a:xfrm>
              <a:off x="7238236" y="3279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6" name="pt17516"/>
            <p:cNvSpPr/>
            <p:nvPr/>
          </p:nvSpPr>
          <p:spPr>
            <a:xfrm>
              <a:off x="7447540" y="3229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7" name="pt17517"/>
            <p:cNvSpPr/>
            <p:nvPr/>
          </p:nvSpPr>
          <p:spPr>
            <a:xfrm>
              <a:off x="7342790" y="3272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8" name="pt17518"/>
            <p:cNvSpPr/>
            <p:nvPr/>
          </p:nvSpPr>
          <p:spPr>
            <a:xfrm>
              <a:off x="7717621" y="3285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19" name="pt17519"/>
            <p:cNvSpPr/>
            <p:nvPr/>
          </p:nvSpPr>
          <p:spPr>
            <a:xfrm>
              <a:off x="7540560" y="32155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0" name="pt17520"/>
            <p:cNvSpPr/>
            <p:nvPr/>
          </p:nvSpPr>
          <p:spPr>
            <a:xfrm>
              <a:off x="7774700" y="3304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1" name="pt17521"/>
            <p:cNvSpPr/>
            <p:nvPr/>
          </p:nvSpPr>
          <p:spPr>
            <a:xfrm>
              <a:off x="7501341" y="3247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2" name="pt17522"/>
            <p:cNvSpPr/>
            <p:nvPr/>
          </p:nvSpPr>
          <p:spPr>
            <a:xfrm>
              <a:off x="7313541" y="3389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3" name="pt17523"/>
            <p:cNvSpPr/>
            <p:nvPr/>
          </p:nvSpPr>
          <p:spPr>
            <a:xfrm>
              <a:off x="7440559" y="3321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4" name="pt17524"/>
            <p:cNvSpPr/>
            <p:nvPr/>
          </p:nvSpPr>
          <p:spPr>
            <a:xfrm>
              <a:off x="7680126" y="32787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5" name="pt17525"/>
            <p:cNvSpPr/>
            <p:nvPr/>
          </p:nvSpPr>
          <p:spPr>
            <a:xfrm>
              <a:off x="7504786" y="3245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6" name="pt17526"/>
            <p:cNvSpPr/>
            <p:nvPr/>
          </p:nvSpPr>
          <p:spPr>
            <a:xfrm>
              <a:off x="7672818" y="32968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7" name="pt17527"/>
            <p:cNvSpPr/>
            <p:nvPr/>
          </p:nvSpPr>
          <p:spPr>
            <a:xfrm>
              <a:off x="7374067" y="3274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8" name="pt17528"/>
            <p:cNvSpPr/>
            <p:nvPr/>
          </p:nvSpPr>
          <p:spPr>
            <a:xfrm>
              <a:off x="7233841" y="3218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29" name="pt17529"/>
            <p:cNvSpPr/>
            <p:nvPr/>
          </p:nvSpPr>
          <p:spPr>
            <a:xfrm>
              <a:off x="7405906" y="3252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0" name="pt17530"/>
            <p:cNvSpPr/>
            <p:nvPr/>
          </p:nvSpPr>
          <p:spPr>
            <a:xfrm>
              <a:off x="7407597" y="3257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1" name="pt17531"/>
            <p:cNvSpPr/>
            <p:nvPr/>
          </p:nvSpPr>
          <p:spPr>
            <a:xfrm>
              <a:off x="7401216" y="32219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2" name="pt17532"/>
            <p:cNvSpPr/>
            <p:nvPr/>
          </p:nvSpPr>
          <p:spPr>
            <a:xfrm>
              <a:off x="7512325" y="3275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3" name="pt17533"/>
            <p:cNvSpPr/>
            <p:nvPr/>
          </p:nvSpPr>
          <p:spPr>
            <a:xfrm>
              <a:off x="7489475" y="3235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4" name="pt17534"/>
            <p:cNvSpPr/>
            <p:nvPr/>
          </p:nvSpPr>
          <p:spPr>
            <a:xfrm>
              <a:off x="7502618" y="3285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5" name="pt17535"/>
            <p:cNvSpPr/>
            <p:nvPr/>
          </p:nvSpPr>
          <p:spPr>
            <a:xfrm>
              <a:off x="7530639" y="3266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6" name="pt17536"/>
            <p:cNvSpPr/>
            <p:nvPr/>
          </p:nvSpPr>
          <p:spPr>
            <a:xfrm>
              <a:off x="7474630" y="3224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7" name="pt17537"/>
            <p:cNvSpPr/>
            <p:nvPr/>
          </p:nvSpPr>
          <p:spPr>
            <a:xfrm>
              <a:off x="7598534" y="33997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8" name="pt17538"/>
            <p:cNvSpPr/>
            <p:nvPr/>
          </p:nvSpPr>
          <p:spPr>
            <a:xfrm>
              <a:off x="7487234" y="32484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39" name="pt17539"/>
            <p:cNvSpPr/>
            <p:nvPr/>
          </p:nvSpPr>
          <p:spPr>
            <a:xfrm>
              <a:off x="7412711" y="3240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0" name="pt17540"/>
            <p:cNvSpPr/>
            <p:nvPr/>
          </p:nvSpPr>
          <p:spPr>
            <a:xfrm>
              <a:off x="7613287" y="32538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1" name="pt17541"/>
            <p:cNvSpPr/>
            <p:nvPr/>
          </p:nvSpPr>
          <p:spPr>
            <a:xfrm>
              <a:off x="7402295" y="3244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2" name="pt17542"/>
            <p:cNvSpPr/>
            <p:nvPr/>
          </p:nvSpPr>
          <p:spPr>
            <a:xfrm>
              <a:off x="7416524" y="3251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3" name="pt17543"/>
            <p:cNvSpPr/>
            <p:nvPr/>
          </p:nvSpPr>
          <p:spPr>
            <a:xfrm>
              <a:off x="7543086" y="3306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4" name="pt17544"/>
            <p:cNvSpPr/>
            <p:nvPr/>
          </p:nvSpPr>
          <p:spPr>
            <a:xfrm>
              <a:off x="8283885" y="3273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5" name="pt17545"/>
            <p:cNvSpPr/>
            <p:nvPr/>
          </p:nvSpPr>
          <p:spPr>
            <a:xfrm>
              <a:off x="7484041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6" name="pt17546"/>
            <p:cNvSpPr/>
            <p:nvPr/>
          </p:nvSpPr>
          <p:spPr>
            <a:xfrm>
              <a:off x="7457087" y="32648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7" name="pt17547"/>
            <p:cNvSpPr/>
            <p:nvPr/>
          </p:nvSpPr>
          <p:spPr>
            <a:xfrm>
              <a:off x="7602738" y="3280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8" name="pt17548"/>
            <p:cNvSpPr/>
            <p:nvPr/>
          </p:nvSpPr>
          <p:spPr>
            <a:xfrm>
              <a:off x="7694306" y="3256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49" name="pt17549"/>
            <p:cNvSpPr/>
            <p:nvPr/>
          </p:nvSpPr>
          <p:spPr>
            <a:xfrm>
              <a:off x="7623681" y="3283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0" name="pt17550"/>
            <p:cNvSpPr/>
            <p:nvPr/>
          </p:nvSpPr>
          <p:spPr>
            <a:xfrm>
              <a:off x="7664144" y="3298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1" name="pt17551"/>
            <p:cNvSpPr/>
            <p:nvPr/>
          </p:nvSpPr>
          <p:spPr>
            <a:xfrm>
              <a:off x="7582663" y="32482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2" name="pt17552"/>
            <p:cNvSpPr/>
            <p:nvPr/>
          </p:nvSpPr>
          <p:spPr>
            <a:xfrm>
              <a:off x="7614823" y="3277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3" name="pt17553"/>
            <p:cNvSpPr/>
            <p:nvPr/>
          </p:nvSpPr>
          <p:spPr>
            <a:xfrm>
              <a:off x="7601025" y="3223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4" name="pt17554"/>
            <p:cNvSpPr/>
            <p:nvPr/>
          </p:nvSpPr>
          <p:spPr>
            <a:xfrm>
              <a:off x="7651478" y="32225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5" name="pt17555"/>
            <p:cNvSpPr/>
            <p:nvPr/>
          </p:nvSpPr>
          <p:spPr>
            <a:xfrm>
              <a:off x="7480666" y="3337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6" name="pt17556"/>
            <p:cNvSpPr/>
            <p:nvPr/>
          </p:nvSpPr>
          <p:spPr>
            <a:xfrm>
              <a:off x="7463431" y="3262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7" name="pt17557"/>
            <p:cNvSpPr/>
            <p:nvPr/>
          </p:nvSpPr>
          <p:spPr>
            <a:xfrm>
              <a:off x="7598224" y="3264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8" name="pt17558"/>
            <p:cNvSpPr/>
            <p:nvPr/>
          </p:nvSpPr>
          <p:spPr>
            <a:xfrm>
              <a:off x="7372956" y="32748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59" name="pt17559"/>
            <p:cNvSpPr/>
            <p:nvPr/>
          </p:nvSpPr>
          <p:spPr>
            <a:xfrm>
              <a:off x="7473370" y="3304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0" name="pt17560"/>
            <p:cNvSpPr/>
            <p:nvPr/>
          </p:nvSpPr>
          <p:spPr>
            <a:xfrm>
              <a:off x="7641677" y="32527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1" name="pt17561"/>
            <p:cNvSpPr/>
            <p:nvPr/>
          </p:nvSpPr>
          <p:spPr>
            <a:xfrm>
              <a:off x="7473897" y="3316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2" name="pt17562"/>
            <p:cNvSpPr/>
            <p:nvPr/>
          </p:nvSpPr>
          <p:spPr>
            <a:xfrm>
              <a:off x="7488569" y="3289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3" name="pt17563"/>
            <p:cNvSpPr/>
            <p:nvPr/>
          </p:nvSpPr>
          <p:spPr>
            <a:xfrm>
              <a:off x="7493754" y="3276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4" name="pt17564"/>
            <p:cNvSpPr/>
            <p:nvPr/>
          </p:nvSpPr>
          <p:spPr>
            <a:xfrm>
              <a:off x="7585822" y="3291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5" name="pt17565"/>
            <p:cNvSpPr/>
            <p:nvPr/>
          </p:nvSpPr>
          <p:spPr>
            <a:xfrm>
              <a:off x="7717515" y="3271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6" name="pt17566"/>
            <p:cNvSpPr/>
            <p:nvPr/>
          </p:nvSpPr>
          <p:spPr>
            <a:xfrm>
              <a:off x="7456229" y="3288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7" name="pt17567"/>
            <p:cNvSpPr/>
            <p:nvPr/>
          </p:nvSpPr>
          <p:spPr>
            <a:xfrm>
              <a:off x="7437840" y="3251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8" name="pt17568"/>
            <p:cNvSpPr/>
            <p:nvPr/>
          </p:nvSpPr>
          <p:spPr>
            <a:xfrm>
              <a:off x="7494701" y="3260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69" name="pt17569"/>
            <p:cNvSpPr/>
            <p:nvPr/>
          </p:nvSpPr>
          <p:spPr>
            <a:xfrm>
              <a:off x="7617925" y="3274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0" name="pt17570"/>
            <p:cNvSpPr/>
            <p:nvPr/>
          </p:nvSpPr>
          <p:spPr>
            <a:xfrm>
              <a:off x="7653214" y="3261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1" name="pt17571"/>
            <p:cNvSpPr/>
            <p:nvPr/>
          </p:nvSpPr>
          <p:spPr>
            <a:xfrm>
              <a:off x="7485006" y="3356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2" name="pt17572"/>
            <p:cNvSpPr/>
            <p:nvPr/>
          </p:nvSpPr>
          <p:spPr>
            <a:xfrm>
              <a:off x="7611988" y="3041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3" name="pt17573"/>
            <p:cNvSpPr/>
            <p:nvPr/>
          </p:nvSpPr>
          <p:spPr>
            <a:xfrm>
              <a:off x="7552153" y="3281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4" name="pt17574"/>
            <p:cNvSpPr/>
            <p:nvPr/>
          </p:nvSpPr>
          <p:spPr>
            <a:xfrm>
              <a:off x="7481420" y="3294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5" name="pt17575"/>
            <p:cNvSpPr/>
            <p:nvPr/>
          </p:nvSpPr>
          <p:spPr>
            <a:xfrm>
              <a:off x="7809760" y="3258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6" name="pt17576"/>
            <p:cNvSpPr/>
            <p:nvPr/>
          </p:nvSpPr>
          <p:spPr>
            <a:xfrm>
              <a:off x="7348225" y="3255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7" name="pt17577"/>
            <p:cNvSpPr/>
            <p:nvPr/>
          </p:nvSpPr>
          <p:spPr>
            <a:xfrm>
              <a:off x="7379554" y="32654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8" name="pt17578"/>
            <p:cNvSpPr/>
            <p:nvPr/>
          </p:nvSpPr>
          <p:spPr>
            <a:xfrm>
              <a:off x="7536944" y="3276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79" name="pt17579"/>
            <p:cNvSpPr/>
            <p:nvPr/>
          </p:nvSpPr>
          <p:spPr>
            <a:xfrm>
              <a:off x="7370026" y="3253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0" name="pt17580"/>
            <p:cNvSpPr/>
            <p:nvPr/>
          </p:nvSpPr>
          <p:spPr>
            <a:xfrm>
              <a:off x="7480735" y="3279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1" name="pt17581"/>
            <p:cNvSpPr/>
            <p:nvPr/>
          </p:nvSpPr>
          <p:spPr>
            <a:xfrm>
              <a:off x="7357571" y="3307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2" name="pt17582"/>
            <p:cNvSpPr/>
            <p:nvPr/>
          </p:nvSpPr>
          <p:spPr>
            <a:xfrm>
              <a:off x="7420528" y="3316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3" name="pt17583"/>
            <p:cNvSpPr/>
            <p:nvPr/>
          </p:nvSpPr>
          <p:spPr>
            <a:xfrm>
              <a:off x="7498163" y="3291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4" name="pt17584"/>
            <p:cNvSpPr/>
            <p:nvPr/>
          </p:nvSpPr>
          <p:spPr>
            <a:xfrm>
              <a:off x="7462243" y="3298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5" name="pt17585"/>
            <p:cNvSpPr/>
            <p:nvPr/>
          </p:nvSpPr>
          <p:spPr>
            <a:xfrm>
              <a:off x="7347966" y="3265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6" name="pt17586"/>
            <p:cNvSpPr/>
            <p:nvPr/>
          </p:nvSpPr>
          <p:spPr>
            <a:xfrm>
              <a:off x="7710650" y="3303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7" name="pt17587"/>
            <p:cNvSpPr/>
            <p:nvPr/>
          </p:nvSpPr>
          <p:spPr>
            <a:xfrm>
              <a:off x="7381981" y="3266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8" name="pt17588"/>
            <p:cNvSpPr/>
            <p:nvPr/>
          </p:nvSpPr>
          <p:spPr>
            <a:xfrm>
              <a:off x="7179755" y="3242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89" name="pt17589"/>
            <p:cNvSpPr/>
            <p:nvPr/>
          </p:nvSpPr>
          <p:spPr>
            <a:xfrm>
              <a:off x="7385511" y="3266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0" name="pt17590"/>
            <p:cNvSpPr/>
            <p:nvPr/>
          </p:nvSpPr>
          <p:spPr>
            <a:xfrm>
              <a:off x="7411276" y="3282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1" name="pt17591"/>
            <p:cNvSpPr/>
            <p:nvPr/>
          </p:nvSpPr>
          <p:spPr>
            <a:xfrm>
              <a:off x="7543629" y="3757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2" name="pt17592"/>
            <p:cNvSpPr/>
            <p:nvPr/>
          </p:nvSpPr>
          <p:spPr>
            <a:xfrm>
              <a:off x="7425724" y="32346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3" name="pt17593"/>
            <p:cNvSpPr/>
            <p:nvPr/>
          </p:nvSpPr>
          <p:spPr>
            <a:xfrm>
              <a:off x="7343811" y="3289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4" name="pt17594"/>
            <p:cNvSpPr/>
            <p:nvPr/>
          </p:nvSpPr>
          <p:spPr>
            <a:xfrm>
              <a:off x="7549873" y="3263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5" name="pt17595"/>
            <p:cNvSpPr/>
            <p:nvPr/>
          </p:nvSpPr>
          <p:spPr>
            <a:xfrm>
              <a:off x="7594179" y="3314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6" name="pt17596"/>
            <p:cNvSpPr/>
            <p:nvPr/>
          </p:nvSpPr>
          <p:spPr>
            <a:xfrm>
              <a:off x="7659836" y="3285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7" name="pt17597"/>
            <p:cNvSpPr/>
            <p:nvPr/>
          </p:nvSpPr>
          <p:spPr>
            <a:xfrm>
              <a:off x="7560545" y="3272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8" name="pt17598"/>
            <p:cNvSpPr/>
            <p:nvPr/>
          </p:nvSpPr>
          <p:spPr>
            <a:xfrm>
              <a:off x="7503233" y="3283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599" name="pt17599"/>
            <p:cNvSpPr/>
            <p:nvPr/>
          </p:nvSpPr>
          <p:spPr>
            <a:xfrm>
              <a:off x="7541986" y="3319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0" name="pt17600"/>
            <p:cNvSpPr/>
            <p:nvPr/>
          </p:nvSpPr>
          <p:spPr>
            <a:xfrm>
              <a:off x="7507500" y="3298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1" name="pt17601"/>
            <p:cNvSpPr/>
            <p:nvPr/>
          </p:nvSpPr>
          <p:spPr>
            <a:xfrm>
              <a:off x="7577223" y="3252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2" name="pt17602"/>
            <p:cNvSpPr/>
            <p:nvPr/>
          </p:nvSpPr>
          <p:spPr>
            <a:xfrm>
              <a:off x="7495318" y="3285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3" name="pt17603"/>
            <p:cNvSpPr/>
            <p:nvPr/>
          </p:nvSpPr>
          <p:spPr>
            <a:xfrm>
              <a:off x="7598189" y="3270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4" name="pt17604"/>
            <p:cNvSpPr/>
            <p:nvPr/>
          </p:nvSpPr>
          <p:spPr>
            <a:xfrm>
              <a:off x="7453679" y="32942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5" name="pt17605"/>
            <p:cNvSpPr/>
            <p:nvPr/>
          </p:nvSpPr>
          <p:spPr>
            <a:xfrm>
              <a:off x="7575913" y="3287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6" name="pt17606"/>
            <p:cNvSpPr/>
            <p:nvPr/>
          </p:nvSpPr>
          <p:spPr>
            <a:xfrm>
              <a:off x="7359781" y="3185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7" name="pt17607"/>
            <p:cNvSpPr/>
            <p:nvPr/>
          </p:nvSpPr>
          <p:spPr>
            <a:xfrm>
              <a:off x="7386030" y="3243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8" name="pt17608"/>
            <p:cNvSpPr/>
            <p:nvPr/>
          </p:nvSpPr>
          <p:spPr>
            <a:xfrm>
              <a:off x="7325165" y="3268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09" name="pt17609"/>
            <p:cNvSpPr/>
            <p:nvPr/>
          </p:nvSpPr>
          <p:spPr>
            <a:xfrm>
              <a:off x="8196057" y="32299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0" name="pt17610"/>
            <p:cNvSpPr/>
            <p:nvPr/>
          </p:nvSpPr>
          <p:spPr>
            <a:xfrm>
              <a:off x="7612740" y="32288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1" name="pt17611"/>
            <p:cNvSpPr/>
            <p:nvPr/>
          </p:nvSpPr>
          <p:spPr>
            <a:xfrm>
              <a:off x="7449760" y="3206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2" name="pt17612"/>
            <p:cNvSpPr/>
            <p:nvPr/>
          </p:nvSpPr>
          <p:spPr>
            <a:xfrm>
              <a:off x="7305549" y="32597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3" name="pt17613"/>
            <p:cNvSpPr/>
            <p:nvPr/>
          </p:nvSpPr>
          <p:spPr>
            <a:xfrm>
              <a:off x="7423605" y="3298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4" name="pt17614"/>
            <p:cNvSpPr/>
            <p:nvPr/>
          </p:nvSpPr>
          <p:spPr>
            <a:xfrm>
              <a:off x="7489723" y="3274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5" name="pt17615"/>
            <p:cNvSpPr/>
            <p:nvPr/>
          </p:nvSpPr>
          <p:spPr>
            <a:xfrm>
              <a:off x="7436615" y="3292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6" name="pt17616"/>
            <p:cNvSpPr/>
            <p:nvPr/>
          </p:nvSpPr>
          <p:spPr>
            <a:xfrm>
              <a:off x="7493160" y="3219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7" name="pt17617"/>
            <p:cNvSpPr/>
            <p:nvPr/>
          </p:nvSpPr>
          <p:spPr>
            <a:xfrm>
              <a:off x="7574008" y="3247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8" name="pt17618"/>
            <p:cNvSpPr/>
            <p:nvPr/>
          </p:nvSpPr>
          <p:spPr>
            <a:xfrm>
              <a:off x="7405586" y="3303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19" name="pt17619"/>
            <p:cNvSpPr/>
            <p:nvPr/>
          </p:nvSpPr>
          <p:spPr>
            <a:xfrm>
              <a:off x="7544177" y="3330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0" name="pt17620"/>
            <p:cNvSpPr/>
            <p:nvPr/>
          </p:nvSpPr>
          <p:spPr>
            <a:xfrm>
              <a:off x="7439073" y="32165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1" name="pt17621"/>
            <p:cNvSpPr/>
            <p:nvPr/>
          </p:nvSpPr>
          <p:spPr>
            <a:xfrm>
              <a:off x="7541762" y="3298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2" name="pt17622"/>
            <p:cNvSpPr/>
            <p:nvPr/>
          </p:nvSpPr>
          <p:spPr>
            <a:xfrm>
              <a:off x="7288030" y="32964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3" name="pt17623"/>
            <p:cNvSpPr/>
            <p:nvPr/>
          </p:nvSpPr>
          <p:spPr>
            <a:xfrm>
              <a:off x="7457861" y="3276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4" name="pt17624"/>
            <p:cNvSpPr/>
            <p:nvPr/>
          </p:nvSpPr>
          <p:spPr>
            <a:xfrm>
              <a:off x="7594765" y="32461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5" name="pt17625"/>
            <p:cNvSpPr/>
            <p:nvPr/>
          </p:nvSpPr>
          <p:spPr>
            <a:xfrm>
              <a:off x="7523362" y="3283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6" name="pt17626"/>
            <p:cNvSpPr/>
            <p:nvPr/>
          </p:nvSpPr>
          <p:spPr>
            <a:xfrm>
              <a:off x="7255299" y="3250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7" name="pt17627"/>
            <p:cNvSpPr/>
            <p:nvPr/>
          </p:nvSpPr>
          <p:spPr>
            <a:xfrm>
              <a:off x="7516010" y="3304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8" name="pt17628"/>
            <p:cNvSpPr/>
            <p:nvPr/>
          </p:nvSpPr>
          <p:spPr>
            <a:xfrm>
              <a:off x="7581803" y="3278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29" name="pt17629"/>
            <p:cNvSpPr/>
            <p:nvPr/>
          </p:nvSpPr>
          <p:spPr>
            <a:xfrm>
              <a:off x="7438889" y="3251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0" name="pt17630"/>
            <p:cNvSpPr/>
            <p:nvPr/>
          </p:nvSpPr>
          <p:spPr>
            <a:xfrm>
              <a:off x="7417540" y="3267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1" name="pt17631"/>
            <p:cNvSpPr/>
            <p:nvPr/>
          </p:nvSpPr>
          <p:spPr>
            <a:xfrm>
              <a:off x="7388730" y="3270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2" name="pt17632"/>
            <p:cNvSpPr/>
            <p:nvPr/>
          </p:nvSpPr>
          <p:spPr>
            <a:xfrm>
              <a:off x="7504064" y="3287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3" name="pt17633"/>
            <p:cNvSpPr/>
            <p:nvPr/>
          </p:nvSpPr>
          <p:spPr>
            <a:xfrm>
              <a:off x="7463371" y="32670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4" name="pt17634"/>
            <p:cNvSpPr/>
            <p:nvPr/>
          </p:nvSpPr>
          <p:spPr>
            <a:xfrm>
              <a:off x="7434350" y="2806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5" name="pt17635"/>
            <p:cNvSpPr/>
            <p:nvPr/>
          </p:nvSpPr>
          <p:spPr>
            <a:xfrm>
              <a:off x="7471143" y="33052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6" name="pt17636"/>
            <p:cNvSpPr/>
            <p:nvPr/>
          </p:nvSpPr>
          <p:spPr>
            <a:xfrm>
              <a:off x="7406522" y="32986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7" name="pt17637"/>
            <p:cNvSpPr/>
            <p:nvPr/>
          </p:nvSpPr>
          <p:spPr>
            <a:xfrm>
              <a:off x="7566497" y="3300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8" name="pt17638"/>
            <p:cNvSpPr/>
            <p:nvPr/>
          </p:nvSpPr>
          <p:spPr>
            <a:xfrm>
              <a:off x="7345149" y="31842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39" name="pt17639"/>
            <p:cNvSpPr/>
            <p:nvPr/>
          </p:nvSpPr>
          <p:spPr>
            <a:xfrm>
              <a:off x="7547812" y="3264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0" name="pt17640"/>
            <p:cNvSpPr/>
            <p:nvPr/>
          </p:nvSpPr>
          <p:spPr>
            <a:xfrm>
              <a:off x="7287089" y="3221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1" name="pt17641"/>
            <p:cNvSpPr/>
            <p:nvPr/>
          </p:nvSpPr>
          <p:spPr>
            <a:xfrm>
              <a:off x="7447856" y="3160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2" name="pt17642"/>
            <p:cNvSpPr/>
            <p:nvPr/>
          </p:nvSpPr>
          <p:spPr>
            <a:xfrm>
              <a:off x="7382504" y="3192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3" name="pt17643"/>
            <p:cNvSpPr/>
            <p:nvPr/>
          </p:nvSpPr>
          <p:spPr>
            <a:xfrm>
              <a:off x="7537439" y="3284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4" name="pt17644"/>
            <p:cNvSpPr/>
            <p:nvPr/>
          </p:nvSpPr>
          <p:spPr>
            <a:xfrm>
              <a:off x="7508061" y="3305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5" name="pt17645"/>
            <p:cNvSpPr/>
            <p:nvPr/>
          </p:nvSpPr>
          <p:spPr>
            <a:xfrm>
              <a:off x="7405284" y="3277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6" name="pt17646"/>
            <p:cNvSpPr/>
            <p:nvPr/>
          </p:nvSpPr>
          <p:spPr>
            <a:xfrm>
              <a:off x="7623513" y="3279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7" name="pt17647"/>
            <p:cNvSpPr/>
            <p:nvPr/>
          </p:nvSpPr>
          <p:spPr>
            <a:xfrm>
              <a:off x="7467589" y="3268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8" name="pt17648"/>
            <p:cNvSpPr/>
            <p:nvPr/>
          </p:nvSpPr>
          <p:spPr>
            <a:xfrm>
              <a:off x="7599724" y="3298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49" name="pt17649"/>
            <p:cNvSpPr/>
            <p:nvPr/>
          </p:nvSpPr>
          <p:spPr>
            <a:xfrm>
              <a:off x="7548092" y="3256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0" name="pt17650"/>
            <p:cNvSpPr/>
            <p:nvPr/>
          </p:nvSpPr>
          <p:spPr>
            <a:xfrm>
              <a:off x="7474015" y="3305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1" name="pt17651"/>
            <p:cNvSpPr/>
            <p:nvPr/>
          </p:nvSpPr>
          <p:spPr>
            <a:xfrm>
              <a:off x="7282053" y="3234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2" name="pt17652"/>
            <p:cNvSpPr/>
            <p:nvPr/>
          </p:nvSpPr>
          <p:spPr>
            <a:xfrm>
              <a:off x="7430823" y="3269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3" name="pt17653"/>
            <p:cNvSpPr/>
            <p:nvPr/>
          </p:nvSpPr>
          <p:spPr>
            <a:xfrm>
              <a:off x="7344574" y="32561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4" name="pt17654"/>
            <p:cNvSpPr/>
            <p:nvPr/>
          </p:nvSpPr>
          <p:spPr>
            <a:xfrm>
              <a:off x="7309421" y="3256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5" name="pt17655"/>
            <p:cNvSpPr/>
            <p:nvPr/>
          </p:nvSpPr>
          <p:spPr>
            <a:xfrm>
              <a:off x="7571306" y="3222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6" name="pt17656"/>
            <p:cNvSpPr/>
            <p:nvPr/>
          </p:nvSpPr>
          <p:spPr>
            <a:xfrm>
              <a:off x="7301107" y="3270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7" name="pt17657"/>
            <p:cNvSpPr/>
            <p:nvPr/>
          </p:nvSpPr>
          <p:spPr>
            <a:xfrm>
              <a:off x="7502611" y="3234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8" name="pt17658"/>
            <p:cNvSpPr/>
            <p:nvPr/>
          </p:nvSpPr>
          <p:spPr>
            <a:xfrm>
              <a:off x="7666179" y="3265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59" name="pt17659"/>
            <p:cNvSpPr/>
            <p:nvPr/>
          </p:nvSpPr>
          <p:spPr>
            <a:xfrm>
              <a:off x="7478465" y="32819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0" name="pt17660"/>
            <p:cNvSpPr/>
            <p:nvPr/>
          </p:nvSpPr>
          <p:spPr>
            <a:xfrm>
              <a:off x="7638012" y="3254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1" name="pt17661"/>
            <p:cNvSpPr/>
            <p:nvPr/>
          </p:nvSpPr>
          <p:spPr>
            <a:xfrm>
              <a:off x="7487359" y="3267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2" name="pt17662"/>
            <p:cNvSpPr/>
            <p:nvPr/>
          </p:nvSpPr>
          <p:spPr>
            <a:xfrm>
              <a:off x="7479358" y="3536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3" name="pt17663"/>
            <p:cNvSpPr/>
            <p:nvPr/>
          </p:nvSpPr>
          <p:spPr>
            <a:xfrm>
              <a:off x="7520469" y="3295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4" name="pt17664"/>
            <p:cNvSpPr/>
            <p:nvPr/>
          </p:nvSpPr>
          <p:spPr>
            <a:xfrm>
              <a:off x="7682051" y="3297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5" name="pt17665"/>
            <p:cNvSpPr/>
            <p:nvPr/>
          </p:nvSpPr>
          <p:spPr>
            <a:xfrm>
              <a:off x="7424859" y="3251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6" name="pt17666"/>
            <p:cNvSpPr/>
            <p:nvPr/>
          </p:nvSpPr>
          <p:spPr>
            <a:xfrm>
              <a:off x="7527820" y="32733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7" name="pt17667"/>
            <p:cNvSpPr/>
            <p:nvPr/>
          </p:nvSpPr>
          <p:spPr>
            <a:xfrm>
              <a:off x="7504792" y="33706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8" name="pt17668"/>
            <p:cNvSpPr/>
            <p:nvPr/>
          </p:nvSpPr>
          <p:spPr>
            <a:xfrm>
              <a:off x="7472914" y="3131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69" name="pt17669"/>
            <p:cNvSpPr/>
            <p:nvPr/>
          </p:nvSpPr>
          <p:spPr>
            <a:xfrm>
              <a:off x="7421125" y="3284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0" name="pt17670"/>
            <p:cNvSpPr/>
            <p:nvPr/>
          </p:nvSpPr>
          <p:spPr>
            <a:xfrm>
              <a:off x="7462260" y="32417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1" name="pt17671"/>
            <p:cNvSpPr/>
            <p:nvPr/>
          </p:nvSpPr>
          <p:spPr>
            <a:xfrm>
              <a:off x="7449256" y="32833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2" name="pt17672"/>
            <p:cNvSpPr/>
            <p:nvPr/>
          </p:nvSpPr>
          <p:spPr>
            <a:xfrm>
              <a:off x="7405598" y="32651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3" name="pt17673"/>
            <p:cNvSpPr/>
            <p:nvPr/>
          </p:nvSpPr>
          <p:spPr>
            <a:xfrm>
              <a:off x="7552567" y="3245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4" name="pt17674"/>
            <p:cNvSpPr/>
            <p:nvPr/>
          </p:nvSpPr>
          <p:spPr>
            <a:xfrm>
              <a:off x="7583908" y="2659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5" name="pt17675"/>
            <p:cNvSpPr/>
            <p:nvPr/>
          </p:nvSpPr>
          <p:spPr>
            <a:xfrm>
              <a:off x="7676849" y="3269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6" name="pt17676"/>
            <p:cNvSpPr/>
            <p:nvPr/>
          </p:nvSpPr>
          <p:spPr>
            <a:xfrm>
              <a:off x="7668670" y="3278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7" name="pt17677"/>
            <p:cNvSpPr/>
            <p:nvPr/>
          </p:nvSpPr>
          <p:spPr>
            <a:xfrm>
              <a:off x="7499642" y="2917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8" name="pt17678"/>
            <p:cNvSpPr/>
            <p:nvPr/>
          </p:nvSpPr>
          <p:spPr>
            <a:xfrm>
              <a:off x="7421313" y="3274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79" name="pt17679"/>
            <p:cNvSpPr/>
            <p:nvPr/>
          </p:nvSpPr>
          <p:spPr>
            <a:xfrm>
              <a:off x="7395909" y="3248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0" name="pt17680"/>
            <p:cNvSpPr/>
            <p:nvPr/>
          </p:nvSpPr>
          <p:spPr>
            <a:xfrm>
              <a:off x="7423924" y="3303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1" name="pt17681"/>
            <p:cNvSpPr/>
            <p:nvPr/>
          </p:nvSpPr>
          <p:spPr>
            <a:xfrm>
              <a:off x="7414503" y="3340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2" name="pt17682"/>
            <p:cNvSpPr/>
            <p:nvPr/>
          </p:nvSpPr>
          <p:spPr>
            <a:xfrm>
              <a:off x="7234621" y="3268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3" name="pt17683"/>
            <p:cNvSpPr/>
            <p:nvPr/>
          </p:nvSpPr>
          <p:spPr>
            <a:xfrm>
              <a:off x="7413392" y="3279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4" name="pt17684"/>
            <p:cNvSpPr/>
            <p:nvPr/>
          </p:nvSpPr>
          <p:spPr>
            <a:xfrm>
              <a:off x="7493540" y="32726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5" name="pt17685"/>
            <p:cNvSpPr/>
            <p:nvPr/>
          </p:nvSpPr>
          <p:spPr>
            <a:xfrm>
              <a:off x="7586397" y="3304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6" name="pt17686"/>
            <p:cNvSpPr/>
            <p:nvPr/>
          </p:nvSpPr>
          <p:spPr>
            <a:xfrm>
              <a:off x="7393430" y="3258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7" name="pt17687"/>
            <p:cNvSpPr/>
            <p:nvPr/>
          </p:nvSpPr>
          <p:spPr>
            <a:xfrm>
              <a:off x="7525113" y="3273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8" name="pt17688"/>
            <p:cNvSpPr/>
            <p:nvPr/>
          </p:nvSpPr>
          <p:spPr>
            <a:xfrm>
              <a:off x="7478903" y="3308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89" name="pt17689"/>
            <p:cNvSpPr/>
            <p:nvPr/>
          </p:nvSpPr>
          <p:spPr>
            <a:xfrm>
              <a:off x="7410209" y="3270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0" name="pt17690"/>
            <p:cNvSpPr/>
            <p:nvPr/>
          </p:nvSpPr>
          <p:spPr>
            <a:xfrm>
              <a:off x="7491560" y="32847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1" name="pt17691"/>
            <p:cNvSpPr/>
            <p:nvPr/>
          </p:nvSpPr>
          <p:spPr>
            <a:xfrm>
              <a:off x="7503471" y="3253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2" name="pt17692"/>
            <p:cNvSpPr/>
            <p:nvPr/>
          </p:nvSpPr>
          <p:spPr>
            <a:xfrm>
              <a:off x="7990856" y="3256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3" name="pt17693"/>
            <p:cNvSpPr/>
            <p:nvPr/>
          </p:nvSpPr>
          <p:spPr>
            <a:xfrm>
              <a:off x="7551099" y="3270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4" name="pt17694"/>
            <p:cNvSpPr/>
            <p:nvPr/>
          </p:nvSpPr>
          <p:spPr>
            <a:xfrm>
              <a:off x="7710729" y="3259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5" name="pt17695"/>
            <p:cNvSpPr/>
            <p:nvPr/>
          </p:nvSpPr>
          <p:spPr>
            <a:xfrm>
              <a:off x="7533918" y="3271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6" name="pt17696"/>
            <p:cNvSpPr/>
            <p:nvPr/>
          </p:nvSpPr>
          <p:spPr>
            <a:xfrm>
              <a:off x="7496293" y="3264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7" name="pt17697"/>
            <p:cNvSpPr/>
            <p:nvPr/>
          </p:nvSpPr>
          <p:spPr>
            <a:xfrm>
              <a:off x="7610711" y="3279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8" name="pt17698"/>
            <p:cNvSpPr/>
            <p:nvPr/>
          </p:nvSpPr>
          <p:spPr>
            <a:xfrm>
              <a:off x="7492048" y="3269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699" name="pt17699"/>
            <p:cNvSpPr/>
            <p:nvPr/>
          </p:nvSpPr>
          <p:spPr>
            <a:xfrm>
              <a:off x="7390006" y="3255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0" name="pt17700"/>
            <p:cNvSpPr/>
            <p:nvPr/>
          </p:nvSpPr>
          <p:spPr>
            <a:xfrm>
              <a:off x="7745205" y="3285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1" name="pt17701"/>
            <p:cNvSpPr/>
            <p:nvPr/>
          </p:nvSpPr>
          <p:spPr>
            <a:xfrm>
              <a:off x="7443516" y="3233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2" name="pt17702"/>
            <p:cNvSpPr/>
            <p:nvPr/>
          </p:nvSpPr>
          <p:spPr>
            <a:xfrm>
              <a:off x="7580486" y="3246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3" name="pt17703"/>
            <p:cNvSpPr/>
            <p:nvPr/>
          </p:nvSpPr>
          <p:spPr>
            <a:xfrm>
              <a:off x="7469203" y="2996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4" name="pt17704"/>
            <p:cNvSpPr/>
            <p:nvPr/>
          </p:nvSpPr>
          <p:spPr>
            <a:xfrm>
              <a:off x="7602205" y="3238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5" name="pt17705"/>
            <p:cNvSpPr/>
            <p:nvPr/>
          </p:nvSpPr>
          <p:spPr>
            <a:xfrm>
              <a:off x="7519655" y="3259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6" name="pt17706"/>
            <p:cNvSpPr/>
            <p:nvPr/>
          </p:nvSpPr>
          <p:spPr>
            <a:xfrm>
              <a:off x="7605165" y="3272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7" name="pt17707"/>
            <p:cNvSpPr/>
            <p:nvPr/>
          </p:nvSpPr>
          <p:spPr>
            <a:xfrm>
              <a:off x="7364039" y="32446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8" name="pt17708"/>
            <p:cNvSpPr/>
            <p:nvPr/>
          </p:nvSpPr>
          <p:spPr>
            <a:xfrm>
              <a:off x="7501948" y="3268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09" name="pt17709"/>
            <p:cNvSpPr/>
            <p:nvPr/>
          </p:nvSpPr>
          <p:spPr>
            <a:xfrm>
              <a:off x="7245428" y="3241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0" name="pt17710"/>
            <p:cNvSpPr/>
            <p:nvPr/>
          </p:nvSpPr>
          <p:spPr>
            <a:xfrm>
              <a:off x="7656552" y="3261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1" name="pt17711"/>
            <p:cNvSpPr/>
            <p:nvPr/>
          </p:nvSpPr>
          <p:spPr>
            <a:xfrm>
              <a:off x="7578200" y="3275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2" name="pt17712"/>
            <p:cNvSpPr/>
            <p:nvPr/>
          </p:nvSpPr>
          <p:spPr>
            <a:xfrm>
              <a:off x="7410870" y="3244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3" name="pt17713"/>
            <p:cNvSpPr/>
            <p:nvPr/>
          </p:nvSpPr>
          <p:spPr>
            <a:xfrm>
              <a:off x="7558605" y="2879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4" name="pt17714"/>
            <p:cNvSpPr/>
            <p:nvPr/>
          </p:nvSpPr>
          <p:spPr>
            <a:xfrm>
              <a:off x="7505299" y="3217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5" name="pt17715"/>
            <p:cNvSpPr/>
            <p:nvPr/>
          </p:nvSpPr>
          <p:spPr>
            <a:xfrm>
              <a:off x="7406395" y="31918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6" name="pt17716"/>
            <p:cNvSpPr/>
            <p:nvPr/>
          </p:nvSpPr>
          <p:spPr>
            <a:xfrm>
              <a:off x="7406188" y="3251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7" name="pt17717"/>
            <p:cNvSpPr/>
            <p:nvPr/>
          </p:nvSpPr>
          <p:spPr>
            <a:xfrm>
              <a:off x="7742001" y="3277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8" name="pt17718"/>
            <p:cNvSpPr/>
            <p:nvPr/>
          </p:nvSpPr>
          <p:spPr>
            <a:xfrm>
              <a:off x="7577655" y="3289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19" name="pt17719"/>
            <p:cNvSpPr/>
            <p:nvPr/>
          </p:nvSpPr>
          <p:spPr>
            <a:xfrm>
              <a:off x="7563640" y="3211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0" name="pt17720"/>
            <p:cNvSpPr/>
            <p:nvPr/>
          </p:nvSpPr>
          <p:spPr>
            <a:xfrm>
              <a:off x="7328765" y="3272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1" name="pt17721"/>
            <p:cNvSpPr/>
            <p:nvPr/>
          </p:nvSpPr>
          <p:spPr>
            <a:xfrm>
              <a:off x="7378103" y="3269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2" name="pt17722"/>
            <p:cNvSpPr/>
            <p:nvPr/>
          </p:nvSpPr>
          <p:spPr>
            <a:xfrm>
              <a:off x="7348703" y="3268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3" name="pt17723"/>
            <p:cNvSpPr/>
            <p:nvPr/>
          </p:nvSpPr>
          <p:spPr>
            <a:xfrm>
              <a:off x="7443693" y="32829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4" name="pt17724"/>
            <p:cNvSpPr/>
            <p:nvPr/>
          </p:nvSpPr>
          <p:spPr>
            <a:xfrm>
              <a:off x="7593109" y="3281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5" name="pt17725"/>
            <p:cNvSpPr/>
            <p:nvPr/>
          </p:nvSpPr>
          <p:spPr>
            <a:xfrm>
              <a:off x="7379143" y="32699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6" name="pt17726"/>
            <p:cNvSpPr/>
            <p:nvPr/>
          </p:nvSpPr>
          <p:spPr>
            <a:xfrm>
              <a:off x="7285198" y="319764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27" name="pt17727"/>
            <p:cNvSpPr/>
            <p:nvPr/>
          </p:nvSpPr>
          <p:spPr>
            <a:xfrm>
              <a:off x="7681167" y="3268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8" name="pt17728"/>
            <p:cNvSpPr/>
            <p:nvPr/>
          </p:nvSpPr>
          <p:spPr>
            <a:xfrm>
              <a:off x="7579741" y="35989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29" name="pt17729"/>
            <p:cNvSpPr/>
            <p:nvPr/>
          </p:nvSpPr>
          <p:spPr>
            <a:xfrm>
              <a:off x="7559948" y="3292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0" name="pt17730"/>
            <p:cNvSpPr/>
            <p:nvPr/>
          </p:nvSpPr>
          <p:spPr>
            <a:xfrm>
              <a:off x="7419711" y="3246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1" name="pt17731"/>
            <p:cNvSpPr/>
            <p:nvPr/>
          </p:nvSpPr>
          <p:spPr>
            <a:xfrm>
              <a:off x="7566525" y="3188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2" name="pt17732"/>
            <p:cNvSpPr/>
            <p:nvPr/>
          </p:nvSpPr>
          <p:spPr>
            <a:xfrm>
              <a:off x="7386435" y="3245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3" name="pt17733"/>
            <p:cNvSpPr/>
            <p:nvPr/>
          </p:nvSpPr>
          <p:spPr>
            <a:xfrm>
              <a:off x="7352602" y="3301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4" name="pt17734"/>
            <p:cNvSpPr/>
            <p:nvPr/>
          </p:nvSpPr>
          <p:spPr>
            <a:xfrm>
              <a:off x="7404502" y="3271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5" name="pt17735"/>
            <p:cNvSpPr/>
            <p:nvPr/>
          </p:nvSpPr>
          <p:spPr>
            <a:xfrm>
              <a:off x="7434384" y="3274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6" name="pt17736"/>
            <p:cNvSpPr/>
            <p:nvPr/>
          </p:nvSpPr>
          <p:spPr>
            <a:xfrm>
              <a:off x="7585926" y="3288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7" name="pt17737"/>
            <p:cNvSpPr/>
            <p:nvPr/>
          </p:nvSpPr>
          <p:spPr>
            <a:xfrm>
              <a:off x="7495053" y="3310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8" name="pt17738"/>
            <p:cNvSpPr/>
            <p:nvPr/>
          </p:nvSpPr>
          <p:spPr>
            <a:xfrm>
              <a:off x="7548726" y="3268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39" name="pt17739"/>
            <p:cNvSpPr/>
            <p:nvPr/>
          </p:nvSpPr>
          <p:spPr>
            <a:xfrm>
              <a:off x="7426209" y="3270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0" name="pt17740"/>
            <p:cNvSpPr/>
            <p:nvPr/>
          </p:nvSpPr>
          <p:spPr>
            <a:xfrm>
              <a:off x="7407209" y="32908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1" name="pt17741"/>
            <p:cNvSpPr/>
            <p:nvPr/>
          </p:nvSpPr>
          <p:spPr>
            <a:xfrm>
              <a:off x="7538838" y="3230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2" name="pt17742"/>
            <p:cNvSpPr/>
            <p:nvPr/>
          </p:nvSpPr>
          <p:spPr>
            <a:xfrm>
              <a:off x="7465069" y="3292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3" name="pt17743"/>
            <p:cNvSpPr/>
            <p:nvPr/>
          </p:nvSpPr>
          <p:spPr>
            <a:xfrm>
              <a:off x="7169156" y="3256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4" name="pt17744"/>
            <p:cNvSpPr/>
            <p:nvPr/>
          </p:nvSpPr>
          <p:spPr>
            <a:xfrm>
              <a:off x="8005874" y="3232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5" name="pt17745"/>
            <p:cNvSpPr/>
            <p:nvPr/>
          </p:nvSpPr>
          <p:spPr>
            <a:xfrm>
              <a:off x="7512732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6" name="pt17746"/>
            <p:cNvSpPr/>
            <p:nvPr/>
          </p:nvSpPr>
          <p:spPr>
            <a:xfrm>
              <a:off x="7507303" y="3281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7" name="pt17747"/>
            <p:cNvSpPr/>
            <p:nvPr/>
          </p:nvSpPr>
          <p:spPr>
            <a:xfrm>
              <a:off x="7289369" y="3244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8" name="pt17748"/>
            <p:cNvSpPr/>
            <p:nvPr/>
          </p:nvSpPr>
          <p:spPr>
            <a:xfrm>
              <a:off x="7315493" y="3283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49" name="pt17749"/>
            <p:cNvSpPr/>
            <p:nvPr/>
          </p:nvSpPr>
          <p:spPr>
            <a:xfrm>
              <a:off x="7425740" y="3247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0" name="pt17750"/>
            <p:cNvSpPr/>
            <p:nvPr/>
          </p:nvSpPr>
          <p:spPr>
            <a:xfrm>
              <a:off x="7576731" y="3263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1" name="pt17751"/>
            <p:cNvSpPr/>
            <p:nvPr/>
          </p:nvSpPr>
          <p:spPr>
            <a:xfrm>
              <a:off x="7412682" y="3275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2" name="pt17752"/>
            <p:cNvSpPr/>
            <p:nvPr/>
          </p:nvSpPr>
          <p:spPr>
            <a:xfrm>
              <a:off x="7556543" y="3265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3" name="pt17753"/>
            <p:cNvSpPr/>
            <p:nvPr/>
          </p:nvSpPr>
          <p:spPr>
            <a:xfrm>
              <a:off x="7568267" y="3257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4" name="pt17754"/>
            <p:cNvSpPr/>
            <p:nvPr/>
          </p:nvSpPr>
          <p:spPr>
            <a:xfrm>
              <a:off x="7479582" y="3265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5" name="pt17755"/>
            <p:cNvSpPr/>
            <p:nvPr/>
          </p:nvSpPr>
          <p:spPr>
            <a:xfrm>
              <a:off x="7314301" y="3255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6" name="pt17756"/>
            <p:cNvSpPr/>
            <p:nvPr/>
          </p:nvSpPr>
          <p:spPr>
            <a:xfrm>
              <a:off x="7314854" y="3216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7" name="pt17757"/>
            <p:cNvSpPr/>
            <p:nvPr/>
          </p:nvSpPr>
          <p:spPr>
            <a:xfrm>
              <a:off x="7183802" y="32654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8" name="pt17758"/>
            <p:cNvSpPr/>
            <p:nvPr/>
          </p:nvSpPr>
          <p:spPr>
            <a:xfrm>
              <a:off x="7468544" y="3262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59" name="pt17759"/>
            <p:cNvSpPr/>
            <p:nvPr/>
          </p:nvSpPr>
          <p:spPr>
            <a:xfrm>
              <a:off x="7566051" y="3264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0" name="pt17760"/>
            <p:cNvSpPr/>
            <p:nvPr/>
          </p:nvSpPr>
          <p:spPr>
            <a:xfrm>
              <a:off x="7351914" y="3278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1" name="pt17761"/>
            <p:cNvSpPr/>
            <p:nvPr/>
          </p:nvSpPr>
          <p:spPr>
            <a:xfrm>
              <a:off x="7410487" y="32658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2" name="pt17762"/>
            <p:cNvSpPr/>
            <p:nvPr/>
          </p:nvSpPr>
          <p:spPr>
            <a:xfrm>
              <a:off x="8125542" y="3279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3" name="pt17763"/>
            <p:cNvSpPr/>
            <p:nvPr/>
          </p:nvSpPr>
          <p:spPr>
            <a:xfrm>
              <a:off x="7441631" y="3292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4" name="pt17764"/>
            <p:cNvSpPr/>
            <p:nvPr/>
          </p:nvSpPr>
          <p:spPr>
            <a:xfrm>
              <a:off x="7386301" y="3189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5" name="pt17765"/>
            <p:cNvSpPr/>
            <p:nvPr/>
          </p:nvSpPr>
          <p:spPr>
            <a:xfrm>
              <a:off x="7529074" y="3278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6" name="pt17766"/>
            <p:cNvSpPr/>
            <p:nvPr/>
          </p:nvSpPr>
          <p:spPr>
            <a:xfrm>
              <a:off x="7448197" y="32721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7" name="pt17767"/>
            <p:cNvSpPr/>
            <p:nvPr/>
          </p:nvSpPr>
          <p:spPr>
            <a:xfrm>
              <a:off x="7433764" y="3305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8" name="pt17768"/>
            <p:cNvSpPr/>
            <p:nvPr/>
          </p:nvSpPr>
          <p:spPr>
            <a:xfrm>
              <a:off x="7393934" y="32255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69" name="pt17769"/>
            <p:cNvSpPr/>
            <p:nvPr/>
          </p:nvSpPr>
          <p:spPr>
            <a:xfrm>
              <a:off x="7403893" y="33424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0" name="pt17770"/>
            <p:cNvSpPr/>
            <p:nvPr/>
          </p:nvSpPr>
          <p:spPr>
            <a:xfrm>
              <a:off x="7647079" y="3283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1" name="pt17771"/>
            <p:cNvSpPr/>
            <p:nvPr/>
          </p:nvSpPr>
          <p:spPr>
            <a:xfrm>
              <a:off x="7506664" y="3354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2" name="pt17772"/>
            <p:cNvSpPr/>
            <p:nvPr/>
          </p:nvSpPr>
          <p:spPr>
            <a:xfrm>
              <a:off x="7487219" y="3287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3" name="pt17773"/>
            <p:cNvSpPr/>
            <p:nvPr/>
          </p:nvSpPr>
          <p:spPr>
            <a:xfrm>
              <a:off x="7447274" y="3291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4" name="pt17774"/>
            <p:cNvSpPr/>
            <p:nvPr/>
          </p:nvSpPr>
          <p:spPr>
            <a:xfrm>
              <a:off x="7277365" y="3273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5" name="pt17775"/>
            <p:cNvSpPr/>
            <p:nvPr/>
          </p:nvSpPr>
          <p:spPr>
            <a:xfrm>
              <a:off x="7440538" y="32779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6" name="pt17776"/>
            <p:cNvSpPr/>
            <p:nvPr/>
          </p:nvSpPr>
          <p:spPr>
            <a:xfrm>
              <a:off x="7354310" y="3249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7" name="pt17777"/>
            <p:cNvSpPr/>
            <p:nvPr/>
          </p:nvSpPr>
          <p:spPr>
            <a:xfrm>
              <a:off x="7412011" y="3227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8" name="pt17778"/>
            <p:cNvSpPr/>
            <p:nvPr/>
          </p:nvSpPr>
          <p:spPr>
            <a:xfrm>
              <a:off x="7406212" y="3209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79" name="pt17779"/>
            <p:cNvSpPr/>
            <p:nvPr/>
          </p:nvSpPr>
          <p:spPr>
            <a:xfrm>
              <a:off x="7310736" y="3250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0" name="pt17780"/>
            <p:cNvSpPr/>
            <p:nvPr/>
          </p:nvSpPr>
          <p:spPr>
            <a:xfrm>
              <a:off x="7318595" y="3257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1" name="pt17781"/>
            <p:cNvSpPr/>
            <p:nvPr/>
          </p:nvSpPr>
          <p:spPr>
            <a:xfrm>
              <a:off x="7451815" y="3264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2" name="pt17782"/>
            <p:cNvSpPr/>
            <p:nvPr/>
          </p:nvSpPr>
          <p:spPr>
            <a:xfrm>
              <a:off x="7462356" y="3271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3" name="pt17783"/>
            <p:cNvSpPr/>
            <p:nvPr/>
          </p:nvSpPr>
          <p:spPr>
            <a:xfrm>
              <a:off x="7317585" y="32743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4" name="pt17784"/>
            <p:cNvSpPr/>
            <p:nvPr/>
          </p:nvSpPr>
          <p:spPr>
            <a:xfrm>
              <a:off x="7395970" y="3479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5" name="pt17785"/>
            <p:cNvSpPr/>
            <p:nvPr/>
          </p:nvSpPr>
          <p:spPr>
            <a:xfrm>
              <a:off x="7096563" y="3265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6" name="pt17786"/>
            <p:cNvSpPr/>
            <p:nvPr/>
          </p:nvSpPr>
          <p:spPr>
            <a:xfrm>
              <a:off x="7382953" y="3277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7" name="pt17787"/>
            <p:cNvSpPr/>
            <p:nvPr/>
          </p:nvSpPr>
          <p:spPr>
            <a:xfrm>
              <a:off x="7576415" y="3087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8" name="pt17788"/>
            <p:cNvSpPr/>
            <p:nvPr/>
          </p:nvSpPr>
          <p:spPr>
            <a:xfrm>
              <a:off x="7443947" y="3278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89" name="pt17789"/>
            <p:cNvSpPr/>
            <p:nvPr/>
          </p:nvSpPr>
          <p:spPr>
            <a:xfrm>
              <a:off x="7513222" y="3241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0" name="pt17790"/>
            <p:cNvSpPr/>
            <p:nvPr/>
          </p:nvSpPr>
          <p:spPr>
            <a:xfrm>
              <a:off x="7499873" y="3193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1" name="pt17791"/>
            <p:cNvSpPr/>
            <p:nvPr/>
          </p:nvSpPr>
          <p:spPr>
            <a:xfrm>
              <a:off x="7503553" y="3278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2" name="pt17792"/>
            <p:cNvSpPr/>
            <p:nvPr/>
          </p:nvSpPr>
          <p:spPr>
            <a:xfrm>
              <a:off x="7152861" y="3295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3" name="pt17793"/>
            <p:cNvSpPr/>
            <p:nvPr/>
          </p:nvSpPr>
          <p:spPr>
            <a:xfrm>
              <a:off x="7532640" y="32432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4" name="pt17794"/>
            <p:cNvSpPr/>
            <p:nvPr/>
          </p:nvSpPr>
          <p:spPr>
            <a:xfrm>
              <a:off x="7461208" y="3267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5" name="pt17795"/>
            <p:cNvSpPr/>
            <p:nvPr/>
          </p:nvSpPr>
          <p:spPr>
            <a:xfrm>
              <a:off x="7480500" y="3230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6" name="pt17796"/>
            <p:cNvSpPr/>
            <p:nvPr/>
          </p:nvSpPr>
          <p:spPr>
            <a:xfrm>
              <a:off x="7390883" y="32769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7" name="pt17797"/>
            <p:cNvSpPr/>
            <p:nvPr/>
          </p:nvSpPr>
          <p:spPr>
            <a:xfrm>
              <a:off x="7457284" y="3270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8" name="pt17798"/>
            <p:cNvSpPr/>
            <p:nvPr/>
          </p:nvSpPr>
          <p:spPr>
            <a:xfrm>
              <a:off x="7883001" y="3273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799" name="pt17799"/>
            <p:cNvSpPr/>
            <p:nvPr/>
          </p:nvSpPr>
          <p:spPr>
            <a:xfrm>
              <a:off x="7471942" y="32586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0" name="pt17800"/>
            <p:cNvSpPr/>
            <p:nvPr/>
          </p:nvSpPr>
          <p:spPr>
            <a:xfrm>
              <a:off x="7528792" y="32613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1" name="pt17801"/>
            <p:cNvSpPr/>
            <p:nvPr/>
          </p:nvSpPr>
          <p:spPr>
            <a:xfrm>
              <a:off x="7280283" y="32552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2" name="pt17802"/>
            <p:cNvSpPr/>
            <p:nvPr/>
          </p:nvSpPr>
          <p:spPr>
            <a:xfrm>
              <a:off x="7533484" y="2862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3" name="pt17803"/>
            <p:cNvSpPr/>
            <p:nvPr/>
          </p:nvSpPr>
          <p:spPr>
            <a:xfrm>
              <a:off x="7359586" y="3249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4" name="pt17804"/>
            <p:cNvSpPr/>
            <p:nvPr/>
          </p:nvSpPr>
          <p:spPr>
            <a:xfrm>
              <a:off x="7417254" y="3308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5" name="pt17805"/>
            <p:cNvSpPr/>
            <p:nvPr/>
          </p:nvSpPr>
          <p:spPr>
            <a:xfrm>
              <a:off x="7484497" y="3213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6" name="pt17806"/>
            <p:cNvSpPr/>
            <p:nvPr/>
          </p:nvSpPr>
          <p:spPr>
            <a:xfrm>
              <a:off x="7424315" y="3329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7" name="pt17807"/>
            <p:cNvSpPr/>
            <p:nvPr/>
          </p:nvSpPr>
          <p:spPr>
            <a:xfrm>
              <a:off x="7401371" y="3292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8" name="pt17808"/>
            <p:cNvSpPr/>
            <p:nvPr/>
          </p:nvSpPr>
          <p:spPr>
            <a:xfrm>
              <a:off x="7432989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09" name="pt17809"/>
            <p:cNvSpPr/>
            <p:nvPr/>
          </p:nvSpPr>
          <p:spPr>
            <a:xfrm>
              <a:off x="7449634" y="3276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0" name="pt17810"/>
            <p:cNvSpPr/>
            <p:nvPr/>
          </p:nvSpPr>
          <p:spPr>
            <a:xfrm>
              <a:off x="7428326" y="3250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1" name="pt17811"/>
            <p:cNvSpPr/>
            <p:nvPr/>
          </p:nvSpPr>
          <p:spPr>
            <a:xfrm>
              <a:off x="7531964" y="3258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2" name="pt17812"/>
            <p:cNvSpPr/>
            <p:nvPr/>
          </p:nvSpPr>
          <p:spPr>
            <a:xfrm>
              <a:off x="7455431" y="3254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3" name="pt17813"/>
            <p:cNvSpPr/>
            <p:nvPr/>
          </p:nvSpPr>
          <p:spPr>
            <a:xfrm>
              <a:off x="7390176" y="3234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4" name="pt17814"/>
            <p:cNvSpPr/>
            <p:nvPr/>
          </p:nvSpPr>
          <p:spPr>
            <a:xfrm>
              <a:off x="7524848" y="3266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5" name="pt17815"/>
            <p:cNvSpPr/>
            <p:nvPr/>
          </p:nvSpPr>
          <p:spPr>
            <a:xfrm>
              <a:off x="7492515" y="3279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6" name="pt17816"/>
            <p:cNvSpPr/>
            <p:nvPr/>
          </p:nvSpPr>
          <p:spPr>
            <a:xfrm>
              <a:off x="7486902" y="3308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7" name="pt17817"/>
            <p:cNvSpPr/>
            <p:nvPr/>
          </p:nvSpPr>
          <p:spPr>
            <a:xfrm>
              <a:off x="7619357" y="3277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8" name="pt17818"/>
            <p:cNvSpPr/>
            <p:nvPr/>
          </p:nvSpPr>
          <p:spPr>
            <a:xfrm>
              <a:off x="7403474" y="3269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19" name="pt17819"/>
            <p:cNvSpPr/>
            <p:nvPr/>
          </p:nvSpPr>
          <p:spPr>
            <a:xfrm>
              <a:off x="7556274" y="3283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0" name="pt17820"/>
            <p:cNvSpPr/>
            <p:nvPr/>
          </p:nvSpPr>
          <p:spPr>
            <a:xfrm>
              <a:off x="7347992" y="3244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1" name="pt17821"/>
            <p:cNvSpPr/>
            <p:nvPr/>
          </p:nvSpPr>
          <p:spPr>
            <a:xfrm>
              <a:off x="7392035" y="32716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2" name="pt17822"/>
            <p:cNvSpPr/>
            <p:nvPr/>
          </p:nvSpPr>
          <p:spPr>
            <a:xfrm>
              <a:off x="7390231" y="3271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3" name="pt17823"/>
            <p:cNvSpPr/>
            <p:nvPr/>
          </p:nvSpPr>
          <p:spPr>
            <a:xfrm>
              <a:off x="7559680" y="3289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4" name="pt17824"/>
            <p:cNvSpPr/>
            <p:nvPr/>
          </p:nvSpPr>
          <p:spPr>
            <a:xfrm>
              <a:off x="7558546" y="3291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5" name="pt17825"/>
            <p:cNvSpPr/>
            <p:nvPr/>
          </p:nvSpPr>
          <p:spPr>
            <a:xfrm>
              <a:off x="7393782" y="3292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6" name="pt17826"/>
            <p:cNvSpPr/>
            <p:nvPr/>
          </p:nvSpPr>
          <p:spPr>
            <a:xfrm>
              <a:off x="7524056" y="3263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7" name="pt17827"/>
            <p:cNvSpPr/>
            <p:nvPr/>
          </p:nvSpPr>
          <p:spPr>
            <a:xfrm>
              <a:off x="7439843" y="3282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8" name="pt17828"/>
            <p:cNvSpPr/>
            <p:nvPr/>
          </p:nvSpPr>
          <p:spPr>
            <a:xfrm>
              <a:off x="7324044" y="3224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29" name="pt17829"/>
            <p:cNvSpPr/>
            <p:nvPr/>
          </p:nvSpPr>
          <p:spPr>
            <a:xfrm>
              <a:off x="7385783" y="32640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0" name="pt17830"/>
            <p:cNvSpPr/>
            <p:nvPr/>
          </p:nvSpPr>
          <p:spPr>
            <a:xfrm>
              <a:off x="7428382" y="32750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1" name="pt17831"/>
            <p:cNvSpPr/>
            <p:nvPr/>
          </p:nvSpPr>
          <p:spPr>
            <a:xfrm>
              <a:off x="7995943" y="3260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2" name="pt17832"/>
            <p:cNvSpPr/>
            <p:nvPr/>
          </p:nvSpPr>
          <p:spPr>
            <a:xfrm>
              <a:off x="7397819" y="3235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3" name="pt17833"/>
            <p:cNvSpPr/>
            <p:nvPr/>
          </p:nvSpPr>
          <p:spPr>
            <a:xfrm>
              <a:off x="7310691" y="3249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4" name="pt17834"/>
            <p:cNvSpPr/>
            <p:nvPr/>
          </p:nvSpPr>
          <p:spPr>
            <a:xfrm>
              <a:off x="7602381" y="3264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5" name="pt17835"/>
            <p:cNvSpPr/>
            <p:nvPr/>
          </p:nvSpPr>
          <p:spPr>
            <a:xfrm>
              <a:off x="7481134" y="3276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6" name="pt17836"/>
            <p:cNvSpPr/>
            <p:nvPr/>
          </p:nvSpPr>
          <p:spPr>
            <a:xfrm>
              <a:off x="7640163" y="3305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7" name="pt17837"/>
            <p:cNvSpPr/>
            <p:nvPr/>
          </p:nvSpPr>
          <p:spPr>
            <a:xfrm>
              <a:off x="7477370" y="3029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8" name="pt17838"/>
            <p:cNvSpPr/>
            <p:nvPr/>
          </p:nvSpPr>
          <p:spPr>
            <a:xfrm>
              <a:off x="7509685" y="3259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39" name="pt17839"/>
            <p:cNvSpPr/>
            <p:nvPr/>
          </p:nvSpPr>
          <p:spPr>
            <a:xfrm>
              <a:off x="7422728" y="3253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0" name="pt17840"/>
            <p:cNvSpPr/>
            <p:nvPr/>
          </p:nvSpPr>
          <p:spPr>
            <a:xfrm>
              <a:off x="7525968" y="33208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1" name="pt17841"/>
            <p:cNvSpPr/>
            <p:nvPr/>
          </p:nvSpPr>
          <p:spPr>
            <a:xfrm>
              <a:off x="7380738" y="3220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2" name="pt17842"/>
            <p:cNvSpPr/>
            <p:nvPr/>
          </p:nvSpPr>
          <p:spPr>
            <a:xfrm>
              <a:off x="7542135" y="32853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3" name="pt17843"/>
            <p:cNvSpPr/>
            <p:nvPr/>
          </p:nvSpPr>
          <p:spPr>
            <a:xfrm>
              <a:off x="7430307" y="3192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4" name="pt17844"/>
            <p:cNvSpPr/>
            <p:nvPr/>
          </p:nvSpPr>
          <p:spPr>
            <a:xfrm>
              <a:off x="7534427" y="3273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5" name="pt17845"/>
            <p:cNvSpPr/>
            <p:nvPr/>
          </p:nvSpPr>
          <p:spPr>
            <a:xfrm>
              <a:off x="7487851" y="3265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6" name="pt17846"/>
            <p:cNvSpPr/>
            <p:nvPr/>
          </p:nvSpPr>
          <p:spPr>
            <a:xfrm>
              <a:off x="7293122" y="33171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7" name="pt17847"/>
            <p:cNvSpPr/>
            <p:nvPr/>
          </p:nvSpPr>
          <p:spPr>
            <a:xfrm>
              <a:off x="7246774" y="3267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8" name="pt17848"/>
            <p:cNvSpPr/>
            <p:nvPr/>
          </p:nvSpPr>
          <p:spPr>
            <a:xfrm>
              <a:off x="7479101" y="3273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49" name="pt17849"/>
            <p:cNvSpPr/>
            <p:nvPr/>
          </p:nvSpPr>
          <p:spPr>
            <a:xfrm>
              <a:off x="7611497" y="3267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0" name="pt17850"/>
            <p:cNvSpPr/>
            <p:nvPr/>
          </p:nvSpPr>
          <p:spPr>
            <a:xfrm>
              <a:off x="7122641" y="3276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1" name="pt17851"/>
            <p:cNvSpPr/>
            <p:nvPr/>
          </p:nvSpPr>
          <p:spPr>
            <a:xfrm>
              <a:off x="7459611" y="3368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2" name="pt17852"/>
            <p:cNvSpPr/>
            <p:nvPr/>
          </p:nvSpPr>
          <p:spPr>
            <a:xfrm>
              <a:off x="7352443" y="3220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3" name="pt17853"/>
            <p:cNvSpPr/>
            <p:nvPr/>
          </p:nvSpPr>
          <p:spPr>
            <a:xfrm>
              <a:off x="7492850" y="3260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4" name="pt17854"/>
            <p:cNvSpPr/>
            <p:nvPr/>
          </p:nvSpPr>
          <p:spPr>
            <a:xfrm>
              <a:off x="7524769" y="3266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5" name="pt17855"/>
            <p:cNvSpPr/>
            <p:nvPr/>
          </p:nvSpPr>
          <p:spPr>
            <a:xfrm>
              <a:off x="7630953" y="3285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6" name="pt17856"/>
            <p:cNvSpPr/>
            <p:nvPr/>
          </p:nvSpPr>
          <p:spPr>
            <a:xfrm>
              <a:off x="7612178" y="3284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7" name="pt17857"/>
            <p:cNvSpPr/>
            <p:nvPr/>
          </p:nvSpPr>
          <p:spPr>
            <a:xfrm>
              <a:off x="7560174" y="3294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8" name="pt17858"/>
            <p:cNvSpPr/>
            <p:nvPr/>
          </p:nvSpPr>
          <p:spPr>
            <a:xfrm>
              <a:off x="7392718" y="3223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59" name="pt17859"/>
            <p:cNvSpPr/>
            <p:nvPr/>
          </p:nvSpPr>
          <p:spPr>
            <a:xfrm>
              <a:off x="7371327" y="3201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0" name="pt17860"/>
            <p:cNvSpPr/>
            <p:nvPr/>
          </p:nvSpPr>
          <p:spPr>
            <a:xfrm>
              <a:off x="7400371" y="3294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1" name="pt17861"/>
            <p:cNvSpPr/>
            <p:nvPr/>
          </p:nvSpPr>
          <p:spPr>
            <a:xfrm>
              <a:off x="7360904" y="3268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2" name="pt17862"/>
            <p:cNvSpPr/>
            <p:nvPr/>
          </p:nvSpPr>
          <p:spPr>
            <a:xfrm>
              <a:off x="7379953" y="3270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3" name="pt17863"/>
            <p:cNvSpPr/>
            <p:nvPr/>
          </p:nvSpPr>
          <p:spPr>
            <a:xfrm>
              <a:off x="7399863" y="3300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4" name="pt17864"/>
            <p:cNvSpPr/>
            <p:nvPr/>
          </p:nvSpPr>
          <p:spPr>
            <a:xfrm>
              <a:off x="7420147" y="3226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5" name="pt17865"/>
            <p:cNvSpPr/>
            <p:nvPr/>
          </p:nvSpPr>
          <p:spPr>
            <a:xfrm>
              <a:off x="7748887" y="32726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6" name="pt17866"/>
            <p:cNvSpPr/>
            <p:nvPr/>
          </p:nvSpPr>
          <p:spPr>
            <a:xfrm>
              <a:off x="7547111" y="3308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7" name="pt17867"/>
            <p:cNvSpPr/>
            <p:nvPr/>
          </p:nvSpPr>
          <p:spPr>
            <a:xfrm>
              <a:off x="7322469" y="31772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8" name="pt17868"/>
            <p:cNvSpPr/>
            <p:nvPr/>
          </p:nvSpPr>
          <p:spPr>
            <a:xfrm>
              <a:off x="7538890" y="3286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69" name="pt17869"/>
            <p:cNvSpPr/>
            <p:nvPr/>
          </p:nvSpPr>
          <p:spPr>
            <a:xfrm>
              <a:off x="7375745" y="3310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0" name="pt17870"/>
            <p:cNvSpPr/>
            <p:nvPr/>
          </p:nvSpPr>
          <p:spPr>
            <a:xfrm>
              <a:off x="7443276" y="3262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1" name="pt17871"/>
            <p:cNvSpPr/>
            <p:nvPr/>
          </p:nvSpPr>
          <p:spPr>
            <a:xfrm>
              <a:off x="7436883" y="3270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2" name="pt17872"/>
            <p:cNvSpPr/>
            <p:nvPr/>
          </p:nvSpPr>
          <p:spPr>
            <a:xfrm>
              <a:off x="7508919" y="3276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3" name="pt17873"/>
            <p:cNvSpPr/>
            <p:nvPr/>
          </p:nvSpPr>
          <p:spPr>
            <a:xfrm>
              <a:off x="7666859" y="3287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4" name="pt17874"/>
            <p:cNvSpPr/>
            <p:nvPr/>
          </p:nvSpPr>
          <p:spPr>
            <a:xfrm>
              <a:off x="7411311" y="3269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5" name="pt17875"/>
            <p:cNvSpPr/>
            <p:nvPr/>
          </p:nvSpPr>
          <p:spPr>
            <a:xfrm>
              <a:off x="7603277" y="3268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6" name="pt17876"/>
            <p:cNvSpPr/>
            <p:nvPr/>
          </p:nvSpPr>
          <p:spPr>
            <a:xfrm>
              <a:off x="7387471" y="3272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7" name="pt17877"/>
            <p:cNvSpPr/>
            <p:nvPr/>
          </p:nvSpPr>
          <p:spPr>
            <a:xfrm>
              <a:off x="7461763" y="3281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8" name="pt17878"/>
            <p:cNvSpPr/>
            <p:nvPr/>
          </p:nvSpPr>
          <p:spPr>
            <a:xfrm>
              <a:off x="7550175" y="3287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79" name="pt17879"/>
            <p:cNvSpPr/>
            <p:nvPr/>
          </p:nvSpPr>
          <p:spPr>
            <a:xfrm>
              <a:off x="7262400" y="3272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0" name="pt17880"/>
            <p:cNvSpPr/>
            <p:nvPr/>
          </p:nvSpPr>
          <p:spPr>
            <a:xfrm>
              <a:off x="7348171" y="3250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1" name="pt17881"/>
            <p:cNvSpPr/>
            <p:nvPr/>
          </p:nvSpPr>
          <p:spPr>
            <a:xfrm>
              <a:off x="7276009" y="32528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2" name="pt17882"/>
            <p:cNvSpPr/>
            <p:nvPr/>
          </p:nvSpPr>
          <p:spPr>
            <a:xfrm>
              <a:off x="7501293" y="3343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3" name="pt17883"/>
            <p:cNvSpPr/>
            <p:nvPr/>
          </p:nvSpPr>
          <p:spPr>
            <a:xfrm>
              <a:off x="7451228" y="3277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4" name="pt17884"/>
            <p:cNvSpPr/>
            <p:nvPr/>
          </p:nvSpPr>
          <p:spPr>
            <a:xfrm>
              <a:off x="7438565" y="3280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5" name="pt17885"/>
            <p:cNvSpPr/>
            <p:nvPr/>
          </p:nvSpPr>
          <p:spPr>
            <a:xfrm>
              <a:off x="7175190" y="3242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6" name="pt17886"/>
            <p:cNvSpPr/>
            <p:nvPr/>
          </p:nvSpPr>
          <p:spPr>
            <a:xfrm>
              <a:off x="7261797" y="32596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7" name="pt17887"/>
            <p:cNvSpPr/>
            <p:nvPr/>
          </p:nvSpPr>
          <p:spPr>
            <a:xfrm>
              <a:off x="7512029" y="3270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8" name="pt17888"/>
            <p:cNvSpPr/>
            <p:nvPr/>
          </p:nvSpPr>
          <p:spPr>
            <a:xfrm>
              <a:off x="7375869" y="3272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89" name="pt17889"/>
            <p:cNvSpPr/>
            <p:nvPr/>
          </p:nvSpPr>
          <p:spPr>
            <a:xfrm>
              <a:off x="7663498" y="319363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90" name="pt17890"/>
            <p:cNvSpPr/>
            <p:nvPr/>
          </p:nvSpPr>
          <p:spPr>
            <a:xfrm>
              <a:off x="7314609" y="32566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1" name="pt17891"/>
            <p:cNvSpPr/>
            <p:nvPr/>
          </p:nvSpPr>
          <p:spPr>
            <a:xfrm>
              <a:off x="7363944" y="3250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2" name="pt17892"/>
            <p:cNvSpPr/>
            <p:nvPr/>
          </p:nvSpPr>
          <p:spPr>
            <a:xfrm>
              <a:off x="6531455" y="3272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3" name="pt17893"/>
            <p:cNvSpPr/>
            <p:nvPr/>
          </p:nvSpPr>
          <p:spPr>
            <a:xfrm>
              <a:off x="7576901" y="3281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4" name="pt17894"/>
            <p:cNvSpPr/>
            <p:nvPr/>
          </p:nvSpPr>
          <p:spPr>
            <a:xfrm>
              <a:off x="7462223" y="3286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5" name="pt17895"/>
            <p:cNvSpPr/>
            <p:nvPr/>
          </p:nvSpPr>
          <p:spPr>
            <a:xfrm>
              <a:off x="7399772" y="3248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6" name="pt17896"/>
            <p:cNvSpPr/>
            <p:nvPr/>
          </p:nvSpPr>
          <p:spPr>
            <a:xfrm>
              <a:off x="7507004" y="3279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7" name="pt17897"/>
            <p:cNvSpPr/>
            <p:nvPr/>
          </p:nvSpPr>
          <p:spPr>
            <a:xfrm>
              <a:off x="7500240" y="3241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8" name="pt17898"/>
            <p:cNvSpPr/>
            <p:nvPr/>
          </p:nvSpPr>
          <p:spPr>
            <a:xfrm>
              <a:off x="7442216" y="3278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899" name="pt17899"/>
            <p:cNvSpPr/>
            <p:nvPr/>
          </p:nvSpPr>
          <p:spPr>
            <a:xfrm>
              <a:off x="7493439" y="3276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0" name="pt17900"/>
            <p:cNvSpPr/>
            <p:nvPr/>
          </p:nvSpPr>
          <p:spPr>
            <a:xfrm>
              <a:off x="7700091" y="3278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1" name="pt17901"/>
            <p:cNvSpPr/>
            <p:nvPr/>
          </p:nvSpPr>
          <p:spPr>
            <a:xfrm>
              <a:off x="7471066" y="3274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2" name="pt17902"/>
            <p:cNvSpPr/>
            <p:nvPr/>
          </p:nvSpPr>
          <p:spPr>
            <a:xfrm>
              <a:off x="7423614" y="3216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3" name="pt17903"/>
            <p:cNvSpPr/>
            <p:nvPr/>
          </p:nvSpPr>
          <p:spPr>
            <a:xfrm>
              <a:off x="7382791" y="3187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4" name="pt17904"/>
            <p:cNvSpPr/>
            <p:nvPr/>
          </p:nvSpPr>
          <p:spPr>
            <a:xfrm>
              <a:off x="7336180" y="3259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5" name="pt17905"/>
            <p:cNvSpPr/>
            <p:nvPr/>
          </p:nvSpPr>
          <p:spPr>
            <a:xfrm>
              <a:off x="7466173" y="3272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6" name="pt17906"/>
            <p:cNvSpPr/>
            <p:nvPr/>
          </p:nvSpPr>
          <p:spPr>
            <a:xfrm>
              <a:off x="7544561" y="3293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7" name="pt17907"/>
            <p:cNvSpPr/>
            <p:nvPr/>
          </p:nvSpPr>
          <p:spPr>
            <a:xfrm>
              <a:off x="7292330" y="3280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8" name="pt17908"/>
            <p:cNvSpPr/>
            <p:nvPr/>
          </p:nvSpPr>
          <p:spPr>
            <a:xfrm>
              <a:off x="7639111" y="3270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09" name="pt17909"/>
            <p:cNvSpPr/>
            <p:nvPr/>
          </p:nvSpPr>
          <p:spPr>
            <a:xfrm>
              <a:off x="7441890" y="30756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0" name="pt17910"/>
            <p:cNvSpPr/>
            <p:nvPr/>
          </p:nvSpPr>
          <p:spPr>
            <a:xfrm>
              <a:off x="7536000" y="32724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1" name="pt17911"/>
            <p:cNvSpPr/>
            <p:nvPr/>
          </p:nvSpPr>
          <p:spPr>
            <a:xfrm>
              <a:off x="7619850" y="3304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2" name="pt17912"/>
            <p:cNvSpPr/>
            <p:nvPr/>
          </p:nvSpPr>
          <p:spPr>
            <a:xfrm>
              <a:off x="7380353" y="3277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3" name="pt17913"/>
            <p:cNvSpPr/>
            <p:nvPr/>
          </p:nvSpPr>
          <p:spPr>
            <a:xfrm>
              <a:off x="7542025" y="3302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4" name="pt17914"/>
            <p:cNvSpPr/>
            <p:nvPr/>
          </p:nvSpPr>
          <p:spPr>
            <a:xfrm>
              <a:off x="7606489" y="3293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5" name="pt17915"/>
            <p:cNvSpPr/>
            <p:nvPr/>
          </p:nvSpPr>
          <p:spPr>
            <a:xfrm>
              <a:off x="7313756" y="3291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6" name="pt17916"/>
            <p:cNvSpPr/>
            <p:nvPr/>
          </p:nvSpPr>
          <p:spPr>
            <a:xfrm>
              <a:off x="7292701" y="3243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7" name="pt17917"/>
            <p:cNvSpPr/>
            <p:nvPr/>
          </p:nvSpPr>
          <p:spPr>
            <a:xfrm>
              <a:off x="7317212" y="28379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8" name="pt17918"/>
            <p:cNvSpPr/>
            <p:nvPr/>
          </p:nvSpPr>
          <p:spPr>
            <a:xfrm>
              <a:off x="7515043" y="3336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19" name="pt17919"/>
            <p:cNvSpPr/>
            <p:nvPr/>
          </p:nvSpPr>
          <p:spPr>
            <a:xfrm>
              <a:off x="7421223" y="32800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0" name="pt17920"/>
            <p:cNvSpPr/>
            <p:nvPr/>
          </p:nvSpPr>
          <p:spPr>
            <a:xfrm>
              <a:off x="7503573" y="3220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1" name="pt17921"/>
            <p:cNvSpPr/>
            <p:nvPr/>
          </p:nvSpPr>
          <p:spPr>
            <a:xfrm>
              <a:off x="7521785" y="3279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2" name="pt17922"/>
            <p:cNvSpPr/>
            <p:nvPr/>
          </p:nvSpPr>
          <p:spPr>
            <a:xfrm>
              <a:off x="7435913" y="3263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3" name="pt17923"/>
            <p:cNvSpPr/>
            <p:nvPr/>
          </p:nvSpPr>
          <p:spPr>
            <a:xfrm>
              <a:off x="7421850" y="3265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4" name="pt17924"/>
            <p:cNvSpPr/>
            <p:nvPr/>
          </p:nvSpPr>
          <p:spPr>
            <a:xfrm>
              <a:off x="7319056" y="3164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5" name="pt17925"/>
            <p:cNvSpPr/>
            <p:nvPr/>
          </p:nvSpPr>
          <p:spPr>
            <a:xfrm>
              <a:off x="7581867" y="3297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6" name="pt17926"/>
            <p:cNvSpPr/>
            <p:nvPr/>
          </p:nvSpPr>
          <p:spPr>
            <a:xfrm>
              <a:off x="7581085" y="3272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7" name="pt17927"/>
            <p:cNvSpPr/>
            <p:nvPr/>
          </p:nvSpPr>
          <p:spPr>
            <a:xfrm>
              <a:off x="7359905" y="3266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8" name="pt17928"/>
            <p:cNvSpPr/>
            <p:nvPr/>
          </p:nvSpPr>
          <p:spPr>
            <a:xfrm>
              <a:off x="7401505" y="3277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29" name="pt17929"/>
            <p:cNvSpPr/>
            <p:nvPr/>
          </p:nvSpPr>
          <p:spPr>
            <a:xfrm>
              <a:off x="7569424" y="3205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0" name="pt17930"/>
            <p:cNvSpPr/>
            <p:nvPr/>
          </p:nvSpPr>
          <p:spPr>
            <a:xfrm>
              <a:off x="7593803" y="3298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1" name="pt17931"/>
            <p:cNvSpPr/>
            <p:nvPr/>
          </p:nvSpPr>
          <p:spPr>
            <a:xfrm>
              <a:off x="7343025" y="3261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2" name="pt17932"/>
            <p:cNvSpPr/>
            <p:nvPr/>
          </p:nvSpPr>
          <p:spPr>
            <a:xfrm>
              <a:off x="7383648" y="3268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3" name="pt17933"/>
            <p:cNvSpPr/>
            <p:nvPr/>
          </p:nvSpPr>
          <p:spPr>
            <a:xfrm>
              <a:off x="7697789" y="3267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4" name="pt17934"/>
            <p:cNvSpPr/>
            <p:nvPr/>
          </p:nvSpPr>
          <p:spPr>
            <a:xfrm>
              <a:off x="7359413" y="3289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5" name="pt17935"/>
            <p:cNvSpPr/>
            <p:nvPr/>
          </p:nvSpPr>
          <p:spPr>
            <a:xfrm>
              <a:off x="7419246" y="2708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6" name="pt17936"/>
            <p:cNvSpPr/>
            <p:nvPr/>
          </p:nvSpPr>
          <p:spPr>
            <a:xfrm>
              <a:off x="7462943" y="3270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7" name="pt17937"/>
            <p:cNvSpPr/>
            <p:nvPr/>
          </p:nvSpPr>
          <p:spPr>
            <a:xfrm>
              <a:off x="7355743" y="3274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8" name="pt17938"/>
            <p:cNvSpPr/>
            <p:nvPr/>
          </p:nvSpPr>
          <p:spPr>
            <a:xfrm>
              <a:off x="7595549" y="3281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39" name="pt17939"/>
            <p:cNvSpPr/>
            <p:nvPr/>
          </p:nvSpPr>
          <p:spPr>
            <a:xfrm>
              <a:off x="7541029" y="3290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0" name="pt17940"/>
            <p:cNvSpPr/>
            <p:nvPr/>
          </p:nvSpPr>
          <p:spPr>
            <a:xfrm>
              <a:off x="7456236" y="32795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1" name="pt17941"/>
            <p:cNvSpPr/>
            <p:nvPr/>
          </p:nvSpPr>
          <p:spPr>
            <a:xfrm>
              <a:off x="7283139" y="3222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2" name="pt17942"/>
            <p:cNvSpPr/>
            <p:nvPr/>
          </p:nvSpPr>
          <p:spPr>
            <a:xfrm>
              <a:off x="7413641" y="3270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3" name="pt17943"/>
            <p:cNvSpPr/>
            <p:nvPr/>
          </p:nvSpPr>
          <p:spPr>
            <a:xfrm>
              <a:off x="7608866" y="3320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4" name="pt17944"/>
            <p:cNvSpPr/>
            <p:nvPr/>
          </p:nvSpPr>
          <p:spPr>
            <a:xfrm>
              <a:off x="7538603" y="3286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5" name="pt17945"/>
            <p:cNvSpPr/>
            <p:nvPr/>
          </p:nvSpPr>
          <p:spPr>
            <a:xfrm>
              <a:off x="7459028" y="3280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6" name="pt17946"/>
            <p:cNvSpPr/>
            <p:nvPr/>
          </p:nvSpPr>
          <p:spPr>
            <a:xfrm>
              <a:off x="7503400" y="3255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7" name="pt17947"/>
            <p:cNvSpPr/>
            <p:nvPr/>
          </p:nvSpPr>
          <p:spPr>
            <a:xfrm>
              <a:off x="7372548" y="3264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8" name="pt17948"/>
            <p:cNvSpPr/>
            <p:nvPr/>
          </p:nvSpPr>
          <p:spPr>
            <a:xfrm>
              <a:off x="7499696" y="32695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49" name="pt17949"/>
            <p:cNvSpPr/>
            <p:nvPr/>
          </p:nvSpPr>
          <p:spPr>
            <a:xfrm>
              <a:off x="7555055" y="32409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0" name="pt17950"/>
            <p:cNvSpPr/>
            <p:nvPr/>
          </p:nvSpPr>
          <p:spPr>
            <a:xfrm>
              <a:off x="7441166" y="3278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1" name="pt17951"/>
            <p:cNvSpPr/>
            <p:nvPr/>
          </p:nvSpPr>
          <p:spPr>
            <a:xfrm>
              <a:off x="7514280" y="32850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2" name="pt17952"/>
            <p:cNvSpPr/>
            <p:nvPr/>
          </p:nvSpPr>
          <p:spPr>
            <a:xfrm>
              <a:off x="7681396" y="3266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3" name="pt17953"/>
            <p:cNvSpPr/>
            <p:nvPr/>
          </p:nvSpPr>
          <p:spPr>
            <a:xfrm>
              <a:off x="7533952" y="3295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4" name="pt17954"/>
            <p:cNvSpPr/>
            <p:nvPr/>
          </p:nvSpPr>
          <p:spPr>
            <a:xfrm>
              <a:off x="7396383" y="3262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5" name="pt17955"/>
            <p:cNvSpPr/>
            <p:nvPr/>
          </p:nvSpPr>
          <p:spPr>
            <a:xfrm>
              <a:off x="7361878" y="3261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6" name="pt17956"/>
            <p:cNvSpPr/>
            <p:nvPr/>
          </p:nvSpPr>
          <p:spPr>
            <a:xfrm>
              <a:off x="7395958" y="32703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7" name="pt17957"/>
            <p:cNvSpPr/>
            <p:nvPr/>
          </p:nvSpPr>
          <p:spPr>
            <a:xfrm>
              <a:off x="7405777" y="32829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8" name="pt17958"/>
            <p:cNvSpPr/>
            <p:nvPr/>
          </p:nvSpPr>
          <p:spPr>
            <a:xfrm>
              <a:off x="7419628" y="32418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59" name="pt17959"/>
            <p:cNvSpPr/>
            <p:nvPr/>
          </p:nvSpPr>
          <p:spPr>
            <a:xfrm>
              <a:off x="7453047" y="3247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0" name="pt17960"/>
            <p:cNvSpPr/>
            <p:nvPr/>
          </p:nvSpPr>
          <p:spPr>
            <a:xfrm>
              <a:off x="7524788" y="3275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1" name="pt17961"/>
            <p:cNvSpPr/>
            <p:nvPr/>
          </p:nvSpPr>
          <p:spPr>
            <a:xfrm>
              <a:off x="7398603" y="3246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2" name="pt17962"/>
            <p:cNvSpPr/>
            <p:nvPr/>
          </p:nvSpPr>
          <p:spPr>
            <a:xfrm>
              <a:off x="7293264" y="32776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3" name="pt17963"/>
            <p:cNvSpPr/>
            <p:nvPr/>
          </p:nvSpPr>
          <p:spPr>
            <a:xfrm>
              <a:off x="6734268" y="3268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4" name="pt17964"/>
            <p:cNvSpPr/>
            <p:nvPr/>
          </p:nvSpPr>
          <p:spPr>
            <a:xfrm>
              <a:off x="6811164" y="3267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5" name="pt17965"/>
            <p:cNvSpPr/>
            <p:nvPr/>
          </p:nvSpPr>
          <p:spPr>
            <a:xfrm>
              <a:off x="7412514" y="32466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6" name="pt17966"/>
            <p:cNvSpPr/>
            <p:nvPr/>
          </p:nvSpPr>
          <p:spPr>
            <a:xfrm>
              <a:off x="7498638" y="3228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7" name="pt17967"/>
            <p:cNvSpPr/>
            <p:nvPr/>
          </p:nvSpPr>
          <p:spPr>
            <a:xfrm>
              <a:off x="7369558" y="3290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8" name="pt17968"/>
            <p:cNvSpPr/>
            <p:nvPr/>
          </p:nvSpPr>
          <p:spPr>
            <a:xfrm>
              <a:off x="7388153" y="3204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69" name="pt17969"/>
            <p:cNvSpPr/>
            <p:nvPr/>
          </p:nvSpPr>
          <p:spPr>
            <a:xfrm>
              <a:off x="7398105" y="32246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0" name="pt17970"/>
            <p:cNvSpPr/>
            <p:nvPr/>
          </p:nvSpPr>
          <p:spPr>
            <a:xfrm>
              <a:off x="7420150" y="3251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1" name="pt17971"/>
            <p:cNvSpPr/>
            <p:nvPr/>
          </p:nvSpPr>
          <p:spPr>
            <a:xfrm>
              <a:off x="7507489" y="31512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2" name="pt17972"/>
            <p:cNvSpPr/>
            <p:nvPr/>
          </p:nvSpPr>
          <p:spPr>
            <a:xfrm>
              <a:off x="7489355" y="2226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3" name="pt17973"/>
            <p:cNvSpPr/>
            <p:nvPr/>
          </p:nvSpPr>
          <p:spPr>
            <a:xfrm>
              <a:off x="7361259" y="3255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4" name="pt17974"/>
            <p:cNvSpPr/>
            <p:nvPr/>
          </p:nvSpPr>
          <p:spPr>
            <a:xfrm>
              <a:off x="7287717" y="32560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5" name="pt17975"/>
            <p:cNvSpPr/>
            <p:nvPr/>
          </p:nvSpPr>
          <p:spPr>
            <a:xfrm>
              <a:off x="7092531" y="3269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6" name="pt17976"/>
            <p:cNvSpPr/>
            <p:nvPr/>
          </p:nvSpPr>
          <p:spPr>
            <a:xfrm>
              <a:off x="7509482" y="3202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7" name="pt17977"/>
            <p:cNvSpPr/>
            <p:nvPr/>
          </p:nvSpPr>
          <p:spPr>
            <a:xfrm>
              <a:off x="7431881" y="3270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8" name="pt17978"/>
            <p:cNvSpPr/>
            <p:nvPr/>
          </p:nvSpPr>
          <p:spPr>
            <a:xfrm>
              <a:off x="7533066" y="3288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79" name="pt17979"/>
            <p:cNvSpPr/>
            <p:nvPr/>
          </p:nvSpPr>
          <p:spPr>
            <a:xfrm>
              <a:off x="7522669" y="3388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0" name="pt17980"/>
            <p:cNvSpPr/>
            <p:nvPr/>
          </p:nvSpPr>
          <p:spPr>
            <a:xfrm>
              <a:off x="7429633" y="3269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1" name="pt17981"/>
            <p:cNvSpPr/>
            <p:nvPr/>
          </p:nvSpPr>
          <p:spPr>
            <a:xfrm>
              <a:off x="7594185" y="3271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2" name="pt17982"/>
            <p:cNvSpPr/>
            <p:nvPr/>
          </p:nvSpPr>
          <p:spPr>
            <a:xfrm>
              <a:off x="7543482" y="3271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3" name="pt17983"/>
            <p:cNvSpPr/>
            <p:nvPr/>
          </p:nvSpPr>
          <p:spPr>
            <a:xfrm>
              <a:off x="7392517" y="3255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4" name="pt17984"/>
            <p:cNvSpPr/>
            <p:nvPr/>
          </p:nvSpPr>
          <p:spPr>
            <a:xfrm>
              <a:off x="7428858" y="32674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5" name="pt17985"/>
            <p:cNvSpPr/>
            <p:nvPr/>
          </p:nvSpPr>
          <p:spPr>
            <a:xfrm>
              <a:off x="7446442" y="3283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6" name="pt17986"/>
            <p:cNvSpPr/>
            <p:nvPr/>
          </p:nvSpPr>
          <p:spPr>
            <a:xfrm>
              <a:off x="7426909" y="3300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7" name="pt17987"/>
            <p:cNvSpPr/>
            <p:nvPr/>
          </p:nvSpPr>
          <p:spPr>
            <a:xfrm>
              <a:off x="7417779" y="3257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8" name="pt17988"/>
            <p:cNvSpPr/>
            <p:nvPr/>
          </p:nvSpPr>
          <p:spPr>
            <a:xfrm>
              <a:off x="7452880" y="32635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89" name="pt17989"/>
            <p:cNvSpPr/>
            <p:nvPr/>
          </p:nvSpPr>
          <p:spPr>
            <a:xfrm>
              <a:off x="7276261" y="3235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0" name="pt17990"/>
            <p:cNvSpPr/>
            <p:nvPr/>
          </p:nvSpPr>
          <p:spPr>
            <a:xfrm>
              <a:off x="7440837" y="32644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1" name="pt17991"/>
            <p:cNvSpPr/>
            <p:nvPr/>
          </p:nvSpPr>
          <p:spPr>
            <a:xfrm>
              <a:off x="7453750" y="3243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2" name="pt17992"/>
            <p:cNvSpPr/>
            <p:nvPr/>
          </p:nvSpPr>
          <p:spPr>
            <a:xfrm>
              <a:off x="7361450" y="3271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3" name="pt17993"/>
            <p:cNvSpPr/>
            <p:nvPr/>
          </p:nvSpPr>
          <p:spPr>
            <a:xfrm>
              <a:off x="7455980" y="32894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4" name="pt17994"/>
            <p:cNvSpPr/>
            <p:nvPr/>
          </p:nvSpPr>
          <p:spPr>
            <a:xfrm>
              <a:off x="7363062" y="3262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5" name="pt17995"/>
            <p:cNvSpPr/>
            <p:nvPr/>
          </p:nvSpPr>
          <p:spPr>
            <a:xfrm>
              <a:off x="7310892" y="3255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6" name="pt17996"/>
            <p:cNvSpPr/>
            <p:nvPr/>
          </p:nvSpPr>
          <p:spPr>
            <a:xfrm>
              <a:off x="7203500" y="3296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7" name="pt17997"/>
            <p:cNvSpPr/>
            <p:nvPr/>
          </p:nvSpPr>
          <p:spPr>
            <a:xfrm>
              <a:off x="7422792" y="3242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8" name="pt17998"/>
            <p:cNvSpPr/>
            <p:nvPr/>
          </p:nvSpPr>
          <p:spPr>
            <a:xfrm>
              <a:off x="7370943" y="3255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7999" name="pt17999"/>
            <p:cNvSpPr/>
            <p:nvPr/>
          </p:nvSpPr>
          <p:spPr>
            <a:xfrm>
              <a:off x="7294176" y="3258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0" name="pt18000"/>
            <p:cNvSpPr/>
            <p:nvPr/>
          </p:nvSpPr>
          <p:spPr>
            <a:xfrm>
              <a:off x="6938054" y="3276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1" name="pt18001"/>
            <p:cNvSpPr/>
            <p:nvPr/>
          </p:nvSpPr>
          <p:spPr>
            <a:xfrm>
              <a:off x="7405195" y="3261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2" name="pt18002"/>
            <p:cNvSpPr/>
            <p:nvPr/>
          </p:nvSpPr>
          <p:spPr>
            <a:xfrm>
              <a:off x="7302631" y="3272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3" name="pt18003"/>
            <p:cNvSpPr/>
            <p:nvPr/>
          </p:nvSpPr>
          <p:spPr>
            <a:xfrm>
              <a:off x="7281378" y="3275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4" name="pt18004"/>
            <p:cNvSpPr/>
            <p:nvPr/>
          </p:nvSpPr>
          <p:spPr>
            <a:xfrm>
              <a:off x="7557645" y="36860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5" name="pt18005"/>
            <p:cNvSpPr/>
            <p:nvPr/>
          </p:nvSpPr>
          <p:spPr>
            <a:xfrm>
              <a:off x="7287863" y="3262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6" name="pt18006"/>
            <p:cNvSpPr/>
            <p:nvPr/>
          </p:nvSpPr>
          <p:spPr>
            <a:xfrm>
              <a:off x="7403843" y="32415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7" name="pt18007"/>
            <p:cNvSpPr/>
            <p:nvPr/>
          </p:nvSpPr>
          <p:spPr>
            <a:xfrm>
              <a:off x="7551003" y="3279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8" name="pt18008"/>
            <p:cNvSpPr/>
            <p:nvPr/>
          </p:nvSpPr>
          <p:spPr>
            <a:xfrm>
              <a:off x="7425027" y="3271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09" name="pt18009"/>
            <p:cNvSpPr/>
            <p:nvPr/>
          </p:nvSpPr>
          <p:spPr>
            <a:xfrm>
              <a:off x="7365053" y="32592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0" name="pt18010"/>
            <p:cNvSpPr/>
            <p:nvPr/>
          </p:nvSpPr>
          <p:spPr>
            <a:xfrm>
              <a:off x="7934343" y="3280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1" name="pt18011"/>
            <p:cNvSpPr/>
            <p:nvPr/>
          </p:nvSpPr>
          <p:spPr>
            <a:xfrm>
              <a:off x="7451031" y="3295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2" name="pt18012"/>
            <p:cNvSpPr/>
            <p:nvPr/>
          </p:nvSpPr>
          <p:spPr>
            <a:xfrm>
              <a:off x="7436627" y="3283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3" name="pt18013"/>
            <p:cNvSpPr/>
            <p:nvPr/>
          </p:nvSpPr>
          <p:spPr>
            <a:xfrm>
              <a:off x="7603487" y="3295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4" name="pt18014"/>
            <p:cNvSpPr/>
            <p:nvPr/>
          </p:nvSpPr>
          <p:spPr>
            <a:xfrm>
              <a:off x="7434816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5" name="pt18015"/>
            <p:cNvSpPr/>
            <p:nvPr/>
          </p:nvSpPr>
          <p:spPr>
            <a:xfrm>
              <a:off x="7421524" y="3288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6" name="pt18016"/>
            <p:cNvSpPr/>
            <p:nvPr/>
          </p:nvSpPr>
          <p:spPr>
            <a:xfrm>
              <a:off x="7374494" y="3333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7" name="pt18017"/>
            <p:cNvSpPr/>
            <p:nvPr/>
          </p:nvSpPr>
          <p:spPr>
            <a:xfrm>
              <a:off x="7516199" y="3342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8" name="pt18018"/>
            <p:cNvSpPr/>
            <p:nvPr/>
          </p:nvSpPr>
          <p:spPr>
            <a:xfrm>
              <a:off x="7671984" y="3238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19" name="pt18019"/>
            <p:cNvSpPr/>
            <p:nvPr/>
          </p:nvSpPr>
          <p:spPr>
            <a:xfrm>
              <a:off x="7280249" y="3209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0" name="pt18020"/>
            <p:cNvSpPr/>
            <p:nvPr/>
          </p:nvSpPr>
          <p:spPr>
            <a:xfrm>
              <a:off x="7342828" y="3243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1" name="pt18021"/>
            <p:cNvSpPr/>
            <p:nvPr/>
          </p:nvSpPr>
          <p:spPr>
            <a:xfrm>
              <a:off x="7237920" y="32690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2" name="pt18022"/>
            <p:cNvSpPr/>
            <p:nvPr/>
          </p:nvSpPr>
          <p:spPr>
            <a:xfrm>
              <a:off x="7345344" y="3290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3" name="pt18023"/>
            <p:cNvSpPr/>
            <p:nvPr/>
          </p:nvSpPr>
          <p:spPr>
            <a:xfrm>
              <a:off x="7247303" y="3298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4" name="pt18024"/>
            <p:cNvSpPr/>
            <p:nvPr/>
          </p:nvSpPr>
          <p:spPr>
            <a:xfrm>
              <a:off x="7456336" y="3282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5" name="pt18025"/>
            <p:cNvSpPr/>
            <p:nvPr/>
          </p:nvSpPr>
          <p:spPr>
            <a:xfrm>
              <a:off x="7338225" y="3227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6" name="pt18026"/>
            <p:cNvSpPr/>
            <p:nvPr/>
          </p:nvSpPr>
          <p:spPr>
            <a:xfrm>
              <a:off x="7367528" y="3283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7" name="pt18027"/>
            <p:cNvSpPr/>
            <p:nvPr/>
          </p:nvSpPr>
          <p:spPr>
            <a:xfrm>
              <a:off x="7440083" y="3257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8" name="pt18028"/>
            <p:cNvSpPr/>
            <p:nvPr/>
          </p:nvSpPr>
          <p:spPr>
            <a:xfrm>
              <a:off x="7399774" y="3238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29" name="pt18029"/>
            <p:cNvSpPr/>
            <p:nvPr/>
          </p:nvSpPr>
          <p:spPr>
            <a:xfrm>
              <a:off x="7497561" y="33360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0" name="pt18030"/>
            <p:cNvSpPr/>
            <p:nvPr/>
          </p:nvSpPr>
          <p:spPr>
            <a:xfrm>
              <a:off x="7449460" y="3275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1" name="pt18031"/>
            <p:cNvSpPr/>
            <p:nvPr/>
          </p:nvSpPr>
          <p:spPr>
            <a:xfrm>
              <a:off x="7598424" y="33000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2" name="pt18032"/>
            <p:cNvSpPr/>
            <p:nvPr/>
          </p:nvSpPr>
          <p:spPr>
            <a:xfrm>
              <a:off x="7368221" y="3320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3" name="pt18033"/>
            <p:cNvSpPr/>
            <p:nvPr/>
          </p:nvSpPr>
          <p:spPr>
            <a:xfrm>
              <a:off x="7512497" y="3250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4" name="pt18034"/>
            <p:cNvSpPr/>
            <p:nvPr/>
          </p:nvSpPr>
          <p:spPr>
            <a:xfrm>
              <a:off x="7289121" y="3263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5" name="pt18035"/>
            <p:cNvSpPr/>
            <p:nvPr/>
          </p:nvSpPr>
          <p:spPr>
            <a:xfrm>
              <a:off x="7295608" y="3273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6" name="pt18036"/>
            <p:cNvSpPr/>
            <p:nvPr/>
          </p:nvSpPr>
          <p:spPr>
            <a:xfrm>
              <a:off x="7509525" y="3259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7" name="pt18037"/>
            <p:cNvSpPr/>
            <p:nvPr/>
          </p:nvSpPr>
          <p:spPr>
            <a:xfrm>
              <a:off x="7539381" y="3254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8" name="pt18038"/>
            <p:cNvSpPr/>
            <p:nvPr/>
          </p:nvSpPr>
          <p:spPr>
            <a:xfrm>
              <a:off x="7501360" y="3275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39" name="pt18039"/>
            <p:cNvSpPr/>
            <p:nvPr/>
          </p:nvSpPr>
          <p:spPr>
            <a:xfrm>
              <a:off x="7561337" y="3021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0" name="pt18040"/>
            <p:cNvSpPr/>
            <p:nvPr/>
          </p:nvSpPr>
          <p:spPr>
            <a:xfrm>
              <a:off x="7515723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1" name="pt18041"/>
            <p:cNvSpPr/>
            <p:nvPr/>
          </p:nvSpPr>
          <p:spPr>
            <a:xfrm>
              <a:off x="7472145" y="3227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2" name="pt18042"/>
            <p:cNvSpPr/>
            <p:nvPr/>
          </p:nvSpPr>
          <p:spPr>
            <a:xfrm>
              <a:off x="7733217" y="3269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3" name="pt18043"/>
            <p:cNvSpPr/>
            <p:nvPr/>
          </p:nvSpPr>
          <p:spPr>
            <a:xfrm>
              <a:off x="7407705" y="3256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4" name="pt18044"/>
            <p:cNvSpPr/>
            <p:nvPr/>
          </p:nvSpPr>
          <p:spPr>
            <a:xfrm>
              <a:off x="7350057" y="3265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5" name="pt18045"/>
            <p:cNvSpPr/>
            <p:nvPr/>
          </p:nvSpPr>
          <p:spPr>
            <a:xfrm>
              <a:off x="7500137" y="3269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6" name="pt18046"/>
            <p:cNvSpPr/>
            <p:nvPr/>
          </p:nvSpPr>
          <p:spPr>
            <a:xfrm>
              <a:off x="7480154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7" name="pt18047"/>
            <p:cNvSpPr/>
            <p:nvPr/>
          </p:nvSpPr>
          <p:spPr>
            <a:xfrm>
              <a:off x="7406086" y="3176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8" name="pt18048"/>
            <p:cNvSpPr/>
            <p:nvPr/>
          </p:nvSpPr>
          <p:spPr>
            <a:xfrm>
              <a:off x="7496901" y="3283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49" name="pt18049"/>
            <p:cNvSpPr/>
            <p:nvPr/>
          </p:nvSpPr>
          <p:spPr>
            <a:xfrm>
              <a:off x="7323496" y="3200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0" name="pt18050"/>
            <p:cNvSpPr/>
            <p:nvPr/>
          </p:nvSpPr>
          <p:spPr>
            <a:xfrm>
              <a:off x="7406744" y="32638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1" name="pt18051"/>
            <p:cNvSpPr/>
            <p:nvPr/>
          </p:nvSpPr>
          <p:spPr>
            <a:xfrm>
              <a:off x="7489505" y="32873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2" name="pt18052"/>
            <p:cNvSpPr/>
            <p:nvPr/>
          </p:nvSpPr>
          <p:spPr>
            <a:xfrm>
              <a:off x="7402196" y="3299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3" name="pt18053"/>
            <p:cNvSpPr/>
            <p:nvPr/>
          </p:nvSpPr>
          <p:spPr>
            <a:xfrm>
              <a:off x="7200079" y="3287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4" name="pt18054"/>
            <p:cNvSpPr/>
            <p:nvPr/>
          </p:nvSpPr>
          <p:spPr>
            <a:xfrm>
              <a:off x="7572536" y="3267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5" name="pt18055"/>
            <p:cNvSpPr/>
            <p:nvPr/>
          </p:nvSpPr>
          <p:spPr>
            <a:xfrm>
              <a:off x="7312092" y="3265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6" name="pt18056"/>
            <p:cNvSpPr/>
            <p:nvPr/>
          </p:nvSpPr>
          <p:spPr>
            <a:xfrm>
              <a:off x="7481681" y="3275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7" name="pt18057"/>
            <p:cNvSpPr/>
            <p:nvPr/>
          </p:nvSpPr>
          <p:spPr>
            <a:xfrm>
              <a:off x="7349868" y="33035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8" name="pt18058"/>
            <p:cNvSpPr/>
            <p:nvPr/>
          </p:nvSpPr>
          <p:spPr>
            <a:xfrm>
              <a:off x="7457193" y="32341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59" name="pt18059"/>
            <p:cNvSpPr/>
            <p:nvPr/>
          </p:nvSpPr>
          <p:spPr>
            <a:xfrm>
              <a:off x="7314949" y="3280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0" name="pt18060"/>
            <p:cNvSpPr/>
            <p:nvPr/>
          </p:nvSpPr>
          <p:spPr>
            <a:xfrm>
              <a:off x="7689724" y="3271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1" name="pt18061"/>
            <p:cNvSpPr/>
            <p:nvPr/>
          </p:nvSpPr>
          <p:spPr>
            <a:xfrm>
              <a:off x="7696079" y="3275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2" name="pt18062"/>
            <p:cNvSpPr/>
            <p:nvPr/>
          </p:nvSpPr>
          <p:spPr>
            <a:xfrm>
              <a:off x="7406437" y="32737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3" name="pt18063"/>
            <p:cNvSpPr/>
            <p:nvPr/>
          </p:nvSpPr>
          <p:spPr>
            <a:xfrm>
              <a:off x="7437468" y="3275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4" name="pt18064"/>
            <p:cNvSpPr/>
            <p:nvPr/>
          </p:nvSpPr>
          <p:spPr>
            <a:xfrm>
              <a:off x="7355875" y="3226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5" name="pt18065"/>
            <p:cNvSpPr/>
            <p:nvPr/>
          </p:nvSpPr>
          <p:spPr>
            <a:xfrm>
              <a:off x="7392253" y="3238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6" name="pt18066"/>
            <p:cNvSpPr/>
            <p:nvPr/>
          </p:nvSpPr>
          <p:spPr>
            <a:xfrm>
              <a:off x="7405911" y="3252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7" name="pt18067"/>
            <p:cNvSpPr/>
            <p:nvPr/>
          </p:nvSpPr>
          <p:spPr>
            <a:xfrm>
              <a:off x="7498578" y="3272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8" name="pt18068"/>
            <p:cNvSpPr/>
            <p:nvPr/>
          </p:nvSpPr>
          <p:spPr>
            <a:xfrm>
              <a:off x="7475711" y="3274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69" name="pt18069"/>
            <p:cNvSpPr/>
            <p:nvPr/>
          </p:nvSpPr>
          <p:spPr>
            <a:xfrm>
              <a:off x="7384986" y="3282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0" name="pt18070"/>
            <p:cNvSpPr/>
            <p:nvPr/>
          </p:nvSpPr>
          <p:spPr>
            <a:xfrm>
              <a:off x="7442409" y="32586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1" name="pt18071"/>
            <p:cNvSpPr/>
            <p:nvPr/>
          </p:nvSpPr>
          <p:spPr>
            <a:xfrm>
              <a:off x="7608231" y="2913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2" name="pt18072"/>
            <p:cNvSpPr/>
            <p:nvPr/>
          </p:nvSpPr>
          <p:spPr>
            <a:xfrm>
              <a:off x="7351417" y="3284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3" name="pt18073"/>
            <p:cNvSpPr/>
            <p:nvPr/>
          </p:nvSpPr>
          <p:spPr>
            <a:xfrm>
              <a:off x="7441485" y="32663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4" name="pt18074"/>
            <p:cNvSpPr/>
            <p:nvPr/>
          </p:nvSpPr>
          <p:spPr>
            <a:xfrm>
              <a:off x="7618561" y="3283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5" name="pt18075"/>
            <p:cNvSpPr/>
            <p:nvPr/>
          </p:nvSpPr>
          <p:spPr>
            <a:xfrm>
              <a:off x="7468405" y="3295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6" name="pt18076"/>
            <p:cNvSpPr/>
            <p:nvPr/>
          </p:nvSpPr>
          <p:spPr>
            <a:xfrm>
              <a:off x="7364318" y="3253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7" name="pt18077"/>
            <p:cNvSpPr/>
            <p:nvPr/>
          </p:nvSpPr>
          <p:spPr>
            <a:xfrm>
              <a:off x="7533989" y="3273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8" name="pt18078"/>
            <p:cNvSpPr/>
            <p:nvPr/>
          </p:nvSpPr>
          <p:spPr>
            <a:xfrm>
              <a:off x="7490767" y="3269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79" name="pt18079"/>
            <p:cNvSpPr/>
            <p:nvPr/>
          </p:nvSpPr>
          <p:spPr>
            <a:xfrm>
              <a:off x="7511356" y="3302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0" name="pt18080"/>
            <p:cNvSpPr/>
            <p:nvPr/>
          </p:nvSpPr>
          <p:spPr>
            <a:xfrm>
              <a:off x="7345094" y="3310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1" name="pt18081"/>
            <p:cNvSpPr/>
            <p:nvPr/>
          </p:nvSpPr>
          <p:spPr>
            <a:xfrm>
              <a:off x="7400750" y="31993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2" name="pt18082"/>
            <p:cNvSpPr/>
            <p:nvPr/>
          </p:nvSpPr>
          <p:spPr>
            <a:xfrm>
              <a:off x="7349301" y="3257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3" name="pt18083"/>
            <p:cNvSpPr/>
            <p:nvPr/>
          </p:nvSpPr>
          <p:spPr>
            <a:xfrm>
              <a:off x="7424201" y="3295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4" name="pt18084"/>
            <p:cNvSpPr/>
            <p:nvPr/>
          </p:nvSpPr>
          <p:spPr>
            <a:xfrm>
              <a:off x="7678290" y="3380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5" name="pt18085"/>
            <p:cNvSpPr/>
            <p:nvPr/>
          </p:nvSpPr>
          <p:spPr>
            <a:xfrm>
              <a:off x="7351659" y="3262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6" name="pt18086"/>
            <p:cNvSpPr/>
            <p:nvPr/>
          </p:nvSpPr>
          <p:spPr>
            <a:xfrm>
              <a:off x="7192060" y="3245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7" name="pt18087"/>
            <p:cNvSpPr/>
            <p:nvPr/>
          </p:nvSpPr>
          <p:spPr>
            <a:xfrm>
              <a:off x="7389272" y="3227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8" name="pt18088"/>
            <p:cNvSpPr/>
            <p:nvPr/>
          </p:nvSpPr>
          <p:spPr>
            <a:xfrm>
              <a:off x="8031229" y="3265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89" name="pt18089"/>
            <p:cNvSpPr/>
            <p:nvPr/>
          </p:nvSpPr>
          <p:spPr>
            <a:xfrm>
              <a:off x="7509163" y="3282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0" name="pt18090"/>
            <p:cNvSpPr/>
            <p:nvPr/>
          </p:nvSpPr>
          <p:spPr>
            <a:xfrm>
              <a:off x="7380743" y="3256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1" name="pt18091"/>
            <p:cNvSpPr/>
            <p:nvPr/>
          </p:nvSpPr>
          <p:spPr>
            <a:xfrm>
              <a:off x="7443404" y="3286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2" name="pt18092"/>
            <p:cNvSpPr/>
            <p:nvPr/>
          </p:nvSpPr>
          <p:spPr>
            <a:xfrm>
              <a:off x="7475477" y="3278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3" name="pt18093"/>
            <p:cNvSpPr/>
            <p:nvPr/>
          </p:nvSpPr>
          <p:spPr>
            <a:xfrm>
              <a:off x="7514345" y="32660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4" name="pt18094"/>
            <p:cNvSpPr/>
            <p:nvPr/>
          </p:nvSpPr>
          <p:spPr>
            <a:xfrm>
              <a:off x="7480578" y="32936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5" name="pt18095"/>
            <p:cNvSpPr/>
            <p:nvPr/>
          </p:nvSpPr>
          <p:spPr>
            <a:xfrm>
              <a:off x="7469023" y="3268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6" name="pt18096"/>
            <p:cNvSpPr/>
            <p:nvPr/>
          </p:nvSpPr>
          <p:spPr>
            <a:xfrm>
              <a:off x="7390208" y="3242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7" name="pt18097"/>
            <p:cNvSpPr/>
            <p:nvPr/>
          </p:nvSpPr>
          <p:spPr>
            <a:xfrm>
              <a:off x="7362334" y="3280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8" name="pt18098"/>
            <p:cNvSpPr/>
            <p:nvPr/>
          </p:nvSpPr>
          <p:spPr>
            <a:xfrm>
              <a:off x="7461788" y="3324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099" name="pt18099"/>
            <p:cNvSpPr/>
            <p:nvPr/>
          </p:nvSpPr>
          <p:spPr>
            <a:xfrm>
              <a:off x="7412843" y="3198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0" name="pt18100"/>
            <p:cNvSpPr/>
            <p:nvPr/>
          </p:nvSpPr>
          <p:spPr>
            <a:xfrm>
              <a:off x="7758235" y="3272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1" name="pt18101"/>
            <p:cNvSpPr/>
            <p:nvPr/>
          </p:nvSpPr>
          <p:spPr>
            <a:xfrm>
              <a:off x="7524666" y="32383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2" name="pt18102"/>
            <p:cNvSpPr/>
            <p:nvPr/>
          </p:nvSpPr>
          <p:spPr>
            <a:xfrm>
              <a:off x="7495821" y="3250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3" name="pt18103"/>
            <p:cNvSpPr/>
            <p:nvPr/>
          </p:nvSpPr>
          <p:spPr>
            <a:xfrm>
              <a:off x="7425376" y="32365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4" name="pt18104"/>
            <p:cNvSpPr/>
            <p:nvPr/>
          </p:nvSpPr>
          <p:spPr>
            <a:xfrm>
              <a:off x="7480149" y="33667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5" name="pt18105"/>
            <p:cNvSpPr/>
            <p:nvPr/>
          </p:nvSpPr>
          <p:spPr>
            <a:xfrm>
              <a:off x="7286636" y="3259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6" name="pt18106"/>
            <p:cNvSpPr/>
            <p:nvPr/>
          </p:nvSpPr>
          <p:spPr>
            <a:xfrm>
              <a:off x="7622518" y="32830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7" name="pt18107"/>
            <p:cNvSpPr/>
            <p:nvPr/>
          </p:nvSpPr>
          <p:spPr>
            <a:xfrm>
              <a:off x="7465107" y="3284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8" name="pt18108"/>
            <p:cNvSpPr/>
            <p:nvPr/>
          </p:nvSpPr>
          <p:spPr>
            <a:xfrm>
              <a:off x="7732206" y="3303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09" name="pt18109"/>
            <p:cNvSpPr/>
            <p:nvPr/>
          </p:nvSpPr>
          <p:spPr>
            <a:xfrm>
              <a:off x="7456643" y="3259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0" name="pt18110"/>
            <p:cNvSpPr/>
            <p:nvPr/>
          </p:nvSpPr>
          <p:spPr>
            <a:xfrm>
              <a:off x="7283335" y="3308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1" name="pt18111"/>
            <p:cNvSpPr/>
            <p:nvPr/>
          </p:nvSpPr>
          <p:spPr>
            <a:xfrm>
              <a:off x="7441972" y="32883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2" name="pt18112"/>
            <p:cNvSpPr/>
            <p:nvPr/>
          </p:nvSpPr>
          <p:spPr>
            <a:xfrm>
              <a:off x="7356107" y="3242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3" name="pt18113"/>
            <p:cNvSpPr/>
            <p:nvPr/>
          </p:nvSpPr>
          <p:spPr>
            <a:xfrm>
              <a:off x="7522099" y="3273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4" name="pt18114"/>
            <p:cNvSpPr/>
            <p:nvPr/>
          </p:nvSpPr>
          <p:spPr>
            <a:xfrm>
              <a:off x="7441199" y="3239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5" name="pt18115"/>
            <p:cNvSpPr/>
            <p:nvPr/>
          </p:nvSpPr>
          <p:spPr>
            <a:xfrm>
              <a:off x="7386474" y="3257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6" name="pt18116"/>
            <p:cNvSpPr/>
            <p:nvPr/>
          </p:nvSpPr>
          <p:spPr>
            <a:xfrm>
              <a:off x="7377368" y="3271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7" name="pt18117"/>
            <p:cNvSpPr/>
            <p:nvPr/>
          </p:nvSpPr>
          <p:spPr>
            <a:xfrm>
              <a:off x="7302788" y="32373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8" name="pt18118"/>
            <p:cNvSpPr/>
            <p:nvPr/>
          </p:nvSpPr>
          <p:spPr>
            <a:xfrm>
              <a:off x="7441688" y="32687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19" name="pt18119"/>
            <p:cNvSpPr/>
            <p:nvPr/>
          </p:nvSpPr>
          <p:spPr>
            <a:xfrm>
              <a:off x="7428807" y="3287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0" name="pt18120"/>
            <p:cNvSpPr/>
            <p:nvPr/>
          </p:nvSpPr>
          <p:spPr>
            <a:xfrm>
              <a:off x="7717545" y="3258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1" name="pt18121"/>
            <p:cNvSpPr/>
            <p:nvPr/>
          </p:nvSpPr>
          <p:spPr>
            <a:xfrm>
              <a:off x="7442635" y="3285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2" name="pt18122"/>
            <p:cNvSpPr/>
            <p:nvPr/>
          </p:nvSpPr>
          <p:spPr>
            <a:xfrm>
              <a:off x="7559508" y="3216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3" name="pt18123"/>
            <p:cNvSpPr/>
            <p:nvPr/>
          </p:nvSpPr>
          <p:spPr>
            <a:xfrm>
              <a:off x="7394735" y="33019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4" name="pt18124"/>
            <p:cNvSpPr/>
            <p:nvPr/>
          </p:nvSpPr>
          <p:spPr>
            <a:xfrm>
              <a:off x="7309247" y="3259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5" name="pt18125"/>
            <p:cNvSpPr/>
            <p:nvPr/>
          </p:nvSpPr>
          <p:spPr>
            <a:xfrm>
              <a:off x="7559882" y="32004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6" name="pt18126"/>
            <p:cNvSpPr/>
            <p:nvPr/>
          </p:nvSpPr>
          <p:spPr>
            <a:xfrm>
              <a:off x="7627992" y="32276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7" name="pt18127"/>
            <p:cNvSpPr/>
            <p:nvPr/>
          </p:nvSpPr>
          <p:spPr>
            <a:xfrm>
              <a:off x="7533030" y="32621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8" name="pt18128"/>
            <p:cNvSpPr/>
            <p:nvPr/>
          </p:nvSpPr>
          <p:spPr>
            <a:xfrm>
              <a:off x="7403658" y="3285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29" name="pt18129"/>
            <p:cNvSpPr/>
            <p:nvPr/>
          </p:nvSpPr>
          <p:spPr>
            <a:xfrm>
              <a:off x="7404382" y="3254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0" name="pt18130"/>
            <p:cNvSpPr/>
            <p:nvPr/>
          </p:nvSpPr>
          <p:spPr>
            <a:xfrm>
              <a:off x="7339249" y="3324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1" name="pt18131"/>
            <p:cNvSpPr/>
            <p:nvPr/>
          </p:nvSpPr>
          <p:spPr>
            <a:xfrm>
              <a:off x="7367653" y="3265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2" name="pt18132"/>
            <p:cNvSpPr/>
            <p:nvPr/>
          </p:nvSpPr>
          <p:spPr>
            <a:xfrm>
              <a:off x="7457451" y="3187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3" name="pt18133"/>
            <p:cNvSpPr/>
            <p:nvPr/>
          </p:nvSpPr>
          <p:spPr>
            <a:xfrm>
              <a:off x="7355825" y="3135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4" name="pt18134"/>
            <p:cNvSpPr/>
            <p:nvPr/>
          </p:nvSpPr>
          <p:spPr>
            <a:xfrm>
              <a:off x="7490221" y="32381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5" name="pt18135"/>
            <p:cNvSpPr/>
            <p:nvPr/>
          </p:nvSpPr>
          <p:spPr>
            <a:xfrm>
              <a:off x="7513312" y="32813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6" name="pt18136"/>
            <p:cNvSpPr/>
            <p:nvPr/>
          </p:nvSpPr>
          <p:spPr>
            <a:xfrm>
              <a:off x="7354400" y="3278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7" name="pt18137"/>
            <p:cNvSpPr/>
            <p:nvPr/>
          </p:nvSpPr>
          <p:spPr>
            <a:xfrm>
              <a:off x="7622989" y="3282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8" name="pt18138"/>
            <p:cNvSpPr/>
            <p:nvPr/>
          </p:nvSpPr>
          <p:spPr>
            <a:xfrm>
              <a:off x="7283181" y="3273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39" name="pt18139"/>
            <p:cNvSpPr/>
            <p:nvPr/>
          </p:nvSpPr>
          <p:spPr>
            <a:xfrm>
              <a:off x="7481094" y="32667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0" name="pt18140"/>
            <p:cNvSpPr/>
            <p:nvPr/>
          </p:nvSpPr>
          <p:spPr>
            <a:xfrm>
              <a:off x="7628539" y="3311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1" name="pt18141"/>
            <p:cNvSpPr/>
            <p:nvPr/>
          </p:nvSpPr>
          <p:spPr>
            <a:xfrm>
              <a:off x="7538114" y="3270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2" name="pt18142"/>
            <p:cNvSpPr/>
            <p:nvPr/>
          </p:nvSpPr>
          <p:spPr>
            <a:xfrm>
              <a:off x="7255825" y="3308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3" name="pt18143"/>
            <p:cNvSpPr/>
            <p:nvPr/>
          </p:nvSpPr>
          <p:spPr>
            <a:xfrm>
              <a:off x="7503296" y="3272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4" name="pt18144"/>
            <p:cNvSpPr/>
            <p:nvPr/>
          </p:nvSpPr>
          <p:spPr>
            <a:xfrm>
              <a:off x="8478358" y="3295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5" name="pt18145"/>
            <p:cNvSpPr/>
            <p:nvPr/>
          </p:nvSpPr>
          <p:spPr>
            <a:xfrm>
              <a:off x="7761771" y="3293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6" name="pt18146"/>
            <p:cNvSpPr/>
            <p:nvPr/>
          </p:nvSpPr>
          <p:spPr>
            <a:xfrm>
              <a:off x="7736874" y="3280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7" name="pt18147"/>
            <p:cNvSpPr/>
            <p:nvPr/>
          </p:nvSpPr>
          <p:spPr>
            <a:xfrm>
              <a:off x="7454486" y="3279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8" name="pt18148"/>
            <p:cNvSpPr/>
            <p:nvPr/>
          </p:nvSpPr>
          <p:spPr>
            <a:xfrm>
              <a:off x="7663930" y="32498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49" name="pt18149"/>
            <p:cNvSpPr/>
            <p:nvPr/>
          </p:nvSpPr>
          <p:spPr>
            <a:xfrm>
              <a:off x="7532460" y="3225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0" name="pt18150"/>
            <p:cNvSpPr/>
            <p:nvPr/>
          </p:nvSpPr>
          <p:spPr>
            <a:xfrm>
              <a:off x="7379980" y="3275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1" name="pt18151"/>
            <p:cNvSpPr/>
            <p:nvPr/>
          </p:nvSpPr>
          <p:spPr>
            <a:xfrm>
              <a:off x="7486633" y="3235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2" name="pt18152"/>
            <p:cNvSpPr/>
            <p:nvPr/>
          </p:nvSpPr>
          <p:spPr>
            <a:xfrm>
              <a:off x="7670359" y="3260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3" name="pt18153"/>
            <p:cNvSpPr/>
            <p:nvPr/>
          </p:nvSpPr>
          <p:spPr>
            <a:xfrm>
              <a:off x="7888864" y="32669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4" name="pt18154"/>
            <p:cNvSpPr/>
            <p:nvPr/>
          </p:nvSpPr>
          <p:spPr>
            <a:xfrm>
              <a:off x="7434713" y="3286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5" name="pt18155"/>
            <p:cNvSpPr/>
            <p:nvPr/>
          </p:nvSpPr>
          <p:spPr>
            <a:xfrm>
              <a:off x="7446281" y="3268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6" name="pt18156"/>
            <p:cNvSpPr/>
            <p:nvPr/>
          </p:nvSpPr>
          <p:spPr>
            <a:xfrm>
              <a:off x="7491423" y="3334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7" name="pt18157"/>
            <p:cNvSpPr/>
            <p:nvPr/>
          </p:nvSpPr>
          <p:spPr>
            <a:xfrm>
              <a:off x="7527564" y="3262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8" name="pt18158"/>
            <p:cNvSpPr/>
            <p:nvPr/>
          </p:nvSpPr>
          <p:spPr>
            <a:xfrm>
              <a:off x="7671675" y="3258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59" name="pt18159"/>
            <p:cNvSpPr/>
            <p:nvPr/>
          </p:nvSpPr>
          <p:spPr>
            <a:xfrm>
              <a:off x="7533817" y="32557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0" name="pt18160"/>
            <p:cNvSpPr/>
            <p:nvPr/>
          </p:nvSpPr>
          <p:spPr>
            <a:xfrm>
              <a:off x="7426605" y="3244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1" name="pt18161"/>
            <p:cNvSpPr/>
            <p:nvPr/>
          </p:nvSpPr>
          <p:spPr>
            <a:xfrm>
              <a:off x="7643968" y="3305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2" name="pt18162"/>
            <p:cNvSpPr/>
            <p:nvPr/>
          </p:nvSpPr>
          <p:spPr>
            <a:xfrm>
              <a:off x="7708721" y="3262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3" name="pt18163"/>
            <p:cNvSpPr/>
            <p:nvPr/>
          </p:nvSpPr>
          <p:spPr>
            <a:xfrm>
              <a:off x="7702094" y="33043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4" name="pt18164"/>
            <p:cNvSpPr/>
            <p:nvPr/>
          </p:nvSpPr>
          <p:spPr>
            <a:xfrm>
              <a:off x="7355976" y="3263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5" name="pt18165"/>
            <p:cNvSpPr/>
            <p:nvPr/>
          </p:nvSpPr>
          <p:spPr>
            <a:xfrm>
              <a:off x="7587777" y="3286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6" name="pt18166"/>
            <p:cNvSpPr/>
            <p:nvPr/>
          </p:nvSpPr>
          <p:spPr>
            <a:xfrm>
              <a:off x="7460966" y="3106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7" name="pt18167"/>
            <p:cNvSpPr/>
            <p:nvPr/>
          </p:nvSpPr>
          <p:spPr>
            <a:xfrm>
              <a:off x="7394970" y="3268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8" name="pt18168"/>
            <p:cNvSpPr/>
            <p:nvPr/>
          </p:nvSpPr>
          <p:spPr>
            <a:xfrm>
              <a:off x="7383073" y="3288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69" name="pt18169"/>
            <p:cNvSpPr/>
            <p:nvPr/>
          </p:nvSpPr>
          <p:spPr>
            <a:xfrm>
              <a:off x="7517457" y="3159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0" name="pt18170"/>
            <p:cNvSpPr/>
            <p:nvPr/>
          </p:nvSpPr>
          <p:spPr>
            <a:xfrm>
              <a:off x="7827735" y="3267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1" name="pt18171"/>
            <p:cNvSpPr/>
            <p:nvPr/>
          </p:nvSpPr>
          <p:spPr>
            <a:xfrm>
              <a:off x="7511278" y="3290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2" name="pt18172"/>
            <p:cNvSpPr/>
            <p:nvPr/>
          </p:nvSpPr>
          <p:spPr>
            <a:xfrm>
              <a:off x="7429122" y="32848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3" name="pt18173"/>
            <p:cNvSpPr/>
            <p:nvPr/>
          </p:nvSpPr>
          <p:spPr>
            <a:xfrm>
              <a:off x="7469880" y="3257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4" name="pt18174"/>
            <p:cNvSpPr/>
            <p:nvPr/>
          </p:nvSpPr>
          <p:spPr>
            <a:xfrm>
              <a:off x="7274054" y="3272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5" name="pt18175"/>
            <p:cNvSpPr/>
            <p:nvPr/>
          </p:nvSpPr>
          <p:spPr>
            <a:xfrm>
              <a:off x="7923161" y="3250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6" name="pt18176"/>
            <p:cNvSpPr/>
            <p:nvPr/>
          </p:nvSpPr>
          <p:spPr>
            <a:xfrm>
              <a:off x="7645283" y="3305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7" name="pt18177"/>
            <p:cNvSpPr/>
            <p:nvPr/>
          </p:nvSpPr>
          <p:spPr>
            <a:xfrm>
              <a:off x="7235790" y="3269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8" name="pt18178"/>
            <p:cNvSpPr/>
            <p:nvPr/>
          </p:nvSpPr>
          <p:spPr>
            <a:xfrm>
              <a:off x="7493634" y="3279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79" name="pt18179"/>
            <p:cNvSpPr/>
            <p:nvPr/>
          </p:nvSpPr>
          <p:spPr>
            <a:xfrm>
              <a:off x="7446072" y="3278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0" name="pt18180"/>
            <p:cNvSpPr/>
            <p:nvPr/>
          </p:nvSpPr>
          <p:spPr>
            <a:xfrm>
              <a:off x="7525247" y="3271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1" name="pt18181"/>
            <p:cNvSpPr/>
            <p:nvPr/>
          </p:nvSpPr>
          <p:spPr>
            <a:xfrm>
              <a:off x="7252099" y="3260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2" name="pt18182"/>
            <p:cNvSpPr/>
            <p:nvPr/>
          </p:nvSpPr>
          <p:spPr>
            <a:xfrm>
              <a:off x="7524438" y="32877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3" name="pt18183"/>
            <p:cNvSpPr/>
            <p:nvPr/>
          </p:nvSpPr>
          <p:spPr>
            <a:xfrm>
              <a:off x="7588331" y="3283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4" name="pt18184"/>
            <p:cNvSpPr/>
            <p:nvPr/>
          </p:nvSpPr>
          <p:spPr>
            <a:xfrm>
              <a:off x="7938804" y="3258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5" name="pt18185"/>
            <p:cNvSpPr/>
            <p:nvPr/>
          </p:nvSpPr>
          <p:spPr>
            <a:xfrm>
              <a:off x="7392098" y="3256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6" name="pt18186"/>
            <p:cNvSpPr/>
            <p:nvPr/>
          </p:nvSpPr>
          <p:spPr>
            <a:xfrm>
              <a:off x="7334712" y="32600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7" name="pt18187"/>
            <p:cNvSpPr/>
            <p:nvPr/>
          </p:nvSpPr>
          <p:spPr>
            <a:xfrm>
              <a:off x="7306552" y="3272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8" name="pt18188"/>
            <p:cNvSpPr/>
            <p:nvPr/>
          </p:nvSpPr>
          <p:spPr>
            <a:xfrm>
              <a:off x="7412815" y="3279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89" name="pt18189"/>
            <p:cNvSpPr/>
            <p:nvPr/>
          </p:nvSpPr>
          <p:spPr>
            <a:xfrm>
              <a:off x="7497281" y="3252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0" name="pt18190"/>
            <p:cNvSpPr/>
            <p:nvPr/>
          </p:nvSpPr>
          <p:spPr>
            <a:xfrm>
              <a:off x="7587330" y="3263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1" name="pt18191"/>
            <p:cNvSpPr/>
            <p:nvPr/>
          </p:nvSpPr>
          <p:spPr>
            <a:xfrm>
              <a:off x="7444666" y="32481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2" name="pt18192"/>
            <p:cNvSpPr/>
            <p:nvPr/>
          </p:nvSpPr>
          <p:spPr>
            <a:xfrm>
              <a:off x="7633534" y="3271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3" name="pt18193"/>
            <p:cNvSpPr/>
            <p:nvPr/>
          </p:nvSpPr>
          <p:spPr>
            <a:xfrm>
              <a:off x="7410231" y="3315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4" name="pt18194"/>
            <p:cNvSpPr/>
            <p:nvPr/>
          </p:nvSpPr>
          <p:spPr>
            <a:xfrm>
              <a:off x="7465490" y="32676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5" name="pt18195"/>
            <p:cNvSpPr/>
            <p:nvPr/>
          </p:nvSpPr>
          <p:spPr>
            <a:xfrm>
              <a:off x="7571629" y="32981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6" name="pt18196"/>
            <p:cNvSpPr/>
            <p:nvPr/>
          </p:nvSpPr>
          <p:spPr>
            <a:xfrm>
              <a:off x="7074110" y="3275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7" name="pt18197"/>
            <p:cNvSpPr/>
            <p:nvPr/>
          </p:nvSpPr>
          <p:spPr>
            <a:xfrm>
              <a:off x="7475405" y="3222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8" name="pt18198"/>
            <p:cNvSpPr/>
            <p:nvPr/>
          </p:nvSpPr>
          <p:spPr>
            <a:xfrm>
              <a:off x="7394163" y="3271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199" name="pt18199"/>
            <p:cNvSpPr/>
            <p:nvPr/>
          </p:nvSpPr>
          <p:spPr>
            <a:xfrm>
              <a:off x="7479513" y="3297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0" name="pt18200"/>
            <p:cNvSpPr/>
            <p:nvPr/>
          </p:nvSpPr>
          <p:spPr>
            <a:xfrm>
              <a:off x="7649579" y="3274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1" name="pt18201"/>
            <p:cNvSpPr/>
            <p:nvPr/>
          </p:nvSpPr>
          <p:spPr>
            <a:xfrm>
              <a:off x="7550965" y="3272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2" name="pt18202"/>
            <p:cNvSpPr/>
            <p:nvPr/>
          </p:nvSpPr>
          <p:spPr>
            <a:xfrm>
              <a:off x="7390630" y="32797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3" name="pt18203"/>
            <p:cNvSpPr/>
            <p:nvPr/>
          </p:nvSpPr>
          <p:spPr>
            <a:xfrm>
              <a:off x="7507182" y="32637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4" name="pt18204"/>
            <p:cNvSpPr/>
            <p:nvPr/>
          </p:nvSpPr>
          <p:spPr>
            <a:xfrm>
              <a:off x="7322590" y="3240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5" name="pt18205"/>
            <p:cNvSpPr/>
            <p:nvPr/>
          </p:nvSpPr>
          <p:spPr>
            <a:xfrm>
              <a:off x="7453078" y="3278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6" name="pt18206"/>
            <p:cNvSpPr/>
            <p:nvPr/>
          </p:nvSpPr>
          <p:spPr>
            <a:xfrm>
              <a:off x="7379038" y="3296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7" name="pt18207"/>
            <p:cNvSpPr/>
            <p:nvPr/>
          </p:nvSpPr>
          <p:spPr>
            <a:xfrm>
              <a:off x="8423460" y="3294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8" name="pt18208"/>
            <p:cNvSpPr/>
            <p:nvPr/>
          </p:nvSpPr>
          <p:spPr>
            <a:xfrm>
              <a:off x="7268282" y="32599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09" name="pt18209"/>
            <p:cNvSpPr/>
            <p:nvPr/>
          </p:nvSpPr>
          <p:spPr>
            <a:xfrm>
              <a:off x="7426713" y="3266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0" name="pt18210"/>
            <p:cNvSpPr/>
            <p:nvPr/>
          </p:nvSpPr>
          <p:spPr>
            <a:xfrm>
              <a:off x="7486554" y="33128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1" name="pt18211"/>
            <p:cNvSpPr/>
            <p:nvPr/>
          </p:nvSpPr>
          <p:spPr>
            <a:xfrm>
              <a:off x="7360116" y="3240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2" name="pt18212"/>
            <p:cNvSpPr/>
            <p:nvPr/>
          </p:nvSpPr>
          <p:spPr>
            <a:xfrm>
              <a:off x="7443498" y="32653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3" name="pt18213"/>
            <p:cNvSpPr/>
            <p:nvPr/>
          </p:nvSpPr>
          <p:spPr>
            <a:xfrm>
              <a:off x="7310342" y="3246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4" name="pt18214"/>
            <p:cNvSpPr/>
            <p:nvPr/>
          </p:nvSpPr>
          <p:spPr>
            <a:xfrm>
              <a:off x="7483908" y="3260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5" name="pt18215"/>
            <p:cNvSpPr/>
            <p:nvPr/>
          </p:nvSpPr>
          <p:spPr>
            <a:xfrm>
              <a:off x="7395116" y="32695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6" name="pt18216"/>
            <p:cNvSpPr/>
            <p:nvPr/>
          </p:nvSpPr>
          <p:spPr>
            <a:xfrm>
              <a:off x="7575103" y="3272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7" name="pt18217"/>
            <p:cNvSpPr/>
            <p:nvPr/>
          </p:nvSpPr>
          <p:spPr>
            <a:xfrm>
              <a:off x="7575372" y="32840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8" name="pt18218"/>
            <p:cNvSpPr/>
            <p:nvPr/>
          </p:nvSpPr>
          <p:spPr>
            <a:xfrm>
              <a:off x="7523796" y="32706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19" name="pt18219"/>
            <p:cNvSpPr/>
            <p:nvPr/>
          </p:nvSpPr>
          <p:spPr>
            <a:xfrm>
              <a:off x="7311145" y="3274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0" name="pt18220"/>
            <p:cNvSpPr/>
            <p:nvPr/>
          </p:nvSpPr>
          <p:spPr>
            <a:xfrm>
              <a:off x="7412686" y="3243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1" name="pt18221"/>
            <p:cNvSpPr/>
            <p:nvPr/>
          </p:nvSpPr>
          <p:spPr>
            <a:xfrm>
              <a:off x="7531359" y="3273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2" name="pt18222"/>
            <p:cNvSpPr/>
            <p:nvPr/>
          </p:nvSpPr>
          <p:spPr>
            <a:xfrm>
              <a:off x="7452813" y="32894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3" name="pt18223"/>
            <p:cNvSpPr/>
            <p:nvPr/>
          </p:nvSpPr>
          <p:spPr>
            <a:xfrm>
              <a:off x="7695680" y="3288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4" name="pt18224"/>
            <p:cNvSpPr/>
            <p:nvPr/>
          </p:nvSpPr>
          <p:spPr>
            <a:xfrm>
              <a:off x="7391867" y="3230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5" name="pt18225"/>
            <p:cNvSpPr/>
            <p:nvPr/>
          </p:nvSpPr>
          <p:spPr>
            <a:xfrm>
              <a:off x="7288620" y="3220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6" name="pt18226"/>
            <p:cNvSpPr/>
            <p:nvPr/>
          </p:nvSpPr>
          <p:spPr>
            <a:xfrm>
              <a:off x="7590466" y="3270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7" name="pt18227"/>
            <p:cNvSpPr/>
            <p:nvPr/>
          </p:nvSpPr>
          <p:spPr>
            <a:xfrm>
              <a:off x="7467227" y="32887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8" name="pt18228"/>
            <p:cNvSpPr/>
            <p:nvPr/>
          </p:nvSpPr>
          <p:spPr>
            <a:xfrm>
              <a:off x="7209221" y="3291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29" name="pt18229"/>
            <p:cNvSpPr/>
            <p:nvPr/>
          </p:nvSpPr>
          <p:spPr>
            <a:xfrm>
              <a:off x="7534102" y="3268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0" name="pt18230"/>
            <p:cNvSpPr/>
            <p:nvPr/>
          </p:nvSpPr>
          <p:spPr>
            <a:xfrm>
              <a:off x="7394987" y="3288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1" name="pt18231"/>
            <p:cNvSpPr/>
            <p:nvPr/>
          </p:nvSpPr>
          <p:spPr>
            <a:xfrm>
              <a:off x="7331524" y="3282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2" name="pt18232"/>
            <p:cNvSpPr/>
            <p:nvPr/>
          </p:nvSpPr>
          <p:spPr>
            <a:xfrm>
              <a:off x="7308887" y="3252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3" name="pt18233"/>
            <p:cNvSpPr/>
            <p:nvPr/>
          </p:nvSpPr>
          <p:spPr>
            <a:xfrm>
              <a:off x="7615974" y="3264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4" name="pt18234"/>
            <p:cNvSpPr/>
            <p:nvPr/>
          </p:nvSpPr>
          <p:spPr>
            <a:xfrm>
              <a:off x="7473433" y="32862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5" name="pt18235"/>
            <p:cNvSpPr/>
            <p:nvPr/>
          </p:nvSpPr>
          <p:spPr>
            <a:xfrm>
              <a:off x="7386082" y="32516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6" name="pt18236"/>
            <p:cNvSpPr/>
            <p:nvPr/>
          </p:nvSpPr>
          <p:spPr>
            <a:xfrm>
              <a:off x="7639101" y="3273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7" name="pt18237"/>
            <p:cNvSpPr/>
            <p:nvPr/>
          </p:nvSpPr>
          <p:spPr>
            <a:xfrm>
              <a:off x="7585173" y="3257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8" name="pt18238"/>
            <p:cNvSpPr/>
            <p:nvPr/>
          </p:nvSpPr>
          <p:spPr>
            <a:xfrm>
              <a:off x="7563783" y="3294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39" name="pt18239"/>
            <p:cNvSpPr/>
            <p:nvPr/>
          </p:nvSpPr>
          <p:spPr>
            <a:xfrm>
              <a:off x="7342608" y="32717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0" name="pt18240"/>
            <p:cNvSpPr/>
            <p:nvPr/>
          </p:nvSpPr>
          <p:spPr>
            <a:xfrm>
              <a:off x="7443123" y="32594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1" name="pt18241"/>
            <p:cNvSpPr/>
            <p:nvPr/>
          </p:nvSpPr>
          <p:spPr>
            <a:xfrm>
              <a:off x="7533683" y="3268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2" name="pt18242"/>
            <p:cNvSpPr/>
            <p:nvPr/>
          </p:nvSpPr>
          <p:spPr>
            <a:xfrm>
              <a:off x="7400942" y="3279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3" name="pt18243"/>
            <p:cNvSpPr/>
            <p:nvPr/>
          </p:nvSpPr>
          <p:spPr>
            <a:xfrm>
              <a:off x="7436100" y="3269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4" name="pt18244"/>
            <p:cNvSpPr/>
            <p:nvPr/>
          </p:nvSpPr>
          <p:spPr>
            <a:xfrm>
              <a:off x="7353852" y="3260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5" name="pt18245"/>
            <p:cNvSpPr/>
            <p:nvPr/>
          </p:nvSpPr>
          <p:spPr>
            <a:xfrm>
              <a:off x="7310389" y="3229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6" name="pt18246"/>
            <p:cNvSpPr/>
            <p:nvPr/>
          </p:nvSpPr>
          <p:spPr>
            <a:xfrm>
              <a:off x="7201484" y="3269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7" name="pt18247"/>
            <p:cNvSpPr/>
            <p:nvPr/>
          </p:nvSpPr>
          <p:spPr>
            <a:xfrm>
              <a:off x="7297685" y="3236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8" name="pt18248"/>
            <p:cNvSpPr/>
            <p:nvPr/>
          </p:nvSpPr>
          <p:spPr>
            <a:xfrm>
              <a:off x="7336189" y="3287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49" name="pt18249"/>
            <p:cNvSpPr/>
            <p:nvPr/>
          </p:nvSpPr>
          <p:spPr>
            <a:xfrm>
              <a:off x="7484528" y="3240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0" name="pt18250"/>
            <p:cNvSpPr/>
            <p:nvPr/>
          </p:nvSpPr>
          <p:spPr>
            <a:xfrm>
              <a:off x="7472157" y="3273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1" name="pt18251"/>
            <p:cNvSpPr/>
            <p:nvPr/>
          </p:nvSpPr>
          <p:spPr>
            <a:xfrm>
              <a:off x="7485711" y="3276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2" name="pt18252"/>
            <p:cNvSpPr/>
            <p:nvPr/>
          </p:nvSpPr>
          <p:spPr>
            <a:xfrm>
              <a:off x="7531225" y="3232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3" name="pt18253"/>
            <p:cNvSpPr/>
            <p:nvPr/>
          </p:nvSpPr>
          <p:spPr>
            <a:xfrm>
              <a:off x="7382093" y="3256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4" name="pt18254"/>
            <p:cNvSpPr/>
            <p:nvPr/>
          </p:nvSpPr>
          <p:spPr>
            <a:xfrm>
              <a:off x="7377622" y="3257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5" name="pt18255"/>
            <p:cNvSpPr/>
            <p:nvPr/>
          </p:nvSpPr>
          <p:spPr>
            <a:xfrm>
              <a:off x="7431174" y="32628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6" name="pt18256"/>
            <p:cNvSpPr/>
            <p:nvPr/>
          </p:nvSpPr>
          <p:spPr>
            <a:xfrm>
              <a:off x="7434656" y="3287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7" name="pt18257"/>
            <p:cNvSpPr/>
            <p:nvPr/>
          </p:nvSpPr>
          <p:spPr>
            <a:xfrm>
              <a:off x="7324574" y="3283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8" name="pt18258"/>
            <p:cNvSpPr/>
            <p:nvPr/>
          </p:nvSpPr>
          <p:spPr>
            <a:xfrm>
              <a:off x="7462507" y="3286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59" name="pt18259"/>
            <p:cNvSpPr/>
            <p:nvPr/>
          </p:nvSpPr>
          <p:spPr>
            <a:xfrm>
              <a:off x="7357869" y="3253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0" name="pt18260"/>
            <p:cNvSpPr/>
            <p:nvPr/>
          </p:nvSpPr>
          <p:spPr>
            <a:xfrm>
              <a:off x="7514446" y="3247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1" name="pt18261"/>
            <p:cNvSpPr/>
            <p:nvPr/>
          </p:nvSpPr>
          <p:spPr>
            <a:xfrm>
              <a:off x="7348101" y="3205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2" name="pt18262"/>
            <p:cNvSpPr/>
            <p:nvPr/>
          </p:nvSpPr>
          <p:spPr>
            <a:xfrm>
              <a:off x="7439094" y="3262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3" name="pt18263"/>
            <p:cNvSpPr/>
            <p:nvPr/>
          </p:nvSpPr>
          <p:spPr>
            <a:xfrm>
              <a:off x="7458002" y="3269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4" name="pt18264"/>
            <p:cNvSpPr/>
            <p:nvPr/>
          </p:nvSpPr>
          <p:spPr>
            <a:xfrm>
              <a:off x="7575546" y="3270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5" name="pt18265"/>
            <p:cNvSpPr/>
            <p:nvPr/>
          </p:nvSpPr>
          <p:spPr>
            <a:xfrm>
              <a:off x="7367060" y="3242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6" name="pt18266"/>
            <p:cNvSpPr/>
            <p:nvPr/>
          </p:nvSpPr>
          <p:spPr>
            <a:xfrm>
              <a:off x="7568172" y="3265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7" name="pt18267"/>
            <p:cNvSpPr/>
            <p:nvPr/>
          </p:nvSpPr>
          <p:spPr>
            <a:xfrm>
              <a:off x="7434495" y="33226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8" name="pt18268"/>
            <p:cNvSpPr/>
            <p:nvPr/>
          </p:nvSpPr>
          <p:spPr>
            <a:xfrm>
              <a:off x="7509646" y="3279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69" name="pt18269"/>
            <p:cNvSpPr/>
            <p:nvPr/>
          </p:nvSpPr>
          <p:spPr>
            <a:xfrm>
              <a:off x="7611486" y="32849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0" name="pt18270"/>
            <p:cNvSpPr/>
            <p:nvPr/>
          </p:nvSpPr>
          <p:spPr>
            <a:xfrm>
              <a:off x="7359496" y="3290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1" name="pt18271"/>
            <p:cNvSpPr/>
            <p:nvPr/>
          </p:nvSpPr>
          <p:spPr>
            <a:xfrm>
              <a:off x="7527651" y="3272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2" name="pt18272"/>
            <p:cNvSpPr/>
            <p:nvPr/>
          </p:nvSpPr>
          <p:spPr>
            <a:xfrm>
              <a:off x="7595851" y="3263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3" name="pt18273"/>
            <p:cNvSpPr/>
            <p:nvPr/>
          </p:nvSpPr>
          <p:spPr>
            <a:xfrm>
              <a:off x="7483761" y="32413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4" name="pt18274"/>
            <p:cNvSpPr/>
            <p:nvPr/>
          </p:nvSpPr>
          <p:spPr>
            <a:xfrm>
              <a:off x="7473642" y="3243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5" name="pt18275"/>
            <p:cNvSpPr/>
            <p:nvPr/>
          </p:nvSpPr>
          <p:spPr>
            <a:xfrm>
              <a:off x="7587428" y="3257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6" name="pt18276"/>
            <p:cNvSpPr/>
            <p:nvPr/>
          </p:nvSpPr>
          <p:spPr>
            <a:xfrm>
              <a:off x="7443060" y="32690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7" name="pt18277"/>
            <p:cNvSpPr/>
            <p:nvPr/>
          </p:nvSpPr>
          <p:spPr>
            <a:xfrm>
              <a:off x="7655276" y="3263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8" name="pt18278"/>
            <p:cNvSpPr/>
            <p:nvPr/>
          </p:nvSpPr>
          <p:spPr>
            <a:xfrm>
              <a:off x="7493773" y="3276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79" name="pt18279"/>
            <p:cNvSpPr/>
            <p:nvPr/>
          </p:nvSpPr>
          <p:spPr>
            <a:xfrm>
              <a:off x="7547340" y="3298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0" name="pt18280"/>
            <p:cNvSpPr/>
            <p:nvPr/>
          </p:nvSpPr>
          <p:spPr>
            <a:xfrm>
              <a:off x="7516240" y="3280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1" name="pt18281"/>
            <p:cNvSpPr/>
            <p:nvPr/>
          </p:nvSpPr>
          <p:spPr>
            <a:xfrm>
              <a:off x="7441171" y="3271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2" name="pt18282"/>
            <p:cNvSpPr/>
            <p:nvPr/>
          </p:nvSpPr>
          <p:spPr>
            <a:xfrm>
              <a:off x="7670832" y="32994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3" name="pt18283"/>
            <p:cNvSpPr/>
            <p:nvPr/>
          </p:nvSpPr>
          <p:spPr>
            <a:xfrm>
              <a:off x="7601786" y="3069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4" name="pt18284"/>
            <p:cNvSpPr/>
            <p:nvPr/>
          </p:nvSpPr>
          <p:spPr>
            <a:xfrm>
              <a:off x="7311925" y="3247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5" name="pt18285"/>
            <p:cNvSpPr/>
            <p:nvPr/>
          </p:nvSpPr>
          <p:spPr>
            <a:xfrm>
              <a:off x="8448644" y="33193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6" name="pt18286"/>
            <p:cNvSpPr/>
            <p:nvPr/>
          </p:nvSpPr>
          <p:spPr>
            <a:xfrm>
              <a:off x="7463167" y="3273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7" name="pt18287"/>
            <p:cNvSpPr/>
            <p:nvPr/>
          </p:nvSpPr>
          <p:spPr>
            <a:xfrm>
              <a:off x="7341519" y="3290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8" name="pt18288"/>
            <p:cNvSpPr/>
            <p:nvPr/>
          </p:nvSpPr>
          <p:spPr>
            <a:xfrm>
              <a:off x="7414557" y="3259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89" name="pt18289"/>
            <p:cNvSpPr/>
            <p:nvPr/>
          </p:nvSpPr>
          <p:spPr>
            <a:xfrm>
              <a:off x="7466460" y="2949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0" name="pt18290"/>
            <p:cNvSpPr/>
            <p:nvPr/>
          </p:nvSpPr>
          <p:spPr>
            <a:xfrm>
              <a:off x="7429478" y="3260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1" name="pt18291"/>
            <p:cNvSpPr/>
            <p:nvPr/>
          </p:nvSpPr>
          <p:spPr>
            <a:xfrm>
              <a:off x="7518105" y="3278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2" name="pt18292"/>
            <p:cNvSpPr/>
            <p:nvPr/>
          </p:nvSpPr>
          <p:spPr>
            <a:xfrm>
              <a:off x="7739203" y="3245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3" name="pt18293"/>
            <p:cNvSpPr/>
            <p:nvPr/>
          </p:nvSpPr>
          <p:spPr>
            <a:xfrm>
              <a:off x="7470761" y="3287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4" name="pt18294"/>
            <p:cNvSpPr/>
            <p:nvPr/>
          </p:nvSpPr>
          <p:spPr>
            <a:xfrm>
              <a:off x="7405782" y="3271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5" name="pt18295"/>
            <p:cNvSpPr/>
            <p:nvPr/>
          </p:nvSpPr>
          <p:spPr>
            <a:xfrm>
              <a:off x="7564193" y="32602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6" name="pt18296"/>
            <p:cNvSpPr/>
            <p:nvPr/>
          </p:nvSpPr>
          <p:spPr>
            <a:xfrm>
              <a:off x="7509770" y="32955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7" name="pt18297"/>
            <p:cNvSpPr/>
            <p:nvPr/>
          </p:nvSpPr>
          <p:spPr>
            <a:xfrm>
              <a:off x="7678355" y="3281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8" name="pt18298"/>
            <p:cNvSpPr/>
            <p:nvPr/>
          </p:nvSpPr>
          <p:spPr>
            <a:xfrm>
              <a:off x="7486170" y="3221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299" name="pt18299"/>
            <p:cNvSpPr/>
            <p:nvPr/>
          </p:nvSpPr>
          <p:spPr>
            <a:xfrm>
              <a:off x="7518500" y="3275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0" name="pt18300"/>
            <p:cNvSpPr/>
            <p:nvPr/>
          </p:nvSpPr>
          <p:spPr>
            <a:xfrm>
              <a:off x="7548692" y="3278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1" name="pt18301"/>
            <p:cNvSpPr/>
            <p:nvPr/>
          </p:nvSpPr>
          <p:spPr>
            <a:xfrm>
              <a:off x="7285024" y="3217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2" name="pt18302"/>
            <p:cNvSpPr/>
            <p:nvPr/>
          </p:nvSpPr>
          <p:spPr>
            <a:xfrm>
              <a:off x="7634423" y="3278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3" name="pt18303"/>
            <p:cNvSpPr/>
            <p:nvPr/>
          </p:nvSpPr>
          <p:spPr>
            <a:xfrm>
              <a:off x="7406062" y="3264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4" name="pt18304"/>
            <p:cNvSpPr/>
            <p:nvPr/>
          </p:nvSpPr>
          <p:spPr>
            <a:xfrm>
              <a:off x="7541436" y="3297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5" name="pt18305"/>
            <p:cNvSpPr/>
            <p:nvPr/>
          </p:nvSpPr>
          <p:spPr>
            <a:xfrm>
              <a:off x="7410909" y="3271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6" name="pt18306"/>
            <p:cNvSpPr/>
            <p:nvPr/>
          </p:nvSpPr>
          <p:spPr>
            <a:xfrm>
              <a:off x="7529069" y="3286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7" name="pt18307"/>
            <p:cNvSpPr/>
            <p:nvPr/>
          </p:nvSpPr>
          <p:spPr>
            <a:xfrm>
              <a:off x="7422138" y="3186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08" name="pt18308"/>
            <p:cNvSpPr/>
            <p:nvPr/>
          </p:nvSpPr>
          <p:spPr>
            <a:xfrm>
              <a:off x="7252298" y="3193532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09" name="pt18309"/>
            <p:cNvSpPr/>
            <p:nvPr/>
          </p:nvSpPr>
          <p:spPr>
            <a:xfrm>
              <a:off x="7540032" y="3275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0" name="pt18310"/>
            <p:cNvSpPr/>
            <p:nvPr/>
          </p:nvSpPr>
          <p:spPr>
            <a:xfrm>
              <a:off x="7456561" y="3267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1" name="pt18311"/>
            <p:cNvSpPr/>
            <p:nvPr/>
          </p:nvSpPr>
          <p:spPr>
            <a:xfrm>
              <a:off x="7414612" y="3224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2" name="pt18312"/>
            <p:cNvSpPr/>
            <p:nvPr/>
          </p:nvSpPr>
          <p:spPr>
            <a:xfrm>
              <a:off x="7541638" y="3226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3" name="pt18313"/>
            <p:cNvSpPr/>
            <p:nvPr/>
          </p:nvSpPr>
          <p:spPr>
            <a:xfrm>
              <a:off x="7455168" y="3251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4" name="pt18314"/>
            <p:cNvSpPr/>
            <p:nvPr/>
          </p:nvSpPr>
          <p:spPr>
            <a:xfrm>
              <a:off x="7514043" y="3281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5" name="pt18315"/>
            <p:cNvSpPr/>
            <p:nvPr/>
          </p:nvSpPr>
          <p:spPr>
            <a:xfrm>
              <a:off x="7397425" y="32913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6" name="pt18316"/>
            <p:cNvSpPr/>
            <p:nvPr/>
          </p:nvSpPr>
          <p:spPr>
            <a:xfrm>
              <a:off x="7390221" y="3255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7" name="pt18317"/>
            <p:cNvSpPr/>
            <p:nvPr/>
          </p:nvSpPr>
          <p:spPr>
            <a:xfrm>
              <a:off x="7269744" y="3263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8" name="pt18318"/>
            <p:cNvSpPr/>
            <p:nvPr/>
          </p:nvSpPr>
          <p:spPr>
            <a:xfrm>
              <a:off x="7563335" y="3185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19" name="pt18319"/>
            <p:cNvSpPr/>
            <p:nvPr/>
          </p:nvSpPr>
          <p:spPr>
            <a:xfrm>
              <a:off x="7444464" y="3237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0" name="pt18320"/>
            <p:cNvSpPr/>
            <p:nvPr/>
          </p:nvSpPr>
          <p:spPr>
            <a:xfrm>
              <a:off x="7385058" y="32189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1" name="pt18321"/>
            <p:cNvSpPr/>
            <p:nvPr/>
          </p:nvSpPr>
          <p:spPr>
            <a:xfrm>
              <a:off x="7594297" y="32435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2" name="pt18322"/>
            <p:cNvSpPr/>
            <p:nvPr/>
          </p:nvSpPr>
          <p:spPr>
            <a:xfrm>
              <a:off x="7689711" y="3263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3" name="pt18323"/>
            <p:cNvSpPr/>
            <p:nvPr/>
          </p:nvSpPr>
          <p:spPr>
            <a:xfrm>
              <a:off x="7372517" y="3237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4" name="pt18324"/>
            <p:cNvSpPr/>
            <p:nvPr/>
          </p:nvSpPr>
          <p:spPr>
            <a:xfrm>
              <a:off x="7501315" y="3251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5" name="pt18325"/>
            <p:cNvSpPr/>
            <p:nvPr/>
          </p:nvSpPr>
          <p:spPr>
            <a:xfrm>
              <a:off x="7566216" y="3278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6" name="pt18326"/>
            <p:cNvSpPr/>
            <p:nvPr/>
          </p:nvSpPr>
          <p:spPr>
            <a:xfrm>
              <a:off x="7371637" y="3310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7" name="pt18327"/>
            <p:cNvSpPr/>
            <p:nvPr/>
          </p:nvSpPr>
          <p:spPr>
            <a:xfrm>
              <a:off x="7345514" y="3240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8" name="pt18328"/>
            <p:cNvSpPr/>
            <p:nvPr/>
          </p:nvSpPr>
          <p:spPr>
            <a:xfrm>
              <a:off x="7500413" y="31337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29" name="pt18329"/>
            <p:cNvSpPr/>
            <p:nvPr/>
          </p:nvSpPr>
          <p:spPr>
            <a:xfrm>
              <a:off x="7315292" y="3274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0" name="pt18330"/>
            <p:cNvSpPr/>
            <p:nvPr/>
          </p:nvSpPr>
          <p:spPr>
            <a:xfrm>
              <a:off x="7534763" y="32736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1" name="pt18331"/>
            <p:cNvSpPr/>
            <p:nvPr/>
          </p:nvSpPr>
          <p:spPr>
            <a:xfrm>
              <a:off x="7367570" y="3246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2" name="pt18332"/>
            <p:cNvSpPr/>
            <p:nvPr/>
          </p:nvSpPr>
          <p:spPr>
            <a:xfrm>
              <a:off x="7323762" y="3240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3" name="pt18333"/>
            <p:cNvSpPr/>
            <p:nvPr/>
          </p:nvSpPr>
          <p:spPr>
            <a:xfrm>
              <a:off x="7631395" y="3292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4" name="pt18334"/>
            <p:cNvSpPr/>
            <p:nvPr/>
          </p:nvSpPr>
          <p:spPr>
            <a:xfrm>
              <a:off x="7343760" y="3287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5" name="pt18335"/>
            <p:cNvSpPr/>
            <p:nvPr/>
          </p:nvSpPr>
          <p:spPr>
            <a:xfrm>
              <a:off x="7480777" y="3320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6" name="pt18336"/>
            <p:cNvSpPr/>
            <p:nvPr/>
          </p:nvSpPr>
          <p:spPr>
            <a:xfrm>
              <a:off x="7432272" y="32823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7" name="pt18337"/>
            <p:cNvSpPr/>
            <p:nvPr/>
          </p:nvSpPr>
          <p:spPr>
            <a:xfrm>
              <a:off x="7420837" y="3181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8" name="pt18338"/>
            <p:cNvSpPr/>
            <p:nvPr/>
          </p:nvSpPr>
          <p:spPr>
            <a:xfrm>
              <a:off x="7652729" y="3280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39" name="pt18339"/>
            <p:cNvSpPr/>
            <p:nvPr/>
          </p:nvSpPr>
          <p:spPr>
            <a:xfrm>
              <a:off x="7416762" y="3221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0" name="pt18340"/>
            <p:cNvSpPr/>
            <p:nvPr/>
          </p:nvSpPr>
          <p:spPr>
            <a:xfrm>
              <a:off x="7454327" y="3301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1" name="pt18341"/>
            <p:cNvSpPr/>
            <p:nvPr/>
          </p:nvSpPr>
          <p:spPr>
            <a:xfrm>
              <a:off x="7474102" y="32741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2" name="pt18342"/>
            <p:cNvSpPr/>
            <p:nvPr/>
          </p:nvSpPr>
          <p:spPr>
            <a:xfrm>
              <a:off x="7622833" y="3308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3" name="pt18343"/>
            <p:cNvSpPr/>
            <p:nvPr/>
          </p:nvSpPr>
          <p:spPr>
            <a:xfrm>
              <a:off x="7581832" y="32824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4" name="pt18344"/>
            <p:cNvSpPr/>
            <p:nvPr/>
          </p:nvSpPr>
          <p:spPr>
            <a:xfrm>
              <a:off x="7411770" y="32740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5" name="pt18345"/>
            <p:cNvSpPr/>
            <p:nvPr/>
          </p:nvSpPr>
          <p:spPr>
            <a:xfrm>
              <a:off x="7663597" y="3314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6" name="pt18346"/>
            <p:cNvSpPr/>
            <p:nvPr/>
          </p:nvSpPr>
          <p:spPr>
            <a:xfrm>
              <a:off x="7616107" y="32491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7" name="pt18347"/>
            <p:cNvSpPr/>
            <p:nvPr/>
          </p:nvSpPr>
          <p:spPr>
            <a:xfrm>
              <a:off x="7436901" y="3240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8" name="pt18348"/>
            <p:cNvSpPr/>
            <p:nvPr/>
          </p:nvSpPr>
          <p:spPr>
            <a:xfrm>
              <a:off x="7483930" y="3273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49" name="pt18349"/>
            <p:cNvSpPr/>
            <p:nvPr/>
          </p:nvSpPr>
          <p:spPr>
            <a:xfrm>
              <a:off x="7581260" y="3294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0" name="pt18350"/>
            <p:cNvSpPr/>
            <p:nvPr/>
          </p:nvSpPr>
          <p:spPr>
            <a:xfrm>
              <a:off x="7840601" y="3277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1" name="pt18351"/>
            <p:cNvSpPr/>
            <p:nvPr/>
          </p:nvSpPr>
          <p:spPr>
            <a:xfrm>
              <a:off x="7401229" y="3222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2" name="pt18352"/>
            <p:cNvSpPr/>
            <p:nvPr/>
          </p:nvSpPr>
          <p:spPr>
            <a:xfrm>
              <a:off x="7550102" y="3285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3" name="pt18353"/>
            <p:cNvSpPr/>
            <p:nvPr/>
          </p:nvSpPr>
          <p:spPr>
            <a:xfrm>
              <a:off x="7581983" y="3237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4" name="pt18354"/>
            <p:cNvSpPr/>
            <p:nvPr/>
          </p:nvSpPr>
          <p:spPr>
            <a:xfrm>
              <a:off x="7257496" y="3281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5" name="pt18355"/>
            <p:cNvSpPr/>
            <p:nvPr/>
          </p:nvSpPr>
          <p:spPr>
            <a:xfrm>
              <a:off x="7382287" y="32571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6" name="pt18356"/>
            <p:cNvSpPr/>
            <p:nvPr/>
          </p:nvSpPr>
          <p:spPr>
            <a:xfrm>
              <a:off x="7451418" y="3231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7" name="pt18357"/>
            <p:cNvSpPr/>
            <p:nvPr/>
          </p:nvSpPr>
          <p:spPr>
            <a:xfrm>
              <a:off x="7448303" y="3255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8" name="pt18358"/>
            <p:cNvSpPr/>
            <p:nvPr/>
          </p:nvSpPr>
          <p:spPr>
            <a:xfrm>
              <a:off x="7538118" y="3316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59" name="pt18359"/>
            <p:cNvSpPr/>
            <p:nvPr/>
          </p:nvSpPr>
          <p:spPr>
            <a:xfrm>
              <a:off x="7465427" y="3301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0" name="pt18360"/>
            <p:cNvSpPr/>
            <p:nvPr/>
          </p:nvSpPr>
          <p:spPr>
            <a:xfrm>
              <a:off x="7627930" y="32657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1" name="pt18361"/>
            <p:cNvSpPr/>
            <p:nvPr/>
          </p:nvSpPr>
          <p:spPr>
            <a:xfrm>
              <a:off x="7696096" y="3272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2" name="pt18362"/>
            <p:cNvSpPr/>
            <p:nvPr/>
          </p:nvSpPr>
          <p:spPr>
            <a:xfrm>
              <a:off x="7368683" y="3221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3" name="pt18363"/>
            <p:cNvSpPr/>
            <p:nvPr/>
          </p:nvSpPr>
          <p:spPr>
            <a:xfrm>
              <a:off x="7668697" y="32955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4" name="pt18364"/>
            <p:cNvSpPr/>
            <p:nvPr/>
          </p:nvSpPr>
          <p:spPr>
            <a:xfrm>
              <a:off x="7510196" y="3272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5" name="pt18365"/>
            <p:cNvSpPr/>
            <p:nvPr/>
          </p:nvSpPr>
          <p:spPr>
            <a:xfrm>
              <a:off x="7458281" y="32863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6" name="pt18366"/>
            <p:cNvSpPr/>
            <p:nvPr/>
          </p:nvSpPr>
          <p:spPr>
            <a:xfrm>
              <a:off x="7385716" y="3278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7" name="pt18367"/>
            <p:cNvSpPr/>
            <p:nvPr/>
          </p:nvSpPr>
          <p:spPr>
            <a:xfrm>
              <a:off x="7356249" y="3259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8" name="pt18368"/>
            <p:cNvSpPr/>
            <p:nvPr/>
          </p:nvSpPr>
          <p:spPr>
            <a:xfrm>
              <a:off x="7375301" y="3269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69" name="pt18369"/>
            <p:cNvSpPr/>
            <p:nvPr/>
          </p:nvSpPr>
          <p:spPr>
            <a:xfrm>
              <a:off x="7463716" y="3293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0" name="pt18370"/>
            <p:cNvSpPr/>
            <p:nvPr/>
          </p:nvSpPr>
          <p:spPr>
            <a:xfrm>
              <a:off x="7351325" y="32879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1" name="pt18371"/>
            <p:cNvSpPr/>
            <p:nvPr/>
          </p:nvSpPr>
          <p:spPr>
            <a:xfrm>
              <a:off x="7386842" y="3281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2" name="pt18372"/>
            <p:cNvSpPr/>
            <p:nvPr/>
          </p:nvSpPr>
          <p:spPr>
            <a:xfrm>
              <a:off x="7545160" y="3283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3" name="pt18373"/>
            <p:cNvSpPr/>
            <p:nvPr/>
          </p:nvSpPr>
          <p:spPr>
            <a:xfrm>
              <a:off x="7464739" y="3254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4" name="pt18374"/>
            <p:cNvSpPr/>
            <p:nvPr/>
          </p:nvSpPr>
          <p:spPr>
            <a:xfrm>
              <a:off x="7599146" y="3295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5" name="pt18375"/>
            <p:cNvSpPr/>
            <p:nvPr/>
          </p:nvSpPr>
          <p:spPr>
            <a:xfrm>
              <a:off x="7639824" y="3277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6" name="pt18376"/>
            <p:cNvSpPr/>
            <p:nvPr/>
          </p:nvSpPr>
          <p:spPr>
            <a:xfrm>
              <a:off x="7817621" y="3277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7" name="pt18377"/>
            <p:cNvSpPr/>
            <p:nvPr/>
          </p:nvSpPr>
          <p:spPr>
            <a:xfrm>
              <a:off x="7349485" y="32324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8" name="pt18378"/>
            <p:cNvSpPr/>
            <p:nvPr/>
          </p:nvSpPr>
          <p:spPr>
            <a:xfrm>
              <a:off x="7492547" y="3303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79" name="pt18379"/>
            <p:cNvSpPr/>
            <p:nvPr/>
          </p:nvSpPr>
          <p:spPr>
            <a:xfrm>
              <a:off x="7411155" y="3289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0" name="pt18380"/>
            <p:cNvSpPr/>
            <p:nvPr/>
          </p:nvSpPr>
          <p:spPr>
            <a:xfrm>
              <a:off x="7381888" y="3263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1" name="pt18381"/>
            <p:cNvSpPr/>
            <p:nvPr/>
          </p:nvSpPr>
          <p:spPr>
            <a:xfrm>
              <a:off x="7431995" y="32663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2" name="pt18382"/>
            <p:cNvSpPr/>
            <p:nvPr/>
          </p:nvSpPr>
          <p:spPr>
            <a:xfrm>
              <a:off x="7555829" y="33058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3" name="pt18383"/>
            <p:cNvSpPr/>
            <p:nvPr/>
          </p:nvSpPr>
          <p:spPr>
            <a:xfrm>
              <a:off x="7688340" y="33033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4" name="pt18384"/>
            <p:cNvSpPr/>
            <p:nvPr/>
          </p:nvSpPr>
          <p:spPr>
            <a:xfrm>
              <a:off x="7582201" y="32843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5" name="pt18385"/>
            <p:cNvSpPr/>
            <p:nvPr/>
          </p:nvSpPr>
          <p:spPr>
            <a:xfrm>
              <a:off x="7405696" y="3235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6" name="pt18386"/>
            <p:cNvSpPr/>
            <p:nvPr/>
          </p:nvSpPr>
          <p:spPr>
            <a:xfrm>
              <a:off x="7591875" y="3282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7" name="pt18387"/>
            <p:cNvSpPr/>
            <p:nvPr/>
          </p:nvSpPr>
          <p:spPr>
            <a:xfrm>
              <a:off x="7522082" y="3279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8" name="pt18388"/>
            <p:cNvSpPr/>
            <p:nvPr/>
          </p:nvSpPr>
          <p:spPr>
            <a:xfrm>
              <a:off x="7496884" y="3269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89" name="pt18389"/>
            <p:cNvSpPr/>
            <p:nvPr/>
          </p:nvSpPr>
          <p:spPr>
            <a:xfrm>
              <a:off x="7352322" y="3265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0" name="pt18390"/>
            <p:cNvSpPr/>
            <p:nvPr/>
          </p:nvSpPr>
          <p:spPr>
            <a:xfrm>
              <a:off x="7528182" y="3290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1" name="pt18391"/>
            <p:cNvSpPr/>
            <p:nvPr/>
          </p:nvSpPr>
          <p:spPr>
            <a:xfrm>
              <a:off x="7619569" y="32695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2" name="pt18392"/>
            <p:cNvSpPr/>
            <p:nvPr/>
          </p:nvSpPr>
          <p:spPr>
            <a:xfrm>
              <a:off x="7480549" y="3251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3" name="pt18393"/>
            <p:cNvSpPr/>
            <p:nvPr/>
          </p:nvSpPr>
          <p:spPr>
            <a:xfrm>
              <a:off x="7459567" y="32885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4" name="pt18394"/>
            <p:cNvSpPr/>
            <p:nvPr/>
          </p:nvSpPr>
          <p:spPr>
            <a:xfrm>
              <a:off x="7537473" y="3272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5" name="pt18395"/>
            <p:cNvSpPr/>
            <p:nvPr/>
          </p:nvSpPr>
          <p:spPr>
            <a:xfrm>
              <a:off x="7653158" y="3304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6" name="pt18396"/>
            <p:cNvSpPr/>
            <p:nvPr/>
          </p:nvSpPr>
          <p:spPr>
            <a:xfrm>
              <a:off x="7647261" y="3259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7" name="pt18397"/>
            <p:cNvSpPr/>
            <p:nvPr/>
          </p:nvSpPr>
          <p:spPr>
            <a:xfrm>
              <a:off x="7694574" y="3334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8" name="pt18398"/>
            <p:cNvSpPr/>
            <p:nvPr/>
          </p:nvSpPr>
          <p:spPr>
            <a:xfrm>
              <a:off x="7982905" y="3256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399" name="pt18399"/>
            <p:cNvSpPr/>
            <p:nvPr/>
          </p:nvSpPr>
          <p:spPr>
            <a:xfrm>
              <a:off x="7645648" y="3302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0" name="pt18400"/>
            <p:cNvSpPr/>
            <p:nvPr/>
          </p:nvSpPr>
          <p:spPr>
            <a:xfrm>
              <a:off x="7558624" y="3278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1" name="pt18401"/>
            <p:cNvSpPr/>
            <p:nvPr/>
          </p:nvSpPr>
          <p:spPr>
            <a:xfrm>
              <a:off x="7570353" y="3294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2" name="pt18402"/>
            <p:cNvSpPr/>
            <p:nvPr/>
          </p:nvSpPr>
          <p:spPr>
            <a:xfrm>
              <a:off x="7492380" y="3283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3" name="pt18403"/>
            <p:cNvSpPr/>
            <p:nvPr/>
          </p:nvSpPr>
          <p:spPr>
            <a:xfrm>
              <a:off x="7415992" y="3293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4" name="pt18404"/>
            <p:cNvSpPr/>
            <p:nvPr/>
          </p:nvSpPr>
          <p:spPr>
            <a:xfrm>
              <a:off x="7376069" y="32376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5" name="pt18405"/>
            <p:cNvSpPr/>
            <p:nvPr/>
          </p:nvSpPr>
          <p:spPr>
            <a:xfrm>
              <a:off x="7385126" y="32092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6" name="pt18406"/>
            <p:cNvSpPr/>
            <p:nvPr/>
          </p:nvSpPr>
          <p:spPr>
            <a:xfrm>
              <a:off x="7274729" y="32148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7" name="pt18407"/>
            <p:cNvSpPr/>
            <p:nvPr/>
          </p:nvSpPr>
          <p:spPr>
            <a:xfrm>
              <a:off x="7513307" y="32954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8" name="pt18408"/>
            <p:cNvSpPr/>
            <p:nvPr/>
          </p:nvSpPr>
          <p:spPr>
            <a:xfrm>
              <a:off x="7459221" y="3169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09" name="pt18409"/>
            <p:cNvSpPr/>
            <p:nvPr/>
          </p:nvSpPr>
          <p:spPr>
            <a:xfrm>
              <a:off x="7650405" y="3320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0" name="pt18410"/>
            <p:cNvSpPr/>
            <p:nvPr/>
          </p:nvSpPr>
          <p:spPr>
            <a:xfrm>
              <a:off x="7581566" y="3275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1" name="pt18411"/>
            <p:cNvSpPr/>
            <p:nvPr/>
          </p:nvSpPr>
          <p:spPr>
            <a:xfrm>
              <a:off x="7644040" y="32694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2" name="pt18412"/>
            <p:cNvSpPr/>
            <p:nvPr/>
          </p:nvSpPr>
          <p:spPr>
            <a:xfrm>
              <a:off x="7382448" y="3270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3" name="pt18413"/>
            <p:cNvSpPr/>
            <p:nvPr/>
          </p:nvSpPr>
          <p:spPr>
            <a:xfrm>
              <a:off x="7418094" y="32629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4" name="pt18414"/>
            <p:cNvSpPr/>
            <p:nvPr/>
          </p:nvSpPr>
          <p:spPr>
            <a:xfrm>
              <a:off x="7499830" y="3283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5" name="pt18415"/>
            <p:cNvSpPr/>
            <p:nvPr/>
          </p:nvSpPr>
          <p:spPr>
            <a:xfrm>
              <a:off x="7603477" y="32815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6" name="pt18416"/>
            <p:cNvSpPr/>
            <p:nvPr/>
          </p:nvSpPr>
          <p:spPr>
            <a:xfrm>
              <a:off x="7587888" y="32638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7" name="pt18417"/>
            <p:cNvSpPr/>
            <p:nvPr/>
          </p:nvSpPr>
          <p:spPr>
            <a:xfrm>
              <a:off x="7284402" y="32747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8" name="pt18418"/>
            <p:cNvSpPr/>
            <p:nvPr/>
          </p:nvSpPr>
          <p:spPr>
            <a:xfrm>
              <a:off x="7620962" y="3287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19" name="pt18419"/>
            <p:cNvSpPr/>
            <p:nvPr/>
          </p:nvSpPr>
          <p:spPr>
            <a:xfrm>
              <a:off x="7557177" y="3274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0" name="pt18420"/>
            <p:cNvSpPr/>
            <p:nvPr/>
          </p:nvSpPr>
          <p:spPr>
            <a:xfrm>
              <a:off x="7272147" y="32181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1" name="pt18421"/>
            <p:cNvSpPr/>
            <p:nvPr/>
          </p:nvSpPr>
          <p:spPr>
            <a:xfrm>
              <a:off x="7338043" y="3247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2" name="pt18422"/>
            <p:cNvSpPr/>
            <p:nvPr/>
          </p:nvSpPr>
          <p:spPr>
            <a:xfrm>
              <a:off x="7579838" y="3292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3" name="pt18423"/>
            <p:cNvSpPr/>
            <p:nvPr/>
          </p:nvSpPr>
          <p:spPr>
            <a:xfrm>
              <a:off x="7530578" y="3278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4" name="pt18424"/>
            <p:cNvSpPr/>
            <p:nvPr/>
          </p:nvSpPr>
          <p:spPr>
            <a:xfrm>
              <a:off x="7631237" y="3287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5" name="pt18425"/>
            <p:cNvSpPr/>
            <p:nvPr/>
          </p:nvSpPr>
          <p:spPr>
            <a:xfrm>
              <a:off x="7652234" y="32852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6" name="pt18426"/>
            <p:cNvSpPr/>
            <p:nvPr/>
          </p:nvSpPr>
          <p:spPr>
            <a:xfrm>
              <a:off x="7476343" y="3265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7" name="pt18427"/>
            <p:cNvSpPr/>
            <p:nvPr/>
          </p:nvSpPr>
          <p:spPr>
            <a:xfrm>
              <a:off x="7485462" y="3281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8" name="pt18428"/>
            <p:cNvSpPr/>
            <p:nvPr/>
          </p:nvSpPr>
          <p:spPr>
            <a:xfrm>
              <a:off x="7602237" y="3283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29" name="pt18429"/>
            <p:cNvSpPr/>
            <p:nvPr/>
          </p:nvSpPr>
          <p:spPr>
            <a:xfrm>
              <a:off x="7506089" y="32707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0" name="pt18430"/>
            <p:cNvSpPr/>
            <p:nvPr/>
          </p:nvSpPr>
          <p:spPr>
            <a:xfrm>
              <a:off x="7432259" y="3273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1" name="pt18431"/>
            <p:cNvSpPr/>
            <p:nvPr/>
          </p:nvSpPr>
          <p:spPr>
            <a:xfrm>
              <a:off x="7420424" y="3250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2" name="pt18432"/>
            <p:cNvSpPr/>
            <p:nvPr/>
          </p:nvSpPr>
          <p:spPr>
            <a:xfrm>
              <a:off x="7477353" y="3265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3" name="pt18433"/>
            <p:cNvSpPr/>
            <p:nvPr/>
          </p:nvSpPr>
          <p:spPr>
            <a:xfrm>
              <a:off x="7609508" y="3308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4" name="pt18434"/>
            <p:cNvSpPr/>
            <p:nvPr/>
          </p:nvSpPr>
          <p:spPr>
            <a:xfrm>
              <a:off x="7302794" y="3312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5" name="pt18435"/>
            <p:cNvSpPr/>
            <p:nvPr/>
          </p:nvSpPr>
          <p:spPr>
            <a:xfrm>
              <a:off x="7398955" y="3289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6" name="pt18436"/>
            <p:cNvSpPr/>
            <p:nvPr/>
          </p:nvSpPr>
          <p:spPr>
            <a:xfrm>
              <a:off x="7497198" y="3268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7" name="pt18437"/>
            <p:cNvSpPr/>
            <p:nvPr/>
          </p:nvSpPr>
          <p:spPr>
            <a:xfrm>
              <a:off x="7585145" y="3278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8" name="pt18438"/>
            <p:cNvSpPr/>
            <p:nvPr/>
          </p:nvSpPr>
          <p:spPr>
            <a:xfrm>
              <a:off x="7477746" y="3260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39" name="pt18439"/>
            <p:cNvSpPr/>
            <p:nvPr/>
          </p:nvSpPr>
          <p:spPr>
            <a:xfrm>
              <a:off x="7311764" y="3244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0" name="pt18440"/>
            <p:cNvSpPr/>
            <p:nvPr/>
          </p:nvSpPr>
          <p:spPr>
            <a:xfrm>
              <a:off x="7364100" y="32733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1" name="pt18441"/>
            <p:cNvSpPr/>
            <p:nvPr/>
          </p:nvSpPr>
          <p:spPr>
            <a:xfrm>
              <a:off x="7516981" y="3282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2" name="pt18442"/>
            <p:cNvSpPr/>
            <p:nvPr/>
          </p:nvSpPr>
          <p:spPr>
            <a:xfrm>
              <a:off x="7371527" y="3285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3" name="pt18443"/>
            <p:cNvSpPr/>
            <p:nvPr/>
          </p:nvSpPr>
          <p:spPr>
            <a:xfrm>
              <a:off x="7434091" y="3292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4" name="pt18444"/>
            <p:cNvSpPr/>
            <p:nvPr/>
          </p:nvSpPr>
          <p:spPr>
            <a:xfrm>
              <a:off x="7443186" y="33371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5" name="pt18445"/>
            <p:cNvSpPr/>
            <p:nvPr/>
          </p:nvSpPr>
          <p:spPr>
            <a:xfrm>
              <a:off x="7394201" y="3275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6" name="pt18446"/>
            <p:cNvSpPr/>
            <p:nvPr/>
          </p:nvSpPr>
          <p:spPr>
            <a:xfrm>
              <a:off x="7813325" y="33248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7" name="pt18447"/>
            <p:cNvSpPr/>
            <p:nvPr/>
          </p:nvSpPr>
          <p:spPr>
            <a:xfrm>
              <a:off x="7518562" y="3274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8" name="pt18448"/>
            <p:cNvSpPr/>
            <p:nvPr/>
          </p:nvSpPr>
          <p:spPr>
            <a:xfrm>
              <a:off x="7367887" y="3212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49" name="pt18449"/>
            <p:cNvSpPr/>
            <p:nvPr/>
          </p:nvSpPr>
          <p:spPr>
            <a:xfrm>
              <a:off x="7474768" y="3261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0" name="pt18450"/>
            <p:cNvSpPr/>
            <p:nvPr/>
          </p:nvSpPr>
          <p:spPr>
            <a:xfrm>
              <a:off x="7556199" y="3286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1" name="pt18451"/>
            <p:cNvSpPr/>
            <p:nvPr/>
          </p:nvSpPr>
          <p:spPr>
            <a:xfrm>
              <a:off x="7531154" y="32921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2" name="pt18452"/>
            <p:cNvSpPr/>
            <p:nvPr/>
          </p:nvSpPr>
          <p:spPr>
            <a:xfrm>
              <a:off x="7531811" y="3320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3" name="pt18453"/>
            <p:cNvSpPr/>
            <p:nvPr/>
          </p:nvSpPr>
          <p:spPr>
            <a:xfrm>
              <a:off x="7355858" y="3297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4" name="pt18454"/>
            <p:cNvSpPr/>
            <p:nvPr/>
          </p:nvSpPr>
          <p:spPr>
            <a:xfrm>
              <a:off x="7520658" y="3265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5" name="pt18455"/>
            <p:cNvSpPr/>
            <p:nvPr/>
          </p:nvSpPr>
          <p:spPr>
            <a:xfrm>
              <a:off x="7634883" y="32768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6" name="pt18456"/>
            <p:cNvSpPr/>
            <p:nvPr/>
          </p:nvSpPr>
          <p:spPr>
            <a:xfrm>
              <a:off x="7393437" y="3274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7" name="pt18457"/>
            <p:cNvSpPr/>
            <p:nvPr/>
          </p:nvSpPr>
          <p:spPr>
            <a:xfrm>
              <a:off x="7580348" y="3276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8" name="pt18458"/>
            <p:cNvSpPr/>
            <p:nvPr/>
          </p:nvSpPr>
          <p:spPr>
            <a:xfrm>
              <a:off x="7618820" y="3281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59" name="pt18459"/>
            <p:cNvSpPr/>
            <p:nvPr/>
          </p:nvSpPr>
          <p:spPr>
            <a:xfrm>
              <a:off x="7680736" y="32683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0" name="pt18460"/>
            <p:cNvSpPr/>
            <p:nvPr/>
          </p:nvSpPr>
          <p:spPr>
            <a:xfrm>
              <a:off x="7537902" y="3263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1" name="pt18461"/>
            <p:cNvSpPr/>
            <p:nvPr/>
          </p:nvSpPr>
          <p:spPr>
            <a:xfrm>
              <a:off x="7436964" y="32832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2" name="pt18462"/>
            <p:cNvSpPr/>
            <p:nvPr/>
          </p:nvSpPr>
          <p:spPr>
            <a:xfrm>
              <a:off x="7384287" y="3312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3" name="pt18463"/>
            <p:cNvSpPr/>
            <p:nvPr/>
          </p:nvSpPr>
          <p:spPr>
            <a:xfrm>
              <a:off x="7580095" y="3243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4" name="pt18464"/>
            <p:cNvSpPr/>
            <p:nvPr/>
          </p:nvSpPr>
          <p:spPr>
            <a:xfrm>
              <a:off x="7501004" y="3283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5" name="pt18465"/>
            <p:cNvSpPr/>
            <p:nvPr/>
          </p:nvSpPr>
          <p:spPr>
            <a:xfrm>
              <a:off x="7522112" y="3288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6" name="pt18466"/>
            <p:cNvSpPr/>
            <p:nvPr/>
          </p:nvSpPr>
          <p:spPr>
            <a:xfrm>
              <a:off x="7595948" y="3277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7" name="pt18467"/>
            <p:cNvSpPr/>
            <p:nvPr/>
          </p:nvSpPr>
          <p:spPr>
            <a:xfrm>
              <a:off x="7586578" y="32892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8" name="pt18468"/>
            <p:cNvSpPr/>
            <p:nvPr/>
          </p:nvSpPr>
          <p:spPr>
            <a:xfrm>
              <a:off x="7521546" y="3237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69" name="pt18469"/>
            <p:cNvSpPr/>
            <p:nvPr/>
          </p:nvSpPr>
          <p:spPr>
            <a:xfrm>
              <a:off x="7361336" y="3229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0" name="pt18470"/>
            <p:cNvSpPr/>
            <p:nvPr/>
          </p:nvSpPr>
          <p:spPr>
            <a:xfrm>
              <a:off x="7483919" y="32884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1" name="pt18471"/>
            <p:cNvSpPr/>
            <p:nvPr/>
          </p:nvSpPr>
          <p:spPr>
            <a:xfrm>
              <a:off x="7197462" y="3306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2" name="pt18472"/>
            <p:cNvSpPr/>
            <p:nvPr/>
          </p:nvSpPr>
          <p:spPr>
            <a:xfrm>
              <a:off x="7254266" y="3293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3" name="pt18473"/>
            <p:cNvSpPr/>
            <p:nvPr/>
          </p:nvSpPr>
          <p:spPr>
            <a:xfrm>
              <a:off x="7536953" y="3281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4" name="pt18474"/>
            <p:cNvSpPr/>
            <p:nvPr/>
          </p:nvSpPr>
          <p:spPr>
            <a:xfrm>
              <a:off x="7754732" y="32693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5" name="pt18475"/>
            <p:cNvSpPr/>
            <p:nvPr/>
          </p:nvSpPr>
          <p:spPr>
            <a:xfrm>
              <a:off x="7387219" y="3267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6" name="pt18476"/>
            <p:cNvSpPr/>
            <p:nvPr/>
          </p:nvSpPr>
          <p:spPr>
            <a:xfrm>
              <a:off x="7374787" y="3276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7" name="pt18477"/>
            <p:cNvSpPr/>
            <p:nvPr/>
          </p:nvSpPr>
          <p:spPr>
            <a:xfrm>
              <a:off x="7318916" y="32770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8" name="pt18478"/>
            <p:cNvSpPr/>
            <p:nvPr/>
          </p:nvSpPr>
          <p:spPr>
            <a:xfrm>
              <a:off x="7412419" y="3298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79" name="pt18479"/>
            <p:cNvSpPr/>
            <p:nvPr/>
          </p:nvSpPr>
          <p:spPr>
            <a:xfrm>
              <a:off x="7702628" y="3273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0" name="pt18480"/>
            <p:cNvSpPr/>
            <p:nvPr/>
          </p:nvSpPr>
          <p:spPr>
            <a:xfrm>
              <a:off x="7410601" y="3317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1" name="pt18481"/>
            <p:cNvSpPr/>
            <p:nvPr/>
          </p:nvSpPr>
          <p:spPr>
            <a:xfrm>
              <a:off x="7479061" y="32913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2" name="pt18482"/>
            <p:cNvSpPr/>
            <p:nvPr/>
          </p:nvSpPr>
          <p:spPr>
            <a:xfrm>
              <a:off x="7459982" y="3286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3" name="pt18483"/>
            <p:cNvSpPr/>
            <p:nvPr/>
          </p:nvSpPr>
          <p:spPr>
            <a:xfrm>
              <a:off x="7572217" y="3275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4" name="pt18484"/>
            <p:cNvSpPr/>
            <p:nvPr/>
          </p:nvSpPr>
          <p:spPr>
            <a:xfrm>
              <a:off x="7559288" y="31979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5" name="pt18485"/>
            <p:cNvSpPr/>
            <p:nvPr/>
          </p:nvSpPr>
          <p:spPr>
            <a:xfrm>
              <a:off x="7760882" y="3302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6" name="pt18486"/>
            <p:cNvSpPr/>
            <p:nvPr/>
          </p:nvSpPr>
          <p:spPr>
            <a:xfrm>
              <a:off x="7991265" y="3277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7" name="pt18487"/>
            <p:cNvSpPr/>
            <p:nvPr/>
          </p:nvSpPr>
          <p:spPr>
            <a:xfrm>
              <a:off x="7547235" y="3259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8" name="pt18488"/>
            <p:cNvSpPr/>
            <p:nvPr/>
          </p:nvSpPr>
          <p:spPr>
            <a:xfrm>
              <a:off x="7551108" y="32889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89" name="pt18489"/>
            <p:cNvSpPr/>
            <p:nvPr/>
          </p:nvSpPr>
          <p:spPr>
            <a:xfrm>
              <a:off x="7580626" y="3297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0" name="pt18490"/>
            <p:cNvSpPr/>
            <p:nvPr/>
          </p:nvSpPr>
          <p:spPr>
            <a:xfrm>
              <a:off x="7409276" y="30035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1" name="pt18491"/>
            <p:cNvSpPr/>
            <p:nvPr/>
          </p:nvSpPr>
          <p:spPr>
            <a:xfrm>
              <a:off x="7421590" y="32393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2" name="pt18492"/>
            <p:cNvSpPr/>
            <p:nvPr/>
          </p:nvSpPr>
          <p:spPr>
            <a:xfrm>
              <a:off x="7440244" y="3227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3" name="pt18493"/>
            <p:cNvSpPr/>
            <p:nvPr/>
          </p:nvSpPr>
          <p:spPr>
            <a:xfrm>
              <a:off x="7232857" y="3229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4" name="pt18494"/>
            <p:cNvSpPr/>
            <p:nvPr/>
          </p:nvSpPr>
          <p:spPr>
            <a:xfrm>
              <a:off x="7306681" y="3299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5" name="pt18495"/>
            <p:cNvSpPr/>
            <p:nvPr/>
          </p:nvSpPr>
          <p:spPr>
            <a:xfrm>
              <a:off x="7522069" y="3212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6" name="pt18496"/>
            <p:cNvSpPr/>
            <p:nvPr/>
          </p:nvSpPr>
          <p:spPr>
            <a:xfrm>
              <a:off x="7524924" y="3284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7" name="pt18497"/>
            <p:cNvSpPr/>
            <p:nvPr/>
          </p:nvSpPr>
          <p:spPr>
            <a:xfrm>
              <a:off x="7505023" y="3277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8" name="pt18498"/>
            <p:cNvSpPr/>
            <p:nvPr/>
          </p:nvSpPr>
          <p:spPr>
            <a:xfrm>
              <a:off x="7538076" y="32814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499" name="pt18499"/>
            <p:cNvSpPr/>
            <p:nvPr/>
          </p:nvSpPr>
          <p:spPr>
            <a:xfrm>
              <a:off x="7608921" y="3295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0" name="pt18500"/>
            <p:cNvSpPr/>
            <p:nvPr/>
          </p:nvSpPr>
          <p:spPr>
            <a:xfrm>
              <a:off x="7349000" y="32994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1" name="pt18501"/>
            <p:cNvSpPr/>
            <p:nvPr/>
          </p:nvSpPr>
          <p:spPr>
            <a:xfrm>
              <a:off x="7572574" y="32679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2" name="pt18502"/>
            <p:cNvSpPr/>
            <p:nvPr/>
          </p:nvSpPr>
          <p:spPr>
            <a:xfrm>
              <a:off x="7593926" y="3285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3" name="pt18503"/>
            <p:cNvSpPr/>
            <p:nvPr/>
          </p:nvSpPr>
          <p:spPr>
            <a:xfrm>
              <a:off x="7592587" y="3292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4" name="pt18504"/>
            <p:cNvSpPr/>
            <p:nvPr/>
          </p:nvSpPr>
          <p:spPr>
            <a:xfrm>
              <a:off x="7507663" y="32805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5" name="pt18505"/>
            <p:cNvSpPr/>
            <p:nvPr/>
          </p:nvSpPr>
          <p:spPr>
            <a:xfrm>
              <a:off x="7570241" y="3256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6" name="pt18506"/>
            <p:cNvSpPr/>
            <p:nvPr/>
          </p:nvSpPr>
          <p:spPr>
            <a:xfrm>
              <a:off x="7764102" y="3302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7" name="pt18507"/>
            <p:cNvSpPr/>
            <p:nvPr/>
          </p:nvSpPr>
          <p:spPr>
            <a:xfrm>
              <a:off x="7501915" y="3274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8" name="pt18508"/>
            <p:cNvSpPr/>
            <p:nvPr/>
          </p:nvSpPr>
          <p:spPr>
            <a:xfrm>
              <a:off x="7561068" y="3266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09" name="pt18509"/>
            <p:cNvSpPr/>
            <p:nvPr/>
          </p:nvSpPr>
          <p:spPr>
            <a:xfrm>
              <a:off x="7371747" y="3390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0" name="pt18510"/>
            <p:cNvSpPr/>
            <p:nvPr/>
          </p:nvSpPr>
          <p:spPr>
            <a:xfrm>
              <a:off x="7693351" y="337808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11" name="pt18511"/>
            <p:cNvSpPr/>
            <p:nvPr/>
          </p:nvSpPr>
          <p:spPr>
            <a:xfrm>
              <a:off x="7451583" y="3325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2" name="pt18512"/>
            <p:cNvSpPr/>
            <p:nvPr/>
          </p:nvSpPr>
          <p:spPr>
            <a:xfrm>
              <a:off x="7495073" y="3308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3" name="pt18513"/>
            <p:cNvSpPr/>
            <p:nvPr/>
          </p:nvSpPr>
          <p:spPr>
            <a:xfrm>
              <a:off x="7485015" y="3231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4" name="pt18514"/>
            <p:cNvSpPr/>
            <p:nvPr/>
          </p:nvSpPr>
          <p:spPr>
            <a:xfrm>
              <a:off x="7405347" y="3278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5" name="pt18515"/>
            <p:cNvSpPr/>
            <p:nvPr/>
          </p:nvSpPr>
          <p:spPr>
            <a:xfrm>
              <a:off x="7505371" y="3256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6" name="pt18516"/>
            <p:cNvSpPr/>
            <p:nvPr/>
          </p:nvSpPr>
          <p:spPr>
            <a:xfrm>
              <a:off x="7470962" y="3297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7" name="pt18517"/>
            <p:cNvSpPr/>
            <p:nvPr/>
          </p:nvSpPr>
          <p:spPr>
            <a:xfrm>
              <a:off x="7475914" y="3273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8" name="pt18518"/>
            <p:cNvSpPr/>
            <p:nvPr/>
          </p:nvSpPr>
          <p:spPr>
            <a:xfrm>
              <a:off x="7428874" y="32538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19" name="pt18519"/>
            <p:cNvSpPr/>
            <p:nvPr/>
          </p:nvSpPr>
          <p:spPr>
            <a:xfrm>
              <a:off x="7433553" y="3269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0" name="pt18520"/>
            <p:cNvSpPr/>
            <p:nvPr/>
          </p:nvSpPr>
          <p:spPr>
            <a:xfrm>
              <a:off x="7520545" y="3275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1" name="pt18521"/>
            <p:cNvSpPr/>
            <p:nvPr/>
          </p:nvSpPr>
          <p:spPr>
            <a:xfrm>
              <a:off x="7630085" y="3290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2" name="pt18522"/>
            <p:cNvSpPr/>
            <p:nvPr/>
          </p:nvSpPr>
          <p:spPr>
            <a:xfrm>
              <a:off x="7478878" y="3277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3" name="pt18523"/>
            <p:cNvSpPr/>
            <p:nvPr/>
          </p:nvSpPr>
          <p:spPr>
            <a:xfrm>
              <a:off x="7220774" y="32663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4" name="pt18524"/>
            <p:cNvSpPr/>
            <p:nvPr/>
          </p:nvSpPr>
          <p:spPr>
            <a:xfrm>
              <a:off x="7500162" y="3281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5" name="pt18525"/>
            <p:cNvSpPr/>
            <p:nvPr/>
          </p:nvSpPr>
          <p:spPr>
            <a:xfrm>
              <a:off x="7473252" y="32792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6" name="pt18526"/>
            <p:cNvSpPr/>
            <p:nvPr/>
          </p:nvSpPr>
          <p:spPr>
            <a:xfrm>
              <a:off x="7575635" y="3160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7" name="pt18527"/>
            <p:cNvSpPr/>
            <p:nvPr/>
          </p:nvSpPr>
          <p:spPr>
            <a:xfrm>
              <a:off x="7513815" y="32718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8" name="pt18528"/>
            <p:cNvSpPr/>
            <p:nvPr/>
          </p:nvSpPr>
          <p:spPr>
            <a:xfrm>
              <a:off x="7663849" y="32852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29" name="pt18529"/>
            <p:cNvSpPr/>
            <p:nvPr/>
          </p:nvSpPr>
          <p:spPr>
            <a:xfrm>
              <a:off x="7529492" y="32912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0" name="pt18530"/>
            <p:cNvSpPr/>
            <p:nvPr/>
          </p:nvSpPr>
          <p:spPr>
            <a:xfrm>
              <a:off x="7570225" y="32753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1" name="pt18531"/>
            <p:cNvSpPr/>
            <p:nvPr/>
          </p:nvSpPr>
          <p:spPr>
            <a:xfrm>
              <a:off x="7323018" y="3228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2" name="pt18532"/>
            <p:cNvSpPr/>
            <p:nvPr/>
          </p:nvSpPr>
          <p:spPr>
            <a:xfrm>
              <a:off x="7462769" y="3287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3" name="pt18533"/>
            <p:cNvSpPr/>
            <p:nvPr/>
          </p:nvSpPr>
          <p:spPr>
            <a:xfrm>
              <a:off x="7569764" y="3239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4" name="pt18534"/>
            <p:cNvSpPr/>
            <p:nvPr/>
          </p:nvSpPr>
          <p:spPr>
            <a:xfrm>
              <a:off x="7393933" y="3287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5" name="pt18535"/>
            <p:cNvSpPr/>
            <p:nvPr/>
          </p:nvSpPr>
          <p:spPr>
            <a:xfrm>
              <a:off x="7584444" y="32687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6" name="pt18536"/>
            <p:cNvSpPr/>
            <p:nvPr/>
          </p:nvSpPr>
          <p:spPr>
            <a:xfrm>
              <a:off x="7520502" y="3295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7" name="pt18537"/>
            <p:cNvSpPr/>
            <p:nvPr/>
          </p:nvSpPr>
          <p:spPr>
            <a:xfrm>
              <a:off x="7582669" y="32622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8" name="pt18538"/>
            <p:cNvSpPr/>
            <p:nvPr/>
          </p:nvSpPr>
          <p:spPr>
            <a:xfrm>
              <a:off x="7310290" y="3273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39" name="pt18539"/>
            <p:cNvSpPr/>
            <p:nvPr/>
          </p:nvSpPr>
          <p:spPr>
            <a:xfrm>
              <a:off x="7552935" y="3341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0" name="pt18540"/>
            <p:cNvSpPr/>
            <p:nvPr/>
          </p:nvSpPr>
          <p:spPr>
            <a:xfrm>
              <a:off x="7473039" y="32911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1" name="pt18541"/>
            <p:cNvSpPr/>
            <p:nvPr/>
          </p:nvSpPr>
          <p:spPr>
            <a:xfrm>
              <a:off x="7557943" y="3283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2" name="pt18542"/>
            <p:cNvSpPr/>
            <p:nvPr/>
          </p:nvSpPr>
          <p:spPr>
            <a:xfrm>
              <a:off x="7202936" y="3271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3" name="pt18543"/>
            <p:cNvSpPr/>
            <p:nvPr/>
          </p:nvSpPr>
          <p:spPr>
            <a:xfrm>
              <a:off x="7341907" y="3218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4" name="pt18544"/>
            <p:cNvSpPr/>
            <p:nvPr/>
          </p:nvSpPr>
          <p:spPr>
            <a:xfrm>
              <a:off x="7527043" y="3252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5" name="pt18545"/>
            <p:cNvSpPr/>
            <p:nvPr/>
          </p:nvSpPr>
          <p:spPr>
            <a:xfrm>
              <a:off x="7603591" y="3270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6" name="pt18546"/>
            <p:cNvSpPr/>
            <p:nvPr/>
          </p:nvSpPr>
          <p:spPr>
            <a:xfrm>
              <a:off x="7525025" y="3286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7" name="pt18547"/>
            <p:cNvSpPr/>
            <p:nvPr/>
          </p:nvSpPr>
          <p:spPr>
            <a:xfrm>
              <a:off x="7391465" y="32369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8" name="pt18548"/>
            <p:cNvSpPr/>
            <p:nvPr/>
          </p:nvSpPr>
          <p:spPr>
            <a:xfrm>
              <a:off x="7761345" y="3298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49" name="pt18549"/>
            <p:cNvSpPr/>
            <p:nvPr/>
          </p:nvSpPr>
          <p:spPr>
            <a:xfrm>
              <a:off x="7437885" y="32580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0" name="pt18550"/>
            <p:cNvSpPr/>
            <p:nvPr/>
          </p:nvSpPr>
          <p:spPr>
            <a:xfrm>
              <a:off x="7568522" y="3284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1" name="pt18551"/>
            <p:cNvSpPr/>
            <p:nvPr/>
          </p:nvSpPr>
          <p:spPr>
            <a:xfrm>
              <a:off x="7516917" y="3251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2" name="pt18552"/>
            <p:cNvSpPr/>
            <p:nvPr/>
          </p:nvSpPr>
          <p:spPr>
            <a:xfrm>
              <a:off x="7458140" y="3258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3" name="pt18553"/>
            <p:cNvSpPr/>
            <p:nvPr/>
          </p:nvSpPr>
          <p:spPr>
            <a:xfrm>
              <a:off x="7551961" y="32777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4" name="pt18554"/>
            <p:cNvSpPr/>
            <p:nvPr/>
          </p:nvSpPr>
          <p:spPr>
            <a:xfrm>
              <a:off x="7601965" y="3296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5" name="pt18555"/>
            <p:cNvSpPr/>
            <p:nvPr/>
          </p:nvSpPr>
          <p:spPr>
            <a:xfrm>
              <a:off x="7536298" y="3283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6" name="pt18556"/>
            <p:cNvSpPr/>
            <p:nvPr/>
          </p:nvSpPr>
          <p:spPr>
            <a:xfrm>
              <a:off x="7642233" y="3296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7" name="pt18557"/>
            <p:cNvSpPr/>
            <p:nvPr/>
          </p:nvSpPr>
          <p:spPr>
            <a:xfrm>
              <a:off x="7316043" y="3269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8" name="pt18558"/>
            <p:cNvSpPr/>
            <p:nvPr/>
          </p:nvSpPr>
          <p:spPr>
            <a:xfrm>
              <a:off x="7375655" y="32429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59" name="pt18559"/>
            <p:cNvSpPr/>
            <p:nvPr/>
          </p:nvSpPr>
          <p:spPr>
            <a:xfrm>
              <a:off x="7635761" y="3251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0" name="pt18560"/>
            <p:cNvSpPr/>
            <p:nvPr/>
          </p:nvSpPr>
          <p:spPr>
            <a:xfrm>
              <a:off x="7211173" y="3288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1" name="pt18561"/>
            <p:cNvSpPr/>
            <p:nvPr/>
          </p:nvSpPr>
          <p:spPr>
            <a:xfrm>
              <a:off x="7318194" y="3212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2" name="pt18562"/>
            <p:cNvSpPr/>
            <p:nvPr/>
          </p:nvSpPr>
          <p:spPr>
            <a:xfrm>
              <a:off x="7371375" y="2763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3" name="pt18563"/>
            <p:cNvSpPr/>
            <p:nvPr/>
          </p:nvSpPr>
          <p:spPr>
            <a:xfrm>
              <a:off x="7305094" y="3199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4" name="pt18564"/>
            <p:cNvSpPr/>
            <p:nvPr/>
          </p:nvSpPr>
          <p:spPr>
            <a:xfrm>
              <a:off x="7330710" y="3280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5" name="pt18565"/>
            <p:cNvSpPr/>
            <p:nvPr/>
          </p:nvSpPr>
          <p:spPr>
            <a:xfrm>
              <a:off x="7496969" y="3250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6" name="pt18566"/>
            <p:cNvSpPr/>
            <p:nvPr/>
          </p:nvSpPr>
          <p:spPr>
            <a:xfrm>
              <a:off x="7324895" y="3283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7" name="pt18567"/>
            <p:cNvSpPr/>
            <p:nvPr/>
          </p:nvSpPr>
          <p:spPr>
            <a:xfrm>
              <a:off x="7605449" y="3291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8" name="pt18568"/>
            <p:cNvSpPr/>
            <p:nvPr/>
          </p:nvSpPr>
          <p:spPr>
            <a:xfrm>
              <a:off x="7463747" y="3287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69" name="pt18569"/>
            <p:cNvSpPr/>
            <p:nvPr/>
          </p:nvSpPr>
          <p:spPr>
            <a:xfrm>
              <a:off x="7576542" y="3277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0" name="pt18570"/>
            <p:cNvSpPr/>
            <p:nvPr/>
          </p:nvSpPr>
          <p:spPr>
            <a:xfrm>
              <a:off x="7185567" y="3266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1" name="pt18571"/>
            <p:cNvSpPr/>
            <p:nvPr/>
          </p:nvSpPr>
          <p:spPr>
            <a:xfrm>
              <a:off x="7342666" y="3225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2" name="pt18572"/>
            <p:cNvSpPr/>
            <p:nvPr/>
          </p:nvSpPr>
          <p:spPr>
            <a:xfrm>
              <a:off x="7641924" y="32888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3" name="pt18573"/>
            <p:cNvSpPr/>
            <p:nvPr/>
          </p:nvSpPr>
          <p:spPr>
            <a:xfrm>
              <a:off x="7540506" y="3240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4" name="pt18574"/>
            <p:cNvSpPr/>
            <p:nvPr/>
          </p:nvSpPr>
          <p:spPr>
            <a:xfrm>
              <a:off x="7587921" y="3304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5" name="pt18575"/>
            <p:cNvSpPr/>
            <p:nvPr/>
          </p:nvSpPr>
          <p:spPr>
            <a:xfrm>
              <a:off x="7377688" y="3262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6" name="pt18576"/>
            <p:cNvSpPr/>
            <p:nvPr/>
          </p:nvSpPr>
          <p:spPr>
            <a:xfrm>
              <a:off x="7397787" y="3260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7" name="pt18577"/>
            <p:cNvSpPr/>
            <p:nvPr/>
          </p:nvSpPr>
          <p:spPr>
            <a:xfrm>
              <a:off x="7312044" y="3262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8" name="pt18578"/>
            <p:cNvSpPr/>
            <p:nvPr/>
          </p:nvSpPr>
          <p:spPr>
            <a:xfrm>
              <a:off x="7631268" y="3265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79" name="pt18579"/>
            <p:cNvSpPr/>
            <p:nvPr/>
          </p:nvSpPr>
          <p:spPr>
            <a:xfrm>
              <a:off x="7962622" y="3265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0" name="pt18580"/>
            <p:cNvSpPr/>
            <p:nvPr/>
          </p:nvSpPr>
          <p:spPr>
            <a:xfrm>
              <a:off x="7104197" y="32544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1" name="pt18581"/>
            <p:cNvSpPr/>
            <p:nvPr/>
          </p:nvSpPr>
          <p:spPr>
            <a:xfrm>
              <a:off x="7067471" y="3291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2" name="pt18582"/>
            <p:cNvSpPr/>
            <p:nvPr/>
          </p:nvSpPr>
          <p:spPr>
            <a:xfrm>
              <a:off x="7597993" y="3280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3" name="pt18583"/>
            <p:cNvSpPr/>
            <p:nvPr/>
          </p:nvSpPr>
          <p:spPr>
            <a:xfrm>
              <a:off x="7520123" y="32778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4" name="pt18584"/>
            <p:cNvSpPr/>
            <p:nvPr/>
          </p:nvSpPr>
          <p:spPr>
            <a:xfrm>
              <a:off x="7383807" y="3277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5" name="pt18585"/>
            <p:cNvSpPr/>
            <p:nvPr/>
          </p:nvSpPr>
          <p:spPr>
            <a:xfrm>
              <a:off x="7491251" y="3242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6" name="pt18586"/>
            <p:cNvSpPr/>
            <p:nvPr/>
          </p:nvSpPr>
          <p:spPr>
            <a:xfrm>
              <a:off x="7606464" y="3269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7" name="pt18587"/>
            <p:cNvSpPr/>
            <p:nvPr/>
          </p:nvSpPr>
          <p:spPr>
            <a:xfrm>
              <a:off x="7434606" y="3247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8" name="pt18588"/>
            <p:cNvSpPr/>
            <p:nvPr/>
          </p:nvSpPr>
          <p:spPr>
            <a:xfrm>
              <a:off x="7483338" y="3239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89" name="pt18589"/>
            <p:cNvSpPr/>
            <p:nvPr/>
          </p:nvSpPr>
          <p:spPr>
            <a:xfrm>
              <a:off x="7599454" y="3268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0" name="pt18590"/>
            <p:cNvSpPr/>
            <p:nvPr/>
          </p:nvSpPr>
          <p:spPr>
            <a:xfrm>
              <a:off x="7605949" y="33154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1" name="pt18591"/>
            <p:cNvSpPr/>
            <p:nvPr/>
          </p:nvSpPr>
          <p:spPr>
            <a:xfrm>
              <a:off x="7495988" y="32241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2" name="pt18592"/>
            <p:cNvSpPr/>
            <p:nvPr/>
          </p:nvSpPr>
          <p:spPr>
            <a:xfrm>
              <a:off x="7676496" y="32787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3" name="pt18593"/>
            <p:cNvSpPr/>
            <p:nvPr/>
          </p:nvSpPr>
          <p:spPr>
            <a:xfrm>
              <a:off x="7392582" y="3260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4" name="pt18594"/>
            <p:cNvSpPr/>
            <p:nvPr/>
          </p:nvSpPr>
          <p:spPr>
            <a:xfrm>
              <a:off x="7482723" y="3302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5" name="pt18595"/>
            <p:cNvSpPr/>
            <p:nvPr/>
          </p:nvSpPr>
          <p:spPr>
            <a:xfrm>
              <a:off x="7856175" y="3273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6" name="pt18596"/>
            <p:cNvSpPr/>
            <p:nvPr/>
          </p:nvSpPr>
          <p:spPr>
            <a:xfrm>
              <a:off x="7433004" y="3262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7" name="pt18597"/>
            <p:cNvSpPr/>
            <p:nvPr/>
          </p:nvSpPr>
          <p:spPr>
            <a:xfrm>
              <a:off x="7441229" y="32772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8" name="pt18598"/>
            <p:cNvSpPr/>
            <p:nvPr/>
          </p:nvSpPr>
          <p:spPr>
            <a:xfrm>
              <a:off x="7573597" y="32855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599" name="pt18599"/>
            <p:cNvSpPr/>
            <p:nvPr/>
          </p:nvSpPr>
          <p:spPr>
            <a:xfrm>
              <a:off x="7216338" y="3263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0" name="pt18600"/>
            <p:cNvSpPr/>
            <p:nvPr/>
          </p:nvSpPr>
          <p:spPr>
            <a:xfrm>
              <a:off x="7534273" y="3264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1" name="pt18601"/>
            <p:cNvSpPr/>
            <p:nvPr/>
          </p:nvSpPr>
          <p:spPr>
            <a:xfrm>
              <a:off x="7596828" y="3290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2" name="pt18602"/>
            <p:cNvSpPr/>
            <p:nvPr/>
          </p:nvSpPr>
          <p:spPr>
            <a:xfrm>
              <a:off x="7570729" y="3335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3" name="pt18603"/>
            <p:cNvSpPr/>
            <p:nvPr/>
          </p:nvSpPr>
          <p:spPr>
            <a:xfrm>
              <a:off x="7552925" y="32751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4" name="pt18604"/>
            <p:cNvSpPr/>
            <p:nvPr/>
          </p:nvSpPr>
          <p:spPr>
            <a:xfrm>
              <a:off x="7405651" y="3231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5" name="pt18605"/>
            <p:cNvSpPr/>
            <p:nvPr/>
          </p:nvSpPr>
          <p:spPr>
            <a:xfrm>
              <a:off x="7488680" y="32609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6" name="pt18606"/>
            <p:cNvSpPr/>
            <p:nvPr/>
          </p:nvSpPr>
          <p:spPr>
            <a:xfrm>
              <a:off x="7350499" y="3241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7" name="pt18607"/>
            <p:cNvSpPr/>
            <p:nvPr/>
          </p:nvSpPr>
          <p:spPr>
            <a:xfrm>
              <a:off x="7450226" y="3286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8" name="pt18608"/>
            <p:cNvSpPr/>
            <p:nvPr/>
          </p:nvSpPr>
          <p:spPr>
            <a:xfrm>
              <a:off x="7266365" y="3220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09" name="pt18609"/>
            <p:cNvSpPr/>
            <p:nvPr/>
          </p:nvSpPr>
          <p:spPr>
            <a:xfrm>
              <a:off x="7433223" y="32608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0" name="pt18610"/>
            <p:cNvSpPr/>
            <p:nvPr/>
          </p:nvSpPr>
          <p:spPr>
            <a:xfrm>
              <a:off x="7524097" y="3353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1" name="pt18611"/>
            <p:cNvSpPr/>
            <p:nvPr/>
          </p:nvSpPr>
          <p:spPr>
            <a:xfrm>
              <a:off x="7724438" y="3270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2" name="pt18612"/>
            <p:cNvSpPr/>
            <p:nvPr/>
          </p:nvSpPr>
          <p:spPr>
            <a:xfrm>
              <a:off x="7664235" y="3262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3" name="pt18613"/>
            <p:cNvSpPr/>
            <p:nvPr/>
          </p:nvSpPr>
          <p:spPr>
            <a:xfrm>
              <a:off x="7519319" y="3263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4" name="pt18614"/>
            <p:cNvSpPr/>
            <p:nvPr/>
          </p:nvSpPr>
          <p:spPr>
            <a:xfrm>
              <a:off x="7539825" y="3262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5" name="pt18615"/>
            <p:cNvSpPr/>
            <p:nvPr/>
          </p:nvSpPr>
          <p:spPr>
            <a:xfrm>
              <a:off x="7531909" y="3262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6" name="pt18616"/>
            <p:cNvSpPr/>
            <p:nvPr/>
          </p:nvSpPr>
          <p:spPr>
            <a:xfrm>
              <a:off x="7320046" y="3230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7" name="pt18617"/>
            <p:cNvSpPr/>
            <p:nvPr/>
          </p:nvSpPr>
          <p:spPr>
            <a:xfrm>
              <a:off x="7731553" y="3296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8" name="pt18618"/>
            <p:cNvSpPr/>
            <p:nvPr/>
          </p:nvSpPr>
          <p:spPr>
            <a:xfrm>
              <a:off x="7391809" y="3268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19" name="pt18619"/>
            <p:cNvSpPr/>
            <p:nvPr/>
          </p:nvSpPr>
          <p:spPr>
            <a:xfrm>
              <a:off x="7631272" y="33100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0" name="pt18620"/>
            <p:cNvSpPr/>
            <p:nvPr/>
          </p:nvSpPr>
          <p:spPr>
            <a:xfrm>
              <a:off x="7445636" y="3248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1" name="pt18621"/>
            <p:cNvSpPr/>
            <p:nvPr/>
          </p:nvSpPr>
          <p:spPr>
            <a:xfrm>
              <a:off x="7558315" y="3252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2" name="pt18622"/>
            <p:cNvSpPr/>
            <p:nvPr/>
          </p:nvSpPr>
          <p:spPr>
            <a:xfrm>
              <a:off x="7341318" y="3246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3" name="pt18623"/>
            <p:cNvSpPr/>
            <p:nvPr/>
          </p:nvSpPr>
          <p:spPr>
            <a:xfrm>
              <a:off x="7542402" y="32838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4" name="pt18624"/>
            <p:cNvSpPr/>
            <p:nvPr/>
          </p:nvSpPr>
          <p:spPr>
            <a:xfrm>
              <a:off x="7445409" y="3294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5" name="pt18625"/>
            <p:cNvSpPr/>
            <p:nvPr/>
          </p:nvSpPr>
          <p:spPr>
            <a:xfrm>
              <a:off x="7661734" y="32425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6" name="pt18626"/>
            <p:cNvSpPr/>
            <p:nvPr/>
          </p:nvSpPr>
          <p:spPr>
            <a:xfrm>
              <a:off x="7278560" y="3255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7" name="pt18627"/>
            <p:cNvSpPr/>
            <p:nvPr/>
          </p:nvSpPr>
          <p:spPr>
            <a:xfrm>
              <a:off x="7361514" y="3270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8" name="pt18628"/>
            <p:cNvSpPr/>
            <p:nvPr/>
          </p:nvSpPr>
          <p:spPr>
            <a:xfrm>
              <a:off x="7315099" y="3271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29" name="pt18629"/>
            <p:cNvSpPr/>
            <p:nvPr/>
          </p:nvSpPr>
          <p:spPr>
            <a:xfrm>
              <a:off x="7381649" y="3280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0" name="pt18630"/>
            <p:cNvSpPr/>
            <p:nvPr/>
          </p:nvSpPr>
          <p:spPr>
            <a:xfrm>
              <a:off x="7514771" y="3291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1" name="pt18631"/>
            <p:cNvSpPr/>
            <p:nvPr/>
          </p:nvSpPr>
          <p:spPr>
            <a:xfrm>
              <a:off x="7559700" y="3301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2" name="pt18632"/>
            <p:cNvSpPr/>
            <p:nvPr/>
          </p:nvSpPr>
          <p:spPr>
            <a:xfrm>
              <a:off x="7519096" y="3287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3" name="pt18633"/>
            <p:cNvSpPr/>
            <p:nvPr/>
          </p:nvSpPr>
          <p:spPr>
            <a:xfrm>
              <a:off x="7543015" y="3283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4" name="pt18634"/>
            <p:cNvSpPr/>
            <p:nvPr/>
          </p:nvSpPr>
          <p:spPr>
            <a:xfrm>
              <a:off x="7553524" y="3275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5" name="pt18635"/>
            <p:cNvSpPr/>
            <p:nvPr/>
          </p:nvSpPr>
          <p:spPr>
            <a:xfrm>
              <a:off x="7528618" y="3280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6" name="pt18636"/>
            <p:cNvSpPr/>
            <p:nvPr/>
          </p:nvSpPr>
          <p:spPr>
            <a:xfrm>
              <a:off x="7277626" y="3252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7" name="pt18637"/>
            <p:cNvSpPr/>
            <p:nvPr/>
          </p:nvSpPr>
          <p:spPr>
            <a:xfrm>
              <a:off x="7561767" y="3316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8" name="pt18638"/>
            <p:cNvSpPr/>
            <p:nvPr/>
          </p:nvSpPr>
          <p:spPr>
            <a:xfrm>
              <a:off x="7588800" y="3283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39" name="pt18639"/>
            <p:cNvSpPr/>
            <p:nvPr/>
          </p:nvSpPr>
          <p:spPr>
            <a:xfrm>
              <a:off x="7603315" y="3283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0" name="pt18640"/>
            <p:cNvSpPr/>
            <p:nvPr/>
          </p:nvSpPr>
          <p:spPr>
            <a:xfrm>
              <a:off x="7504581" y="3293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1" name="pt18641"/>
            <p:cNvSpPr/>
            <p:nvPr/>
          </p:nvSpPr>
          <p:spPr>
            <a:xfrm>
              <a:off x="7355152" y="32849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2" name="pt18642"/>
            <p:cNvSpPr/>
            <p:nvPr/>
          </p:nvSpPr>
          <p:spPr>
            <a:xfrm>
              <a:off x="7495424" y="3227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3" name="pt18643"/>
            <p:cNvSpPr/>
            <p:nvPr/>
          </p:nvSpPr>
          <p:spPr>
            <a:xfrm>
              <a:off x="7513992" y="3316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4" name="pt18644"/>
            <p:cNvSpPr/>
            <p:nvPr/>
          </p:nvSpPr>
          <p:spPr>
            <a:xfrm>
              <a:off x="7388308" y="32857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5" name="pt18645"/>
            <p:cNvSpPr/>
            <p:nvPr/>
          </p:nvSpPr>
          <p:spPr>
            <a:xfrm>
              <a:off x="7387641" y="3236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6" name="pt18646"/>
            <p:cNvSpPr/>
            <p:nvPr/>
          </p:nvSpPr>
          <p:spPr>
            <a:xfrm>
              <a:off x="7498628" y="3197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7" name="pt18647"/>
            <p:cNvSpPr/>
            <p:nvPr/>
          </p:nvSpPr>
          <p:spPr>
            <a:xfrm>
              <a:off x="7367209" y="3247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8" name="pt18648"/>
            <p:cNvSpPr/>
            <p:nvPr/>
          </p:nvSpPr>
          <p:spPr>
            <a:xfrm>
              <a:off x="7674579" y="3282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49" name="pt18649"/>
            <p:cNvSpPr/>
            <p:nvPr/>
          </p:nvSpPr>
          <p:spPr>
            <a:xfrm>
              <a:off x="7466209" y="3261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0" name="pt18650"/>
            <p:cNvSpPr/>
            <p:nvPr/>
          </p:nvSpPr>
          <p:spPr>
            <a:xfrm>
              <a:off x="7523983" y="33020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1" name="pt18651"/>
            <p:cNvSpPr/>
            <p:nvPr/>
          </p:nvSpPr>
          <p:spPr>
            <a:xfrm>
              <a:off x="7530753" y="33079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2" name="pt18652"/>
            <p:cNvSpPr/>
            <p:nvPr/>
          </p:nvSpPr>
          <p:spPr>
            <a:xfrm>
              <a:off x="7324794" y="3251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3" name="pt18653"/>
            <p:cNvSpPr/>
            <p:nvPr/>
          </p:nvSpPr>
          <p:spPr>
            <a:xfrm>
              <a:off x="7488041" y="3270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4" name="pt18654"/>
            <p:cNvSpPr/>
            <p:nvPr/>
          </p:nvSpPr>
          <p:spPr>
            <a:xfrm>
              <a:off x="7466424" y="3289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5" name="pt18655"/>
            <p:cNvSpPr/>
            <p:nvPr/>
          </p:nvSpPr>
          <p:spPr>
            <a:xfrm>
              <a:off x="7468927" y="3281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6" name="pt18656"/>
            <p:cNvSpPr/>
            <p:nvPr/>
          </p:nvSpPr>
          <p:spPr>
            <a:xfrm>
              <a:off x="7436248" y="31783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7" name="pt18657"/>
            <p:cNvSpPr/>
            <p:nvPr/>
          </p:nvSpPr>
          <p:spPr>
            <a:xfrm>
              <a:off x="7532044" y="32541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8" name="pt18658"/>
            <p:cNvSpPr/>
            <p:nvPr/>
          </p:nvSpPr>
          <p:spPr>
            <a:xfrm>
              <a:off x="7466417" y="3293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59" name="pt18659"/>
            <p:cNvSpPr/>
            <p:nvPr/>
          </p:nvSpPr>
          <p:spPr>
            <a:xfrm>
              <a:off x="7441353" y="32487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0" name="pt18660"/>
            <p:cNvSpPr/>
            <p:nvPr/>
          </p:nvSpPr>
          <p:spPr>
            <a:xfrm>
              <a:off x="7552122" y="3240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1" name="pt18661"/>
            <p:cNvSpPr/>
            <p:nvPr/>
          </p:nvSpPr>
          <p:spPr>
            <a:xfrm>
              <a:off x="7302234" y="32827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2" name="pt18662"/>
            <p:cNvSpPr/>
            <p:nvPr/>
          </p:nvSpPr>
          <p:spPr>
            <a:xfrm>
              <a:off x="7594180" y="3268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3" name="pt18663"/>
            <p:cNvSpPr/>
            <p:nvPr/>
          </p:nvSpPr>
          <p:spPr>
            <a:xfrm>
              <a:off x="7536623" y="3285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4" name="pt18664"/>
            <p:cNvSpPr/>
            <p:nvPr/>
          </p:nvSpPr>
          <p:spPr>
            <a:xfrm>
              <a:off x="7620062" y="3282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5" name="pt18665"/>
            <p:cNvSpPr/>
            <p:nvPr/>
          </p:nvSpPr>
          <p:spPr>
            <a:xfrm>
              <a:off x="7475246" y="32592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6" name="pt18666"/>
            <p:cNvSpPr/>
            <p:nvPr/>
          </p:nvSpPr>
          <p:spPr>
            <a:xfrm>
              <a:off x="7542735" y="3283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7" name="pt18667"/>
            <p:cNvSpPr/>
            <p:nvPr/>
          </p:nvSpPr>
          <p:spPr>
            <a:xfrm>
              <a:off x="7619409" y="32566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8" name="pt18668"/>
            <p:cNvSpPr/>
            <p:nvPr/>
          </p:nvSpPr>
          <p:spPr>
            <a:xfrm>
              <a:off x="7194855" y="3276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69" name="pt18669"/>
            <p:cNvSpPr/>
            <p:nvPr/>
          </p:nvSpPr>
          <p:spPr>
            <a:xfrm>
              <a:off x="7460636" y="3273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0" name="pt18670"/>
            <p:cNvSpPr/>
            <p:nvPr/>
          </p:nvSpPr>
          <p:spPr>
            <a:xfrm>
              <a:off x="7436513" y="3272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1" name="pt18671"/>
            <p:cNvSpPr/>
            <p:nvPr/>
          </p:nvSpPr>
          <p:spPr>
            <a:xfrm>
              <a:off x="7345770" y="3197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2" name="pt18672"/>
            <p:cNvSpPr/>
            <p:nvPr/>
          </p:nvSpPr>
          <p:spPr>
            <a:xfrm>
              <a:off x="7678748" y="3274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3" name="pt18673"/>
            <p:cNvSpPr/>
            <p:nvPr/>
          </p:nvSpPr>
          <p:spPr>
            <a:xfrm>
              <a:off x="7732742" y="3249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4" name="pt18674"/>
            <p:cNvSpPr/>
            <p:nvPr/>
          </p:nvSpPr>
          <p:spPr>
            <a:xfrm>
              <a:off x="7459537" y="3250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5" name="pt18675"/>
            <p:cNvSpPr/>
            <p:nvPr/>
          </p:nvSpPr>
          <p:spPr>
            <a:xfrm>
              <a:off x="7765754" y="2991582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76" name="pt18676"/>
            <p:cNvSpPr/>
            <p:nvPr/>
          </p:nvSpPr>
          <p:spPr>
            <a:xfrm>
              <a:off x="7594792" y="3276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7" name="pt18677"/>
            <p:cNvSpPr/>
            <p:nvPr/>
          </p:nvSpPr>
          <p:spPr>
            <a:xfrm>
              <a:off x="7445970" y="2923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8" name="pt18678"/>
            <p:cNvSpPr/>
            <p:nvPr/>
          </p:nvSpPr>
          <p:spPr>
            <a:xfrm>
              <a:off x="7408485" y="3306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79" name="pt18679"/>
            <p:cNvSpPr/>
            <p:nvPr/>
          </p:nvSpPr>
          <p:spPr>
            <a:xfrm>
              <a:off x="7526392" y="3272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0" name="pt18680"/>
            <p:cNvSpPr/>
            <p:nvPr/>
          </p:nvSpPr>
          <p:spPr>
            <a:xfrm>
              <a:off x="7873572" y="32974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1" name="pt18681"/>
            <p:cNvSpPr/>
            <p:nvPr/>
          </p:nvSpPr>
          <p:spPr>
            <a:xfrm>
              <a:off x="7551470" y="3353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2" name="pt18682"/>
            <p:cNvSpPr/>
            <p:nvPr/>
          </p:nvSpPr>
          <p:spPr>
            <a:xfrm>
              <a:off x="7419245" y="3304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3" name="pt18683"/>
            <p:cNvSpPr/>
            <p:nvPr/>
          </p:nvSpPr>
          <p:spPr>
            <a:xfrm>
              <a:off x="7571207" y="3303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4" name="pt18684"/>
            <p:cNvSpPr/>
            <p:nvPr/>
          </p:nvSpPr>
          <p:spPr>
            <a:xfrm>
              <a:off x="7447271" y="3277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5" name="pt18685"/>
            <p:cNvSpPr/>
            <p:nvPr/>
          </p:nvSpPr>
          <p:spPr>
            <a:xfrm>
              <a:off x="7467589" y="3278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6" name="pt18686"/>
            <p:cNvSpPr/>
            <p:nvPr/>
          </p:nvSpPr>
          <p:spPr>
            <a:xfrm>
              <a:off x="8518468" y="32651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7" name="pt18687"/>
            <p:cNvSpPr/>
            <p:nvPr/>
          </p:nvSpPr>
          <p:spPr>
            <a:xfrm>
              <a:off x="7392862" y="3066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8" name="pt18688"/>
            <p:cNvSpPr/>
            <p:nvPr/>
          </p:nvSpPr>
          <p:spPr>
            <a:xfrm>
              <a:off x="7557593" y="3253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89" name="pt18689"/>
            <p:cNvSpPr/>
            <p:nvPr/>
          </p:nvSpPr>
          <p:spPr>
            <a:xfrm>
              <a:off x="7654638" y="3278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0" name="pt18690"/>
            <p:cNvSpPr/>
            <p:nvPr/>
          </p:nvSpPr>
          <p:spPr>
            <a:xfrm>
              <a:off x="7665058" y="3250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1" name="pt18691"/>
            <p:cNvSpPr/>
            <p:nvPr/>
          </p:nvSpPr>
          <p:spPr>
            <a:xfrm>
              <a:off x="7478882" y="3288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2" name="pt18692"/>
            <p:cNvSpPr/>
            <p:nvPr/>
          </p:nvSpPr>
          <p:spPr>
            <a:xfrm>
              <a:off x="7535446" y="33033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3" name="pt18693"/>
            <p:cNvSpPr/>
            <p:nvPr/>
          </p:nvSpPr>
          <p:spPr>
            <a:xfrm>
              <a:off x="7545837" y="3232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4" name="pt18694"/>
            <p:cNvSpPr/>
            <p:nvPr/>
          </p:nvSpPr>
          <p:spPr>
            <a:xfrm>
              <a:off x="7535464" y="32865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5" name="pt18695"/>
            <p:cNvSpPr/>
            <p:nvPr/>
          </p:nvSpPr>
          <p:spPr>
            <a:xfrm>
              <a:off x="7630700" y="3277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6" name="pt18696"/>
            <p:cNvSpPr/>
            <p:nvPr/>
          </p:nvSpPr>
          <p:spPr>
            <a:xfrm>
              <a:off x="7667546" y="32851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7" name="pt18697"/>
            <p:cNvSpPr/>
            <p:nvPr/>
          </p:nvSpPr>
          <p:spPr>
            <a:xfrm>
              <a:off x="7547220" y="3279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8" name="pt18698"/>
            <p:cNvSpPr/>
            <p:nvPr/>
          </p:nvSpPr>
          <p:spPr>
            <a:xfrm>
              <a:off x="7662376" y="3286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699" name="pt18699"/>
            <p:cNvSpPr/>
            <p:nvPr/>
          </p:nvSpPr>
          <p:spPr>
            <a:xfrm>
              <a:off x="7287591" y="3277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0" name="pt18700"/>
            <p:cNvSpPr/>
            <p:nvPr/>
          </p:nvSpPr>
          <p:spPr>
            <a:xfrm>
              <a:off x="7404573" y="32657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1" name="pt18701"/>
            <p:cNvSpPr/>
            <p:nvPr/>
          </p:nvSpPr>
          <p:spPr>
            <a:xfrm>
              <a:off x="7713237" y="3271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2" name="pt18702"/>
            <p:cNvSpPr/>
            <p:nvPr/>
          </p:nvSpPr>
          <p:spPr>
            <a:xfrm>
              <a:off x="7497795" y="32957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3" name="pt18703"/>
            <p:cNvSpPr/>
            <p:nvPr/>
          </p:nvSpPr>
          <p:spPr>
            <a:xfrm>
              <a:off x="7462951" y="3257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4" name="pt18704"/>
            <p:cNvSpPr/>
            <p:nvPr/>
          </p:nvSpPr>
          <p:spPr>
            <a:xfrm>
              <a:off x="7532292" y="32715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5" name="pt18705"/>
            <p:cNvSpPr/>
            <p:nvPr/>
          </p:nvSpPr>
          <p:spPr>
            <a:xfrm>
              <a:off x="7363701" y="32570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6" name="pt18706"/>
            <p:cNvSpPr/>
            <p:nvPr/>
          </p:nvSpPr>
          <p:spPr>
            <a:xfrm>
              <a:off x="7637951" y="3272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7" name="pt18707"/>
            <p:cNvSpPr/>
            <p:nvPr/>
          </p:nvSpPr>
          <p:spPr>
            <a:xfrm>
              <a:off x="7649319" y="3278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8" name="pt18708"/>
            <p:cNvSpPr/>
            <p:nvPr/>
          </p:nvSpPr>
          <p:spPr>
            <a:xfrm>
              <a:off x="7609409" y="3284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09" name="pt18709"/>
            <p:cNvSpPr/>
            <p:nvPr/>
          </p:nvSpPr>
          <p:spPr>
            <a:xfrm>
              <a:off x="7398443" y="32626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0" name="pt18710"/>
            <p:cNvSpPr/>
            <p:nvPr/>
          </p:nvSpPr>
          <p:spPr>
            <a:xfrm>
              <a:off x="7443991" y="3276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1" name="pt18711"/>
            <p:cNvSpPr/>
            <p:nvPr/>
          </p:nvSpPr>
          <p:spPr>
            <a:xfrm>
              <a:off x="7390632" y="3252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2" name="pt18712"/>
            <p:cNvSpPr/>
            <p:nvPr/>
          </p:nvSpPr>
          <p:spPr>
            <a:xfrm>
              <a:off x="7453813" y="3273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3" name="pt18713"/>
            <p:cNvSpPr/>
            <p:nvPr/>
          </p:nvSpPr>
          <p:spPr>
            <a:xfrm>
              <a:off x="7573125" y="32705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4" name="pt18714"/>
            <p:cNvSpPr/>
            <p:nvPr/>
          </p:nvSpPr>
          <p:spPr>
            <a:xfrm>
              <a:off x="7421820" y="3236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5" name="pt18715"/>
            <p:cNvSpPr/>
            <p:nvPr/>
          </p:nvSpPr>
          <p:spPr>
            <a:xfrm>
              <a:off x="7459637" y="3272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6" name="pt18716"/>
            <p:cNvSpPr/>
            <p:nvPr/>
          </p:nvSpPr>
          <p:spPr>
            <a:xfrm>
              <a:off x="7690113" y="3265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7" name="pt18717"/>
            <p:cNvSpPr/>
            <p:nvPr/>
          </p:nvSpPr>
          <p:spPr>
            <a:xfrm>
              <a:off x="7409297" y="3271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8" name="pt18718"/>
            <p:cNvSpPr/>
            <p:nvPr/>
          </p:nvSpPr>
          <p:spPr>
            <a:xfrm>
              <a:off x="7564365" y="3514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19" name="pt18719"/>
            <p:cNvSpPr/>
            <p:nvPr/>
          </p:nvSpPr>
          <p:spPr>
            <a:xfrm>
              <a:off x="7417661" y="3315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0" name="pt18720"/>
            <p:cNvSpPr/>
            <p:nvPr/>
          </p:nvSpPr>
          <p:spPr>
            <a:xfrm>
              <a:off x="7463574" y="3295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1" name="pt18721"/>
            <p:cNvSpPr/>
            <p:nvPr/>
          </p:nvSpPr>
          <p:spPr>
            <a:xfrm>
              <a:off x="7536735" y="3243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2" name="pt18722"/>
            <p:cNvSpPr/>
            <p:nvPr/>
          </p:nvSpPr>
          <p:spPr>
            <a:xfrm>
              <a:off x="7461421" y="32958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3" name="pt18723"/>
            <p:cNvSpPr/>
            <p:nvPr/>
          </p:nvSpPr>
          <p:spPr>
            <a:xfrm>
              <a:off x="7448181" y="3308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4" name="pt18724"/>
            <p:cNvSpPr/>
            <p:nvPr/>
          </p:nvSpPr>
          <p:spPr>
            <a:xfrm>
              <a:off x="7576599" y="32808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5" name="pt18725"/>
            <p:cNvSpPr/>
            <p:nvPr/>
          </p:nvSpPr>
          <p:spPr>
            <a:xfrm>
              <a:off x="7787298" y="3358338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26" name="pt18726"/>
            <p:cNvSpPr/>
            <p:nvPr/>
          </p:nvSpPr>
          <p:spPr>
            <a:xfrm>
              <a:off x="7547825" y="3270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7" name="pt18727"/>
            <p:cNvSpPr/>
            <p:nvPr/>
          </p:nvSpPr>
          <p:spPr>
            <a:xfrm>
              <a:off x="7460354" y="3625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8" name="pt18728"/>
            <p:cNvSpPr/>
            <p:nvPr/>
          </p:nvSpPr>
          <p:spPr>
            <a:xfrm>
              <a:off x="7462586" y="3268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29" name="pt18729"/>
            <p:cNvSpPr/>
            <p:nvPr/>
          </p:nvSpPr>
          <p:spPr>
            <a:xfrm>
              <a:off x="7536146" y="33331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0" name="pt18730"/>
            <p:cNvSpPr/>
            <p:nvPr/>
          </p:nvSpPr>
          <p:spPr>
            <a:xfrm>
              <a:off x="7499037" y="3304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1" name="pt18731"/>
            <p:cNvSpPr/>
            <p:nvPr/>
          </p:nvSpPr>
          <p:spPr>
            <a:xfrm>
              <a:off x="7430478" y="3282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2" name="pt18732"/>
            <p:cNvSpPr/>
            <p:nvPr/>
          </p:nvSpPr>
          <p:spPr>
            <a:xfrm>
              <a:off x="7316179" y="3261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3" name="pt18733"/>
            <p:cNvSpPr/>
            <p:nvPr/>
          </p:nvSpPr>
          <p:spPr>
            <a:xfrm>
              <a:off x="7560384" y="3279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4" name="pt18734"/>
            <p:cNvSpPr/>
            <p:nvPr/>
          </p:nvSpPr>
          <p:spPr>
            <a:xfrm>
              <a:off x="7509252" y="3235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5" name="pt18735"/>
            <p:cNvSpPr/>
            <p:nvPr/>
          </p:nvSpPr>
          <p:spPr>
            <a:xfrm>
              <a:off x="7363109" y="3289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6" name="pt18736"/>
            <p:cNvSpPr/>
            <p:nvPr/>
          </p:nvSpPr>
          <p:spPr>
            <a:xfrm>
              <a:off x="7342459" y="3243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7" name="pt18737"/>
            <p:cNvSpPr/>
            <p:nvPr/>
          </p:nvSpPr>
          <p:spPr>
            <a:xfrm>
              <a:off x="7383041" y="3217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8" name="pt18738"/>
            <p:cNvSpPr/>
            <p:nvPr/>
          </p:nvSpPr>
          <p:spPr>
            <a:xfrm>
              <a:off x="7221708" y="3298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39" name="pt18739"/>
            <p:cNvSpPr/>
            <p:nvPr/>
          </p:nvSpPr>
          <p:spPr>
            <a:xfrm>
              <a:off x="7338675" y="32796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0" name="pt18740"/>
            <p:cNvSpPr/>
            <p:nvPr/>
          </p:nvSpPr>
          <p:spPr>
            <a:xfrm>
              <a:off x="7546777" y="3273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1" name="pt18741"/>
            <p:cNvSpPr/>
            <p:nvPr/>
          </p:nvSpPr>
          <p:spPr>
            <a:xfrm>
              <a:off x="7375895" y="3297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2" name="pt18742"/>
            <p:cNvSpPr/>
            <p:nvPr/>
          </p:nvSpPr>
          <p:spPr>
            <a:xfrm>
              <a:off x="7584184" y="3268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3" name="pt18743"/>
            <p:cNvSpPr/>
            <p:nvPr/>
          </p:nvSpPr>
          <p:spPr>
            <a:xfrm>
              <a:off x="7748138" y="310386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44" name="pt18744"/>
            <p:cNvSpPr/>
            <p:nvPr/>
          </p:nvSpPr>
          <p:spPr>
            <a:xfrm>
              <a:off x="7490707" y="3267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5" name="pt18745"/>
            <p:cNvSpPr/>
            <p:nvPr/>
          </p:nvSpPr>
          <p:spPr>
            <a:xfrm>
              <a:off x="7571671" y="3281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6" name="pt18746"/>
            <p:cNvSpPr/>
            <p:nvPr/>
          </p:nvSpPr>
          <p:spPr>
            <a:xfrm>
              <a:off x="7385942" y="3248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7" name="pt18747"/>
            <p:cNvSpPr/>
            <p:nvPr/>
          </p:nvSpPr>
          <p:spPr>
            <a:xfrm>
              <a:off x="7520522" y="3288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8" name="pt18748"/>
            <p:cNvSpPr/>
            <p:nvPr/>
          </p:nvSpPr>
          <p:spPr>
            <a:xfrm>
              <a:off x="7551616" y="3269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49" name="pt18749"/>
            <p:cNvSpPr/>
            <p:nvPr/>
          </p:nvSpPr>
          <p:spPr>
            <a:xfrm>
              <a:off x="7695829" y="32596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0" name="pt18750"/>
            <p:cNvSpPr/>
            <p:nvPr/>
          </p:nvSpPr>
          <p:spPr>
            <a:xfrm>
              <a:off x="7631783" y="3272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1" name="pt18751"/>
            <p:cNvSpPr/>
            <p:nvPr/>
          </p:nvSpPr>
          <p:spPr>
            <a:xfrm>
              <a:off x="7553230" y="3284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2" name="pt18752"/>
            <p:cNvSpPr/>
            <p:nvPr/>
          </p:nvSpPr>
          <p:spPr>
            <a:xfrm>
              <a:off x="7663827" y="3293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3" name="pt18753"/>
            <p:cNvSpPr/>
            <p:nvPr/>
          </p:nvSpPr>
          <p:spPr>
            <a:xfrm>
              <a:off x="7546778" y="3280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4" name="pt18754"/>
            <p:cNvSpPr/>
            <p:nvPr/>
          </p:nvSpPr>
          <p:spPr>
            <a:xfrm>
              <a:off x="7604250" y="3339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5" name="pt18755"/>
            <p:cNvSpPr/>
            <p:nvPr/>
          </p:nvSpPr>
          <p:spPr>
            <a:xfrm>
              <a:off x="7566834" y="32349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6" name="pt18756"/>
            <p:cNvSpPr/>
            <p:nvPr/>
          </p:nvSpPr>
          <p:spPr>
            <a:xfrm>
              <a:off x="7601809" y="3293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7" name="pt18757"/>
            <p:cNvSpPr/>
            <p:nvPr/>
          </p:nvSpPr>
          <p:spPr>
            <a:xfrm>
              <a:off x="7669817" y="3248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8" name="pt18758"/>
            <p:cNvSpPr/>
            <p:nvPr/>
          </p:nvSpPr>
          <p:spPr>
            <a:xfrm>
              <a:off x="7459521" y="3277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59" name="pt18759"/>
            <p:cNvSpPr/>
            <p:nvPr/>
          </p:nvSpPr>
          <p:spPr>
            <a:xfrm>
              <a:off x="7588952" y="3276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0" name="pt18760"/>
            <p:cNvSpPr/>
            <p:nvPr/>
          </p:nvSpPr>
          <p:spPr>
            <a:xfrm>
              <a:off x="7514612" y="33277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1" name="pt18761"/>
            <p:cNvSpPr/>
            <p:nvPr/>
          </p:nvSpPr>
          <p:spPr>
            <a:xfrm>
              <a:off x="7449096" y="3243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2" name="pt18762"/>
            <p:cNvSpPr/>
            <p:nvPr/>
          </p:nvSpPr>
          <p:spPr>
            <a:xfrm>
              <a:off x="7443844" y="3285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3" name="pt18763"/>
            <p:cNvSpPr/>
            <p:nvPr/>
          </p:nvSpPr>
          <p:spPr>
            <a:xfrm>
              <a:off x="7415507" y="3292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4" name="pt18764"/>
            <p:cNvSpPr/>
            <p:nvPr/>
          </p:nvSpPr>
          <p:spPr>
            <a:xfrm>
              <a:off x="7473317" y="32774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5" name="pt18765"/>
            <p:cNvSpPr/>
            <p:nvPr/>
          </p:nvSpPr>
          <p:spPr>
            <a:xfrm>
              <a:off x="7714039" y="3265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6" name="pt18766"/>
            <p:cNvSpPr/>
            <p:nvPr/>
          </p:nvSpPr>
          <p:spPr>
            <a:xfrm>
              <a:off x="7482985" y="3307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7" name="pt18767"/>
            <p:cNvSpPr/>
            <p:nvPr/>
          </p:nvSpPr>
          <p:spPr>
            <a:xfrm>
              <a:off x="7607035" y="32563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8" name="pt18768"/>
            <p:cNvSpPr/>
            <p:nvPr/>
          </p:nvSpPr>
          <p:spPr>
            <a:xfrm>
              <a:off x="7383326" y="3267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69" name="pt18769"/>
            <p:cNvSpPr/>
            <p:nvPr/>
          </p:nvSpPr>
          <p:spPr>
            <a:xfrm>
              <a:off x="7910551" y="3291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0" name="pt18770"/>
            <p:cNvSpPr/>
            <p:nvPr/>
          </p:nvSpPr>
          <p:spPr>
            <a:xfrm>
              <a:off x="7578543" y="3363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1" name="pt18771"/>
            <p:cNvSpPr/>
            <p:nvPr/>
          </p:nvSpPr>
          <p:spPr>
            <a:xfrm>
              <a:off x="7433987" y="3247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2" name="pt18772"/>
            <p:cNvSpPr/>
            <p:nvPr/>
          </p:nvSpPr>
          <p:spPr>
            <a:xfrm>
              <a:off x="7510728" y="3233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3" name="pt18773"/>
            <p:cNvSpPr/>
            <p:nvPr/>
          </p:nvSpPr>
          <p:spPr>
            <a:xfrm>
              <a:off x="7414477" y="3323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4" name="pt18774"/>
            <p:cNvSpPr/>
            <p:nvPr/>
          </p:nvSpPr>
          <p:spPr>
            <a:xfrm>
              <a:off x="7290972" y="3282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5" name="pt18775"/>
            <p:cNvSpPr/>
            <p:nvPr/>
          </p:nvSpPr>
          <p:spPr>
            <a:xfrm>
              <a:off x="7454812" y="3283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6" name="pt18776"/>
            <p:cNvSpPr/>
            <p:nvPr/>
          </p:nvSpPr>
          <p:spPr>
            <a:xfrm>
              <a:off x="7445494" y="32524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7" name="pt18777"/>
            <p:cNvSpPr/>
            <p:nvPr/>
          </p:nvSpPr>
          <p:spPr>
            <a:xfrm>
              <a:off x="7620801" y="33110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8" name="pt18778"/>
            <p:cNvSpPr/>
            <p:nvPr/>
          </p:nvSpPr>
          <p:spPr>
            <a:xfrm>
              <a:off x="7355473" y="3230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79" name="pt18779"/>
            <p:cNvSpPr/>
            <p:nvPr/>
          </p:nvSpPr>
          <p:spPr>
            <a:xfrm>
              <a:off x="7556121" y="3271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0" name="pt18780"/>
            <p:cNvSpPr/>
            <p:nvPr/>
          </p:nvSpPr>
          <p:spPr>
            <a:xfrm>
              <a:off x="7388460" y="3265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1" name="pt18781"/>
            <p:cNvSpPr/>
            <p:nvPr/>
          </p:nvSpPr>
          <p:spPr>
            <a:xfrm>
              <a:off x="7373357" y="3245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2" name="pt18782"/>
            <p:cNvSpPr/>
            <p:nvPr/>
          </p:nvSpPr>
          <p:spPr>
            <a:xfrm>
              <a:off x="7461158" y="3236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3" name="pt18783"/>
            <p:cNvSpPr/>
            <p:nvPr/>
          </p:nvSpPr>
          <p:spPr>
            <a:xfrm>
              <a:off x="7426044" y="3248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4" name="pt18784"/>
            <p:cNvSpPr/>
            <p:nvPr/>
          </p:nvSpPr>
          <p:spPr>
            <a:xfrm>
              <a:off x="7653042" y="3302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5" name="pt18785"/>
            <p:cNvSpPr/>
            <p:nvPr/>
          </p:nvSpPr>
          <p:spPr>
            <a:xfrm>
              <a:off x="7213178" y="3278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6" name="pt18786"/>
            <p:cNvSpPr/>
            <p:nvPr/>
          </p:nvSpPr>
          <p:spPr>
            <a:xfrm>
              <a:off x="7703484" y="3293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7" name="pt18787"/>
            <p:cNvSpPr/>
            <p:nvPr/>
          </p:nvSpPr>
          <p:spPr>
            <a:xfrm>
              <a:off x="7325782" y="3333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8" name="pt18788"/>
            <p:cNvSpPr/>
            <p:nvPr/>
          </p:nvSpPr>
          <p:spPr>
            <a:xfrm>
              <a:off x="7535763" y="3256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89" name="pt18789"/>
            <p:cNvSpPr/>
            <p:nvPr/>
          </p:nvSpPr>
          <p:spPr>
            <a:xfrm>
              <a:off x="7514880" y="3264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0" name="pt18790"/>
            <p:cNvSpPr/>
            <p:nvPr/>
          </p:nvSpPr>
          <p:spPr>
            <a:xfrm>
              <a:off x="7539210" y="3274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1" name="pt18791"/>
            <p:cNvSpPr/>
            <p:nvPr/>
          </p:nvSpPr>
          <p:spPr>
            <a:xfrm>
              <a:off x="7601047" y="3263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2" name="pt18792"/>
            <p:cNvSpPr/>
            <p:nvPr/>
          </p:nvSpPr>
          <p:spPr>
            <a:xfrm>
              <a:off x="7452035" y="3266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3" name="pt18793"/>
            <p:cNvSpPr/>
            <p:nvPr/>
          </p:nvSpPr>
          <p:spPr>
            <a:xfrm>
              <a:off x="7614821" y="3210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4" name="pt18794"/>
            <p:cNvSpPr/>
            <p:nvPr/>
          </p:nvSpPr>
          <p:spPr>
            <a:xfrm>
              <a:off x="7799583" y="3346650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95" name="pt18795"/>
            <p:cNvSpPr/>
            <p:nvPr/>
          </p:nvSpPr>
          <p:spPr>
            <a:xfrm>
              <a:off x="7622428" y="3283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6" name="pt18796"/>
            <p:cNvSpPr/>
            <p:nvPr/>
          </p:nvSpPr>
          <p:spPr>
            <a:xfrm>
              <a:off x="7377775" y="3278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7" name="pt18797"/>
            <p:cNvSpPr/>
            <p:nvPr/>
          </p:nvSpPr>
          <p:spPr>
            <a:xfrm>
              <a:off x="7453184" y="3264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8" name="pt18798"/>
            <p:cNvSpPr/>
            <p:nvPr/>
          </p:nvSpPr>
          <p:spPr>
            <a:xfrm>
              <a:off x="7475146" y="3288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799" name="pt18799"/>
            <p:cNvSpPr/>
            <p:nvPr/>
          </p:nvSpPr>
          <p:spPr>
            <a:xfrm>
              <a:off x="7556424" y="3336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0" name="pt18800"/>
            <p:cNvSpPr/>
            <p:nvPr/>
          </p:nvSpPr>
          <p:spPr>
            <a:xfrm>
              <a:off x="7473787" y="3244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1" name="pt18801"/>
            <p:cNvSpPr/>
            <p:nvPr/>
          </p:nvSpPr>
          <p:spPr>
            <a:xfrm>
              <a:off x="7479956" y="3266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2" name="pt18802"/>
            <p:cNvSpPr/>
            <p:nvPr/>
          </p:nvSpPr>
          <p:spPr>
            <a:xfrm>
              <a:off x="7436875" y="3284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3" name="pt18803"/>
            <p:cNvSpPr/>
            <p:nvPr/>
          </p:nvSpPr>
          <p:spPr>
            <a:xfrm>
              <a:off x="7277321" y="3289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4" name="pt18804"/>
            <p:cNvSpPr/>
            <p:nvPr/>
          </p:nvSpPr>
          <p:spPr>
            <a:xfrm>
              <a:off x="7379177" y="32502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5" name="pt18805"/>
            <p:cNvSpPr/>
            <p:nvPr/>
          </p:nvSpPr>
          <p:spPr>
            <a:xfrm>
              <a:off x="7477673" y="3295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6" name="pt18806"/>
            <p:cNvSpPr/>
            <p:nvPr/>
          </p:nvSpPr>
          <p:spPr>
            <a:xfrm>
              <a:off x="7511370" y="33230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7" name="pt18807"/>
            <p:cNvSpPr/>
            <p:nvPr/>
          </p:nvSpPr>
          <p:spPr>
            <a:xfrm>
              <a:off x="7554345" y="3306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8" name="pt18808"/>
            <p:cNvSpPr/>
            <p:nvPr/>
          </p:nvSpPr>
          <p:spPr>
            <a:xfrm>
              <a:off x="7410646" y="32765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09" name="pt18809"/>
            <p:cNvSpPr/>
            <p:nvPr/>
          </p:nvSpPr>
          <p:spPr>
            <a:xfrm>
              <a:off x="7536889" y="3238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0" name="pt18810"/>
            <p:cNvSpPr/>
            <p:nvPr/>
          </p:nvSpPr>
          <p:spPr>
            <a:xfrm>
              <a:off x="7410782" y="3245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1" name="pt18811"/>
            <p:cNvSpPr/>
            <p:nvPr/>
          </p:nvSpPr>
          <p:spPr>
            <a:xfrm>
              <a:off x="7843352" y="3239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2" name="pt18812"/>
            <p:cNvSpPr/>
            <p:nvPr/>
          </p:nvSpPr>
          <p:spPr>
            <a:xfrm>
              <a:off x="7554911" y="3277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3" name="pt18813"/>
            <p:cNvSpPr/>
            <p:nvPr/>
          </p:nvSpPr>
          <p:spPr>
            <a:xfrm>
              <a:off x="7562577" y="3288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4" name="pt18814"/>
            <p:cNvSpPr/>
            <p:nvPr/>
          </p:nvSpPr>
          <p:spPr>
            <a:xfrm>
              <a:off x="7294986" y="32842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5" name="pt18815"/>
            <p:cNvSpPr/>
            <p:nvPr/>
          </p:nvSpPr>
          <p:spPr>
            <a:xfrm>
              <a:off x="7633516" y="35956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6" name="pt18816"/>
            <p:cNvSpPr/>
            <p:nvPr/>
          </p:nvSpPr>
          <p:spPr>
            <a:xfrm>
              <a:off x="7061236" y="3245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7" name="pt18817"/>
            <p:cNvSpPr/>
            <p:nvPr/>
          </p:nvSpPr>
          <p:spPr>
            <a:xfrm>
              <a:off x="7463554" y="32747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8" name="pt18818"/>
            <p:cNvSpPr/>
            <p:nvPr/>
          </p:nvSpPr>
          <p:spPr>
            <a:xfrm>
              <a:off x="7462544" y="3303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19" name="pt18819"/>
            <p:cNvSpPr/>
            <p:nvPr/>
          </p:nvSpPr>
          <p:spPr>
            <a:xfrm>
              <a:off x="7413770" y="32654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0" name="pt18820"/>
            <p:cNvSpPr/>
            <p:nvPr/>
          </p:nvSpPr>
          <p:spPr>
            <a:xfrm>
              <a:off x="7459111" y="3255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1" name="pt18821"/>
            <p:cNvSpPr/>
            <p:nvPr/>
          </p:nvSpPr>
          <p:spPr>
            <a:xfrm>
              <a:off x="7298429" y="3210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2" name="pt18822"/>
            <p:cNvSpPr/>
            <p:nvPr/>
          </p:nvSpPr>
          <p:spPr>
            <a:xfrm>
              <a:off x="7544108" y="3296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3" name="pt18823"/>
            <p:cNvSpPr/>
            <p:nvPr/>
          </p:nvSpPr>
          <p:spPr>
            <a:xfrm>
              <a:off x="7432998" y="3168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4" name="pt18824"/>
            <p:cNvSpPr/>
            <p:nvPr/>
          </p:nvSpPr>
          <p:spPr>
            <a:xfrm>
              <a:off x="7503946" y="3277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5" name="pt18825"/>
            <p:cNvSpPr/>
            <p:nvPr/>
          </p:nvSpPr>
          <p:spPr>
            <a:xfrm>
              <a:off x="7497836" y="3266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6" name="pt18826"/>
            <p:cNvSpPr/>
            <p:nvPr/>
          </p:nvSpPr>
          <p:spPr>
            <a:xfrm>
              <a:off x="7409597" y="3209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7" name="pt18827"/>
            <p:cNvSpPr/>
            <p:nvPr/>
          </p:nvSpPr>
          <p:spPr>
            <a:xfrm>
              <a:off x="7579663" y="3265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8" name="pt18828"/>
            <p:cNvSpPr/>
            <p:nvPr/>
          </p:nvSpPr>
          <p:spPr>
            <a:xfrm>
              <a:off x="7209074" y="3272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29" name="pt18829"/>
            <p:cNvSpPr/>
            <p:nvPr/>
          </p:nvSpPr>
          <p:spPr>
            <a:xfrm>
              <a:off x="7331526" y="3291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0" name="pt18830"/>
            <p:cNvSpPr/>
            <p:nvPr/>
          </p:nvSpPr>
          <p:spPr>
            <a:xfrm>
              <a:off x="7367317" y="3280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1" name="pt18831"/>
            <p:cNvSpPr/>
            <p:nvPr/>
          </p:nvSpPr>
          <p:spPr>
            <a:xfrm>
              <a:off x="7097301" y="3249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2" name="pt18832"/>
            <p:cNvSpPr/>
            <p:nvPr/>
          </p:nvSpPr>
          <p:spPr>
            <a:xfrm>
              <a:off x="7525007" y="32930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3" name="pt18833"/>
            <p:cNvSpPr/>
            <p:nvPr/>
          </p:nvSpPr>
          <p:spPr>
            <a:xfrm>
              <a:off x="7405790" y="32755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4" name="pt18834"/>
            <p:cNvSpPr/>
            <p:nvPr/>
          </p:nvSpPr>
          <p:spPr>
            <a:xfrm>
              <a:off x="7448803" y="3274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5" name="pt18835"/>
            <p:cNvSpPr/>
            <p:nvPr/>
          </p:nvSpPr>
          <p:spPr>
            <a:xfrm>
              <a:off x="7398522" y="3221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6" name="pt18836"/>
            <p:cNvSpPr/>
            <p:nvPr/>
          </p:nvSpPr>
          <p:spPr>
            <a:xfrm>
              <a:off x="7720114" y="3266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7" name="pt18837"/>
            <p:cNvSpPr/>
            <p:nvPr/>
          </p:nvSpPr>
          <p:spPr>
            <a:xfrm>
              <a:off x="7420530" y="32938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8" name="pt18838"/>
            <p:cNvSpPr/>
            <p:nvPr/>
          </p:nvSpPr>
          <p:spPr>
            <a:xfrm>
              <a:off x="7648398" y="3277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39" name="pt18839"/>
            <p:cNvSpPr/>
            <p:nvPr/>
          </p:nvSpPr>
          <p:spPr>
            <a:xfrm>
              <a:off x="7550956" y="31743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0" name="pt18840"/>
            <p:cNvSpPr/>
            <p:nvPr/>
          </p:nvSpPr>
          <p:spPr>
            <a:xfrm>
              <a:off x="7529243" y="3280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1" name="pt18841"/>
            <p:cNvSpPr/>
            <p:nvPr/>
          </p:nvSpPr>
          <p:spPr>
            <a:xfrm>
              <a:off x="7628635" y="3269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2" name="pt18842"/>
            <p:cNvSpPr/>
            <p:nvPr/>
          </p:nvSpPr>
          <p:spPr>
            <a:xfrm>
              <a:off x="7553904" y="3292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3" name="pt18843"/>
            <p:cNvSpPr/>
            <p:nvPr/>
          </p:nvSpPr>
          <p:spPr>
            <a:xfrm>
              <a:off x="7513190" y="3675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4" name="pt18844"/>
            <p:cNvSpPr/>
            <p:nvPr/>
          </p:nvSpPr>
          <p:spPr>
            <a:xfrm>
              <a:off x="7527980" y="3226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5" name="pt18845"/>
            <p:cNvSpPr/>
            <p:nvPr/>
          </p:nvSpPr>
          <p:spPr>
            <a:xfrm>
              <a:off x="7521749" y="32810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6" name="pt18846"/>
            <p:cNvSpPr/>
            <p:nvPr/>
          </p:nvSpPr>
          <p:spPr>
            <a:xfrm>
              <a:off x="7375433" y="33003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7" name="pt18847"/>
            <p:cNvSpPr/>
            <p:nvPr/>
          </p:nvSpPr>
          <p:spPr>
            <a:xfrm>
              <a:off x="7701136" y="3259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8" name="pt18848"/>
            <p:cNvSpPr/>
            <p:nvPr/>
          </p:nvSpPr>
          <p:spPr>
            <a:xfrm>
              <a:off x="7357993" y="3155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49" name="pt18849"/>
            <p:cNvSpPr/>
            <p:nvPr/>
          </p:nvSpPr>
          <p:spPr>
            <a:xfrm>
              <a:off x="7533237" y="32392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0" name="pt18850"/>
            <p:cNvSpPr/>
            <p:nvPr/>
          </p:nvSpPr>
          <p:spPr>
            <a:xfrm>
              <a:off x="7689390" y="3291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1" name="pt18851"/>
            <p:cNvSpPr/>
            <p:nvPr/>
          </p:nvSpPr>
          <p:spPr>
            <a:xfrm>
              <a:off x="7379946" y="3294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2" name="pt18852"/>
            <p:cNvSpPr/>
            <p:nvPr/>
          </p:nvSpPr>
          <p:spPr>
            <a:xfrm>
              <a:off x="7608052" y="3288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3" name="pt18853"/>
            <p:cNvSpPr/>
            <p:nvPr/>
          </p:nvSpPr>
          <p:spPr>
            <a:xfrm>
              <a:off x="7392933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4" name="pt18854"/>
            <p:cNvSpPr/>
            <p:nvPr/>
          </p:nvSpPr>
          <p:spPr>
            <a:xfrm>
              <a:off x="7205624" y="3361746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55" name="pt18855"/>
            <p:cNvSpPr/>
            <p:nvPr/>
          </p:nvSpPr>
          <p:spPr>
            <a:xfrm>
              <a:off x="7615161" y="32955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6" name="pt18856"/>
            <p:cNvSpPr/>
            <p:nvPr/>
          </p:nvSpPr>
          <p:spPr>
            <a:xfrm>
              <a:off x="7441113" y="3372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7" name="pt18857"/>
            <p:cNvSpPr/>
            <p:nvPr/>
          </p:nvSpPr>
          <p:spPr>
            <a:xfrm>
              <a:off x="7756669" y="3286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8" name="pt18858"/>
            <p:cNvSpPr/>
            <p:nvPr/>
          </p:nvSpPr>
          <p:spPr>
            <a:xfrm>
              <a:off x="7793651" y="3304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59" name="pt18859"/>
            <p:cNvSpPr/>
            <p:nvPr/>
          </p:nvSpPr>
          <p:spPr>
            <a:xfrm>
              <a:off x="7584886" y="3275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0" name="pt18860"/>
            <p:cNvSpPr/>
            <p:nvPr/>
          </p:nvSpPr>
          <p:spPr>
            <a:xfrm>
              <a:off x="7544027" y="32882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1" name="pt18861"/>
            <p:cNvSpPr/>
            <p:nvPr/>
          </p:nvSpPr>
          <p:spPr>
            <a:xfrm>
              <a:off x="7626994" y="32467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2" name="pt18862"/>
            <p:cNvSpPr/>
            <p:nvPr/>
          </p:nvSpPr>
          <p:spPr>
            <a:xfrm>
              <a:off x="7683491" y="3238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3" name="pt18863"/>
            <p:cNvSpPr/>
            <p:nvPr/>
          </p:nvSpPr>
          <p:spPr>
            <a:xfrm>
              <a:off x="7522291" y="3284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4" name="pt18864"/>
            <p:cNvSpPr/>
            <p:nvPr/>
          </p:nvSpPr>
          <p:spPr>
            <a:xfrm>
              <a:off x="7480121" y="3274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5" name="pt18865"/>
            <p:cNvSpPr/>
            <p:nvPr/>
          </p:nvSpPr>
          <p:spPr>
            <a:xfrm>
              <a:off x="7576695" y="32967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6" name="pt18866"/>
            <p:cNvSpPr/>
            <p:nvPr/>
          </p:nvSpPr>
          <p:spPr>
            <a:xfrm>
              <a:off x="7532054" y="32293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7" name="pt18867"/>
            <p:cNvSpPr/>
            <p:nvPr/>
          </p:nvSpPr>
          <p:spPr>
            <a:xfrm>
              <a:off x="7641812" y="3284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8" name="pt18868"/>
            <p:cNvSpPr/>
            <p:nvPr/>
          </p:nvSpPr>
          <p:spPr>
            <a:xfrm>
              <a:off x="7480552" y="32653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69" name="pt18869"/>
            <p:cNvSpPr/>
            <p:nvPr/>
          </p:nvSpPr>
          <p:spPr>
            <a:xfrm>
              <a:off x="7714911" y="314003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70" name="pt18870"/>
            <p:cNvSpPr/>
            <p:nvPr/>
          </p:nvSpPr>
          <p:spPr>
            <a:xfrm>
              <a:off x="7337896" y="3310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1" name="pt18871"/>
            <p:cNvSpPr/>
            <p:nvPr/>
          </p:nvSpPr>
          <p:spPr>
            <a:xfrm>
              <a:off x="7497623" y="3275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2" name="pt18872"/>
            <p:cNvSpPr/>
            <p:nvPr/>
          </p:nvSpPr>
          <p:spPr>
            <a:xfrm>
              <a:off x="7434045" y="3273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3" name="pt18873"/>
            <p:cNvSpPr/>
            <p:nvPr/>
          </p:nvSpPr>
          <p:spPr>
            <a:xfrm>
              <a:off x="7371188" y="3239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4" name="pt18874"/>
            <p:cNvSpPr/>
            <p:nvPr/>
          </p:nvSpPr>
          <p:spPr>
            <a:xfrm>
              <a:off x="7429522" y="33319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5" name="pt18875"/>
            <p:cNvSpPr/>
            <p:nvPr/>
          </p:nvSpPr>
          <p:spPr>
            <a:xfrm>
              <a:off x="7483586" y="3262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6" name="pt18876"/>
            <p:cNvSpPr/>
            <p:nvPr/>
          </p:nvSpPr>
          <p:spPr>
            <a:xfrm>
              <a:off x="7363273" y="3212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7" name="pt18877"/>
            <p:cNvSpPr/>
            <p:nvPr/>
          </p:nvSpPr>
          <p:spPr>
            <a:xfrm>
              <a:off x="7412374" y="3283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8" name="pt18878"/>
            <p:cNvSpPr/>
            <p:nvPr/>
          </p:nvSpPr>
          <p:spPr>
            <a:xfrm>
              <a:off x="7539631" y="3222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79" name="pt18879"/>
            <p:cNvSpPr/>
            <p:nvPr/>
          </p:nvSpPr>
          <p:spPr>
            <a:xfrm>
              <a:off x="8569145" y="3252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0" name="pt18880"/>
            <p:cNvSpPr/>
            <p:nvPr/>
          </p:nvSpPr>
          <p:spPr>
            <a:xfrm>
              <a:off x="7573785" y="3330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1" name="pt18881"/>
            <p:cNvSpPr/>
            <p:nvPr/>
          </p:nvSpPr>
          <p:spPr>
            <a:xfrm>
              <a:off x="7663200" y="3259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2" name="pt18882"/>
            <p:cNvSpPr/>
            <p:nvPr/>
          </p:nvSpPr>
          <p:spPr>
            <a:xfrm>
              <a:off x="7525780" y="32786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3" name="pt18883"/>
            <p:cNvSpPr/>
            <p:nvPr/>
          </p:nvSpPr>
          <p:spPr>
            <a:xfrm>
              <a:off x="7221321" y="32605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4" name="pt18884"/>
            <p:cNvSpPr/>
            <p:nvPr/>
          </p:nvSpPr>
          <p:spPr>
            <a:xfrm>
              <a:off x="7519083" y="3286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5" name="pt18885"/>
            <p:cNvSpPr/>
            <p:nvPr/>
          </p:nvSpPr>
          <p:spPr>
            <a:xfrm>
              <a:off x="7657605" y="32670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6" name="pt18886"/>
            <p:cNvSpPr/>
            <p:nvPr/>
          </p:nvSpPr>
          <p:spPr>
            <a:xfrm>
              <a:off x="7624444" y="32934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7" name="pt18887"/>
            <p:cNvSpPr/>
            <p:nvPr/>
          </p:nvSpPr>
          <p:spPr>
            <a:xfrm>
              <a:off x="7475104" y="3300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8" name="pt18888"/>
            <p:cNvSpPr/>
            <p:nvPr/>
          </p:nvSpPr>
          <p:spPr>
            <a:xfrm>
              <a:off x="7534473" y="3277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89" name="pt18889"/>
            <p:cNvSpPr/>
            <p:nvPr/>
          </p:nvSpPr>
          <p:spPr>
            <a:xfrm>
              <a:off x="7394188" y="3229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0" name="pt18890"/>
            <p:cNvSpPr/>
            <p:nvPr/>
          </p:nvSpPr>
          <p:spPr>
            <a:xfrm>
              <a:off x="7221249" y="3308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1" name="pt18891"/>
            <p:cNvSpPr/>
            <p:nvPr/>
          </p:nvSpPr>
          <p:spPr>
            <a:xfrm>
              <a:off x="7412550" y="3185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2" name="pt18892"/>
            <p:cNvSpPr/>
            <p:nvPr/>
          </p:nvSpPr>
          <p:spPr>
            <a:xfrm>
              <a:off x="7381304" y="3278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3" name="pt18893"/>
            <p:cNvSpPr/>
            <p:nvPr/>
          </p:nvSpPr>
          <p:spPr>
            <a:xfrm>
              <a:off x="7570676" y="3290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4" name="pt18894"/>
            <p:cNvSpPr/>
            <p:nvPr/>
          </p:nvSpPr>
          <p:spPr>
            <a:xfrm>
              <a:off x="7717692" y="3251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5" name="pt18895"/>
            <p:cNvSpPr/>
            <p:nvPr/>
          </p:nvSpPr>
          <p:spPr>
            <a:xfrm>
              <a:off x="7318935" y="32637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6" name="pt18896"/>
            <p:cNvSpPr/>
            <p:nvPr/>
          </p:nvSpPr>
          <p:spPr>
            <a:xfrm>
              <a:off x="7365966" y="3255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7" name="pt18897"/>
            <p:cNvSpPr/>
            <p:nvPr/>
          </p:nvSpPr>
          <p:spPr>
            <a:xfrm>
              <a:off x="7735178" y="3279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8" name="pt18898"/>
            <p:cNvSpPr/>
            <p:nvPr/>
          </p:nvSpPr>
          <p:spPr>
            <a:xfrm>
              <a:off x="7605612" y="3287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899" name="pt18899"/>
            <p:cNvSpPr/>
            <p:nvPr/>
          </p:nvSpPr>
          <p:spPr>
            <a:xfrm>
              <a:off x="7327587" y="3240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0" name="pt18900"/>
            <p:cNvSpPr/>
            <p:nvPr/>
          </p:nvSpPr>
          <p:spPr>
            <a:xfrm>
              <a:off x="7446510" y="3285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1" name="pt18901"/>
            <p:cNvSpPr/>
            <p:nvPr/>
          </p:nvSpPr>
          <p:spPr>
            <a:xfrm>
              <a:off x="7337660" y="32717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2" name="pt18902"/>
            <p:cNvSpPr/>
            <p:nvPr/>
          </p:nvSpPr>
          <p:spPr>
            <a:xfrm>
              <a:off x="7316056" y="3266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3" name="pt18903"/>
            <p:cNvSpPr/>
            <p:nvPr/>
          </p:nvSpPr>
          <p:spPr>
            <a:xfrm>
              <a:off x="7410349" y="3255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4" name="pt18904"/>
            <p:cNvSpPr/>
            <p:nvPr/>
          </p:nvSpPr>
          <p:spPr>
            <a:xfrm>
              <a:off x="7506574" y="3249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5" name="pt18905"/>
            <p:cNvSpPr/>
            <p:nvPr/>
          </p:nvSpPr>
          <p:spPr>
            <a:xfrm>
              <a:off x="7238420" y="3254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6" name="pt18906"/>
            <p:cNvSpPr/>
            <p:nvPr/>
          </p:nvSpPr>
          <p:spPr>
            <a:xfrm>
              <a:off x="7528407" y="3301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7" name="pt18907"/>
            <p:cNvSpPr/>
            <p:nvPr/>
          </p:nvSpPr>
          <p:spPr>
            <a:xfrm>
              <a:off x="7225703" y="316264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08" name="pt18908"/>
            <p:cNvSpPr/>
            <p:nvPr/>
          </p:nvSpPr>
          <p:spPr>
            <a:xfrm>
              <a:off x="7472484" y="3236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09" name="pt18909"/>
            <p:cNvSpPr/>
            <p:nvPr/>
          </p:nvSpPr>
          <p:spPr>
            <a:xfrm>
              <a:off x="7902310" y="3286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0" name="pt18910"/>
            <p:cNvSpPr/>
            <p:nvPr/>
          </p:nvSpPr>
          <p:spPr>
            <a:xfrm>
              <a:off x="7503885" y="3218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1" name="pt18911"/>
            <p:cNvSpPr/>
            <p:nvPr/>
          </p:nvSpPr>
          <p:spPr>
            <a:xfrm>
              <a:off x="7555962" y="3290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2" name="pt18912"/>
            <p:cNvSpPr/>
            <p:nvPr/>
          </p:nvSpPr>
          <p:spPr>
            <a:xfrm>
              <a:off x="7522097" y="32673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3" name="pt18913"/>
            <p:cNvSpPr/>
            <p:nvPr/>
          </p:nvSpPr>
          <p:spPr>
            <a:xfrm>
              <a:off x="7451539" y="3268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4" name="pt18914"/>
            <p:cNvSpPr/>
            <p:nvPr/>
          </p:nvSpPr>
          <p:spPr>
            <a:xfrm>
              <a:off x="7477304" y="3250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5" name="pt18915"/>
            <p:cNvSpPr/>
            <p:nvPr/>
          </p:nvSpPr>
          <p:spPr>
            <a:xfrm>
              <a:off x="7398821" y="3262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6" name="pt18916"/>
            <p:cNvSpPr/>
            <p:nvPr/>
          </p:nvSpPr>
          <p:spPr>
            <a:xfrm>
              <a:off x="7369660" y="3238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7" name="pt18917"/>
            <p:cNvSpPr/>
            <p:nvPr/>
          </p:nvSpPr>
          <p:spPr>
            <a:xfrm>
              <a:off x="7638417" y="3244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8" name="pt18918"/>
            <p:cNvSpPr/>
            <p:nvPr/>
          </p:nvSpPr>
          <p:spPr>
            <a:xfrm>
              <a:off x="7354778" y="3259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19" name="pt18919"/>
            <p:cNvSpPr/>
            <p:nvPr/>
          </p:nvSpPr>
          <p:spPr>
            <a:xfrm>
              <a:off x="7526298" y="3267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0" name="pt18920"/>
            <p:cNvSpPr/>
            <p:nvPr/>
          </p:nvSpPr>
          <p:spPr>
            <a:xfrm>
              <a:off x="7503454" y="3295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1" name="pt18921"/>
            <p:cNvSpPr/>
            <p:nvPr/>
          </p:nvSpPr>
          <p:spPr>
            <a:xfrm>
              <a:off x="7455388" y="3272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2" name="pt18922"/>
            <p:cNvSpPr/>
            <p:nvPr/>
          </p:nvSpPr>
          <p:spPr>
            <a:xfrm>
              <a:off x="7375118" y="32526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3" name="pt18923"/>
            <p:cNvSpPr/>
            <p:nvPr/>
          </p:nvSpPr>
          <p:spPr>
            <a:xfrm>
              <a:off x="7623059" y="3251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4" name="pt18924"/>
            <p:cNvSpPr/>
            <p:nvPr/>
          </p:nvSpPr>
          <p:spPr>
            <a:xfrm>
              <a:off x="7630695" y="3293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5" name="pt18925"/>
            <p:cNvSpPr/>
            <p:nvPr/>
          </p:nvSpPr>
          <p:spPr>
            <a:xfrm>
              <a:off x="7538781" y="3301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6" name="pt18926"/>
            <p:cNvSpPr/>
            <p:nvPr/>
          </p:nvSpPr>
          <p:spPr>
            <a:xfrm>
              <a:off x="7615572" y="32894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7" name="pt18927"/>
            <p:cNvSpPr/>
            <p:nvPr/>
          </p:nvSpPr>
          <p:spPr>
            <a:xfrm>
              <a:off x="7598423" y="3297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8" name="pt18928"/>
            <p:cNvSpPr/>
            <p:nvPr/>
          </p:nvSpPr>
          <p:spPr>
            <a:xfrm>
              <a:off x="7482483" y="3287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29" name="pt18929"/>
            <p:cNvSpPr/>
            <p:nvPr/>
          </p:nvSpPr>
          <p:spPr>
            <a:xfrm>
              <a:off x="7333146" y="3295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0" name="pt18930"/>
            <p:cNvSpPr/>
            <p:nvPr/>
          </p:nvSpPr>
          <p:spPr>
            <a:xfrm>
              <a:off x="7554834" y="3268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1" name="pt18931"/>
            <p:cNvSpPr/>
            <p:nvPr/>
          </p:nvSpPr>
          <p:spPr>
            <a:xfrm>
              <a:off x="7521569" y="32563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2" name="pt18932"/>
            <p:cNvSpPr/>
            <p:nvPr/>
          </p:nvSpPr>
          <p:spPr>
            <a:xfrm>
              <a:off x="7272997" y="32600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3" name="pt18933"/>
            <p:cNvSpPr/>
            <p:nvPr/>
          </p:nvSpPr>
          <p:spPr>
            <a:xfrm>
              <a:off x="7734649" y="32586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4" name="pt18934"/>
            <p:cNvSpPr/>
            <p:nvPr/>
          </p:nvSpPr>
          <p:spPr>
            <a:xfrm>
              <a:off x="7391165" y="3256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5" name="pt18935"/>
            <p:cNvSpPr/>
            <p:nvPr/>
          </p:nvSpPr>
          <p:spPr>
            <a:xfrm>
              <a:off x="7362340" y="3294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6" name="pt18936"/>
            <p:cNvSpPr/>
            <p:nvPr/>
          </p:nvSpPr>
          <p:spPr>
            <a:xfrm>
              <a:off x="7579348" y="3266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7" name="pt18937"/>
            <p:cNvSpPr/>
            <p:nvPr/>
          </p:nvSpPr>
          <p:spPr>
            <a:xfrm>
              <a:off x="7603093" y="3294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8" name="pt18938"/>
            <p:cNvSpPr/>
            <p:nvPr/>
          </p:nvSpPr>
          <p:spPr>
            <a:xfrm>
              <a:off x="7684022" y="3277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39" name="pt18939"/>
            <p:cNvSpPr/>
            <p:nvPr/>
          </p:nvSpPr>
          <p:spPr>
            <a:xfrm>
              <a:off x="7454669" y="3257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0" name="pt18940"/>
            <p:cNvSpPr/>
            <p:nvPr/>
          </p:nvSpPr>
          <p:spPr>
            <a:xfrm>
              <a:off x="7376686" y="32738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1" name="pt18941"/>
            <p:cNvSpPr/>
            <p:nvPr/>
          </p:nvSpPr>
          <p:spPr>
            <a:xfrm>
              <a:off x="7476099" y="30020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2" name="pt18942"/>
            <p:cNvSpPr/>
            <p:nvPr/>
          </p:nvSpPr>
          <p:spPr>
            <a:xfrm>
              <a:off x="7419185" y="32784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3" name="pt18943"/>
            <p:cNvSpPr/>
            <p:nvPr/>
          </p:nvSpPr>
          <p:spPr>
            <a:xfrm>
              <a:off x="7582370" y="32845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4" name="pt18944"/>
            <p:cNvSpPr/>
            <p:nvPr/>
          </p:nvSpPr>
          <p:spPr>
            <a:xfrm>
              <a:off x="7434841" y="3277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5" name="pt18945"/>
            <p:cNvSpPr/>
            <p:nvPr/>
          </p:nvSpPr>
          <p:spPr>
            <a:xfrm>
              <a:off x="7590339" y="3271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6" name="pt18946"/>
            <p:cNvSpPr/>
            <p:nvPr/>
          </p:nvSpPr>
          <p:spPr>
            <a:xfrm>
              <a:off x="7425987" y="3261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7" name="pt18947"/>
            <p:cNvSpPr/>
            <p:nvPr/>
          </p:nvSpPr>
          <p:spPr>
            <a:xfrm>
              <a:off x="7944797" y="3223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8" name="pt18948"/>
            <p:cNvSpPr/>
            <p:nvPr/>
          </p:nvSpPr>
          <p:spPr>
            <a:xfrm>
              <a:off x="7202568" y="3270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49" name="pt18949"/>
            <p:cNvSpPr/>
            <p:nvPr/>
          </p:nvSpPr>
          <p:spPr>
            <a:xfrm>
              <a:off x="8010051" y="3295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0" name="pt18950"/>
            <p:cNvSpPr/>
            <p:nvPr/>
          </p:nvSpPr>
          <p:spPr>
            <a:xfrm>
              <a:off x="7616252" y="3292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1" name="pt18951"/>
            <p:cNvSpPr/>
            <p:nvPr/>
          </p:nvSpPr>
          <p:spPr>
            <a:xfrm>
              <a:off x="7562921" y="3298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2" name="pt18952"/>
            <p:cNvSpPr/>
            <p:nvPr/>
          </p:nvSpPr>
          <p:spPr>
            <a:xfrm>
              <a:off x="7351628" y="3267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3" name="pt18953"/>
            <p:cNvSpPr/>
            <p:nvPr/>
          </p:nvSpPr>
          <p:spPr>
            <a:xfrm>
              <a:off x="7470496" y="33087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4" name="pt18954"/>
            <p:cNvSpPr/>
            <p:nvPr/>
          </p:nvSpPr>
          <p:spPr>
            <a:xfrm>
              <a:off x="7498243" y="3281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5" name="pt18955"/>
            <p:cNvSpPr/>
            <p:nvPr/>
          </p:nvSpPr>
          <p:spPr>
            <a:xfrm>
              <a:off x="7363468" y="3236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6" name="pt18956"/>
            <p:cNvSpPr/>
            <p:nvPr/>
          </p:nvSpPr>
          <p:spPr>
            <a:xfrm>
              <a:off x="7360592" y="3285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7" name="pt18957"/>
            <p:cNvSpPr/>
            <p:nvPr/>
          </p:nvSpPr>
          <p:spPr>
            <a:xfrm>
              <a:off x="7430577" y="32744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8" name="pt18958"/>
            <p:cNvSpPr/>
            <p:nvPr/>
          </p:nvSpPr>
          <p:spPr>
            <a:xfrm>
              <a:off x="7493153" y="3211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59" name="pt18959"/>
            <p:cNvSpPr/>
            <p:nvPr/>
          </p:nvSpPr>
          <p:spPr>
            <a:xfrm>
              <a:off x="7530714" y="3265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0" name="pt18960"/>
            <p:cNvSpPr/>
            <p:nvPr/>
          </p:nvSpPr>
          <p:spPr>
            <a:xfrm>
              <a:off x="7500022" y="3271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1" name="pt18961"/>
            <p:cNvSpPr/>
            <p:nvPr/>
          </p:nvSpPr>
          <p:spPr>
            <a:xfrm>
              <a:off x="7443646" y="32287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2" name="pt18962"/>
            <p:cNvSpPr/>
            <p:nvPr/>
          </p:nvSpPr>
          <p:spPr>
            <a:xfrm>
              <a:off x="7575750" y="32926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3" name="pt18963"/>
            <p:cNvSpPr/>
            <p:nvPr/>
          </p:nvSpPr>
          <p:spPr>
            <a:xfrm>
              <a:off x="7457732" y="3214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4" name="pt18964"/>
            <p:cNvSpPr/>
            <p:nvPr/>
          </p:nvSpPr>
          <p:spPr>
            <a:xfrm>
              <a:off x="7425460" y="3317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5" name="pt18965"/>
            <p:cNvSpPr/>
            <p:nvPr/>
          </p:nvSpPr>
          <p:spPr>
            <a:xfrm>
              <a:off x="7499835" y="3281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6" name="pt18966"/>
            <p:cNvSpPr/>
            <p:nvPr/>
          </p:nvSpPr>
          <p:spPr>
            <a:xfrm>
              <a:off x="7431429" y="3266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7" name="pt18967"/>
            <p:cNvSpPr/>
            <p:nvPr/>
          </p:nvSpPr>
          <p:spPr>
            <a:xfrm>
              <a:off x="7225596" y="3250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8" name="pt18968"/>
            <p:cNvSpPr/>
            <p:nvPr/>
          </p:nvSpPr>
          <p:spPr>
            <a:xfrm>
              <a:off x="7624773" y="3299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69" name="pt18969"/>
            <p:cNvSpPr/>
            <p:nvPr/>
          </p:nvSpPr>
          <p:spPr>
            <a:xfrm>
              <a:off x="7476171" y="3335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0" name="pt18970"/>
            <p:cNvSpPr/>
            <p:nvPr/>
          </p:nvSpPr>
          <p:spPr>
            <a:xfrm>
              <a:off x="7493583" y="33070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1" name="pt18971"/>
            <p:cNvSpPr/>
            <p:nvPr/>
          </p:nvSpPr>
          <p:spPr>
            <a:xfrm>
              <a:off x="7520985" y="3240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2" name="pt18972"/>
            <p:cNvSpPr/>
            <p:nvPr/>
          </p:nvSpPr>
          <p:spPr>
            <a:xfrm>
              <a:off x="7244674" y="33001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3" name="pt18973"/>
            <p:cNvSpPr/>
            <p:nvPr/>
          </p:nvSpPr>
          <p:spPr>
            <a:xfrm>
              <a:off x="7497456" y="3271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4" name="pt18974"/>
            <p:cNvSpPr/>
            <p:nvPr/>
          </p:nvSpPr>
          <p:spPr>
            <a:xfrm>
              <a:off x="7387149" y="32939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5" name="pt18975"/>
            <p:cNvSpPr/>
            <p:nvPr/>
          </p:nvSpPr>
          <p:spPr>
            <a:xfrm>
              <a:off x="7558322" y="3200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6" name="pt18976"/>
            <p:cNvSpPr/>
            <p:nvPr/>
          </p:nvSpPr>
          <p:spPr>
            <a:xfrm>
              <a:off x="7468744" y="32622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7" name="pt18977"/>
            <p:cNvSpPr/>
            <p:nvPr/>
          </p:nvSpPr>
          <p:spPr>
            <a:xfrm>
              <a:off x="7291652" y="3176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8" name="pt18978"/>
            <p:cNvSpPr/>
            <p:nvPr/>
          </p:nvSpPr>
          <p:spPr>
            <a:xfrm>
              <a:off x="7512746" y="32786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79" name="pt18979"/>
            <p:cNvSpPr/>
            <p:nvPr/>
          </p:nvSpPr>
          <p:spPr>
            <a:xfrm>
              <a:off x="7539578" y="32990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0" name="pt18980"/>
            <p:cNvSpPr/>
            <p:nvPr/>
          </p:nvSpPr>
          <p:spPr>
            <a:xfrm>
              <a:off x="7561716" y="3300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1" name="pt18981"/>
            <p:cNvSpPr/>
            <p:nvPr/>
          </p:nvSpPr>
          <p:spPr>
            <a:xfrm>
              <a:off x="7506870" y="3296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2" name="pt18982"/>
            <p:cNvSpPr/>
            <p:nvPr/>
          </p:nvSpPr>
          <p:spPr>
            <a:xfrm>
              <a:off x="7365304" y="3280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3" name="pt18983"/>
            <p:cNvSpPr/>
            <p:nvPr/>
          </p:nvSpPr>
          <p:spPr>
            <a:xfrm>
              <a:off x="7539207" y="3306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4" name="pt18984"/>
            <p:cNvSpPr/>
            <p:nvPr/>
          </p:nvSpPr>
          <p:spPr>
            <a:xfrm>
              <a:off x="7507527" y="3262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5" name="pt18985"/>
            <p:cNvSpPr/>
            <p:nvPr/>
          </p:nvSpPr>
          <p:spPr>
            <a:xfrm>
              <a:off x="7564645" y="3268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6" name="pt18986"/>
            <p:cNvSpPr/>
            <p:nvPr/>
          </p:nvSpPr>
          <p:spPr>
            <a:xfrm>
              <a:off x="7370562" y="3209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7" name="pt18987"/>
            <p:cNvSpPr/>
            <p:nvPr/>
          </p:nvSpPr>
          <p:spPr>
            <a:xfrm>
              <a:off x="7527808" y="3285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8" name="pt18988"/>
            <p:cNvSpPr/>
            <p:nvPr/>
          </p:nvSpPr>
          <p:spPr>
            <a:xfrm>
              <a:off x="7353756" y="32537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89" name="pt18989"/>
            <p:cNvSpPr/>
            <p:nvPr/>
          </p:nvSpPr>
          <p:spPr>
            <a:xfrm>
              <a:off x="7513380" y="3276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0" name="pt18990"/>
            <p:cNvSpPr/>
            <p:nvPr/>
          </p:nvSpPr>
          <p:spPr>
            <a:xfrm>
              <a:off x="7522586" y="32846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1" name="pt18991"/>
            <p:cNvSpPr/>
            <p:nvPr/>
          </p:nvSpPr>
          <p:spPr>
            <a:xfrm>
              <a:off x="7619183" y="3296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2" name="pt18992"/>
            <p:cNvSpPr/>
            <p:nvPr/>
          </p:nvSpPr>
          <p:spPr>
            <a:xfrm>
              <a:off x="7573994" y="3296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3" name="pt18993"/>
            <p:cNvSpPr/>
            <p:nvPr/>
          </p:nvSpPr>
          <p:spPr>
            <a:xfrm>
              <a:off x="7587912" y="3279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4" name="pt18994"/>
            <p:cNvSpPr/>
            <p:nvPr/>
          </p:nvSpPr>
          <p:spPr>
            <a:xfrm>
              <a:off x="7520996" y="3267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5" name="pt18995"/>
            <p:cNvSpPr/>
            <p:nvPr/>
          </p:nvSpPr>
          <p:spPr>
            <a:xfrm>
              <a:off x="7311022" y="3207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6" name="pt18996"/>
            <p:cNvSpPr/>
            <p:nvPr/>
          </p:nvSpPr>
          <p:spPr>
            <a:xfrm>
              <a:off x="7388566" y="3280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7" name="pt18997"/>
            <p:cNvSpPr/>
            <p:nvPr/>
          </p:nvSpPr>
          <p:spPr>
            <a:xfrm>
              <a:off x="7571628" y="3269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8" name="pt18998"/>
            <p:cNvSpPr/>
            <p:nvPr/>
          </p:nvSpPr>
          <p:spPr>
            <a:xfrm>
              <a:off x="7435084" y="32171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8999" name="pt18999"/>
            <p:cNvSpPr/>
            <p:nvPr/>
          </p:nvSpPr>
          <p:spPr>
            <a:xfrm>
              <a:off x="7455295" y="3274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0" name="pt19000"/>
            <p:cNvSpPr/>
            <p:nvPr/>
          </p:nvSpPr>
          <p:spPr>
            <a:xfrm>
              <a:off x="7421067" y="3262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1" name="pt19001"/>
            <p:cNvSpPr/>
            <p:nvPr/>
          </p:nvSpPr>
          <p:spPr>
            <a:xfrm>
              <a:off x="7395522" y="3237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2" name="pt19002"/>
            <p:cNvSpPr/>
            <p:nvPr/>
          </p:nvSpPr>
          <p:spPr>
            <a:xfrm>
              <a:off x="7588473" y="3303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3" name="pt19003"/>
            <p:cNvSpPr/>
            <p:nvPr/>
          </p:nvSpPr>
          <p:spPr>
            <a:xfrm>
              <a:off x="7527793" y="3265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4" name="pt19004"/>
            <p:cNvSpPr/>
            <p:nvPr/>
          </p:nvSpPr>
          <p:spPr>
            <a:xfrm>
              <a:off x="7642251" y="3294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5" name="pt19005"/>
            <p:cNvSpPr/>
            <p:nvPr/>
          </p:nvSpPr>
          <p:spPr>
            <a:xfrm>
              <a:off x="7497761" y="3270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6" name="pt19006"/>
            <p:cNvSpPr/>
            <p:nvPr/>
          </p:nvSpPr>
          <p:spPr>
            <a:xfrm>
              <a:off x="7398615" y="3260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7" name="pt19007"/>
            <p:cNvSpPr/>
            <p:nvPr/>
          </p:nvSpPr>
          <p:spPr>
            <a:xfrm>
              <a:off x="7322568" y="3281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8" name="pt19008"/>
            <p:cNvSpPr/>
            <p:nvPr/>
          </p:nvSpPr>
          <p:spPr>
            <a:xfrm>
              <a:off x="7405092" y="32025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09" name="pt19009"/>
            <p:cNvSpPr/>
            <p:nvPr/>
          </p:nvSpPr>
          <p:spPr>
            <a:xfrm>
              <a:off x="7673431" y="33178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0" name="pt19010"/>
            <p:cNvSpPr/>
            <p:nvPr/>
          </p:nvSpPr>
          <p:spPr>
            <a:xfrm>
              <a:off x="7573655" y="3256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1" name="pt19011"/>
            <p:cNvSpPr/>
            <p:nvPr/>
          </p:nvSpPr>
          <p:spPr>
            <a:xfrm>
              <a:off x="7439268" y="3279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2" name="pt19012"/>
            <p:cNvSpPr/>
            <p:nvPr/>
          </p:nvSpPr>
          <p:spPr>
            <a:xfrm>
              <a:off x="7321222" y="3277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3" name="pt19013"/>
            <p:cNvSpPr/>
            <p:nvPr/>
          </p:nvSpPr>
          <p:spPr>
            <a:xfrm>
              <a:off x="7376101" y="3107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4" name="pt19014"/>
            <p:cNvSpPr/>
            <p:nvPr/>
          </p:nvSpPr>
          <p:spPr>
            <a:xfrm>
              <a:off x="7228208" y="3270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5" name="pt19015"/>
            <p:cNvSpPr/>
            <p:nvPr/>
          </p:nvSpPr>
          <p:spPr>
            <a:xfrm>
              <a:off x="7197242" y="3261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6" name="pt19016"/>
            <p:cNvSpPr/>
            <p:nvPr/>
          </p:nvSpPr>
          <p:spPr>
            <a:xfrm>
              <a:off x="7521002" y="3253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7" name="pt19017"/>
            <p:cNvSpPr/>
            <p:nvPr/>
          </p:nvSpPr>
          <p:spPr>
            <a:xfrm>
              <a:off x="7570479" y="3267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8" name="pt19018"/>
            <p:cNvSpPr/>
            <p:nvPr/>
          </p:nvSpPr>
          <p:spPr>
            <a:xfrm>
              <a:off x="7504355" y="3280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19" name="pt19019"/>
            <p:cNvSpPr/>
            <p:nvPr/>
          </p:nvSpPr>
          <p:spPr>
            <a:xfrm>
              <a:off x="7469954" y="32858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0" name="pt19020"/>
            <p:cNvSpPr/>
            <p:nvPr/>
          </p:nvSpPr>
          <p:spPr>
            <a:xfrm>
              <a:off x="7522947" y="3299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1" name="pt19021"/>
            <p:cNvSpPr/>
            <p:nvPr/>
          </p:nvSpPr>
          <p:spPr>
            <a:xfrm>
              <a:off x="7498231" y="3285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2" name="pt19022"/>
            <p:cNvSpPr/>
            <p:nvPr/>
          </p:nvSpPr>
          <p:spPr>
            <a:xfrm>
              <a:off x="7699503" y="32816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3" name="pt19023"/>
            <p:cNvSpPr/>
            <p:nvPr/>
          </p:nvSpPr>
          <p:spPr>
            <a:xfrm>
              <a:off x="7416454" y="3261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4" name="pt19024"/>
            <p:cNvSpPr/>
            <p:nvPr/>
          </p:nvSpPr>
          <p:spPr>
            <a:xfrm>
              <a:off x="7673871" y="3275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5" name="pt19025"/>
            <p:cNvSpPr/>
            <p:nvPr/>
          </p:nvSpPr>
          <p:spPr>
            <a:xfrm>
              <a:off x="7510608" y="32901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6" name="pt19026"/>
            <p:cNvSpPr/>
            <p:nvPr/>
          </p:nvSpPr>
          <p:spPr>
            <a:xfrm>
              <a:off x="7550024" y="3255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7" name="pt19027"/>
            <p:cNvSpPr/>
            <p:nvPr/>
          </p:nvSpPr>
          <p:spPr>
            <a:xfrm>
              <a:off x="7329436" y="32449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8" name="pt19028"/>
            <p:cNvSpPr/>
            <p:nvPr/>
          </p:nvSpPr>
          <p:spPr>
            <a:xfrm>
              <a:off x="7538727" y="3284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29" name="pt19029"/>
            <p:cNvSpPr/>
            <p:nvPr/>
          </p:nvSpPr>
          <p:spPr>
            <a:xfrm>
              <a:off x="7525168" y="3281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0" name="pt19030"/>
            <p:cNvSpPr/>
            <p:nvPr/>
          </p:nvSpPr>
          <p:spPr>
            <a:xfrm>
              <a:off x="7426392" y="3248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1" name="pt19031"/>
            <p:cNvSpPr/>
            <p:nvPr/>
          </p:nvSpPr>
          <p:spPr>
            <a:xfrm>
              <a:off x="7560916" y="3247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2" name="pt19032"/>
            <p:cNvSpPr/>
            <p:nvPr/>
          </p:nvSpPr>
          <p:spPr>
            <a:xfrm>
              <a:off x="7729695" y="3250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3" name="pt19033"/>
            <p:cNvSpPr/>
            <p:nvPr/>
          </p:nvSpPr>
          <p:spPr>
            <a:xfrm>
              <a:off x="7538783" y="3252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4" name="pt19034"/>
            <p:cNvSpPr/>
            <p:nvPr/>
          </p:nvSpPr>
          <p:spPr>
            <a:xfrm>
              <a:off x="7647315" y="3307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5" name="pt19035"/>
            <p:cNvSpPr/>
            <p:nvPr/>
          </p:nvSpPr>
          <p:spPr>
            <a:xfrm>
              <a:off x="7534082" y="32455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6" name="pt19036"/>
            <p:cNvSpPr/>
            <p:nvPr/>
          </p:nvSpPr>
          <p:spPr>
            <a:xfrm>
              <a:off x="7525168" y="3288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7" name="pt19037"/>
            <p:cNvSpPr/>
            <p:nvPr/>
          </p:nvSpPr>
          <p:spPr>
            <a:xfrm>
              <a:off x="7420608" y="3244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8" name="pt19038"/>
            <p:cNvSpPr/>
            <p:nvPr/>
          </p:nvSpPr>
          <p:spPr>
            <a:xfrm>
              <a:off x="7422739" y="3290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39" name="pt19039"/>
            <p:cNvSpPr/>
            <p:nvPr/>
          </p:nvSpPr>
          <p:spPr>
            <a:xfrm>
              <a:off x="7531773" y="2803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0" name="pt19040"/>
            <p:cNvSpPr/>
            <p:nvPr/>
          </p:nvSpPr>
          <p:spPr>
            <a:xfrm>
              <a:off x="7381692" y="3271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1" name="pt19041"/>
            <p:cNvSpPr/>
            <p:nvPr/>
          </p:nvSpPr>
          <p:spPr>
            <a:xfrm>
              <a:off x="7448458" y="32431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2" name="pt19042"/>
            <p:cNvSpPr/>
            <p:nvPr/>
          </p:nvSpPr>
          <p:spPr>
            <a:xfrm>
              <a:off x="7245815" y="32335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3" name="pt19043"/>
            <p:cNvSpPr/>
            <p:nvPr/>
          </p:nvSpPr>
          <p:spPr>
            <a:xfrm>
              <a:off x="7392991" y="3233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4" name="pt19044"/>
            <p:cNvSpPr/>
            <p:nvPr/>
          </p:nvSpPr>
          <p:spPr>
            <a:xfrm>
              <a:off x="7534259" y="3465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5" name="pt19045"/>
            <p:cNvSpPr/>
            <p:nvPr/>
          </p:nvSpPr>
          <p:spPr>
            <a:xfrm>
              <a:off x="7534043" y="3280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6" name="pt19046"/>
            <p:cNvSpPr/>
            <p:nvPr/>
          </p:nvSpPr>
          <p:spPr>
            <a:xfrm>
              <a:off x="7610999" y="3316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7" name="pt19047"/>
            <p:cNvSpPr/>
            <p:nvPr/>
          </p:nvSpPr>
          <p:spPr>
            <a:xfrm>
              <a:off x="7470551" y="3291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8" name="pt19048"/>
            <p:cNvSpPr/>
            <p:nvPr/>
          </p:nvSpPr>
          <p:spPr>
            <a:xfrm>
              <a:off x="7592830" y="3255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49" name="pt19049"/>
            <p:cNvSpPr/>
            <p:nvPr/>
          </p:nvSpPr>
          <p:spPr>
            <a:xfrm>
              <a:off x="7481196" y="3272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0" name="pt19050"/>
            <p:cNvSpPr/>
            <p:nvPr/>
          </p:nvSpPr>
          <p:spPr>
            <a:xfrm>
              <a:off x="7584571" y="3252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1" name="pt19051"/>
            <p:cNvSpPr/>
            <p:nvPr/>
          </p:nvSpPr>
          <p:spPr>
            <a:xfrm>
              <a:off x="7548759" y="3285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2" name="pt19052"/>
            <p:cNvSpPr/>
            <p:nvPr/>
          </p:nvSpPr>
          <p:spPr>
            <a:xfrm>
              <a:off x="7626106" y="3289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3" name="pt19053"/>
            <p:cNvSpPr/>
            <p:nvPr/>
          </p:nvSpPr>
          <p:spPr>
            <a:xfrm>
              <a:off x="7335799" y="32546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4" name="pt19054"/>
            <p:cNvSpPr/>
            <p:nvPr/>
          </p:nvSpPr>
          <p:spPr>
            <a:xfrm>
              <a:off x="7446887" y="3281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5" name="pt19055"/>
            <p:cNvSpPr/>
            <p:nvPr/>
          </p:nvSpPr>
          <p:spPr>
            <a:xfrm>
              <a:off x="7617656" y="3273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6" name="pt19056"/>
            <p:cNvSpPr/>
            <p:nvPr/>
          </p:nvSpPr>
          <p:spPr>
            <a:xfrm>
              <a:off x="7492230" y="3262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7" name="pt19057"/>
            <p:cNvSpPr/>
            <p:nvPr/>
          </p:nvSpPr>
          <p:spPr>
            <a:xfrm>
              <a:off x="7381994" y="3219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8" name="pt19058"/>
            <p:cNvSpPr/>
            <p:nvPr/>
          </p:nvSpPr>
          <p:spPr>
            <a:xfrm>
              <a:off x="7554408" y="3265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59" name="pt19059"/>
            <p:cNvSpPr/>
            <p:nvPr/>
          </p:nvSpPr>
          <p:spPr>
            <a:xfrm>
              <a:off x="7507478" y="3272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0" name="pt19060"/>
            <p:cNvSpPr/>
            <p:nvPr/>
          </p:nvSpPr>
          <p:spPr>
            <a:xfrm>
              <a:off x="7529658" y="3286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1" name="pt19061"/>
            <p:cNvSpPr/>
            <p:nvPr/>
          </p:nvSpPr>
          <p:spPr>
            <a:xfrm>
              <a:off x="7455457" y="3227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2" name="pt19062"/>
            <p:cNvSpPr/>
            <p:nvPr/>
          </p:nvSpPr>
          <p:spPr>
            <a:xfrm>
              <a:off x="7446083" y="32757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3" name="pt19063"/>
            <p:cNvSpPr/>
            <p:nvPr/>
          </p:nvSpPr>
          <p:spPr>
            <a:xfrm>
              <a:off x="7541775" y="3303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4" name="pt19064"/>
            <p:cNvSpPr/>
            <p:nvPr/>
          </p:nvSpPr>
          <p:spPr>
            <a:xfrm>
              <a:off x="7793962" y="3257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5" name="pt19065"/>
            <p:cNvSpPr/>
            <p:nvPr/>
          </p:nvSpPr>
          <p:spPr>
            <a:xfrm>
              <a:off x="7487661" y="3276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6" name="pt19066"/>
            <p:cNvSpPr/>
            <p:nvPr/>
          </p:nvSpPr>
          <p:spPr>
            <a:xfrm>
              <a:off x="7411916" y="3283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7" name="pt19067"/>
            <p:cNvSpPr/>
            <p:nvPr/>
          </p:nvSpPr>
          <p:spPr>
            <a:xfrm>
              <a:off x="7663307" y="3288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8" name="pt19068"/>
            <p:cNvSpPr/>
            <p:nvPr/>
          </p:nvSpPr>
          <p:spPr>
            <a:xfrm>
              <a:off x="7300680" y="3231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69" name="pt19069"/>
            <p:cNvSpPr/>
            <p:nvPr/>
          </p:nvSpPr>
          <p:spPr>
            <a:xfrm>
              <a:off x="7248779" y="3267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0" name="pt19070"/>
            <p:cNvSpPr/>
            <p:nvPr/>
          </p:nvSpPr>
          <p:spPr>
            <a:xfrm>
              <a:off x="7515859" y="3203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1" name="pt19071"/>
            <p:cNvSpPr/>
            <p:nvPr/>
          </p:nvSpPr>
          <p:spPr>
            <a:xfrm>
              <a:off x="7478975" y="3264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2" name="pt19072"/>
            <p:cNvSpPr/>
            <p:nvPr/>
          </p:nvSpPr>
          <p:spPr>
            <a:xfrm>
              <a:off x="7369192" y="3282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3" name="pt19073"/>
            <p:cNvSpPr/>
            <p:nvPr/>
          </p:nvSpPr>
          <p:spPr>
            <a:xfrm>
              <a:off x="7441166" y="32895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4" name="pt19074"/>
            <p:cNvSpPr/>
            <p:nvPr/>
          </p:nvSpPr>
          <p:spPr>
            <a:xfrm>
              <a:off x="7423486" y="3264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5" name="pt19075"/>
            <p:cNvSpPr/>
            <p:nvPr/>
          </p:nvSpPr>
          <p:spPr>
            <a:xfrm>
              <a:off x="7414949" y="3287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6" name="pt19076"/>
            <p:cNvSpPr/>
            <p:nvPr/>
          </p:nvSpPr>
          <p:spPr>
            <a:xfrm>
              <a:off x="7454702" y="3252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7" name="pt19077"/>
            <p:cNvSpPr/>
            <p:nvPr/>
          </p:nvSpPr>
          <p:spPr>
            <a:xfrm>
              <a:off x="7443166" y="3242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8" name="pt19078"/>
            <p:cNvSpPr/>
            <p:nvPr/>
          </p:nvSpPr>
          <p:spPr>
            <a:xfrm>
              <a:off x="7586533" y="32902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79" name="pt19079"/>
            <p:cNvSpPr/>
            <p:nvPr/>
          </p:nvSpPr>
          <p:spPr>
            <a:xfrm>
              <a:off x="7582162" y="3267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0" name="pt19080"/>
            <p:cNvSpPr/>
            <p:nvPr/>
          </p:nvSpPr>
          <p:spPr>
            <a:xfrm>
              <a:off x="7517999" y="32342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1" name="pt19081"/>
            <p:cNvSpPr/>
            <p:nvPr/>
          </p:nvSpPr>
          <p:spPr>
            <a:xfrm>
              <a:off x="7489398" y="32784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2" name="pt19082"/>
            <p:cNvSpPr/>
            <p:nvPr/>
          </p:nvSpPr>
          <p:spPr>
            <a:xfrm>
              <a:off x="7551421" y="3298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3" name="pt19083"/>
            <p:cNvSpPr/>
            <p:nvPr/>
          </p:nvSpPr>
          <p:spPr>
            <a:xfrm>
              <a:off x="7626460" y="32977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4" name="pt19084"/>
            <p:cNvSpPr/>
            <p:nvPr/>
          </p:nvSpPr>
          <p:spPr>
            <a:xfrm>
              <a:off x="7323414" y="32268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5" name="pt19085"/>
            <p:cNvSpPr/>
            <p:nvPr/>
          </p:nvSpPr>
          <p:spPr>
            <a:xfrm>
              <a:off x="7409413" y="3249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6" name="pt19086"/>
            <p:cNvSpPr/>
            <p:nvPr/>
          </p:nvSpPr>
          <p:spPr>
            <a:xfrm>
              <a:off x="8497593" y="3241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7" name="pt19087"/>
            <p:cNvSpPr/>
            <p:nvPr/>
          </p:nvSpPr>
          <p:spPr>
            <a:xfrm>
              <a:off x="7333806" y="3260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8" name="pt19088"/>
            <p:cNvSpPr/>
            <p:nvPr/>
          </p:nvSpPr>
          <p:spPr>
            <a:xfrm>
              <a:off x="7420700" y="3220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89" name="pt19089"/>
            <p:cNvSpPr/>
            <p:nvPr/>
          </p:nvSpPr>
          <p:spPr>
            <a:xfrm>
              <a:off x="7527151" y="33000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0" name="pt19090"/>
            <p:cNvSpPr/>
            <p:nvPr/>
          </p:nvSpPr>
          <p:spPr>
            <a:xfrm>
              <a:off x="7518354" y="3279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1" name="pt19091"/>
            <p:cNvSpPr/>
            <p:nvPr/>
          </p:nvSpPr>
          <p:spPr>
            <a:xfrm>
              <a:off x="7491643" y="3283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2" name="pt19092"/>
            <p:cNvSpPr/>
            <p:nvPr/>
          </p:nvSpPr>
          <p:spPr>
            <a:xfrm>
              <a:off x="7493440" y="3311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3" name="pt19093"/>
            <p:cNvSpPr/>
            <p:nvPr/>
          </p:nvSpPr>
          <p:spPr>
            <a:xfrm>
              <a:off x="7469332" y="32745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4" name="pt19094"/>
            <p:cNvSpPr/>
            <p:nvPr/>
          </p:nvSpPr>
          <p:spPr>
            <a:xfrm>
              <a:off x="7396017" y="3256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5" name="pt19095"/>
            <p:cNvSpPr/>
            <p:nvPr/>
          </p:nvSpPr>
          <p:spPr>
            <a:xfrm>
              <a:off x="7498093" y="3307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6" name="pt19096"/>
            <p:cNvSpPr/>
            <p:nvPr/>
          </p:nvSpPr>
          <p:spPr>
            <a:xfrm>
              <a:off x="7384642" y="3283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7" name="pt19097"/>
            <p:cNvSpPr/>
            <p:nvPr/>
          </p:nvSpPr>
          <p:spPr>
            <a:xfrm>
              <a:off x="7242010" y="3282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8" name="pt19098"/>
            <p:cNvSpPr/>
            <p:nvPr/>
          </p:nvSpPr>
          <p:spPr>
            <a:xfrm>
              <a:off x="7394845" y="3262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099" name="pt19099"/>
            <p:cNvSpPr/>
            <p:nvPr/>
          </p:nvSpPr>
          <p:spPr>
            <a:xfrm>
              <a:off x="7388080" y="3216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0" name="pt19100"/>
            <p:cNvSpPr/>
            <p:nvPr/>
          </p:nvSpPr>
          <p:spPr>
            <a:xfrm>
              <a:off x="7442716" y="3295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1" name="pt19101"/>
            <p:cNvSpPr/>
            <p:nvPr/>
          </p:nvSpPr>
          <p:spPr>
            <a:xfrm>
              <a:off x="7435868" y="3231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2" name="pt19102"/>
            <p:cNvSpPr/>
            <p:nvPr/>
          </p:nvSpPr>
          <p:spPr>
            <a:xfrm>
              <a:off x="7353587" y="32634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3" name="pt19103"/>
            <p:cNvSpPr/>
            <p:nvPr/>
          </p:nvSpPr>
          <p:spPr>
            <a:xfrm>
              <a:off x="7696661" y="3342600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04" name="pt19104"/>
            <p:cNvSpPr/>
            <p:nvPr/>
          </p:nvSpPr>
          <p:spPr>
            <a:xfrm>
              <a:off x="7404413" y="3281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5" name="pt19105"/>
            <p:cNvSpPr/>
            <p:nvPr/>
          </p:nvSpPr>
          <p:spPr>
            <a:xfrm>
              <a:off x="7592080" y="3269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6" name="pt19106"/>
            <p:cNvSpPr/>
            <p:nvPr/>
          </p:nvSpPr>
          <p:spPr>
            <a:xfrm>
              <a:off x="7321336" y="3217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7" name="pt19107"/>
            <p:cNvSpPr/>
            <p:nvPr/>
          </p:nvSpPr>
          <p:spPr>
            <a:xfrm>
              <a:off x="7563284" y="3287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8" name="pt19108"/>
            <p:cNvSpPr/>
            <p:nvPr/>
          </p:nvSpPr>
          <p:spPr>
            <a:xfrm>
              <a:off x="7264499" y="32814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09" name="pt19109"/>
            <p:cNvSpPr/>
            <p:nvPr/>
          </p:nvSpPr>
          <p:spPr>
            <a:xfrm>
              <a:off x="7386066" y="3210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0" name="pt19110"/>
            <p:cNvSpPr/>
            <p:nvPr/>
          </p:nvSpPr>
          <p:spPr>
            <a:xfrm>
              <a:off x="7575872" y="3376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1" name="pt19111"/>
            <p:cNvSpPr/>
            <p:nvPr/>
          </p:nvSpPr>
          <p:spPr>
            <a:xfrm>
              <a:off x="7532349" y="32492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2" name="pt19112"/>
            <p:cNvSpPr/>
            <p:nvPr/>
          </p:nvSpPr>
          <p:spPr>
            <a:xfrm>
              <a:off x="7658102" y="32944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3" name="pt19113"/>
            <p:cNvSpPr/>
            <p:nvPr/>
          </p:nvSpPr>
          <p:spPr>
            <a:xfrm>
              <a:off x="7318906" y="3260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4" name="pt19114"/>
            <p:cNvSpPr/>
            <p:nvPr/>
          </p:nvSpPr>
          <p:spPr>
            <a:xfrm>
              <a:off x="7474510" y="32751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5" name="pt19115"/>
            <p:cNvSpPr/>
            <p:nvPr/>
          </p:nvSpPr>
          <p:spPr>
            <a:xfrm>
              <a:off x="7582394" y="32642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6" name="pt19116"/>
            <p:cNvSpPr/>
            <p:nvPr/>
          </p:nvSpPr>
          <p:spPr>
            <a:xfrm>
              <a:off x="7519218" y="3290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7" name="pt19117"/>
            <p:cNvSpPr/>
            <p:nvPr/>
          </p:nvSpPr>
          <p:spPr>
            <a:xfrm>
              <a:off x="7634414" y="3198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8" name="pt19118"/>
            <p:cNvSpPr/>
            <p:nvPr/>
          </p:nvSpPr>
          <p:spPr>
            <a:xfrm>
              <a:off x="7334349" y="32576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19" name="pt19119"/>
            <p:cNvSpPr/>
            <p:nvPr/>
          </p:nvSpPr>
          <p:spPr>
            <a:xfrm>
              <a:off x="7387052" y="3204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0" name="pt19120"/>
            <p:cNvSpPr/>
            <p:nvPr/>
          </p:nvSpPr>
          <p:spPr>
            <a:xfrm>
              <a:off x="7370497" y="31706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1" name="pt19121"/>
            <p:cNvSpPr/>
            <p:nvPr/>
          </p:nvSpPr>
          <p:spPr>
            <a:xfrm>
              <a:off x="7517701" y="3270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2" name="pt19122"/>
            <p:cNvSpPr/>
            <p:nvPr/>
          </p:nvSpPr>
          <p:spPr>
            <a:xfrm>
              <a:off x="7668336" y="3286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3" name="pt19123"/>
            <p:cNvSpPr/>
            <p:nvPr/>
          </p:nvSpPr>
          <p:spPr>
            <a:xfrm>
              <a:off x="7455535" y="3261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4" name="pt19124"/>
            <p:cNvSpPr/>
            <p:nvPr/>
          </p:nvSpPr>
          <p:spPr>
            <a:xfrm>
              <a:off x="7331163" y="32640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5" name="pt19125"/>
            <p:cNvSpPr/>
            <p:nvPr/>
          </p:nvSpPr>
          <p:spPr>
            <a:xfrm>
              <a:off x="7594762" y="3283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6" name="pt19126"/>
            <p:cNvSpPr/>
            <p:nvPr/>
          </p:nvSpPr>
          <p:spPr>
            <a:xfrm>
              <a:off x="7465054" y="3247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7" name="pt19127"/>
            <p:cNvSpPr/>
            <p:nvPr/>
          </p:nvSpPr>
          <p:spPr>
            <a:xfrm>
              <a:off x="7542261" y="32905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8" name="pt19128"/>
            <p:cNvSpPr/>
            <p:nvPr/>
          </p:nvSpPr>
          <p:spPr>
            <a:xfrm>
              <a:off x="7401207" y="3264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29" name="pt19129"/>
            <p:cNvSpPr/>
            <p:nvPr/>
          </p:nvSpPr>
          <p:spPr>
            <a:xfrm>
              <a:off x="7484192" y="3229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0" name="pt19130"/>
            <p:cNvSpPr/>
            <p:nvPr/>
          </p:nvSpPr>
          <p:spPr>
            <a:xfrm>
              <a:off x="7679059" y="3321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1" name="pt19131"/>
            <p:cNvSpPr/>
            <p:nvPr/>
          </p:nvSpPr>
          <p:spPr>
            <a:xfrm>
              <a:off x="7672669" y="3294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2" name="pt19132"/>
            <p:cNvSpPr/>
            <p:nvPr/>
          </p:nvSpPr>
          <p:spPr>
            <a:xfrm>
              <a:off x="7473978" y="3299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3" name="pt19133"/>
            <p:cNvSpPr/>
            <p:nvPr/>
          </p:nvSpPr>
          <p:spPr>
            <a:xfrm>
              <a:off x="7607845" y="32831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4" name="pt19134"/>
            <p:cNvSpPr/>
            <p:nvPr/>
          </p:nvSpPr>
          <p:spPr>
            <a:xfrm>
              <a:off x="7555489" y="3289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5" name="pt19135"/>
            <p:cNvSpPr/>
            <p:nvPr/>
          </p:nvSpPr>
          <p:spPr>
            <a:xfrm>
              <a:off x="7358067" y="3235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6" name="pt19136"/>
            <p:cNvSpPr/>
            <p:nvPr/>
          </p:nvSpPr>
          <p:spPr>
            <a:xfrm>
              <a:off x="7413126" y="3268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7" name="pt19137"/>
            <p:cNvSpPr/>
            <p:nvPr/>
          </p:nvSpPr>
          <p:spPr>
            <a:xfrm>
              <a:off x="7617819" y="3274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8" name="pt19138"/>
            <p:cNvSpPr/>
            <p:nvPr/>
          </p:nvSpPr>
          <p:spPr>
            <a:xfrm>
              <a:off x="7557154" y="3284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39" name="pt19139"/>
            <p:cNvSpPr/>
            <p:nvPr/>
          </p:nvSpPr>
          <p:spPr>
            <a:xfrm>
              <a:off x="7609815" y="32156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0" name="pt19140"/>
            <p:cNvSpPr/>
            <p:nvPr/>
          </p:nvSpPr>
          <p:spPr>
            <a:xfrm>
              <a:off x="7374468" y="3220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1" name="pt19141"/>
            <p:cNvSpPr/>
            <p:nvPr/>
          </p:nvSpPr>
          <p:spPr>
            <a:xfrm>
              <a:off x="7330108" y="3305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2" name="pt19142"/>
            <p:cNvSpPr/>
            <p:nvPr/>
          </p:nvSpPr>
          <p:spPr>
            <a:xfrm>
              <a:off x="7503021" y="3293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3" name="pt19143"/>
            <p:cNvSpPr/>
            <p:nvPr/>
          </p:nvSpPr>
          <p:spPr>
            <a:xfrm>
              <a:off x="7631811" y="32906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4" name="pt19144"/>
            <p:cNvSpPr/>
            <p:nvPr/>
          </p:nvSpPr>
          <p:spPr>
            <a:xfrm>
              <a:off x="7581497" y="3289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5" name="pt19145"/>
            <p:cNvSpPr/>
            <p:nvPr/>
          </p:nvSpPr>
          <p:spPr>
            <a:xfrm>
              <a:off x="7258290" y="317526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46" name="pt19146"/>
            <p:cNvSpPr/>
            <p:nvPr/>
          </p:nvSpPr>
          <p:spPr>
            <a:xfrm>
              <a:off x="7128317" y="3251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7" name="pt19147"/>
            <p:cNvSpPr/>
            <p:nvPr/>
          </p:nvSpPr>
          <p:spPr>
            <a:xfrm>
              <a:off x="7442937" y="32899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8" name="pt19148"/>
            <p:cNvSpPr/>
            <p:nvPr/>
          </p:nvSpPr>
          <p:spPr>
            <a:xfrm>
              <a:off x="7563015" y="3263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49" name="pt19149"/>
            <p:cNvSpPr/>
            <p:nvPr/>
          </p:nvSpPr>
          <p:spPr>
            <a:xfrm>
              <a:off x="7587409" y="3296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0" name="pt19150"/>
            <p:cNvSpPr/>
            <p:nvPr/>
          </p:nvSpPr>
          <p:spPr>
            <a:xfrm>
              <a:off x="7540216" y="3305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1" name="pt19151"/>
            <p:cNvSpPr/>
            <p:nvPr/>
          </p:nvSpPr>
          <p:spPr>
            <a:xfrm>
              <a:off x="7423555" y="32321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2" name="pt19152"/>
            <p:cNvSpPr/>
            <p:nvPr/>
          </p:nvSpPr>
          <p:spPr>
            <a:xfrm>
              <a:off x="7495391" y="3307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3" name="pt19153"/>
            <p:cNvSpPr/>
            <p:nvPr/>
          </p:nvSpPr>
          <p:spPr>
            <a:xfrm>
              <a:off x="7492643" y="3268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4" name="pt19154"/>
            <p:cNvSpPr/>
            <p:nvPr/>
          </p:nvSpPr>
          <p:spPr>
            <a:xfrm>
              <a:off x="7432680" y="3278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5" name="pt19155"/>
            <p:cNvSpPr/>
            <p:nvPr/>
          </p:nvSpPr>
          <p:spPr>
            <a:xfrm>
              <a:off x="7377111" y="32284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6" name="pt19156"/>
            <p:cNvSpPr/>
            <p:nvPr/>
          </p:nvSpPr>
          <p:spPr>
            <a:xfrm>
              <a:off x="7500680" y="3244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7" name="pt19157"/>
            <p:cNvSpPr/>
            <p:nvPr/>
          </p:nvSpPr>
          <p:spPr>
            <a:xfrm>
              <a:off x="7382321" y="3253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8" name="pt19158"/>
            <p:cNvSpPr/>
            <p:nvPr/>
          </p:nvSpPr>
          <p:spPr>
            <a:xfrm>
              <a:off x="7298150" y="32640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59" name="pt19159"/>
            <p:cNvSpPr/>
            <p:nvPr/>
          </p:nvSpPr>
          <p:spPr>
            <a:xfrm>
              <a:off x="8043984" y="33092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0" name="pt19160"/>
            <p:cNvSpPr/>
            <p:nvPr/>
          </p:nvSpPr>
          <p:spPr>
            <a:xfrm>
              <a:off x="7408216" y="3251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1" name="pt19161"/>
            <p:cNvSpPr/>
            <p:nvPr/>
          </p:nvSpPr>
          <p:spPr>
            <a:xfrm>
              <a:off x="7315434" y="3272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2" name="pt19162"/>
            <p:cNvSpPr/>
            <p:nvPr/>
          </p:nvSpPr>
          <p:spPr>
            <a:xfrm>
              <a:off x="7375140" y="32860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3" name="pt19163"/>
            <p:cNvSpPr/>
            <p:nvPr/>
          </p:nvSpPr>
          <p:spPr>
            <a:xfrm>
              <a:off x="7595883" y="3255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4" name="pt19164"/>
            <p:cNvSpPr/>
            <p:nvPr/>
          </p:nvSpPr>
          <p:spPr>
            <a:xfrm>
              <a:off x="7163648" y="32783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5" name="pt19165"/>
            <p:cNvSpPr/>
            <p:nvPr/>
          </p:nvSpPr>
          <p:spPr>
            <a:xfrm>
              <a:off x="7363059" y="3326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6" name="pt19166"/>
            <p:cNvSpPr/>
            <p:nvPr/>
          </p:nvSpPr>
          <p:spPr>
            <a:xfrm>
              <a:off x="7543175" y="3257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7" name="pt19167"/>
            <p:cNvSpPr/>
            <p:nvPr/>
          </p:nvSpPr>
          <p:spPr>
            <a:xfrm>
              <a:off x="7307097" y="3254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8" name="pt19168"/>
            <p:cNvSpPr/>
            <p:nvPr/>
          </p:nvSpPr>
          <p:spPr>
            <a:xfrm>
              <a:off x="7446941" y="29494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69" name="pt19169"/>
            <p:cNvSpPr/>
            <p:nvPr/>
          </p:nvSpPr>
          <p:spPr>
            <a:xfrm>
              <a:off x="7422852" y="3237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0" name="pt19170"/>
            <p:cNvSpPr/>
            <p:nvPr/>
          </p:nvSpPr>
          <p:spPr>
            <a:xfrm>
              <a:off x="7488308" y="3269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1" name="pt19171"/>
            <p:cNvSpPr/>
            <p:nvPr/>
          </p:nvSpPr>
          <p:spPr>
            <a:xfrm>
              <a:off x="7579821" y="31659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2" name="pt19172"/>
            <p:cNvSpPr/>
            <p:nvPr/>
          </p:nvSpPr>
          <p:spPr>
            <a:xfrm>
              <a:off x="7643324" y="3310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3" name="pt19173"/>
            <p:cNvSpPr/>
            <p:nvPr/>
          </p:nvSpPr>
          <p:spPr>
            <a:xfrm>
              <a:off x="7408407" y="3237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4" name="pt19174"/>
            <p:cNvSpPr/>
            <p:nvPr/>
          </p:nvSpPr>
          <p:spPr>
            <a:xfrm>
              <a:off x="7478472" y="3264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5" name="pt19175"/>
            <p:cNvSpPr/>
            <p:nvPr/>
          </p:nvSpPr>
          <p:spPr>
            <a:xfrm>
              <a:off x="7372305" y="3259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6" name="pt19176"/>
            <p:cNvSpPr/>
            <p:nvPr/>
          </p:nvSpPr>
          <p:spPr>
            <a:xfrm>
              <a:off x="7567398" y="3291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7" name="pt19177"/>
            <p:cNvSpPr/>
            <p:nvPr/>
          </p:nvSpPr>
          <p:spPr>
            <a:xfrm>
              <a:off x="7666555" y="3271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8" name="pt19178"/>
            <p:cNvSpPr/>
            <p:nvPr/>
          </p:nvSpPr>
          <p:spPr>
            <a:xfrm>
              <a:off x="7491208" y="33283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79" name="pt19179"/>
            <p:cNvSpPr/>
            <p:nvPr/>
          </p:nvSpPr>
          <p:spPr>
            <a:xfrm>
              <a:off x="7468010" y="32702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0" name="pt19180"/>
            <p:cNvSpPr/>
            <p:nvPr/>
          </p:nvSpPr>
          <p:spPr>
            <a:xfrm>
              <a:off x="7437252" y="3247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1" name="pt19181"/>
            <p:cNvSpPr/>
            <p:nvPr/>
          </p:nvSpPr>
          <p:spPr>
            <a:xfrm>
              <a:off x="7570701" y="3293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2" name="pt19182"/>
            <p:cNvSpPr/>
            <p:nvPr/>
          </p:nvSpPr>
          <p:spPr>
            <a:xfrm>
              <a:off x="7555347" y="3309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3" name="pt19183"/>
            <p:cNvSpPr/>
            <p:nvPr/>
          </p:nvSpPr>
          <p:spPr>
            <a:xfrm>
              <a:off x="7265650" y="3229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4" name="pt19184"/>
            <p:cNvSpPr/>
            <p:nvPr/>
          </p:nvSpPr>
          <p:spPr>
            <a:xfrm>
              <a:off x="7398217" y="3299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5" name="pt19185"/>
            <p:cNvSpPr/>
            <p:nvPr/>
          </p:nvSpPr>
          <p:spPr>
            <a:xfrm>
              <a:off x="7462505" y="3251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6" name="pt19186"/>
            <p:cNvSpPr/>
            <p:nvPr/>
          </p:nvSpPr>
          <p:spPr>
            <a:xfrm>
              <a:off x="7527038" y="3291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7" name="pt19187"/>
            <p:cNvSpPr/>
            <p:nvPr/>
          </p:nvSpPr>
          <p:spPr>
            <a:xfrm>
              <a:off x="7434326" y="3261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8" name="pt19188"/>
            <p:cNvSpPr/>
            <p:nvPr/>
          </p:nvSpPr>
          <p:spPr>
            <a:xfrm>
              <a:off x="7389175" y="3260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89" name="pt19189"/>
            <p:cNvSpPr/>
            <p:nvPr/>
          </p:nvSpPr>
          <p:spPr>
            <a:xfrm>
              <a:off x="7438390" y="3255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0" name="pt19190"/>
            <p:cNvSpPr/>
            <p:nvPr/>
          </p:nvSpPr>
          <p:spPr>
            <a:xfrm>
              <a:off x="7634620" y="3297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1" name="pt19191"/>
            <p:cNvSpPr/>
            <p:nvPr/>
          </p:nvSpPr>
          <p:spPr>
            <a:xfrm>
              <a:off x="7361216" y="32649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2" name="pt19192"/>
            <p:cNvSpPr/>
            <p:nvPr/>
          </p:nvSpPr>
          <p:spPr>
            <a:xfrm>
              <a:off x="7536569" y="3256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3" name="pt19193"/>
            <p:cNvSpPr/>
            <p:nvPr/>
          </p:nvSpPr>
          <p:spPr>
            <a:xfrm>
              <a:off x="7186423" y="3258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4" name="pt19194"/>
            <p:cNvSpPr/>
            <p:nvPr/>
          </p:nvSpPr>
          <p:spPr>
            <a:xfrm>
              <a:off x="7496581" y="3271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5" name="pt19195"/>
            <p:cNvSpPr/>
            <p:nvPr/>
          </p:nvSpPr>
          <p:spPr>
            <a:xfrm>
              <a:off x="7433781" y="3278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6" name="pt19196"/>
            <p:cNvSpPr/>
            <p:nvPr/>
          </p:nvSpPr>
          <p:spPr>
            <a:xfrm>
              <a:off x="7419373" y="3254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7" name="pt19197"/>
            <p:cNvSpPr/>
            <p:nvPr/>
          </p:nvSpPr>
          <p:spPr>
            <a:xfrm>
              <a:off x="7326998" y="3256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8" name="pt19198"/>
            <p:cNvSpPr/>
            <p:nvPr/>
          </p:nvSpPr>
          <p:spPr>
            <a:xfrm>
              <a:off x="7533320" y="32677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199" name="pt19199"/>
            <p:cNvSpPr/>
            <p:nvPr/>
          </p:nvSpPr>
          <p:spPr>
            <a:xfrm>
              <a:off x="7524912" y="33209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0" name="pt19200"/>
            <p:cNvSpPr/>
            <p:nvPr/>
          </p:nvSpPr>
          <p:spPr>
            <a:xfrm>
              <a:off x="7249719" y="3273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1" name="pt19201"/>
            <p:cNvSpPr/>
            <p:nvPr/>
          </p:nvSpPr>
          <p:spPr>
            <a:xfrm>
              <a:off x="7524820" y="3274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2" name="pt19202"/>
            <p:cNvSpPr/>
            <p:nvPr/>
          </p:nvSpPr>
          <p:spPr>
            <a:xfrm>
              <a:off x="7592188" y="3295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3" name="pt19203"/>
            <p:cNvSpPr/>
            <p:nvPr/>
          </p:nvSpPr>
          <p:spPr>
            <a:xfrm>
              <a:off x="7545054" y="3255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4" name="pt19204"/>
            <p:cNvSpPr/>
            <p:nvPr/>
          </p:nvSpPr>
          <p:spPr>
            <a:xfrm>
              <a:off x="7547436" y="3264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5" name="pt19205"/>
            <p:cNvSpPr/>
            <p:nvPr/>
          </p:nvSpPr>
          <p:spPr>
            <a:xfrm>
              <a:off x="7463647" y="3285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6" name="pt19206"/>
            <p:cNvSpPr/>
            <p:nvPr/>
          </p:nvSpPr>
          <p:spPr>
            <a:xfrm>
              <a:off x="7655490" y="3245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7" name="pt19207"/>
            <p:cNvSpPr/>
            <p:nvPr/>
          </p:nvSpPr>
          <p:spPr>
            <a:xfrm>
              <a:off x="7549973" y="32899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8" name="pt19208"/>
            <p:cNvSpPr/>
            <p:nvPr/>
          </p:nvSpPr>
          <p:spPr>
            <a:xfrm>
              <a:off x="7489219" y="3265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09" name="pt19209"/>
            <p:cNvSpPr/>
            <p:nvPr/>
          </p:nvSpPr>
          <p:spPr>
            <a:xfrm>
              <a:off x="7262031" y="3276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0" name="pt19210"/>
            <p:cNvSpPr/>
            <p:nvPr/>
          </p:nvSpPr>
          <p:spPr>
            <a:xfrm>
              <a:off x="7528808" y="3274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1" name="pt19211"/>
            <p:cNvSpPr/>
            <p:nvPr/>
          </p:nvSpPr>
          <p:spPr>
            <a:xfrm>
              <a:off x="7439301" y="3252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2" name="pt19212"/>
            <p:cNvSpPr/>
            <p:nvPr/>
          </p:nvSpPr>
          <p:spPr>
            <a:xfrm>
              <a:off x="7366753" y="3251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3" name="pt19213"/>
            <p:cNvSpPr/>
            <p:nvPr/>
          </p:nvSpPr>
          <p:spPr>
            <a:xfrm>
              <a:off x="7646840" y="3268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4" name="pt19214"/>
            <p:cNvSpPr/>
            <p:nvPr/>
          </p:nvSpPr>
          <p:spPr>
            <a:xfrm>
              <a:off x="7535917" y="3249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5" name="pt19215"/>
            <p:cNvSpPr/>
            <p:nvPr/>
          </p:nvSpPr>
          <p:spPr>
            <a:xfrm>
              <a:off x="7326847" y="32662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6" name="pt19216"/>
            <p:cNvSpPr/>
            <p:nvPr/>
          </p:nvSpPr>
          <p:spPr>
            <a:xfrm>
              <a:off x="7370851" y="3235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7" name="pt19217"/>
            <p:cNvSpPr/>
            <p:nvPr/>
          </p:nvSpPr>
          <p:spPr>
            <a:xfrm>
              <a:off x="7485196" y="3274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8" name="pt19218"/>
            <p:cNvSpPr/>
            <p:nvPr/>
          </p:nvSpPr>
          <p:spPr>
            <a:xfrm>
              <a:off x="7361901" y="3245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19" name="pt19219"/>
            <p:cNvSpPr/>
            <p:nvPr/>
          </p:nvSpPr>
          <p:spPr>
            <a:xfrm>
              <a:off x="7380685" y="3231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0" name="pt19220"/>
            <p:cNvSpPr/>
            <p:nvPr/>
          </p:nvSpPr>
          <p:spPr>
            <a:xfrm>
              <a:off x="7501374" y="3266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1" name="pt19221"/>
            <p:cNvSpPr/>
            <p:nvPr/>
          </p:nvSpPr>
          <p:spPr>
            <a:xfrm>
              <a:off x="7574622" y="3314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2" name="pt19222"/>
            <p:cNvSpPr/>
            <p:nvPr/>
          </p:nvSpPr>
          <p:spPr>
            <a:xfrm>
              <a:off x="7333002" y="3357416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23" name="pt19223"/>
            <p:cNvSpPr/>
            <p:nvPr/>
          </p:nvSpPr>
          <p:spPr>
            <a:xfrm>
              <a:off x="8035792" y="32677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4" name="pt19224"/>
            <p:cNvSpPr/>
            <p:nvPr/>
          </p:nvSpPr>
          <p:spPr>
            <a:xfrm>
              <a:off x="7350367" y="32693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5" name="pt19225"/>
            <p:cNvSpPr/>
            <p:nvPr/>
          </p:nvSpPr>
          <p:spPr>
            <a:xfrm>
              <a:off x="7335359" y="32664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6" name="pt19226"/>
            <p:cNvSpPr/>
            <p:nvPr/>
          </p:nvSpPr>
          <p:spPr>
            <a:xfrm>
              <a:off x="7356371" y="3249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7" name="pt19227"/>
            <p:cNvSpPr/>
            <p:nvPr/>
          </p:nvSpPr>
          <p:spPr>
            <a:xfrm>
              <a:off x="7425381" y="32325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8" name="pt19228"/>
            <p:cNvSpPr/>
            <p:nvPr/>
          </p:nvSpPr>
          <p:spPr>
            <a:xfrm>
              <a:off x="7401566" y="32517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29" name="pt19229"/>
            <p:cNvSpPr/>
            <p:nvPr/>
          </p:nvSpPr>
          <p:spPr>
            <a:xfrm>
              <a:off x="7440435" y="3291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0" name="pt19230"/>
            <p:cNvSpPr/>
            <p:nvPr/>
          </p:nvSpPr>
          <p:spPr>
            <a:xfrm>
              <a:off x="7461358" y="3286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1" name="pt19231"/>
            <p:cNvSpPr/>
            <p:nvPr/>
          </p:nvSpPr>
          <p:spPr>
            <a:xfrm>
              <a:off x="7503744" y="32830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2" name="pt19232"/>
            <p:cNvSpPr/>
            <p:nvPr/>
          </p:nvSpPr>
          <p:spPr>
            <a:xfrm>
              <a:off x="7578574" y="32750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3" name="pt19233"/>
            <p:cNvSpPr/>
            <p:nvPr/>
          </p:nvSpPr>
          <p:spPr>
            <a:xfrm>
              <a:off x="7437692" y="3258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4" name="pt19234"/>
            <p:cNvSpPr/>
            <p:nvPr/>
          </p:nvSpPr>
          <p:spPr>
            <a:xfrm>
              <a:off x="7757522" y="3285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5" name="pt19235"/>
            <p:cNvSpPr/>
            <p:nvPr/>
          </p:nvSpPr>
          <p:spPr>
            <a:xfrm>
              <a:off x="7410328" y="3315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6" name="pt19236"/>
            <p:cNvSpPr/>
            <p:nvPr/>
          </p:nvSpPr>
          <p:spPr>
            <a:xfrm>
              <a:off x="7576693" y="3271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7" name="pt19237"/>
            <p:cNvSpPr/>
            <p:nvPr/>
          </p:nvSpPr>
          <p:spPr>
            <a:xfrm>
              <a:off x="7493855" y="3318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8" name="pt19238"/>
            <p:cNvSpPr/>
            <p:nvPr/>
          </p:nvSpPr>
          <p:spPr>
            <a:xfrm>
              <a:off x="7581160" y="3282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39" name="pt19239"/>
            <p:cNvSpPr/>
            <p:nvPr/>
          </p:nvSpPr>
          <p:spPr>
            <a:xfrm>
              <a:off x="7582315" y="3302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0" name="pt19240"/>
            <p:cNvSpPr/>
            <p:nvPr/>
          </p:nvSpPr>
          <p:spPr>
            <a:xfrm>
              <a:off x="7429240" y="3349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1" name="pt19241"/>
            <p:cNvSpPr/>
            <p:nvPr/>
          </p:nvSpPr>
          <p:spPr>
            <a:xfrm>
              <a:off x="7459106" y="3265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2" name="pt19242"/>
            <p:cNvSpPr/>
            <p:nvPr/>
          </p:nvSpPr>
          <p:spPr>
            <a:xfrm>
              <a:off x="7531649" y="3265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3" name="pt19243"/>
            <p:cNvSpPr/>
            <p:nvPr/>
          </p:nvSpPr>
          <p:spPr>
            <a:xfrm>
              <a:off x="7783042" y="3297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4" name="pt19244"/>
            <p:cNvSpPr/>
            <p:nvPr/>
          </p:nvSpPr>
          <p:spPr>
            <a:xfrm>
              <a:off x="7443070" y="3269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5" name="pt19245"/>
            <p:cNvSpPr/>
            <p:nvPr/>
          </p:nvSpPr>
          <p:spPr>
            <a:xfrm>
              <a:off x="7371195" y="3265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6" name="pt19246"/>
            <p:cNvSpPr/>
            <p:nvPr/>
          </p:nvSpPr>
          <p:spPr>
            <a:xfrm>
              <a:off x="7335796" y="3246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7" name="pt19247"/>
            <p:cNvSpPr/>
            <p:nvPr/>
          </p:nvSpPr>
          <p:spPr>
            <a:xfrm>
              <a:off x="7510609" y="3330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8" name="pt19248"/>
            <p:cNvSpPr/>
            <p:nvPr/>
          </p:nvSpPr>
          <p:spPr>
            <a:xfrm>
              <a:off x="7312395" y="3265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49" name="pt19249"/>
            <p:cNvSpPr/>
            <p:nvPr/>
          </p:nvSpPr>
          <p:spPr>
            <a:xfrm>
              <a:off x="7363511" y="3275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0" name="pt19250"/>
            <p:cNvSpPr/>
            <p:nvPr/>
          </p:nvSpPr>
          <p:spPr>
            <a:xfrm>
              <a:off x="7349570" y="3306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1" name="pt19251"/>
            <p:cNvSpPr/>
            <p:nvPr/>
          </p:nvSpPr>
          <p:spPr>
            <a:xfrm>
              <a:off x="7338341" y="3251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2" name="pt19252"/>
            <p:cNvSpPr/>
            <p:nvPr/>
          </p:nvSpPr>
          <p:spPr>
            <a:xfrm>
              <a:off x="7281607" y="3275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3" name="pt19253"/>
            <p:cNvSpPr/>
            <p:nvPr/>
          </p:nvSpPr>
          <p:spPr>
            <a:xfrm>
              <a:off x="7435712" y="3271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4" name="pt19254"/>
            <p:cNvSpPr/>
            <p:nvPr/>
          </p:nvSpPr>
          <p:spPr>
            <a:xfrm>
              <a:off x="7470588" y="32724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5" name="pt19255"/>
            <p:cNvSpPr/>
            <p:nvPr/>
          </p:nvSpPr>
          <p:spPr>
            <a:xfrm>
              <a:off x="7392368" y="32569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6" name="pt19256"/>
            <p:cNvSpPr/>
            <p:nvPr/>
          </p:nvSpPr>
          <p:spPr>
            <a:xfrm>
              <a:off x="7450648" y="3224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7" name="pt19257"/>
            <p:cNvSpPr/>
            <p:nvPr/>
          </p:nvSpPr>
          <p:spPr>
            <a:xfrm>
              <a:off x="7546282" y="32859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8" name="pt19258"/>
            <p:cNvSpPr/>
            <p:nvPr/>
          </p:nvSpPr>
          <p:spPr>
            <a:xfrm>
              <a:off x="7408356" y="3292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59" name="pt19259"/>
            <p:cNvSpPr/>
            <p:nvPr/>
          </p:nvSpPr>
          <p:spPr>
            <a:xfrm>
              <a:off x="7319302" y="32625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0" name="pt19260"/>
            <p:cNvSpPr/>
            <p:nvPr/>
          </p:nvSpPr>
          <p:spPr>
            <a:xfrm>
              <a:off x="7408998" y="3296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1" name="pt19261"/>
            <p:cNvSpPr/>
            <p:nvPr/>
          </p:nvSpPr>
          <p:spPr>
            <a:xfrm>
              <a:off x="7307880" y="3253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2" name="pt19262"/>
            <p:cNvSpPr/>
            <p:nvPr/>
          </p:nvSpPr>
          <p:spPr>
            <a:xfrm>
              <a:off x="7580374" y="3291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3" name="pt19263"/>
            <p:cNvSpPr/>
            <p:nvPr/>
          </p:nvSpPr>
          <p:spPr>
            <a:xfrm>
              <a:off x="7322367" y="3272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4" name="pt19264"/>
            <p:cNvSpPr/>
            <p:nvPr/>
          </p:nvSpPr>
          <p:spPr>
            <a:xfrm>
              <a:off x="7448103" y="32563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5" name="pt19265"/>
            <p:cNvSpPr/>
            <p:nvPr/>
          </p:nvSpPr>
          <p:spPr>
            <a:xfrm>
              <a:off x="7498473" y="33018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6" name="pt19266"/>
            <p:cNvSpPr/>
            <p:nvPr/>
          </p:nvSpPr>
          <p:spPr>
            <a:xfrm>
              <a:off x="7162310" y="3252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7" name="pt19267"/>
            <p:cNvSpPr/>
            <p:nvPr/>
          </p:nvSpPr>
          <p:spPr>
            <a:xfrm>
              <a:off x="7216961" y="3294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8" name="pt19268"/>
            <p:cNvSpPr/>
            <p:nvPr/>
          </p:nvSpPr>
          <p:spPr>
            <a:xfrm>
              <a:off x="7391765" y="3219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69" name="pt19269"/>
            <p:cNvSpPr/>
            <p:nvPr/>
          </p:nvSpPr>
          <p:spPr>
            <a:xfrm>
              <a:off x="7388586" y="3233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0" name="pt19270"/>
            <p:cNvSpPr/>
            <p:nvPr/>
          </p:nvSpPr>
          <p:spPr>
            <a:xfrm>
              <a:off x="7532744" y="3295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1" name="pt19271"/>
            <p:cNvSpPr/>
            <p:nvPr/>
          </p:nvSpPr>
          <p:spPr>
            <a:xfrm>
              <a:off x="7555047" y="32462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2" name="pt19272"/>
            <p:cNvSpPr/>
            <p:nvPr/>
          </p:nvSpPr>
          <p:spPr>
            <a:xfrm>
              <a:off x="7529091" y="3295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3" name="pt19273"/>
            <p:cNvSpPr/>
            <p:nvPr/>
          </p:nvSpPr>
          <p:spPr>
            <a:xfrm>
              <a:off x="7044766" y="33004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4" name="pt19274"/>
            <p:cNvSpPr/>
            <p:nvPr/>
          </p:nvSpPr>
          <p:spPr>
            <a:xfrm>
              <a:off x="7516795" y="3319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5" name="pt19275"/>
            <p:cNvSpPr/>
            <p:nvPr/>
          </p:nvSpPr>
          <p:spPr>
            <a:xfrm>
              <a:off x="7362234" y="3273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6" name="pt19276"/>
            <p:cNvSpPr/>
            <p:nvPr/>
          </p:nvSpPr>
          <p:spPr>
            <a:xfrm>
              <a:off x="7356394" y="3273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7" name="pt19277"/>
            <p:cNvSpPr/>
            <p:nvPr/>
          </p:nvSpPr>
          <p:spPr>
            <a:xfrm>
              <a:off x="7446429" y="3301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8" name="pt19278"/>
            <p:cNvSpPr/>
            <p:nvPr/>
          </p:nvSpPr>
          <p:spPr>
            <a:xfrm>
              <a:off x="7472836" y="32689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79" name="pt19279"/>
            <p:cNvSpPr/>
            <p:nvPr/>
          </p:nvSpPr>
          <p:spPr>
            <a:xfrm>
              <a:off x="7392204" y="3259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0" name="pt19280"/>
            <p:cNvSpPr/>
            <p:nvPr/>
          </p:nvSpPr>
          <p:spPr>
            <a:xfrm>
              <a:off x="7652680" y="3269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1" name="pt19281"/>
            <p:cNvSpPr/>
            <p:nvPr/>
          </p:nvSpPr>
          <p:spPr>
            <a:xfrm>
              <a:off x="7449286" y="3248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2" name="pt19282"/>
            <p:cNvSpPr/>
            <p:nvPr/>
          </p:nvSpPr>
          <p:spPr>
            <a:xfrm>
              <a:off x="7425986" y="3279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3" name="pt19283"/>
            <p:cNvSpPr/>
            <p:nvPr/>
          </p:nvSpPr>
          <p:spPr>
            <a:xfrm>
              <a:off x="7576573" y="32250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4" name="pt19284"/>
            <p:cNvSpPr/>
            <p:nvPr/>
          </p:nvSpPr>
          <p:spPr>
            <a:xfrm>
              <a:off x="7453079" y="3298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5" name="pt19285"/>
            <p:cNvSpPr/>
            <p:nvPr/>
          </p:nvSpPr>
          <p:spPr>
            <a:xfrm>
              <a:off x="7333786" y="3251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6" name="pt19286"/>
            <p:cNvSpPr/>
            <p:nvPr/>
          </p:nvSpPr>
          <p:spPr>
            <a:xfrm>
              <a:off x="7598186" y="3264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7" name="pt19287"/>
            <p:cNvSpPr/>
            <p:nvPr/>
          </p:nvSpPr>
          <p:spPr>
            <a:xfrm>
              <a:off x="7250088" y="3264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8" name="pt19288"/>
            <p:cNvSpPr/>
            <p:nvPr/>
          </p:nvSpPr>
          <p:spPr>
            <a:xfrm>
              <a:off x="7436783" y="3267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89" name="pt19289"/>
            <p:cNvSpPr/>
            <p:nvPr/>
          </p:nvSpPr>
          <p:spPr>
            <a:xfrm>
              <a:off x="7573959" y="3284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0" name="pt19290"/>
            <p:cNvSpPr/>
            <p:nvPr/>
          </p:nvSpPr>
          <p:spPr>
            <a:xfrm>
              <a:off x="7557069" y="3298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1" name="pt19291"/>
            <p:cNvSpPr/>
            <p:nvPr/>
          </p:nvSpPr>
          <p:spPr>
            <a:xfrm>
              <a:off x="7544356" y="33058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2" name="pt19292"/>
            <p:cNvSpPr/>
            <p:nvPr/>
          </p:nvSpPr>
          <p:spPr>
            <a:xfrm>
              <a:off x="7523584" y="3286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3" name="pt19293"/>
            <p:cNvSpPr/>
            <p:nvPr/>
          </p:nvSpPr>
          <p:spPr>
            <a:xfrm>
              <a:off x="7373146" y="3263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4" name="pt19294"/>
            <p:cNvSpPr/>
            <p:nvPr/>
          </p:nvSpPr>
          <p:spPr>
            <a:xfrm>
              <a:off x="7493913" y="3273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5" name="pt19295"/>
            <p:cNvSpPr/>
            <p:nvPr/>
          </p:nvSpPr>
          <p:spPr>
            <a:xfrm>
              <a:off x="7498238" y="3274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6" name="pt19296"/>
            <p:cNvSpPr/>
            <p:nvPr/>
          </p:nvSpPr>
          <p:spPr>
            <a:xfrm>
              <a:off x="7501796" y="3221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7" name="pt19297"/>
            <p:cNvSpPr/>
            <p:nvPr/>
          </p:nvSpPr>
          <p:spPr>
            <a:xfrm>
              <a:off x="7376404" y="32652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8" name="pt19298"/>
            <p:cNvSpPr/>
            <p:nvPr/>
          </p:nvSpPr>
          <p:spPr>
            <a:xfrm>
              <a:off x="7493502" y="3204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299" name="pt19299"/>
            <p:cNvSpPr/>
            <p:nvPr/>
          </p:nvSpPr>
          <p:spPr>
            <a:xfrm>
              <a:off x="7350834" y="3303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0" name="pt19300"/>
            <p:cNvSpPr/>
            <p:nvPr/>
          </p:nvSpPr>
          <p:spPr>
            <a:xfrm>
              <a:off x="7407564" y="3276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1" name="pt19301"/>
            <p:cNvSpPr/>
            <p:nvPr/>
          </p:nvSpPr>
          <p:spPr>
            <a:xfrm>
              <a:off x="7518690" y="3331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2" name="pt19302"/>
            <p:cNvSpPr/>
            <p:nvPr/>
          </p:nvSpPr>
          <p:spPr>
            <a:xfrm>
              <a:off x="7602213" y="3274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3" name="pt19303"/>
            <p:cNvSpPr/>
            <p:nvPr/>
          </p:nvSpPr>
          <p:spPr>
            <a:xfrm>
              <a:off x="7549105" y="3279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4" name="pt19304"/>
            <p:cNvSpPr/>
            <p:nvPr/>
          </p:nvSpPr>
          <p:spPr>
            <a:xfrm>
              <a:off x="7621721" y="3278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5" name="pt19305"/>
            <p:cNvSpPr/>
            <p:nvPr/>
          </p:nvSpPr>
          <p:spPr>
            <a:xfrm>
              <a:off x="7332109" y="3276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6" name="pt19306"/>
            <p:cNvSpPr/>
            <p:nvPr/>
          </p:nvSpPr>
          <p:spPr>
            <a:xfrm>
              <a:off x="7357555" y="3266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7" name="pt19307"/>
            <p:cNvSpPr/>
            <p:nvPr/>
          </p:nvSpPr>
          <p:spPr>
            <a:xfrm>
              <a:off x="7637011" y="3320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8" name="pt19308"/>
            <p:cNvSpPr/>
            <p:nvPr/>
          </p:nvSpPr>
          <p:spPr>
            <a:xfrm>
              <a:off x="7238458" y="3262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09" name="pt19309"/>
            <p:cNvSpPr/>
            <p:nvPr/>
          </p:nvSpPr>
          <p:spPr>
            <a:xfrm>
              <a:off x="7499343" y="3310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0" name="pt19310"/>
            <p:cNvSpPr/>
            <p:nvPr/>
          </p:nvSpPr>
          <p:spPr>
            <a:xfrm>
              <a:off x="7802589" y="3313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1" name="pt19311"/>
            <p:cNvSpPr/>
            <p:nvPr/>
          </p:nvSpPr>
          <p:spPr>
            <a:xfrm>
              <a:off x="7412961" y="3254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2" name="pt19312"/>
            <p:cNvSpPr/>
            <p:nvPr/>
          </p:nvSpPr>
          <p:spPr>
            <a:xfrm>
              <a:off x="7390197" y="32607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3" name="pt19313"/>
            <p:cNvSpPr/>
            <p:nvPr/>
          </p:nvSpPr>
          <p:spPr>
            <a:xfrm>
              <a:off x="7488749" y="3269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4" name="pt19314"/>
            <p:cNvSpPr/>
            <p:nvPr/>
          </p:nvSpPr>
          <p:spPr>
            <a:xfrm>
              <a:off x="7516501" y="3239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5" name="pt19315"/>
            <p:cNvSpPr/>
            <p:nvPr/>
          </p:nvSpPr>
          <p:spPr>
            <a:xfrm>
              <a:off x="7372435" y="32053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6" name="pt19316"/>
            <p:cNvSpPr/>
            <p:nvPr/>
          </p:nvSpPr>
          <p:spPr>
            <a:xfrm>
              <a:off x="7396158" y="32828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7" name="pt19317"/>
            <p:cNvSpPr/>
            <p:nvPr/>
          </p:nvSpPr>
          <p:spPr>
            <a:xfrm>
              <a:off x="7510142" y="3279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8" name="pt19318"/>
            <p:cNvSpPr/>
            <p:nvPr/>
          </p:nvSpPr>
          <p:spPr>
            <a:xfrm>
              <a:off x="7468073" y="3256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19" name="pt19319"/>
            <p:cNvSpPr/>
            <p:nvPr/>
          </p:nvSpPr>
          <p:spPr>
            <a:xfrm>
              <a:off x="7450683" y="3258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0" name="pt19320"/>
            <p:cNvSpPr/>
            <p:nvPr/>
          </p:nvSpPr>
          <p:spPr>
            <a:xfrm>
              <a:off x="7491414" y="32910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1" name="pt19321"/>
            <p:cNvSpPr/>
            <p:nvPr/>
          </p:nvSpPr>
          <p:spPr>
            <a:xfrm>
              <a:off x="7386404" y="3150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2" name="pt19322"/>
            <p:cNvSpPr/>
            <p:nvPr/>
          </p:nvSpPr>
          <p:spPr>
            <a:xfrm>
              <a:off x="7456695" y="3236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3" name="pt19323"/>
            <p:cNvSpPr/>
            <p:nvPr/>
          </p:nvSpPr>
          <p:spPr>
            <a:xfrm>
              <a:off x="7508466" y="3254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4" name="pt19324"/>
            <p:cNvSpPr/>
            <p:nvPr/>
          </p:nvSpPr>
          <p:spPr>
            <a:xfrm>
              <a:off x="7326091" y="3250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5" name="pt19325"/>
            <p:cNvSpPr/>
            <p:nvPr/>
          </p:nvSpPr>
          <p:spPr>
            <a:xfrm>
              <a:off x="7420859" y="32125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6" name="pt19326"/>
            <p:cNvSpPr/>
            <p:nvPr/>
          </p:nvSpPr>
          <p:spPr>
            <a:xfrm>
              <a:off x="7438954" y="3251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7" name="pt19327"/>
            <p:cNvSpPr/>
            <p:nvPr/>
          </p:nvSpPr>
          <p:spPr>
            <a:xfrm>
              <a:off x="7595769" y="3306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8" name="pt19328"/>
            <p:cNvSpPr/>
            <p:nvPr/>
          </p:nvSpPr>
          <p:spPr>
            <a:xfrm>
              <a:off x="7391349" y="3217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29" name="pt19329"/>
            <p:cNvSpPr/>
            <p:nvPr/>
          </p:nvSpPr>
          <p:spPr>
            <a:xfrm>
              <a:off x="7342904" y="32962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0" name="pt19330"/>
            <p:cNvSpPr/>
            <p:nvPr/>
          </p:nvSpPr>
          <p:spPr>
            <a:xfrm>
              <a:off x="7474278" y="3308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1" name="pt19331"/>
            <p:cNvSpPr/>
            <p:nvPr/>
          </p:nvSpPr>
          <p:spPr>
            <a:xfrm>
              <a:off x="7447553" y="3286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2" name="pt19332"/>
            <p:cNvSpPr/>
            <p:nvPr/>
          </p:nvSpPr>
          <p:spPr>
            <a:xfrm>
              <a:off x="7535683" y="32652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3" name="pt19333"/>
            <p:cNvSpPr/>
            <p:nvPr/>
          </p:nvSpPr>
          <p:spPr>
            <a:xfrm>
              <a:off x="7426364" y="32690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4" name="pt19334"/>
            <p:cNvSpPr/>
            <p:nvPr/>
          </p:nvSpPr>
          <p:spPr>
            <a:xfrm>
              <a:off x="7349927" y="3261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5" name="pt19335"/>
            <p:cNvSpPr/>
            <p:nvPr/>
          </p:nvSpPr>
          <p:spPr>
            <a:xfrm>
              <a:off x="7236438" y="3288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6" name="pt19336"/>
            <p:cNvSpPr/>
            <p:nvPr/>
          </p:nvSpPr>
          <p:spPr>
            <a:xfrm>
              <a:off x="7426044" y="3274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7" name="pt19337"/>
            <p:cNvSpPr/>
            <p:nvPr/>
          </p:nvSpPr>
          <p:spPr>
            <a:xfrm>
              <a:off x="7429534" y="3222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8" name="pt19338"/>
            <p:cNvSpPr/>
            <p:nvPr/>
          </p:nvSpPr>
          <p:spPr>
            <a:xfrm>
              <a:off x="7502576" y="3327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39" name="pt19339"/>
            <p:cNvSpPr/>
            <p:nvPr/>
          </p:nvSpPr>
          <p:spPr>
            <a:xfrm>
              <a:off x="7781041" y="3230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0" name="pt19340"/>
            <p:cNvSpPr/>
            <p:nvPr/>
          </p:nvSpPr>
          <p:spPr>
            <a:xfrm>
              <a:off x="7404825" y="3260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1" name="pt19341"/>
            <p:cNvSpPr/>
            <p:nvPr/>
          </p:nvSpPr>
          <p:spPr>
            <a:xfrm>
              <a:off x="7840140" y="3289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2" name="pt19342"/>
            <p:cNvSpPr/>
            <p:nvPr/>
          </p:nvSpPr>
          <p:spPr>
            <a:xfrm>
              <a:off x="7276200" y="3242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3" name="pt19343"/>
            <p:cNvSpPr/>
            <p:nvPr/>
          </p:nvSpPr>
          <p:spPr>
            <a:xfrm>
              <a:off x="7510532" y="3287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4" name="pt19344"/>
            <p:cNvSpPr/>
            <p:nvPr/>
          </p:nvSpPr>
          <p:spPr>
            <a:xfrm>
              <a:off x="7465197" y="3228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5" name="pt19345"/>
            <p:cNvSpPr/>
            <p:nvPr/>
          </p:nvSpPr>
          <p:spPr>
            <a:xfrm>
              <a:off x="7529272" y="32783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6" name="pt19346"/>
            <p:cNvSpPr/>
            <p:nvPr/>
          </p:nvSpPr>
          <p:spPr>
            <a:xfrm>
              <a:off x="7427577" y="3304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7" name="pt19347"/>
            <p:cNvSpPr/>
            <p:nvPr/>
          </p:nvSpPr>
          <p:spPr>
            <a:xfrm>
              <a:off x="7336044" y="32744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8" name="pt19348"/>
            <p:cNvSpPr/>
            <p:nvPr/>
          </p:nvSpPr>
          <p:spPr>
            <a:xfrm>
              <a:off x="7414157" y="3256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49" name="pt19349"/>
            <p:cNvSpPr/>
            <p:nvPr/>
          </p:nvSpPr>
          <p:spPr>
            <a:xfrm>
              <a:off x="7404863" y="3259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0" name="pt19350"/>
            <p:cNvSpPr/>
            <p:nvPr/>
          </p:nvSpPr>
          <p:spPr>
            <a:xfrm>
              <a:off x="7409006" y="32463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1" name="pt19351"/>
            <p:cNvSpPr/>
            <p:nvPr/>
          </p:nvSpPr>
          <p:spPr>
            <a:xfrm>
              <a:off x="7476344" y="32591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2" name="pt19352"/>
            <p:cNvSpPr/>
            <p:nvPr/>
          </p:nvSpPr>
          <p:spPr>
            <a:xfrm>
              <a:off x="7068880" y="3251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3" name="pt19353"/>
            <p:cNvSpPr/>
            <p:nvPr/>
          </p:nvSpPr>
          <p:spPr>
            <a:xfrm>
              <a:off x="7459422" y="32759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4" name="pt19354"/>
            <p:cNvSpPr/>
            <p:nvPr/>
          </p:nvSpPr>
          <p:spPr>
            <a:xfrm>
              <a:off x="7369751" y="3245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5" name="pt19355"/>
            <p:cNvSpPr/>
            <p:nvPr/>
          </p:nvSpPr>
          <p:spPr>
            <a:xfrm>
              <a:off x="7831054" y="3283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6" name="pt19356"/>
            <p:cNvSpPr/>
            <p:nvPr/>
          </p:nvSpPr>
          <p:spPr>
            <a:xfrm>
              <a:off x="7231363" y="301229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57" name="pt19357"/>
            <p:cNvSpPr/>
            <p:nvPr/>
          </p:nvSpPr>
          <p:spPr>
            <a:xfrm>
              <a:off x="7173063" y="33239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8" name="pt19358"/>
            <p:cNvSpPr/>
            <p:nvPr/>
          </p:nvSpPr>
          <p:spPr>
            <a:xfrm>
              <a:off x="7716529" y="32643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59" name="pt19359"/>
            <p:cNvSpPr/>
            <p:nvPr/>
          </p:nvSpPr>
          <p:spPr>
            <a:xfrm>
              <a:off x="7488932" y="3253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0" name="pt19360"/>
            <p:cNvSpPr/>
            <p:nvPr/>
          </p:nvSpPr>
          <p:spPr>
            <a:xfrm>
              <a:off x="7426902" y="3225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1" name="pt19361"/>
            <p:cNvSpPr/>
            <p:nvPr/>
          </p:nvSpPr>
          <p:spPr>
            <a:xfrm>
              <a:off x="7429702" y="3275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2" name="pt19362"/>
            <p:cNvSpPr/>
            <p:nvPr/>
          </p:nvSpPr>
          <p:spPr>
            <a:xfrm>
              <a:off x="7210768" y="3251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3" name="pt19363"/>
            <p:cNvSpPr/>
            <p:nvPr/>
          </p:nvSpPr>
          <p:spPr>
            <a:xfrm>
              <a:off x="7458616" y="3276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4" name="pt19364"/>
            <p:cNvSpPr/>
            <p:nvPr/>
          </p:nvSpPr>
          <p:spPr>
            <a:xfrm>
              <a:off x="7327243" y="3257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5" name="pt19365"/>
            <p:cNvSpPr/>
            <p:nvPr/>
          </p:nvSpPr>
          <p:spPr>
            <a:xfrm>
              <a:off x="7402671" y="32803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6" name="pt19366"/>
            <p:cNvSpPr/>
            <p:nvPr/>
          </p:nvSpPr>
          <p:spPr>
            <a:xfrm>
              <a:off x="7530616" y="3240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7" name="pt19367"/>
            <p:cNvSpPr/>
            <p:nvPr/>
          </p:nvSpPr>
          <p:spPr>
            <a:xfrm>
              <a:off x="7478323" y="3320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8" name="pt19368"/>
            <p:cNvSpPr/>
            <p:nvPr/>
          </p:nvSpPr>
          <p:spPr>
            <a:xfrm>
              <a:off x="7286979" y="3308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69" name="pt19369"/>
            <p:cNvSpPr/>
            <p:nvPr/>
          </p:nvSpPr>
          <p:spPr>
            <a:xfrm>
              <a:off x="7543656" y="3314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0" name="pt19370"/>
            <p:cNvSpPr/>
            <p:nvPr/>
          </p:nvSpPr>
          <p:spPr>
            <a:xfrm>
              <a:off x="7420868" y="32623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1" name="pt19371"/>
            <p:cNvSpPr/>
            <p:nvPr/>
          </p:nvSpPr>
          <p:spPr>
            <a:xfrm>
              <a:off x="7373451" y="3288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2" name="pt19372"/>
            <p:cNvSpPr/>
            <p:nvPr/>
          </p:nvSpPr>
          <p:spPr>
            <a:xfrm>
              <a:off x="7387355" y="3240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3" name="pt19373"/>
            <p:cNvSpPr/>
            <p:nvPr/>
          </p:nvSpPr>
          <p:spPr>
            <a:xfrm>
              <a:off x="7403192" y="3254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4" name="pt19374"/>
            <p:cNvSpPr/>
            <p:nvPr/>
          </p:nvSpPr>
          <p:spPr>
            <a:xfrm>
              <a:off x="7381617" y="32622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5" name="pt19375"/>
            <p:cNvSpPr/>
            <p:nvPr/>
          </p:nvSpPr>
          <p:spPr>
            <a:xfrm>
              <a:off x="7647572" y="3282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6" name="pt19376"/>
            <p:cNvSpPr/>
            <p:nvPr/>
          </p:nvSpPr>
          <p:spPr>
            <a:xfrm>
              <a:off x="7637435" y="3266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7" name="pt19377"/>
            <p:cNvSpPr/>
            <p:nvPr/>
          </p:nvSpPr>
          <p:spPr>
            <a:xfrm>
              <a:off x="7622599" y="3280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8" name="pt19378"/>
            <p:cNvSpPr/>
            <p:nvPr/>
          </p:nvSpPr>
          <p:spPr>
            <a:xfrm>
              <a:off x="7572697" y="3284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79" name="pt19379"/>
            <p:cNvSpPr/>
            <p:nvPr/>
          </p:nvSpPr>
          <p:spPr>
            <a:xfrm>
              <a:off x="7447702" y="3262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0" name="pt19380"/>
            <p:cNvSpPr/>
            <p:nvPr/>
          </p:nvSpPr>
          <p:spPr>
            <a:xfrm>
              <a:off x="7484881" y="3277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1" name="pt19381"/>
            <p:cNvSpPr/>
            <p:nvPr/>
          </p:nvSpPr>
          <p:spPr>
            <a:xfrm>
              <a:off x="7406496" y="32824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2" name="pt19382"/>
            <p:cNvSpPr/>
            <p:nvPr/>
          </p:nvSpPr>
          <p:spPr>
            <a:xfrm>
              <a:off x="7503010" y="3267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3" name="pt19383"/>
            <p:cNvSpPr/>
            <p:nvPr/>
          </p:nvSpPr>
          <p:spPr>
            <a:xfrm>
              <a:off x="7376092" y="32850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4" name="pt19384"/>
            <p:cNvSpPr/>
            <p:nvPr/>
          </p:nvSpPr>
          <p:spPr>
            <a:xfrm>
              <a:off x="7377728" y="3272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5" name="pt19385"/>
            <p:cNvSpPr/>
            <p:nvPr/>
          </p:nvSpPr>
          <p:spPr>
            <a:xfrm>
              <a:off x="7272037" y="3273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6" name="pt19386"/>
            <p:cNvSpPr/>
            <p:nvPr/>
          </p:nvSpPr>
          <p:spPr>
            <a:xfrm>
              <a:off x="7441516" y="32219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7" name="pt19387"/>
            <p:cNvSpPr/>
            <p:nvPr/>
          </p:nvSpPr>
          <p:spPr>
            <a:xfrm>
              <a:off x="7417954" y="3205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8" name="pt19388"/>
            <p:cNvSpPr/>
            <p:nvPr/>
          </p:nvSpPr>
          <p:spPr>
            <a:xfrm>
              <a:off x="7335505" y="3267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89" name="pt19389"/>
            <p:cNvSpPr/>
            <p:nvPr/>
          </p:nvSpPr>
          <p:spPr>
            <a:xfrm>
              <a:off x="7573424" y="3278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0" name="pt19390"/>
            <p:cNvSpPr/>
            <p:nvPr/>
          </p:nvSpPr>
          <p:spPr>
            <a:xfrm>
              <a:off x="7354642" y="32746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1" name="pt19391"/>
            <p:cNvSpPr/>
            <p:nvPr/>
          </p:nvSpPr>
          <p:spPr>
            <a:xfrm>
              <a:off x="7292277" y="32889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2" name="pt19392"/>
            <p:cNvSpPr/>
            <p:nvPr/>
          </p:nvSpPr>
          <p:spPr>
            <a:xfrm>
              <a:off x="7436382" y="3274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3" name="pt19393"/>
            <p:cNvSpPr/>
            <p:nvPr/>
          </p:nvSpPr>
          <p:spPr>
            <a:xfrm>
              <a:off x="7578084" y="3194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4" name="pt19394"/>
            <p:cNvSpPr/>
            <p:nvPr/>
          </p:nvSpPr>
          <p:spPr>
            <a:xfrm>
              <a:off x="7650206" y="3293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5" name="pt19395"/>
            <p:cNvSpPr/>
            <p:nvPr/>
          </p:nvSpPr>
          <p:spPr>
            <a:xfrm>
              <a:off x="7579139" y="32460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6" name="pt19396"/>
            <p:cNvSpPr/>
            <p:nvPr/>
          </p:nvSpPr>
          <p:spPr>
            <a:xfrm>
              <a:off x="7474001" y="3263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7" name="pt19397"/>
            <p:cNvSpPr/>
            <p:nvPr/>
          </p:nvSpPr>
          <p:spPr>
            <a:xfrm>
              <a:off x="7483380" y="3245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8" name="pt19398"/>
            <p:cNvSpPr/>
            <p:nvPr/>
          </p:nvSpPr>
          <p:spPr>
            <a:xfrm>
              <a:off x="7571219" y="3294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399" name="pt19399"/>
            <p:cNvSpPr/>
            <p:nvPr/>
          </p:nvSpPr>
          <p:spPr>
            <a:xfrm>
              <a:off x="7634547" y="3258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0" name="pt19400"/>
            <p:cNvSpPr/>
            <p:nvPr/>
          </p:nvSpPr>
          <p:spPr>
            <a:xfrm>
              <a:off x="7418469" y="32681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1" name="pt19401"/>
            <p:cNvSpPr/>
            <p:nvPr/>
          </p:nvSpPr>
          <p:spPr>
            <a:xfrm>
              <a:off x="7529775" y="32455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2" name="pt19402"/>
            <p:cNvSpPr/>
            <p:nvPr/>
          </p:nvSpPr>
          <p:spPr>
            <a:xfrm>
              <a:off x="7402516" y="3274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3" name="pt19403"/>
            <p:cNvSpPr/>
            <p:nvPr/>
          </p:nvSpPr>
          <p:spPr>
            <a:xfrm>
              <a:off x="7303954" y="3236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4" name="pt19404"/>
            <p:cNvSpPr/>
            <p:nvPr/>
          </p:nvSpPr>
          <p:spPr>
            <a:xfrm>
              <a:off x="7378252" y="32477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5" name="pt19405"/>
            <p:cNvSpPr/>
            <p:nvPr/>
          </p:nvSpPr>
          <p:spPr>
            <a:xfrm>
              <a:off x="7413751" y="3344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6" name="pt19406"/>
            <p:cNvSpPr/>
            <p:nvPr/>
          </p:nvSpPr>
          <p:spPr>
            <a:xfrm>
              <a:off x="8495420" y="32905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7" name="pt19407"/>
            <p:cNvSpPr/>
            <p:nvPr/>
          </p:nvSpPr>
          <p:spPr>
            <a:xfrm>
              <a:off x="7613998" y="3300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8" name="pt19408"/>
            <p:cNvSpPr/>
            <p:nvPr/>
          </p:nvSpPr>
          <p:spPr>
            <a:xfrm>
              <a:off x="7341508" y="3258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09" name="pt19409"/>
            <p:cNvSpPr/>
            <p:nvPr/>
          </p:nvSpPr>
          <p:spPr>
            <a:xfrm>
              <a:off x="7160338" y="32507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0" name="pt19410"/>
            <p:cNvSpPr/>
            <p:nvPr/>
          </p:nvSpPr>
          <p:spPr>
            <a:xfrm>
              <a:off x="7355631" y="32761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1" name="pt19411"/>
            <p:cNvSpPr/>
            <p:nvPr/>
          </p:nvSpPr>
          <p:spPr>
            <a:xfrm>
              <a:off x="7615505" y="32268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2" name="pt19412"/>
            <p:cNvSpPr/>
            <p:nvPr/>
          </p:nvSpPr>
          <p:spPr>
            <a:xfrm>
              <a:off x="7393813" y="3349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3" name="pt19413"/>
            <p:cNvSpPr/>
            <p:nvPr/>
          </p:nvSpPr>
          <p:spPr>
            <a:xfrm>
              <a:off x="7497382" y="3315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4" name="pt19414"/>
            <p:cNvSpPr/>
            <p:nvPr/>
          </p:nvSpPr>
          <p:spPr>
            <a:xfrm>
              <a:off x="7482606" y="32530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5" name="pt19415"/>
            <p:cNvSpPr/>
            <p:nvPr/>
          </p:nvSpPr>
          <p:spPr>
            <a:xfrm>
              <a:off x="7517708" y="32600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6" name="pt19416"/>
            <p:cNvSpPr/>
            <p:nvPr/>
          </p:nvSpPr>
          <p:spPr>
            <a:xfrm>
              <a:off x="7516784" y="3291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7" name="pt19417"/>
            <p:cNvSpPr/>
            <p:nvPr/>
          </p:nvSpPr>
          <p:spPr>
            <a:xfrm>
              <a:off x="7365839" y="3267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8" name="pt19418"/>
            <p:cNvSpPr/>
            <p:nvPr/>
          </p:nvSpPr>
          <p:spPr>
            <a:xfrm>
              <a:off x="7518328" y="3264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19" name="pt19419"/>
            <p:cNvSpPr/>
            <p:nvPr/>
          </p:nvSpPr>
          <p:spPr>
            <a:xfrm>
              <a:off x="7458711" y="3288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0" name="pt19420"/>
            <p:cNvSpPr/>
            <p:nvPr/>
          </p:nvSpPr>
          <p:spPr>
            <a:xfrm>
              <a:off x="7502476" y="3220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1" name="pt19421"/>
            <p:cNvSpPr/>
            <p:nvPr/>
          </p:nvSpPr>
          <p:spPr>
            <a:xfrm>
              <a:off x="7618247" y="3275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2" name="pt19422"/>
            <p:cNvSpPr/>
            <p:nvPr/>
          </p:nvSpPr>
          <p:spPr>
            <a:xfrm>
              <a:off x="7581391" y="3282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3" name="pt19423"/>
            <p:cNvSpPr/>
            <p:nvPr/>
          </p:nvSpPr>
          <p:spPr>
            <a:xfrm>
              <a:off x="7542041" y="3255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4" name="pt19424"/>
            <p:cNvSpPr/>
            <p:nvPr/>
          </p:nvSpPr>
          <p:spPr>
            <a:xfrm>
              <a:off x="7617136" y="3253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5" name="pt19425"/>
            <p:cNvSpPr/>
            <p:nvPr/>
          </p:nvSpPr>
          <p:spPr>
            <a:xfrm>
              <a:off x="7478183" y="3265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6" name="pt19426"/>
            <p:cNvSpPr/>
            <p:nvPr/>
          </p:nvSpPr>
          <p:spPr>
            <a:xfrm>
              <a:off x="7450470" y="3278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7" name="pt19427"/>
            <p:cNvSpPr/>
            <p:nvPr/>
          </p:nvSpPr>
          <p:spPr>
            <a:xfrm>
              <a:off x="7307719" y="32732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8" name="pt19428"/>
            <p:cNvSpPr/>
            <p:nvPr/>
          </p:nvSpPr>
          <p:spPr>
            <a:xfrm>
              <a:off x="7320798" y="3009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29" name="pt19429"/>
            <p:cNvSpPr/>
            <p:nvPr/>
          </p:nvSpPr>
          <p:spPr>
            <a:xfrm>
              <a:off x="7488342" y="3177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0" name="pt19430"/>
            <p:cNvSpPr/>
            <p:nvPr/>
          </p:nvSpPr>
          <p:spPr>
            <a:xfrm>
              <a:off x="7584678" y="3263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1" name="pt19431"/>
            <p:cNvSpPr/>
            <p:nvPr/>
          </p:nvSpPr>
          <p:spPr>
            <a:xfrm>
              <a:off x="7428995" y="3268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2" name="pt19432"/>
            <p:cNvSpPr/>
            <p:nvPr/>
          </p:nvSpPr>
          <p:spPr>
            <a:xfrm>
              <a:off x="7486617" y="32732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3" name="pt19433"/>
            <p:cNvSpPr/>
            <p:nvPr/>
          </p:nvSpPr>
          <p:spPr>
            <a:xfrm>
              <a:off x="7357673" y="3178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4" name="pt19434"/>
            <p:cNvSpPr/>
            <p:nvPr/>
          </p:nvSpPr>
          <p:spPr>
            <a:xfrm>
              <a:off x="7636469" y="32897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5" name="pt19435"/>
            <p:cNvSpPr/>
            <p:nvPr/>
          </p:nvSpPr>
          <p:spPr>
            <a:xfrm>
              <a:off x="7359181" y="3260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6" name="pt19436"/>
            <p:cNvSpPr/>
            <p:nvPr/>
          </p:nvSpPr>
          <p:spPr>
            <a:xfrm>
              <a:off x="7494298" y="3278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7" name="pt19437"/>
            <p:cNvSpPr/>
            <p:nvPr/>
          </p:nvSpPr>
          <p:spPr>
            <a:xfrm>
              <a:off x="7383311" y="32130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8" name="pt19438"/>
            <p:cNvSpPr/>
            <p:nvPr/>
          </p:nvSpPr>
          <p:spPr>
            <a:xfrm>
              <a:off x="7396158" y="3234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39" name="pt19439"/>
            <p:cNvSpPr/>
            <p:nvPr/>
          </p:nvSpPr>
          <p:spPr>
            <a:xfrm>
              <a:off x="7396463" y="3283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0" name="pt19440"/>
            <p:cNvSpPr/>
            <p:nvPr/>
          </p:nvSpPr>
          <p:spPr>
            <a:xfrm>
              <a:off x="7466120" y="3371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1" name="pt19441"/>
            <p:cNvSpPr/>
            <p:nvPr/>
          </p:nvSpPr>
          <p:spPr>
            <a:xfrm>
              <a:off x="7419426" y="3255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2" name="pt19442"/>
            <p:cNvSpPr/>
            <p:nvPr/>
          </p:nvSpPr>
          <p:spPr>
            <a:xfrm>
              <a:off x="7496293" y="33083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3" name="pt19443"/>
            <p:cNvSpPr/>
            <p:nvPr/>
          </p:nvSpPr>
          <p:spPr>
            <a:xfrm>
              <a:off x="7541457" y="3208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4" name="pt19444"/>
            <p:cNvSpPr/>
            <p:nvPr/>
          </p:nvSpPr>
          <p:spPr>
            <a:xfrm>
              <a:off x="7539391" y="3247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5" name="pt19445"/>
            <p:cNvSpPr/>
            <p:nvPr/>
          </p:nvSpPr>
          <p:spPr>
            <a:xfrm>
              <a:off x="7377009" y="32758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6" name="pt19446"/>
            <p:cNvSpPr/>
            <p:nvPr/>
          </p:nvSpPr>
          <p:spPr>
            <a:xfrm>
              <a:off x="7439589" y="3304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7" name="pt19447"/>
            <p:cNvSpPr/>
            <p:nvPr/>
          </p:nvSpPr>
          <p:spPr>
            <a:xfrm>
              <a:off x="7357073" y="32475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8" name="pt19448"/>
            <p:cNvSpPr/>
            <p:nvPr/>
          </p:nvSpPr>
          <p:spPr>
            <a:xfrm>
              <a:off x="7524484" y="3304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49" name="pt19449"/>
            <p:cNvSpPr/>
            <p:nvPr/>
          </p:nvSpPr>
          <p:spPr>
            <a:xfrm>
              <a:off x="7562334" y="3247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0" name="pt19450"/>
            <p:cNvSpPr/>
            <p:nvPr/>
          </p:nvSpPr>
          <p:spPr>
            <a:xfrm>
              <a:off x="7511312" y="3319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1" name="pt19451"/>
            <p:cNvSpPr/>
            <p:nvPr/>
          </p:nvSpPr>
          <p:spPr>
            <a:xfrm>
              <a:off x="7576560" y="32884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2" name="pt19452"/>
            <p:cNvSpPr/>
            <p:nvPr/>
          </p:nvSpPr>
          <p:spPr>
            <a:xfrm>
              <a:off x="7494119" y="3277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3" name="pt19453"/>
            <p:cNvSpPr/>
            <p:nvPr/>
          </p:nvSpPr>
          <p:spPr>
            <a:xfrm>
              <a:off x="7377290" y="3287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4" name="pt19454"/>
            <p:cNvSpPr/>
            <p:nvPr/>
          </p:nvSpPr>
          <p:spPr>
            <a:xfrm>
              <a:off x="7543992" y="32388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5" name="pt19455"/>
            <p:cNvSpPr/>
            <p:nvPr/>
          </p:nvSpPr>
          <p:spPr>
            <a:xfrm>
              <a:off x="7386009" y="3167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6" name="pt19456"/>
            <p:cNvSpPr/>
            <p:nvPr/>
          </p:nvSpPr>
          <p:spPr>
            <a:xfrm>
              <a:off x="7530263" y="32953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7" name="pt19457"/>
            <p:cNvSpPr/>
            <p:nvPr/>
          </p:nvSpPr>
          <p:spPr>
            <a:xfrm>
              <a:off x="7457193" y="3234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8" name="pt19458"/>
            <p:cNvSpPr/>
            <p:nvPr/>
          </p:nvSpPr>
          <p:spPr>
            <a:xfrm>
              <a:off x="7365119" y="3281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59" name="pt19459"/>
            <p:cNvSpPr/>
            <p:nvPr/>
          </p:nvSpPr>
          <p:spPr>
            <a:xfrm>
              <a:off x="7196585" y="320392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60" name="pt19460"/>
            <p:cNvSpPr/>
            <p:nvPr/>
          </p:nvSpPr>
          <p:spPr>
            <a:xfrm>
              <a:off x="7643529" y="32729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1" name="pt19461"/>
            <p:cNvSpPr/>
            <p:nvPr/>
          </p:nvSpPr>
          <p:spPr>
            <a:xfrm>
              <a:off x="7525283" y="3269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2" name="pt19462"/>
            <p:cNvSpPr/>
            <p:nvPr/>
          </p:nvSpPr>
          <p:spPr>
            <a:xfrm>
              <a:off x="7452580" y="3248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3" name="pt19463"/>
            <p:cNvSpPr/>
            <p:nvPr/>
          </p:nvSpPr>
          <p:spPr>
            <a:xfrm>
              <a:off x="7336359" y="3321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4" name="pt19464"/>
            <p:cNvSpPr/>
            <p:nvPr/>
          </p:nvSpPr>
          <p:spPr>
            <a:xfrm>
              <a:off x="7138992" y="3290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5" name="pt19465"/>
            <p:cNvSpPr/>
            <p:nvPr/>
          </p:nvSpPr>
          <p:spPr>
            <a:xfrm>
              <a:off x="7559856" y="3375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6" name="pt19466"/>
            <p:cNvSpPr/>
            <p:nvPr/>
          </p:nvSpPr>
          <p:spPr>
            <a:xfrm>
              <a:off x="7628900" y="3275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7" name="pt19467"/>
            <p:cNvSpPr/>
            <p:nvPr/>
          </p:nvSpPr>
          <p:spPr>
            <a:xfrm>
              <a:off x="7449761" y="3215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8" name="pt19468"/>
            <p:cNvSpPr/>
            <p:nvPr/>
          </p:nvSpPr>
          <p:spPr>
            <a:xfrm>
              <a:off x="7350764" y="3261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69" name="pt19469"/>
            <p:cNvSpPr/>
            <p:nvPr/>
          </p:nvSpPr>
          <p:spPr>
            <a:xfrm>
              <a:off x="7392170" y="31764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0" name="pt19470"/>
            <p:cNvSpPr/>
            <p:nvPr/>
          </p:nvSpPr>
          <p:spPr>
            <a:xfrm>
              <a:off x="7627987" y="3290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1" name="pt19471"/>
            <p:cNvSpPr/>
            <p:nvPr/>
          </p:nvSpPr>
          <p:spPr>
            <a:xfrm>
              <a:off x="7688166" y="32753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2" name="pt19472"/>
            <p:cNvSpPr/>
            <p:nvPr/>
          </p:nvSpPr>
          <p:spPr>
            <a:xfrm>
              <a:off x="7579663" y="3270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3" name="pt19473"/>
            <p:cNvSpPr/>
            <p:nvPr/>
          </p:nvSpPr>
          <p:spPr>
            <a:xfrm>
              <a:off x="7556717" y="3274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4" name="pt19474"/>
            <p:cNvSpPr/>
            <p:nvPr/>
          </p:nvSpPr>
          <p:spPr>
            <a:xfrm>
              <a:off x="7507473" y="3306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5" name="pt19475"/>
            <p:cNvSpPr/>
            <p:nvPr/>
          </p:nvSpPr>
          <p:spPr>
            <a:xfrm>
              <a:off x="7369383" y="3235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6" name="pt19476"/>
            <p:cNvSpPr/>
            <p:nvPr/>
          </p:nvSpPr>
          <p:spPr>
            <a:xfrm>
              <a:off x="7099345" y="32688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7" name="pt19477"/>
            <p:cNvSpPr/>
            <p:nvPr/>
          </p:nvSpPr>
          <p:spPr>
            <a:xfrm>
              <a:off x="7379607" y="32346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8" name="pt19478"/>
            <p:cNvSpPr/>
            <p:nvPr/>
          </p:nvSpPr>
          <p:spPr>
            <a:xfrm>
              <a:off x="7586068" y="3304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79" name="pt19479"/>
            <p:cNvSpPr/>
            <p:nvPr/>
          </p:nvSpPr>
          <p:spPr>
            <a:xfrm>
              <a:off x="7455711" y="3265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0" name="pt19480"/>
            <p:cNvSpPr/>
            <p:nvPr/>
          </p:nvSpPr>
          <p:spPr>
            <a:xfrm>
              <a:off x="7447263" y="3318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1" name="pt19481"/>
            <p:cNvSpPr/>
            <p:nvPr/>
          </p:nvSpPr>
          <p:spPr>
            <a:xfrm>
              <a:off x="7567370" y="3265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2" name="pt19482"/>
            <p:cNvSpPr/>
            <p:nvPr/>
          </p:nvSpPr>
          <p:spPr>
            <a:xfrm>
              <a:off x="7604445" y="30257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3" name="pt19483"/>
            <p:cNvSpPr/>
            <p:nvPr/>
          </p:nvSpPr>
          <p:spPr>
            <a:xfrm>
              <a:off x="7540255" y="3260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4" name="pt19484"/>
            <p:cNvSpPr/>
            <p:nvPr/>
          </p:nvSpPr>
          <p:spPr>
            <a:xfrm>
              <a:off x="7400675" y="3257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5" name="pt19485"/>
            <p:cNvSpPr/>
            <p:nvPr/>
          </p:nvSpPr>
          <p:spPr>
            <a:xfrm>
              <a:off x="7325611" y="33267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6" name="pt19486"/>
            <p:cNvSpPr/>
            <p:nvPr/>
          </p:nvSpPr>
          <p:spPr>
            <a:xfrm>
              <a:off x="7573932" y="3273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7" name="pt19487"/>
            <p:cNvSpPr/>
            <p:nvPr/>
          </p:nvSpPr>
          <p:spPr>
            <a:xfrm>
              <a:off x="7431723" y="3301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8" name="pt19488"/>
            <p:cNvSpPr/>
            <p:nvPr/>
          </p:nvSpPr>
          <p:spPr>
            <a:xfrm>
              <a:off x="7481832" y="32706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89" name="pt19489"/>
            <p:cNvSpPr/>
            <p:nvPr/>
          </p:nvSpPr>
          <p:spPr>
            <a:xfrm>
              <a:off x="7573695" y="32895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0" name="pt19490"/>
            <p:cNvSpPr/>
            <p:nvPr/>
          </p:nvSpPr>
          <p:spPr>
            <a:xfrm>
              <a:off x="7433955" y="3396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1" name="pt19491"/>
            <p:cNvSpPr/>
            <p:nvPr/>
          </p:nvSpPr>
          <p:spPr>
            <a:xfrm>
              <a:off x="7399065" y="3270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2" name="pt19492"/>
            <p:cNvSpPr/>
            <p:nvPr/>
          </p:nvSpPr>
          <p:spPr>
            <a:xfrm>
              <a:off x="7430566" y="32759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3" name="pt19493"/>
            <p:cNvSpPr/>
            <p:nvPr/>
          </p:nvSpPr>
          <p:spPr>
            <a:xfrm>
              <a:off x="7481973" y="3362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4" name="pt19494"/>
            <p:cNvSpPr/>
            <p:nvPr/>
          </p:nvSpPr>
          <p:spPr>
            <a:xfrm>
              <a:off x="7210581" y="3251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5" name="pt19495"/>
            <p:cNvSpPr/>
            <p:nvPr/>
          </p:nvSpPr>
          <p:spPr>
            <a:xfrm>
              <a:off x="7162186" y="3251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6" name="pt19496"/>
            <p:cNvSpPr/>
            <p:nvPr/>
          </p:nvSpPr>
          <p:spPr>
            <a:xfrm>
              <a:off x="7492300" y="32190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7" name="pt19497"/>
            <p:cNvSpPr/>
            <p:nvPr/>
          </p:nvSpPr>
          <p:spPr>
            <a:xfrm>
              <a:off x="7443133" y="32830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8" name="pt19498"/>
            <p:cNvSpPr/>
            <p:nvPr/>
          </p:nvSpPr>
          <p:spPr>
            <a:xfrm>
              <a:off x="7429426" y="3254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499" name="pt19499"/>
            <p:cNvSpPr/>
            <p:nvPr/>
          </p:nvSpPr>
          <p:spPr>
            <a:xfrm>
              <a:off x="7575832" y="3279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0" name="pt19500"/>
            <p:cNvSpPr/>
            <p:nvPr/>
          </p:nvSpPr>
          <p:spPr>
            <a:xfrm>
              <a:off x="7393237" y="3270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1" name="pt19501"/>
            <p:cNvSpPr/>
            <p:nvPr/>
          </p:nvSpPr>
          <p:spPr>
            <a:xfrm>
              <a:off x="7545478" y="3263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2" name="pt19502"/>
            <p:cNvSpPr/>
            <p:nvPr/>
          </p:nvSpPr>
          <p:spPr>
            <a:xfrm>
              <a:off x="7611912" y="3288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3" name="pt19503"/>
            <p:cNvSpPr/>
            <p:nvPr/>
          </p:nvSpPr>
          <p:spPr>
            <a:xfrm>
              <a:off x="7652700" y="3256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4" name="pt19504"/>
            <p:cNvSpPr/>
            <p:nvPr/>
          </p:nvSpPr>
          <p:spPr>
            <a:xfrm>
              <a:off x="7293749" y="3242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5" name="pt19505"/>
            <p:cNvSpPr/>
            <p:nvPr/>
          </p:nvSpPr>
          <p:spPr>
            <a:xfrm>
              <a:off x="7824740" y="3278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6" name="pt19506"/>
            <p:cNvSpPr/>
            <p:nvPr/>
          </p:nvSpPr>
          <p:spPr>
            <a:xfrm>
              <a:off x="7293356" y="3269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7" name="pt19507"/>
            <p:cNvSpPr/>
            <p:nvPr/>
          </p:nvSpPr>
          <p:spPr>
            <a:xfrm>
              <a:off x="7427309" y="32593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8" name="pt19508"/>
            <p:cNvSpPr/>
            <p:nvPr/>
          </p:nvSpPr>
          <p:spPr>
            <a:xfrm>
              <a:off x="7593462" y="3282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09" name="pt19509"/>
            <p:cNvSpPr/>
            <p:nvPr/>
          </p:nvSpPr>
          <p:spPr>
            <a:xfrm>
              <a:off x="7196599" y="3163930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10" name="pt19510"/>
            <p:cNvSpPr/>
            <p:nvPr/>
          </p:nvSpPr>
          <p:spPr>
            <a:xfrm>
              <a:off x="7518638" y="32815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1" name="pt19511"/>
            <p:cNvSpPr/>
            <p:nvPr/>
          </p:nvSpPr>
          <p:spPr>
            <a:xfrm>
              <a:off x="7579661" y="3279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2" name="pt19512"/>
            <p:cNvSpPr/>
            <p:nvPr/>
          </p:nvSpPr>
          <p:spPr>
            <a:xfrm>
              <a:off x="7281614" y="3270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3" name="pt19513"/>
            <p:cNvSpPr/>
            <p:nvPr/>
          </p:nvSpPr>
          <p:spPr>
            <a:xfrm>
              <a:off x="7615920" y="3248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4" name="pt19514"/>
            <p:cNvSpPr/>
            <p:nvPr/>
          </p:nvSpPr>
          <p:spPr>
            <a:xfrm>
              <a:off x="7566821" y="3267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5" name="pt19515"/>
            <p:cNvSpPr/>
            <p:nvPr/>
          </p:nvSpPr>
          <p:spPr>
            <a:xfrm>
              <a:off x="7460860" y="3238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6" name="pt19516"/>
            <p:cNvSpPr/>
            <p:nvPr/>
          </p:nvSpPr>
          <p:spPr>
            <a:xfrm>
              <a:off x="7561888" y="3295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7" name="pt19517"/>
            <p:cNvSpPr/>
            <p:nvPr/>
          </p:nvSpPr>
          <p:spPr>
            <a:xfrm>
              <a:off x="7626355" y="3288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8" name="pt19518"/>
            <p:cNvSpPr/>
            <p:nvPr/>
          </p:nvSpPr>
          <p:spPr>
            <a:xfrm>
              <a:off x="7630905" y="3307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19" name="pt19519"/>
            <p:cNvSpPr/>
            <p:nvPr/>
          </p:nvSpPr>
          <p:spPr>
            <a:xfrm>
              <a:off x="7600708" y="3286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0" name="pt19520"/>
            <p:cNvSpPr/>
            <p:nvPr/>
          </p:nvSpPr>
          <p:spPr>
            <a:xfrm>
              <a:off x="7211622" y="313241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21" name="pt19521"/>
            <p:cNvSpPr/>
            <p:nvPr/>
          </p:nvSpPr>
          <p:spPr>
            <a:xfrm>
              <a:off x="7475059" y="3258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2" name="pt19522"/>
            <p:cNvSpPr/>
            <p:nvPr/>
          </p:nvSpPr>
          <p:spPr>
            <a:xfrm>
              <a:off x="7456412" y="3269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3" name="pt19523"/>
            <p:cNvSpPr/>
            <p:nvPr/>
          </p:nvSpPr>
          <p:spPr>
            <a:xfrm>
              <a:off x="7435234" y="32828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4" name="pt19524"/>
            <p:cNvSpPr/>
            <p:nvPr/>
          </p:nvSpPr>
          <p:spPr>
            <a:xfrm>
              <a:off x="7402330" y="3228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5" name="pt19525"/>
            <p:cNvSpPr/>
            <p:nvPr/>
          </p:nvSpPr>
          <p:spPr>
            <a:xfrm>
              <a:off x="7596680" y="32465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6" name="pt19526"/>
            <p:cNvSpPr/>
            <p:nvPr/>
          </p:nvSpPr>
          <p:spPr>
            <a:xfrm>
              <a:off x="7273043" y="3244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7" name="pt19527"/>
            <p:cNvSpPr/>
            <p:nvPr/>
          </p:nvSpPr>
          <p:spPr>
            <a:xfrm>
              <a:off x="7641847" y="32693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8" name="pt19528"/>
            <p:cNvSpPr/>
            <p:nvPr/>
          </p:nvSpPr>
          <p:spPr>
            <a:xfrm>
              <a:off x="7398666" y="3271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29" name="pt19529"/>
            <p:cNvSpPr/>
            <p:nvPr/>
          </p:nvSpPr>
          <p:spPr>
            <a:xfrm>
              <a:off x="7391175" y="32668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0" name="pt19530"/>
            <p:cNvSpPr/>
            <p:nvPr/>
          </p:nvSpPr>
          <p:spPr>
            <a:xfrm>
              <a:off x="7678801" y="3278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1" name="pt19531"/>
            <p:cNvSpPr/>
            <p:nvPr/>
          </p:nvSpPr>
          <p:spPr>
            <a:xfrm>
              <a:off x="7390856" y="3265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2" name="pt19532"/>
            <p:cNvSpPr/>
            <p:nvPr/>
          </p:nvSpPr>
          <p:spPr>
            <a:xfrm>
              <a:off x="7465625" y="32687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3" name="pt19533"/>
            <p:cNvSpPr/>
            <p:nvPr/>
          </p:nvSpPr>
          <p:spPr>
            <a:xfrm>
              <a:off x="7381709" y="3224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4" name="pt19534"/>
            <p:cNvSpPr/>
            <p:nvPr/>
          </p:nvSpPr>
          <p:spPr>
            <a:xfrm>
              <a:off x="7322225" y="33010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5" name="pt19535"/>
            <p:cNvSpPr/>
            <p:nvPr/>
          </p:nvSpPr>
          <p:spPr>
            <a:xfrm>
              <a:off x="7206882" y="3245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6" name="pt19536"/>
            <p:cNvSpPr/>
            <p:nvPr/>
          </p:nvSpPr>
          <p:spPr>
            <a:xfrm>
              <a:off x="7449452" y="3319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7" name="pt19537"/>
            <p:cNvSpPr/>
            <p:nvPr/>
          </p:nvSpPr>
          <p:spPr>
            <a:xfrm>
              <a:off x="7506914" y="3280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8" name="pt19538"/>
            <p:cNvSpPr/>
            <p:nvPr/>
          </p:nvSpPr>
          <p:spPr>
            <a:xfrm>
              <a:off x="7353995" y="3256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39" name="pt19539"/>
            <p:cNvSpPr/>
            <p:nvPr/>
          </p:nvSpPr>
          <p:spPr>
            <a:xfrm>
              <a:off x="7430238" y="3272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0" name="pt19540"/>
            <p:cNvSpPr/>
            <p:nvPr/>
          </p:nvSpPr>
          <p:spPr>
            <a:xfrm>
              <a:off x="7328839" y="3263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1" name="pt19541"/>
            <p:cNvSpPr/>
            <p:nvPr/>
          </p:nvSpPr>
          <p:spPr>
            <a:xfrm>
              <a:off x="7213899" y="3267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2" name="pt19542"/>
            <p:cNvSpPr/>
            <p:nvPr/>
          </p:nvSpPr>
          <p:spPr>
            <a:xfrm>
              <a:off x="7725916" y="3297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3" name="pt19543"/>
            <p:cNvSpPr/>
            <p:nvPr/>
          </p:nvSpPr>
          <p:spPr>
            <a:xfrm>
              <a:off x="7460195" y="3329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4" name="pt19544"/>
            <p:cNvSpPr/>
            <p:nvPr/>
          </p:nvSpPr>
          <p:spPr>
            <a:xfrm>
              <a:off x="7596022" y="3281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5" name="pt19545"/>
            <p:cNvSpPr/>
            <p:nvPr/>
          </p:nvSpPr>
          <p:spPr>
            <a:xfrm>
              <a:off x="7384426" y="3271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6" name="pt19546"/>
            <p:cNvSpPr/>
            <p:nvPr/>
          </p:nvSpPr>
          <p:spPr>
            <a:xfrm>
              <a:off x="7470060" y="3254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7" name="pt19547"/>
            <p:cNvSpPr/>
            <p:nvPr/>
          </p:nvSpPr>
          <p:spPr>
            <a:xfrm>
              <a:off x="7417345" y="3296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8" name="pt19548"/>
            <p:cNvSpPr/>
            <p:nvPr/>
          </p:nvSpPr>
          <p:spPr>
            <a:xfrm>
              <a:off x="7626021" y="3306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49" name="pt19549"/>
            <p:cNvSpPr/>
            <p:nvPr/>
          </p:nvSpPr>
          <p:spPr>
            <a:xfrm>
              <a:off x="7406136" y="3282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0" name="pt19550"/>
            <p:cNvSpPr/>
            <p:nvPr/>
          </p:nvSpPr>
          <p:spPr>
            <a:xfrm>
              <a:off x="7349281" y="3337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1" name="pt19551"/>
            <p:cNvSpPr/>
            <p:nvPr/>
          </p:nvSpPr>
          <p:spPr>
            <a:xfrm>
              <a:off x="7478225" y="3274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2" name="pt19552"/>
            <p:cNvSpPr/>
            <p:nvPr/>
          </p:nvSpPr>
          <p:spPr>
            <a:xfrm>
              <a:off x="7548807" y="3272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3" name="pt19553"/>
            <p:cNvSpPr/>
            <p:nvPr/>
          </p:nvSpPr>
          <p:spPr>
            <a:xfrm>
              <a:off x="7444755" y="3168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4" name="pt19554"/>
            <p:cNvSpPr/>
            <p:nvPr/>
          </p:nvSpPr>
          <p:spPr>
            <a:xfrm>
              <a:off x="7540513" y="32737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5" name="pt19555"/>
            <p:cNvSpPr/>
            <p:nvPr/>
          </p:nvSpPr>
          <p:spPr>
            <a:xfrm>
              <a:off x="7461102" y="3157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6" name="pt19556"/>
            <p:cNvSpPr/>
            <p:nvPr/>
          </p:nvSpPr>
          <p:spPr>
            <a:xfrm>
              <a:off x="7594168" y="3308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7" name="pt19557"/>
            <p:cNvSpPr/>
            <p:nvPr/>
          </p:nvSpPr>
          <p:spPr>
            <a:xfrm>
              <a:off x="7314434" y="3267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8" name="pt19558"/>
            <p:cNvSpPr/>
            <p:nvPr/>
          </p:nvSpPr>
          <p:spPr>
            <a:xfrm>
              <a:off x="7281319" y="3278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59" name="pt19559"/>
            <p:cNvSpPr/>
            <p:nvPr/>
          </p:nvSpPr>
          <p:spPr>
            <a:xfrm>
              <a:off x="7595104" y="3269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0" name="pt19560"/>
            <p:cNvSpPr/>
            <p:nvPr/>
          </p:nvSpPr>
          <p:spPr>
            <a:xfrm>
              <a:off x="7387738" y="3192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1" name="pt19561"/>
            <p:cNvSpPr/>
            <p:nvPr/>
          </p:nvSpPr>
          <p:spPr>
            <a:xfrm>
              <a:off x="7532531" y="3281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2" name="pt19562"/>
            <p:cNvSpPr/>
            <p:nvPr/>
          </p:nvSpPr>
          <p:spPr>
            <a:xfrm>
              <a:off x="7403990" y="3285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3" name="pt19563"/>
            <p:cNvSpPr/>
            <p:nvPr/>
          </p:nvSpPr>
          <p:spPr>
            <a:xfrm>
              <a:off x="7407679" y="3223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4" name="pt19564"/>
            <p:cNvSpPr/>
            <p:nvPr/>
          </p:nvSpPr>
          <p:spPr>
            <a:xfrm>
              <a:off x="7564934" y="32938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5" name="pt19565"/>
            <p:cNvSpPr/>
            <p:nvPr/>
          </p:nvSpPr>
          <p:spPr>
            <a:xfrm>
              <a:off x="7475514" y="3271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6" name="pt19566"/>
            <p:cNvSpPr/>
            <p:nvPr/>
          </p:nvSpPr>
          <p:spPr>
            <a:xfrm>
              <a:off x="7546714" y="3267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7" name="pt19567"/>
            <p:cNvSpPr/>
            <p:nvPr/>
          </p:nvSpPr>
          <p:spPr>
            <a:xfrm>
              <a:off x="7417521" y="3302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8" name="pt19568"/>
            <p:cNvSpPr/>
            <p:nvPr/>
          </p:nvSpPr>
          <p:spPr>
            <a:xfrm>
              <a:off x="7413802" y="3237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69" name="pt19569"/>
            <p:cNvSpPr/>
            <p:nvPr/>
          </p:nvSpPr>
          <p:spPr>
            <a:xfrm>
              <a:off x="7438506" y="3218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0" name="pt19570"/>
            <p:cNvSpPr/>
            <p:nvPr/>
          </p:nvSpPr>
          <p:spPr>
            <a:xfrm>
              <a:off x="7380630" y="3289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1" name="pt19571"/>
            <p:cNvSpPr/>
            <p:nvPr/>
          </p:nvSpPr>
          <p:spPr>
            <a:xfrm>
              <a:off x="7321688" y="3266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2" name="pt19572"/>
            <p:cNvSpPr/>
            <p:nvPr/>
          </p:nvSpPr>
          <p:spPr>
            <a:xfrm>
              <a:off x="7349122" y="32501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3" name="pt19573"/>
            <p:cNvSpPr/>
            <p:nvPr/>
          </p:nvSpPr>
          <p:spPr>
            <a:xfrm>
              <a:off x="7394887" y="3252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4" name="pt19574"/>
            <p:cNvSpPr/>
            <p:nvPr/>
          </p:nvSpPr>
          <p:spPr>
            <a:xfrm>
              <a:off x="7532842" y="3277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5" name="pt19575"/>
            <p:cNvSpPr/>
            <p:nvPr/>
          </p:nvSpPr>
          <p:spPr>
            <a:xfrm>
              <a:off x="7357970" y="3227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6" name="pt19576"/>
            <p:cNvSpPr/>
            <p:nvPr/>
          </p:nvSpPr>
          <p:spPr>
            <a:xfrm>
              <a:off x="7407218" y="32339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7" name="pt19577"/>
            <p:cNvSpPr/>
            <p:nvPr/>
          </p:nvSpPr>
          <p:spPr>
            <a:xfrm>
              <a:off x="7541466" y="33211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8" name="pt19578"/>
            <p:cNvSpPr/>
            <p:nvPr/>
          </p:nvSpPr>
          <p:spPr>
            <a:xfrm>
              <a:off x="7571318" y="32677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79" name="pt19579"/>
            <p:cNvSpPr/>
            <p:nvPr/>
          </p:nvSpPr>
          <p:spPr>
            <a:xfrm>
              <a:off x="7264915" y="3254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0" name="pt19580"/>
            <p:cNvSpPr/>
            <p:nvPr/>
          </p:nvSpPr>
          <p:spPr>
            <a:xfrm>
              <a:off x="7503858" y="3264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1" name="pt19581"/>
            <p:cNvSpPr/>
            <p:nvPr/>
          </p:nvSpPr>
          <p:spPr>
            <a:xfrm>
              <a:off x="7594364" y="3287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2" name="pt19582"/>
            <p:cNvSpPr/>
            <p:nvPr/>
          </p:nvSpPr>
          <p:spPr>
            <a:xfrm>
              <a:off x="7565097" y="33036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3" name="pt19583"/>
            <p:cNvSpPr/>
            <p:nvPr/>
          </p:nvSpPr>
          <p:spPr>
            <a:xfrm>
              <a:off x="7452143" y="3304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4" name="pt19584"/>
            <p:cNvSpPr/>
            <p:nvPr/>
          </p:nvSpPr>
          <p:spPr>
            <a:xfrm>
              <a:off x="7552239" y="3270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5" name="pt19585"/>
            <p:cNvSpPr/>
            <p:nvPr/>
          </p:nvSpPr>
          <p:spPr>
            <a:xfrm>
              <a:off x="7562404" y="32209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6" name="pt19586"/>
            <p:cNvSpPr/>
            <p:nvPr/>
          </p:nvSpPr>
          <p:spPr>
            <a:xfrm>
              <a:off x="7430504" y="3267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7" name="pt19587"/>
            <p:cNvSpPr/>
            <p:nvPr/>
          </p:nvSpPr>
          <p:spPr>
            <a:xfrm>
              <a:off x="7443575" y="32756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8" name="pt19588"/>
            <p:cNvSpPr/>
            <p:nvPr/>
          </p:nvSpPr>
          <p:spPr>
            <a:xfrm>
              <a:off x="7584280" y="3289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89" name="pt19589"/>
            <p:cNvSpPr/>
            <p:nvPr/>
          </p:nvSpPr>
          <p:spPr>
            <a:xfrm>
              <a:off x="7495206" y="3256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0" name="pt19590"/>
            <p:cNvSpPr/>
            <p:nvPr/>
          </p:nvSpPr>
          <p:spPr>
            <a:xfrm>
              <a:off x="7348223" y="32926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1" name="pt19591"/>
            <p:cNvSpPr/>
            <p:nvPr/>
          </p:nvSpPr>
          <p:spPr>
            <a:xfrm>
              <a:off x="7444081" y="32438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2" name="pt19592"/>
            <p:cNvSpPr/>
            <p:nvPr/>
          </p:nvSpPr>
          <p:spPr>
            <a:xfrm>
              <a:off x="7677970" y="3273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3" name="pt19593"/>
            <p:cNvSpPr/>
            <p:nvPr/>
          </p:nvSpPr>
          <p:spPr>
            <a:xfrm>
              <a:off x="7920006" y="32932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4" name="pt19594"/>
            <p:cNvSpPr/>
            <p:nvPr/>
          </p:nvSpPr>
          <p:spPr>
            <a:xfrm>
              <a:off x="7240336" y="3226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5" name="pt19595"/>
            <p:cNvSpPr/>
            <p:nvPr/>
          </p:nvSpPr>
          <p:spPr>
            <a:xfrm>
              <a:off x="7481135" y="3249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6" name="pt19596"/>
            <p:cNvSpPr/>
            <p:nvPr/>
          </p:nvSpPr>
          <p:spPr>
            <a:xfrm>
              <a:off x="7496817" y="31409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7" name="pt19597"/>
            <p:cNvSpPr/>
            <p:nvPr/>
          </p:nvSpPr>
          <p:spPr>
            <a:xfrm>
              <a:off x="7421282" y="3285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8" name="pt19598"/>
            <p:cNvSpPr/>
            <p:nvPr/>
          </p:nvSpPr>
          <p:spPr>
            <a:xfrm>
              <a:off x="7623588" y="3298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599" name="pt19599"/>
            <p:cNvSpPr/>
            <p:nvPr/>
          </p:nvSpPr>
          <p:spPr>
            <a:xfrm>
              <a:off x="7320362" y="32667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0" name="pt19600"/>
            <p:cNvSpPr/>
            <p:nvPr/>
          </p:nvSpPr>
          <p:spPr>
            <a:xfrm>
              <a:off x="7499988" y="3289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1" name="pt19601"/>
            <p:cNvSpPr/>
            <p:nvPr/>
          </p:nvSpPr>
          <p:spPr>
            <a:xfrm>
              <a:off x="7488872" y="3341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2" name="pt19602"/>
            <p:cNvSpPr/>
            <p:nvPr/>
          </p:nvSpPr>
          <p:spPr>
            <a:xfrm>
              <a:off x="7425085" y="32814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3" name="pt19603"/>
            <p:cNvSpPr/>
            <p:nvPr/>
          </p:nvSpPr>
          <p:spPr>
            <a:xfrm>
              <a:off x="7429867" y="32679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4" name="pt19604"/>
            <p:cNvSpPr/>
            <p:nvPr/>
          </p:nvSpPr>
          <p:spPr>
            <a:xfrm>
              <a:off x="7494783" y="3285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5" name="pt19605"/>
            <p:cNvSpPr/>
            <p:nvPr/>
          </p:nvSpPr>
          <p:spPr>
            <a:xfrm>
              <a:off x="7307426" y="3250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6" name="pt19606"/>
            <p:cNvSpPr/>
            <p:nvPr/>
          </p:nvSpPr>
          <p:spPr>
            <a:xfrm>
              <a:off x="7635665" y="33229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7" name="pt19607"/>
            <p:cNvSpPr/>
            <p:nvPr/>
          </p:nvSpPr>
          <p:spPr>
            <a:xfrm>
              <a:off x="7399072" y="3319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8" name="pt19608"/>
            <p:cNvSpPr/>
            <p:nvPr/>
          </p:nvSpPr>
          <p:spPr>
            <a:xfrm>
              <a:off x="7464899" y="3285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09" name="pt19609"/>
            <p:cNvSpPr/>
            <p:nvPr/>
          </p:nvSpPr>
          <p:spPr>
            <a:xfrm>
              <a:off x="7460559" y="3274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0" name="pt19610"/>
            <p:cNvSpPr/>
            <p:nvPr/>
          </p:nvSpPr>
          <p:spPr>
            <a:xfrm>
              <a:off x="7399304" y="3190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1" name="pt19611"/>
            <p:cNvSpPr/>
            <p:nvPr/>
          </p:nvSpPr>
          <p:spPr>
            <a:xfrm>
              <a:off x="7459195" y="3266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2" name="pt19612"/>
            <p:cNvSpPr/>
            <p:nvPr/>
          </p:nvSpPr>
          <p:spPr>
            <a:xfrm>
              <a:off x="7495695" y="3276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3" name="pt19613"/>
            <p:cNvSpPr/>
            <p:nvPr/>
          </p:nvSpPr>
          <p:spPr>
            <a:xfrm>
              <a:off x="7424705" y="3278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4" name="pt19614"/>
            <p:cNvSpPr/>
            <p:nvPr/>
          </p:nvSpPr>
          <p:spPr>
            <a:xfrm>
              <a:off x="7365369" y="3239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5" name="pt19615"/>
            <p:cNvSpPr/>
            <p:nvPr/>
          </p:nvSpPr>
          <p:spPr>
            <a:xfrm>
              <a:off x="7399663" y="3269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6" name="pt19616"/>
            <p:cNvSpPr/>
            <p:nvPr/>
          </p:nvSpPr>
          <p:spPr>
            <a:xfrm>
              <a:off x="7459160" y="3256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7" name="pt19617"/>
            <p:cNvSpPr/>
            <p:nvPr/>
          </p:nvSpPr>
          <p:spPr>
            <a:xfrm>
              <a:off x="7549342" y="3349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8" name="pt19618"/>
            <p:cNvSpPr/>
            <p:nvPr/>
          </p:nvSpPr>
          <p:spPr>
            <a:xfrm>
              <a:off x="7772647" y="3269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19" name="pt19619"/>
            <p:cNvSpPr/>
            <p:nvPr/>
          </p:nvSpPr>
          <p:spPr>
            <a:xfrm>
              <a:off x="7471749" y="3259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0" name="pt19620"/>
            <p:cNvSpPr/>
            <p:nvPr/>
          </p:nvSpPr>
          <p:spPr>
            <a:xfrm>
              <a:off x="7222997" y="3283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1" name="pt19621"/>
            <p:cNvSpPr/>
            <p:nvPr/>
          </p:nvSpPr>
          <p:spPr>
            <a:xfrm>
              <a:off x="7448036" y="3271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2" name="pt19622"/>
            <p:cNvSpPr/>
            <p:nvPr/>
          </p:nvSpPr>
          <p:spPr>
            <a:xfrm>
              <a:off x="7266872" y="3255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3" name="pt19623"/>
            <p:cNvSpPr/>
            <p:nvPr/>
          </p:nvSpPr>
          <p:spPr>
            <a:xfrm>
              <a:off x="7303658" y="2588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4" name="pt19624"/>
            <p:cNvSpPr/>
            <p:nvPr/>
          </p:nvSpPr>
          <p:spPr>
            <a:xfrm>
              <a:off x="7591748" y="32901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5" name="pt19625"/>
            <p:cNvSpPr/>
            <p:nvPr/>
          </p:nvSpPr>
          <p:spPr>
            <a:xfrm>
              <a:off x="7421211" y="3205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6" name="pt19626"/>
            <p:cNvSpPr/>
            <p:nvPr/>
          </p:nvSpPr>
          <p:spPr>
            <a:xfrm>
              <a:off x="7414426" y="32231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7" name="pt19627"/>
            <p:cNvSpPr/>
            <p:nvPr/>
          </p:nvSpPr>
          <p:spPr>
            <a:xfrm>
              <a:off x="7469600" y="3256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8" name="pt19628"/>
            <p:cNvSpPr/>
            <p:nvPr/>
          </p:nvSpPr>
          <p:spPr>
            <a:xfrm>
              <a:off x="7783655" y="32667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29" name="pt19629"/>
            <p:cNvSpPr/>
            <p:nvPr/>
          </p:nvSpPr>
          <p:spPr>
            <a:xfrm>
              <a:off x="7420001" y="3223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0" name="pt19630"/>
            <p:cNvSpPr/>
            <p:nvPr/>
          </p:nvSpPr>
          <p:spPr>
            <a:xfrm>
              <a:off x="7552849" y="3296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1" name="pt19631"/>
            <p:cNvSpPr/>
            <p:nvPr/>
          </p:nvSpPr>
          <p:spPr>
            <a:xfrm>
              <a:off x="7510639" y="3272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2" name="pt19632"/>
            <p:cNvSpPr/>
            <p:nvPr/>
          </p:nvSpPr>
          <p:spPr>
            <a:xfrm>
              <a:off x="7329330" y="3247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3" name="pt19633"/>
            <p:cNvSpPr/>
            <p:nvPr/>
          </p:nvSpPr>
          <p:spPr>
            <a:xfrm>
              <a:off x="7522491" y="3261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4" name="pt19634"/>
            <p:cNvSpPr/>
            <p:nvPr/>
          </p:nvSpPr>
          <p:spPr>
            <a:xfrm>
              <a:off x="7488840" y="3260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5" name="pt19635"/>
            <p:cNvSpPr/>
            <p:nvPr/>
          </p:nvSpPr>
          <p:spPr>
            <a:xfrm>
              <a:off x="7229255" y="3291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6" name="pt19636"/>
            <p:cNvSpPr/>
            <p:nvPr/>
          </p:nvSpPr>
          <p:spPr>
            <a:xfrm>
              <a:off x="7320249" y="3227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7" name="pt19637"/>
            <p:cNvSpPr/>
            <p:nvPr/>
          </p:nvSpPr>
          <p:spPr>
            <a:xfrm>
              <a:off x="7498025" y="3235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8" name="pt19638"/>
            <p:cNvSpPr/>
            <p:nvPr/>
          </p:nvSpPr>
          <p:spPr>
            <a:xfrm>
              <a:off x="7366005" y="32884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39" name="pt19639"/>
            <p:cNvSpPr/>
            <p:nvPr/>
          </p:nvSpPr>
          <p:spPr>
            <a:xfrm>
              <a:off x="7364193" y="3301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0" name="pt19640"/>
            <p:cNvSpPr/>
            <p:nvPr/>
          </p:nvSpPr>
          <p:spPr>
            <a:xfrm>
              <a:off x="7733450" y="3269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1" name="pt19641"/>
            <p:cNvSpPr/>
            <p:nvPr/>
          </p:nvSpPr>
          <p:spPr>
            <a:xfrm>
              <a:off x="7374345" y="3231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2" name="pt19642"/>
            <p:cNvSpPr/>
            <p:nvPr/>
          </p:nvSpPr>
          <p:spPr>
            <a:xfrm>
              <a:off x="7496593" y="3301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3" name="pt19643"/>
            <p:cNvSpPr/>
            <p:nvPr/>
          </p:nvSpPr>
          <p:spPr>
            <a:xfrm>
              <a:off x="7513095" y="31805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4" name="pt19644"/>
            <p:cNvSpPr/>
            <p:nvPr/>
          </p:nvSpPr>
          <p:spPr>
            <a:xfrm>
              <a:off x="7380870" y="3306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5" name="pt19645"/>
            <p:cNvSpPr/>
            <p:nvPr/>
          </p:nvSpPr>
          <p:spPr>
            <a:xfrm>
              <a:off x="7629515" y="3286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6" name="pt19646"/>
            <p:cNvSpPr/>
            <p:nvPr/>
          </p:nvSpPr>
          <p:spPr>
            <a:xfrm>
              <a:off x="7641043" y="3265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7" name="pt19647"/>
            <p:cNvSpPr/>
            <p:nvPr/>
          </p:nvSpPr>
          <p:spPr>
            <a:xfrm>
              <a:off x="7410345" y="3239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8" name="pt19648"/>
            <p:cNvSpPr/>
            <p:nvPr/>
          </p:nvSpPr>
          <p:spPr>
            <a:xfrm>
              <a:off x="7582766" y="3281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49" name="pt19649"/>
            <p:cNvSpPr/>
            <p:nvPr/>
          </p:nvSpPr>
          <p:spPr>
            <a:xfrm>
              <a:off x="7319370" y="3235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0" name="pt19650"/>
            <p:cNvSpPr/>
            <p:nvPr/>
          </p:nvSpPr>
          <p:spPr>
            <a:xfrm>
              <a:off x="7515756" y="3292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1" name="pt19651"/>
            <p:cNvSpPr/>
            <p:nvPr/>
          </p:nvSpPr>
          <p:spPr>
            <a:xfrm>
              <a:off x="7417461" y="3272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2" name="pt19652"/>
            <p:cNvSpPr/>
            <p:nvPr/>
          </p:nvSpPr>
          <p:spPr>
            <a:xfrm>
              <a:off x="7425202" y="3285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3" name="pt19653"/>
            <p:cNvSpPr/>
            <p:nvPr/>
          </p:nvSpPr>
          <p:spPr>
            <a:xfrm>
              <a:off x="7389349" y="3236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4" name="pt19654"/>
            <p:cNvSpPr/>
            <p:nvPr/>
          </p:nvSpPr>
          <p:spPr>
            <a:xfrm>
              <a:off x="7398587" y="32991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5" name="pt19655"/>
            <p:cNvSpPr/>
            <p:nvPr/>
          </p:nvSpPr>
          <p:spPr>
            <a:xfrm>
              <a:off x="7504043" y="3305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6" name="pt19656"/>
            <p:cNvSpPr/>
            <p:nvPr/>
          </p:nvSpPr>
          <p:spPr>
            <a:xfrm>
              <a:off x="7464360" y="3303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7" name="pt19657"/>
            <p:cNvSpPr/>
            <p:nvPr/>
          </p:nvSpPr>
          <p:spPr>
            <a:xfrm>
              <a:off x="7460689" y="3255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8" name="pt19658"/>
            <p:cNvSpPr/>
            <p:nvPr/>
          </p:nvSpPr>
          <p:spPr>
            <a:xfrm>
              <a:off x="7308235" y="3248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59" name="pt19659"/>
            <p:cNvSpPr/>
            <p:nvPr/>
          </p:nvSpPr>
          <p:spPr>
            <a:xfrm>
              <a:off x="7628630" y="32791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0" name="pt19660"/>
            <p:cNvSpPr/>
            <p:nvPr/>
          </p:nvSpPr>
          <p:spPr>
            <a:xfrm>
              <a:off x="7463821" y="3277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1" name="pt19661"/>
            <p:cNvSpPr/>
            <p:nvPr/>
          </p:nvSpPr>
          <p:spPr>
            <a:xfrm>
              <a:off x="7258861" y="3273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2" name="pt19662"/>
            <p:cNvSpPr/>
            <p:nvPr/>
          </p:nvSpPr>
          <p:spPr>
            <a:xfrm>
              <a:off x="7353786" y="3249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3" name="pt19663"/>
            <p:cNvSpPr/>
            <p:nvPr/>
          </p:nvSpPr>
          <p:spPr>
            <a:xfrm>
              <a:off x="7542767" y="3290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4" name="pt19664"/>
            <p:cNvSpPr/>
            <p:nvPr/>
          </p:nvSpPr>
          <p:spPr>
            <a:xfrm>
              <a:off x="7394442" y="32900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5" name="pt19665"/>
            <p:cNvSpPr/>
            <p:nvPr/>
          </p:nvSpPr>
          <p:spPr>
            <a:xfrm>
              <a:off x="7363993" y="3249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6" name="pt19666"/>
            <p:cNvSpPr/>
            <p:nvPr/>
          </p:nvSpPr>
          <p:spPr>
            <a:xfrm>
              <a:off x="7339369" y="3215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7" name="pt19667"/>
            <p:cNvSpPr/>
            <p:nvPr/>
          </p:nvSpPr>
          <p:spPr>
            <a:xfrm>
              <a:off x="7467560" y="32003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8" name="pt19668"/>
            <p:cNvSpPr/>
            <p:nvPr/>
          </p:nvSpPr>
          <p:spPr>
            <a:xfrm>
              <a:off x="7371017" y="3282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69" name="pt19669"/>
            <p:cNvSpPr/>
            <p:nvPr/>
          </p:nvSpPr>
          <p:spPr>
            <a:xfrm>
              <a:off x="7337212" y="32585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0" name="pt19670"/>
            <p:cNvSpPr/>
            <p:nvPr/>
          </p:nvSpPr>
          <p:spPr>
            <a:xfrm>
              <a:off x="7468739" y="3253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1" name="pt19671"/>
            <p:cNvSpPr/>
            <p:nvPr/>
          </p:nvSpPr>
          <p:spPr>
            <a:xfrm>
              <a:off x="7395629" y="31876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2" name="pt19672"/>
            <p:cNvSpPr/>
            <p:nvPr/>
          </p:nvSpPr>
          <p:spPr>
            <a:xfrm>
              <a:off x="7481958" y="32115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3" name="pt19673"/>
            <p:cNvSpPr/>
            <p:nvPr/>
          </p:nvSpPr>
          <p:spPr>
            <a:xfrm>
              <a:off x="7167648" y="33049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4" name="pt19674"/>
            <p:cNvSpPr/>
            <p:nvPr/>
          </p:nvSpPr>
          <p:spPr>
            <a:xfrm>
              <a:off x="7625371" y="3291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5" name="pt19675"/>
            <p:cNvSpPr/>
            <p:nvPr/>
          </p:nvSpPr>
          <p:spPr>
            <a:xfrm>
              <a:off x="7394740" y="3257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6" name="pt19676"/>
            <p:cNvSpPr/>
            <p:nvPr/>
          </p:nvSpPr>
          <p:spPr>
            <a:xfrm>
              <a:off x="7132882" y="3222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7" name="pt19677"/>
            <p:cNvSpPr/>
            <p:nvPr/>
          </p:nvSpPr>
          <p:spPr>
            <a:xfrm>
              <a:off x="7433821" y="3297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8" name="pt19678"/>
            <p:cNvSpPr/>
            <p:nvPr/>
          </p:nvSpPr>
          <p:spPr>
            <a:xfrm>
              <a:off x="7465228" y="3280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79" name="pt19679"/>
            <p:cNvSpPr/>
            <p:nvPr/>
          </p:nvSpPr>
          <p:spPr>
            <a:xfrm>
              <a:off x="7487700" y="3269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0" name="pt19680"/>
            <p:cNvSpPr/>
            <p:nvPr/>
          </p:nvSpPr>
          <p:spPr>
            <a:xfrm>
              <a:off x="7869422" y="32617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1" name="pt19681"/>
            <p:cNvSpPr/>
            <p:nvPr/>
          </p:nvSpPr>
          <p:spPr>
            <a:xfrm>
              <a:off x="7291975" y="31250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2" name="pt19682"/>
            <p:cNvSpPr/>
            <p:nvPr/>
          </p:nvSpPr>
          <p:spPr>
            <a:xfrm>
              <a:off x="7529660" y="32633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3" name="pt19683"/>
            <p:cNvSpPr/>
            <p:nvPr/>
          </p:nvSpPr>
          <p:spPr>
            <a:xfrm>
              <a:off x="7355016" y="3243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4" name="pt19684"/>
            <p:cNvSpPr/>
            <p:nvPr/>
          </p:nvSpPr>
          <p:spPr>
            <a:xfrm>
              <a:off x="7320301" y="32871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5" name="pt19685"/>
            <p:cNvSpPr/>
            <p:nvPr/>
          </p:nvSpPr>
          <p:spPr>
            <a:xfrm>
              <a:off x="8670355" y="3217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6" name="pt19686"/>
            <p:cNvSpPr/>
            <p:nvPr/>
          </p:nvSpPr>
          <p:spPr>
            <a:xfrm>
              <a:off x="7452980" y="3265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7" name="pt19687"/>
            <p:cNvSpPr/>
            <p:nvPr/>
          </p:nvSpPr>
          <p:spPr>
            <a:xfrm>
              <a:off x="7449798" y="3259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8" name="pt19688"/>
            <p:cNvSpPr/>
            <p:nvPr/>
          </p:nvSpPr>
          <p:spPr>
            <a:xfrm>
              <a:off x="7506014" y="3286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89" name="pt19689"/>
            <p:cNvSpPr/>
            <p:nvPr/>
          </p:nvSpPr>
          <p:spPr>
            <a:xfrm>
              <a:off x="7531846" y="32875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0" name="pt19690"/>
            <p:cNvSpPr/>
            <p:nvPr/>
          </p:nvSpPr>
          <p:spPr>
            <a:xfrm>
              <a:off x="7369174" y="3271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1" name="pt19691"/>
            <p:cNvSpPr/>
            <p:nvPr/>
          </p:nvSpPr>
          <p:spPr>
            <a:xfrm>
              <a:off x="7357126" y="32518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2" name="pt19692"/>
            <p:cNvSpPr/>
            <p:nvPr/>
          </p:nvSpPr>
          <p:spPr>
            <a:xfrm>
              <a:off x="7399046" y="3231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3" name="pt19693"/>
            <p:cNvSpPr/>
            <p:nvPr/>
          </p:nvSpPr>
          <p:spPr>
            <a:xfrm>
              <a:off x="7425026" y="3302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4" name="pt19694"/>
            <p:cNvSpPr/>
            <p:nvPr/>
          </p:nvSpPr>
          <p:spPr>
            <a:xfrm>
              <a:off x="7436435" y="3254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5" name="pt19695"/>
            <p:cNvSpPr/>
            <p:nvPr/>
          </p:nvSpPr>
          <p:spPr>
            <a:xfrm>
              <a:off x="7385519" y="3275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6" name="pt19696"/>
            <p:cNvSpPr/>
            <p:nvPr/>
          </p:nvSpPr>
          <p:spPr>
            <a:xfrm>
              <a:off x="7417818" y="3263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7" name="pt19697"/>
            <p:cNvSpPr/>
            <p:nvPr/>
          </p:nvSpPr>
          <p:spPr>
            <a:xfrm>
              <a:off x="7535078" y="32537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8" name="pt19698"/>
            <p:cNvSpPr/>
            <p:nvPr/>
          </p:nvSpPr>
          <p:spPr>
            <a:xfrm>
              <a:off x="7230601" y="3256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699" name="pt19699"/>
            <p:cNvSpPr/>
            <p:nvPr/>
          </p:nvSpPr>
          <p:spPr>
            <a:xfrm>
              <a:off x="7476660" y="32691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0" name="pt19700"/>
            <p:cNvSpPr/>
            <p:nvPr/>
          </p:nvSpPr>
          <p:spPr>
            <a:xfrm>
              <a:off x="7549563" y="3221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1" name="pt19701"/>
            <p:cNvSpPr/>
            <p:nvPr/>
          </p:nvSpPr>
          <p:spPr>
            <a:xfrm>
              <a:off x="7447261" y="32682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2" name="pt19702"/>
            <p:cNvSpPr/>
            <p:nvPr/>
          </p:nvSpPr>
          <p:spPr>
            <a:xfrm>
              <a:off x="7409647" y="3271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3" name="pt19703"/>
            <p:cNvSpPr/>
            <p:nvPr/>
          </p:nvSpPr>
          <p:spPr>
            <a:xfrm>
              <a:off x="7354753" y="3204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4" name="pt19704"/>
            <p:cNvSpPr/>
            <p:nvPr/>
          </p:nvSpPr>
          <p:spPr>
            <a:xfrm>
              <a:off x="7368126" y="3241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5" name="pt19705"/>
            <p:cNvSpPr/>
            <p:nvPr/>
          </p:nvSpPr>
          <p:spPr>
            <a:xfrm>
              <a:off x="7508932" y="3292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6" name="pt19706"/>
            <p:cNvSpPr/>
            <p:nvPr/>
          </p:nvSpPr>
          <p:spPr>
            <a:xfrm>
              <a:off x="7570213" y="32870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7" name="pt19707"/>
            <p:cNvSpPr/>
            <p:nvPr/>
          </p:nvSpPr>
          <p:spPr>
            <a:xfrm>
              <a:off x="7266318" y="2567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8" name="pt19708"/>
            <p:cNvSpPr/>
            <p:nvPr/>
          </p:nvSpPr>
          <p:spPr>
            <a:xfrm>
              <a:off x="7377769" y="32404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09" name="pt19709"/>
            <p:cNvSpPr/>
            <p:nvPr/>
          </p:nvSpPr>
          <p:spPr>
            <a:xfrm>
              <a:off x="7470413" y="3247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0" name="pt19710"/>
            <p:cNvSpPr/>
            <p:nvPr/>
          </p:nvSpPr>
          <p:spPr>
            <a:xfrm>
              <a:off x="7258484" y="3229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1" name="pt19711"/>
            <p:cNvSpPr/>
            <p:nvPr/>
          </p:nvSpPr>
          <p:spPr>
            <a:xfrm>
              <a:off x="7332347" y="3245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2" name="pt19712"/>
            <p:cNvSpPr/>
            <p:nvPr/>
          </p:nvSpPr>
          <p:spPr>
            <a:xfrm>
              <a:off x="7524976" y="3257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3" name="pt19713"/>
            <p:cNvSpPr/>
            <p:nvPr/>
          </p:nvSpPr>
          <p:spPr>
            <a:xfrm>
              <a:off x="7285270" y="3296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4" name="pt19714"/>
            <p:cNvSpPr/>
            <p:nvPr/>
          </p:nvSpPr>
          <p:spPr>
            <a:xfrm>
              <a:off x="7291499" y="3233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5" name="pt19715"/>
            <p:cNvSpPr/>
            <p:nvPr/>
          </p:nvSpPr>
          <p:spPr>
            <a:xfrm>
              <a:off x="7336627" y="3274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6" name="pt19716"/>
            <p:cNvSpPr/>
            <p:nvPr/>
          </p:nvSpPr>
          <p:spPr>
            <a:xfrm>
              <a:off x="7324812" y="3282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7" name="pt19717"/>
            <p:cNvSpPr/>
            <p:nvPr/>
          </p:nvSpPr>
          <p:spPr>
            <a:xfrm>
              <a:off x="7317824" y="3261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8" name="pt19718"/>
            <p:cNvSpPr/>
            <p:nvPr/>
          </p:nvSpPr>
          <p:spPr>
            <a:xfrm>
              <a:off x="7424874" y="3273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19" name="pt19719"/>
            <p:cNvSpPr/>
            <p:nvPr/>
          </p:nvSpPr>
          <p:spPr>
            <a:xfrm>
              <a:off x="7352155" y="3240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0" name="pt19720"/>
            <p:cNvSpPr/>
            <p:nvPr/>
          </p:nvSpPr>
          <p:spPr>
            <a:xfrm>
              <a:off x="7395338" y="32723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1" name="pt19721"/>
            <p:cNvSpPr/>
            <p:nvPr/>
          </p:nvSpPr>
          <p:spPr>
            <a:xfrm>
              <a:off x="7498705" y="32548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2" name="pt19722"/>
            <p:cNvSpPr/>
            <p:nvPr/>
          </p:nvSpPr>
          <p:spPr>
            <a:xfrm>
              <a:off x="7354411" y="3226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3" name="pt19723"/>
            <p:cNvSpPr/>
            <p:nvPr/>
          </p:nvSpPr>
          <p:spPr>
            <a:xfrm>
              <a:off x="7315439" y="32338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4" name="pt19724"/>
            <p:cNvSpPr/>
            <p:nvPr/>
          </p:nvSpPr>
          <p:spPr>
            <a:xfrm>
              <a:off x="7293901" y="3268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5" name="pt19725"/>
            <p:cNvSpPr/>
            <p:nvPr/>
          </p:nvSpPr>
          <p:spPr>
            <a:xfrm>
              <a:off x="7407085" y="3287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6" name="pt19726"/>
            <p:cNvSpPr/>
            <p:nvPr/>
          </p:nvSpPr>
          <p:spPr>
            <a:xfrm>
              <a:off x="7265020" y="3296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7" name="pt19727"/>
            <p:cNvSpPr/>
            <p:nvPr/>
          </p:nvSpPr>
          <p:spPr>
            <a:xfrm>
              <a:off x="7303849" y="3270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8" name="pt19728"/>
            <p:cNvSpPr/>
            <p:nvPr/>
          </p:nvSpPr>
          <p:spPr>
            <a:xfrm>
              <a:off x="7258956" y="32764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29" name="pt19729"/>
            <p:cNvSpPr/>
            <p:nvPr/>
          </p:nvSpPr>
          <p:spPr>
            <a:xfrm>
              <a:off x="7389488" y="3213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0" name="pt19730"/>
            <p:cNvSpPr/>
            <p:nvPr/>
          </p:nvSpPr>
          <p:spPr>
            <a:xfrm>
              <a:off x="7538108" y="3262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1" name="pt19731"/>
            <p:cNvSpPr/>
            <p:nvPr/>
          </p:nvSpPr>
          <p:spPr>
            <a:xfrm>
              <a:off x="7323808" y="3201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2" name="pt19732"/>
            <p:cNvSpPr/>
            <p:nvPr/>
          </p:nvSpPr>
          <p:spPr>
            <a:xfrm>
              <a:off x="7418289" y="32312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3" name="pt19733"/>
            <p:cNvSpPr/>
            <p:nvPr/>
          </p:nvSpPr>
          <p:spPr>
            <a:xfrm>
              <a:off x="7349855" y="32109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4" name="pt19734"/>
            <p:cNvSpPr/>
            <p:nvPr/>
          </p:nvSpPr>
          <p:spPr>
            <a:xfrm>
              <a:off x="7465730" y="3356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5" name="pt19735"/>
            <p:cNvSpPr/>
            <p:nvPr/>
          </p:nvSpPr>
          <p:spPr>
            <a:xfrm>
              <a:off x="7367288" y="3323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6" name="pt19736"/>
            <p:cNvSpPr/>
            <p:nvPr/>
          </p:nvSpPr>
          <p:spPr>
            <a:xfrm>
              <a:off x="7416160" y="3309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7" name="pt19737"/>
            <p:cNvSpPr/>
            <p:nvPr/>
          </p:nvSpPr>
          <p:spPr>
            <a:xfrm>
              <a:off x="7320423" y="3282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8" name="pt19738"/>
            <p:cNvSpPr/>
            <p:nvPr/>
          </p:nvSpPr>
          <p:spPr>
            <a:xfrm>
              <a:off x="7497070" y="3267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39" name="pt19739"/>
            <p:cNvSpPr/>
            <p:nvPr/>
          </p:nvSpPr>
          <p:spPr>
            <a:xfrm>
              <a:off x="7345938" y="3264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0" name="pt19740"/>
            <p:cNvSpPr/>
            <p:nvPr/>
          </p:nvSpPr>
          <p:spPr>
            <a:xfrm>
              <a:off x="7365005" y="3328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1" name="pt19741"/>
            <p:cNvSpPr/>
            <p:nvPr/>
          </p:nvSpPr>
          <p:spPr>
            <a:xfrm>
              <a:off x="7456536" y="32830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2" name="pt19742"/>
            <p:cNvSpPr/>
            <p:nvPr/>
          </p:nvSpPr>
          <p:spPr>
            <a:xfrm>
              <a:off x="7377761" y="3283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3" name="pt19743"/>
            <p:cNvSpPr/>
            <p:nvPr/>
          </p:nvSpPr>
          <p:spPr>
            <a:xfrm>
              <a:off x="7502628" y="3275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4" name="pt19744"/>
            <p:cNvSpPr/>
            <p:nvPr/>
          </p:nvSpPr>
          <p:spPr>
            <a:xfrm>
              <a:off x="7348003" y="3253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5" name="pt19745"/>
            <p:cNvSpPr/>
            <p:nvPr/>
          </p:nvSpPr>
          <p:spPr>
            <a:xfrm>
              <a:off x="7263243" y="3262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6" name="pt19746"/>
            <p:cNvSpPr/>
            <p:nvPr/>
          </p:nvSpPr>
          <p:spPr>
            <a:xfrm>
              <a:off x="7303532" y="3233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7" name="pt19747"/>
            <p:cNvSpPr/>
            <p:nvPr/>
          </p:nvSpPr>
          <p:spPr>
            <a:xfrm>
              <a:off x="7571915" y="3318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8" name="pt19748"/>
            <p:cNvSpPr/>
            <p:nvPr/>
          </p:nvSpPr>
          <p:spPr>
            <a:xfrm>
              <a:off x="7371254" y="32356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49" name="pt19749"/>
            <p:cNvSpPr/>
            <p:nvPr/>
          </p:nvSpPr>
          <p:spPr>
            <a:xfrm>
              <a:off x="7283262" y="3244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0" name="pt19750"/>
            <p:cNvSpPr/>
            <p:nvPr/>
          </p:nvSpPr>
          <p:spPr>
            <a:xfrm>
              <a:off x="7641426" y="3255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1" name="pt19751"/>
            <p:cNvSpPr/>
            <p:nvPr/>
          </p:nvSpPr>
          <p:spPr>
            <a:xfrm>
              <a:off x="7489845" y="3276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2" name="pt19752"/>
            <p:cNvSpPr/>
            <p:nvPr/>
          </p:nvSpPr>
          <p:spPr>
            <a:xfrm>
              <a:off x="7453293" y="3296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3" name="pt19753"/>
            <p:cNvSpPr/>
            <p:nvPr/>
          </p:nvSpPr>
          <p:spPr>
            <a:xfrm>
              <a:off x="7455841" y="32657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4" name="pt19754"/>
            <p:cNvSpPr/>
            <p:nvPr/>
          </p:nvSpPr>
          <p:spPr>
            <a:xfrm>
              <a:off x="7298835" y="3263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5" name="pt19755"/>
            <p:cNvSpPr/>
            <p:nvPr/>
          </p:nvSpPr>
          <p:spPr>
            <a:xfrm>
              <a:off x="7258799" y="32136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6" name="pt19756"/>
            <p:cNvSpPr/>
            <p:nvPr/>
          </p:nvSpPr>
          <p:spPr>
            <a:xfrm>
              <a:off x="6956473" y="3270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7" name="pt19757"/>
            <p:cNvSpPr/>
            <p:nvPr/>
          </p:nvSpPr>
          <p:spPr>
            <a:xfrm>
              <a:off x="7347010" y="32520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8" name="pt19758"/>
            <p:cNvSpPr/>
            <p:nvPr/>
          </p:nvSpPr>
          <p:spPr>
            <a:xfrm>
              <a:off x="7426428" y="3265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59" name="pt19759"/>
            <p:cNvSpPr/>
            <p:nvPr/>
          </p:nvSpPr>
          <p:spPr>
            <a:xfrm>
              <a:off x="7604008" y="3254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0" name="pt19760"/>
            <p:cNvSpPr/>
            <p:nvPr/>
          </p:nvSpPr>
          <p:spPr>
            <a:xfrm>
              <a:off x="7513707" y="3288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1" name="pt19761"/>
            <p:cNvSpPr/>
            <p:nvPr/>
          </p:nvSpPr>
          <p:spPr>
            <a:xfrm>
              <a:off x="7410216" y="3263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2" name="pt19762"/>
            <p:cNvSpPr/>
            <p:nvPr/>
          </p:nvSpPr>
          <p:spPr>
            <a:xfrm>
              <a:off x="7362027" y="3290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3" name="pt19763"/>
            <p:cNvSpPr/>
            <p:nvPr/>
          </p:nvSpPr>
          <p:spPr>
            <a:xfrm>
              <a:off x="7614694" y="3281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4" name="pt19764"/>
            <p:cNvSpPr/>
            <p:nvPr/>
          </p:nvSpPr>
          <p:spPr>
            <a:xfrm>
              <a:off x="7636173" y="3284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5" name="pt19765"/>
            <p:cNvSpPr/>
            <p:nvPr/>
          </p:nvSpPr>
          <p:spPr>
            <a:xfrm>
              <a:off x="7592721" y="33841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6" name="pt19766"/>
            <p:cNvSpPr/>
            <p:nvPr/>
          </p:nvSpPr>
          <p:spPr>
            <a:xfrm>
              <a:off x="7292342" y="3326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7" name="pt19767"/>
            <p:cNvSpPr/>
            <p:nvPr/>
          </p:nvSpPr>
          <p:spPr>
            <a:xfrm>
              <a:off x="7519077" y="3277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8" name="pt19768"/>
            <p:cNvSpPr/>
            <p:nvPr/>
          </p:nvSpPr>
          <p:spPr>
            <a:xfrm>
              <a:off x="7052361" y="3276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69" name="pt19769"/>
            <p:cNvSpPr/>
            <p:nvPr/>
          </p:nvSpPr>
          <p:spPr>
            <a:xfrm>
              <a:off x="7442943" y="3255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0" name="pt19770"/>
            <p:cNvSpPr/>
            <p:nvPr/>
          </p:nvSpPr>
          <p:spPr>
            <a:xfrm>
              <a:off x="7410722" y="3260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1" name="pt19771"/>
            <p:cNvSpPr/>
            <p:nvPr/>
          </p:nvSpPr>
          <p:spPr>
            <a:xfrm>
              <a:off x="7340168" y="33081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2" name="pt19772"/>
            <p:cNvSpPr/>
            <p:nvPr/>
          </p:nvSpPr>
          <p:spPr>
            <a:xfrm>
              <a:off x="7546836" y="3279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3" name="pt19773"/>
            <p:cNvSpPr/>
            <p:nvPr/>
          </p:nvSpPr>
          <p:spPr>
            <a:xfrm>
              <a:off x="7469571" y="3296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4" name="pt19774"/>
            <p:cNvSpPr/>
            <p:nvPr/>
          </p:nvSpPr>
          <p:spPr>
            <a:xfrm>
              <a:off x="7472038" y="3255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5" name="pt19775"/>
            <p:cNvSpPr/>
            <p:nvPr/>
          </p:nvSpPr>
          <p:spPr>
            <a:xfrm>
              <a:off x="8578595" y="33053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6" name="pt19776"/>
            <p:cNvSpPr/>
            <p:nvPr/>
          </p:nvSpPr>
          <p:spPr>
            <a:xfrm>
              <a:off x="7388778" y="3278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7" name="pt19777"/>
            <p:cNvSpPr/>
            <p:nvPr/>
          </p:nvSpPr>
          <p:spPr>
            <a:xfrm>
              <a:off x="7468693" y="32184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8" name="pt19778"/>
            <p:cNvSpPr/>
            <p:nvPr/>
          </p:nvSpPr>
          <p:spPr>
            <a:xfrm>
              <a:off x="7595063" y="3238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79" name="pt19779"/>
            <p:cNvSpPr/>
            <p:nvPr/>
          </p:nvSpPr>
          <p:spPr>
            <a:xfrm>
              <a:off x="7497574" y="3226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0" name="pt19780"/>
            <p:cNvSpPr/>
            <p:nvPr/>
          </p:nvSpPr>
          <p:spPr>
            <a:xfrm>
              <a:off x="7504590" y="3272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1" name="pt19781"/>
            <p:cNvSpPr/>
            <p:nvPr/>
          </p:nvSpPr>
          <p:spPr>
            <a:xfrm>
              <a:off x="7351921" y="32461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2" name="pt19782"/>
            <p:cNvSpPr/>
            <p:nvPr/>
          </p:nvSpPr>
          <p:spPr>
            <a:xfrm>
              <a:off x="7191458" y="3253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3" name="pt19783"/>
            <p:cNvSpPr/>
            <p:nvPr/>
          </p:nvSpPr>
          <p:spPr>
            <a:xfrm>
              <a:off x="7531292" y="32557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4" name="pt19784"/>
            <p:cNvSpPr/>
            <p:nvPr/>
          </p:nvSpPr>
          <p:spPr>
            <a:xfrm>
              <a:off x="7383312" y="3244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5" name="pt19785"/>
            <p:cNvSpPr/>
            <p:nvPr/>
          </p:nvSpPr>
          <p:spPr>
            <a:xfrm>
              <a:off x="7840412" y="3286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6" name="pt19786"/>
            <p:cNvSpPr/>
            <p:nvPr/>
          </p:nvSpPr>
          <p:spPr>
            <a:xfrm>
              <a:off x="7536650" y="3290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7" name="pt19787"/>
            <p:cNvSpPr/>
            <p:nvPr/>
          </p:nvSpPr>
          <p:spPr>
            <a:xfrm>
              <a:off x="7288528" y="32697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8" name="pt19788"/>
            <p:cNvSpPr/>
            <p:nvPr/>
          </p:nvSpPr>
          <p:spPr>
            <a:xfrm>
              <a:off x="7443248" y="3298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89" name="pt19789"/>
            <p:cNvSpPr/>
            <p:nvPr/>
          </p:nvSpPr>
          <p:spPr>
            <a:xfrm>
              <a:off x="7430121" y="32685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0" name="pt19790"/>
            <p:cNvSpPr/>
            <p:nvPr/>
          </p:nvSpPr>
          <p:spPr>
            <a:xfrm>
              <a:off x="7676437" y="3240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1" name="pt19791"/>
            <p:cNvSpPr/>
            <p:nvPr/>
          </p:nvSpPr>
          <p:spPr>
            <a:xfrm>
              <a:off x="7208507" y="3271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2" name="pt19792"/>
            <p:cNvSpPr/>
            <p:nvPr/>
          </p:nvSpPr>
          <p:spPr>
            <a:xfrm>
              <a:off x="7510839" y="3285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3" name="pt19793"/>
            <p:cNvSpPr/>
            <p:nvPr/>
          </p:nvSpPr>
          <p:spPr>
            <a:xfrm>
              <a:off x="7478424" y="32568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4" name="pt19794"/>
            <p:cNvSpPr/>
            <p:nvPr/>
          </p:nvSpPr>
          <p:spPr>
            <a:xfrm>
              <a:off x="7300364" y="3281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5" name="pt19795"/>
            <p:cNvSpPr/>
            <p:nvPr/>
          </p:nvSpPr>
          <p:spPr>
            <a:xfrm>
              <a:off x="7492300" y="3261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6" name="pt19796"/>
            <p:cNvSpPr/>
            <p:nvPr/>
          </p:nvSpPr>
          <p:spPr>
            <a:xfrm>
              <a:off x="7695644" y="3260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7" name="pt19797"/>
            <p:cNvSpPr/>
            <p:nvPr/>
          </p:nvSpPr>
          <p:spPr>
            <a:xfrm>
              <a:off x="7415197" y="3294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8" name="pt19798"/>
            <p:cNvSpPr/>
            <p:nvPr/>
          </p:nvSpPr>
          <p:spPr>
            <a:xfrm>
              <a:off x="7397446" y="3218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799" name="pt19799"/>
            <p:cNvSpPr/>
            <p:nvPr/>
          </p:nvSpPr>
          <p:spPr>
            <a:xfrm>
              <a:off x="7397890" y="3231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0" name="pt19800"/>
            <p:cNvSpPr/>
            <p:nvPr/>
          </p:nvSpPr>
          <p:spPr>
            <a:xfrm>
              <a:off x="7617557" y="33189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1" name="pt19801"/>
            <p:cNvSpPr/>
            <p:nvPr/>
          </p:nvSpPr>
          <p:spPr>
            <a:xfrm>
              <a:off x="7620441" y="33195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2" name="pt19802"/>
            <p:cNvSpPr/>
            <p:nvPr/>
          </p:nvSpPr>
          <p:spPr>
            <a:xfrm>
              <a:off x="7631300" y="32645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3" name="pt19803"/>
            <p:cNvSpPr/>
            <p:nvPr/>
          </p:nvSpPr>
          <p:spPr>
            <a:xfrm>
              <a:off x="7607222" y="32731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4" name="pt19804"/>
            <p:cNvSpPr/>
            <p:nvPr/>
          </p:nvSpPr>
          <p:spPr>
            <a:xfrm>
              <a:off x="7482233" y="3278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5" name="pt19805"/>
            <p:cNvSpPr/>
            <p:nvPr/>
          </p:nvSpPr>
          <p:spPr>
            <a:xfrm>
              <a:off x="7381915" y="3279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6" name="pt19806"/>
            <p:cNvSpPr/>
            <p:nvPr/>
          </p:nvSpPr>
          <p:spPr>
            <a:xfrm>
              <a:off x="7524319" y="32949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7" name="pt19807"/>
            <p:cNvSpPr/>
            <p:nvPr/>
          </p:nvSpPr>
          <p:spPr>
            <a:xfrm>
              <a:off x="7524039" y="3317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8" name="pt19808"/>
            <p:cNvSpPr/>
            <p:nvPr/>
          </p:nvSpPr>
          <p:spPr>
            <a:xfrm>
              <a:off x="7425295" y="3270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09" name="pt19809"/>
            <p:cNvSpPr/>
            <p:nvPr/>
          </p:nvSpPr>
          <p:spPr>
            <a:xfrm>
              <a:off x="7863110" y="3283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0" name="pt19810"/>
            <p:cNvSpPr/>
            <p:nvPr/>
          </p:nvSpPr>
          <p:spPr>
            <a:xfrm>
              <a:off x="7573387" y="32652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1" name="pt19811"/>
            <p:cNvSpPr/>
            <p:nvPr/>
          </p:nvSpPr>
          <p:spPr>
            <a:xfrm>
              <a:off x="7440771" y="32652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2" name="pt19812"/>
            <p:cNvSpPr/>
            <p:nvPr/>
          </p:nvSpPr>
          <p:spPr>
            <a:xfrm>
              <a:off x="7290212" y="3242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3" name="pt19813"/>
            <p:cNvSpPr/>
            <p:nvPr/>
          </p:nvSpPr>
          <p:spPr>
            <a:xfrm>
              <a:off x="7483584" y="3267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4" name="pt19814"/>
            <p:cNvSpPr/>
            <p:nvPr/>
          </p:nvSpPr>
          <p:spPr>
            <a:xfrm>
              <a:off x="7529542" y="32769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5" name="pt19815"/>
            <p:cNvSpPr/>
            <p:nvPr/>
          </p:nvSpPr>
          <p:spPr>
            <a:xfrm>
              <a:off x="7232986" y="3263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6" name="pt19816"/>
            <p:cNvSpPr/>
            <p:nvPr/>
          </p:nvSpPr>
          <p:spPr>
            <a:xfrm>
              <a:off x="7588199" y="3284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7" name="pt19817"/>
            <p:cNvSpPr/>
            <p:nvPr/>
          </p:nvSpPr>
          <p:spPr>
            <a:xfrm>
              <a:off x="7459442" y="3242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8" name="pt19818"/>
            <p:cNvSpPr/>
            <p:nvPr/>
          </p:nvSpPr>
          <p:spPr>
            <a:xfrm>
              <a:off x="7440766" y="3239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19" name="pt19819"/>
            <p:cNvSpPr/>
            <p:nvPr/>
          </p:nvSpPr>
          <p:spPr>
            <a:xfrm>
              <a:off x="7340991" y="3234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0" name="pt19820"/>
            <p:cNvSpPr/>
            <p:nvPr/>
          </p:nvSpPr>
          <p:spPr>
            <a:xfrm>
              <a:off x="7515885" y="3292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1" name="pt19821"/>
            <p:cNvSpPr/>
            <p:nvPr/>
          </p:nvSpPr>
          <p:spPr>
            <a:xfrm>
              <a:off x="7313916" y="3242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2" name="pt19822"/>
            <p:cNvSpPr/>
            <p:nvPr/>
          </p:nvSpPr>
          <p:spPr>
            <a:xfrm>
              <a:off x="7176388" y="32745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3" name="pt19823"/>
            <p:cNvSpPr/>
            <p:nvPr/>
          </p:nvSpPr>
          <p:spPr>
            <a:xfrm>
              <a:off x="7385540" y="3342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4" name="pt19824"/>
            <p:cNvSpPr/>
            <p:nvPr/>
          </p:nvSpPr>
          <p:spPr>
            <a:xfrm>
              <a:off x="7437941" y="3268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5" name="pt19825"/>
            <p:cNvSpPr/>
            <p:nvPr/>
          </p:nvSpPr>
          <p:spPr>
            <a:xfrm>
              <a:off x="7467428" y="32629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6" name="pt19826"/>
            <p:cNvSpPr/>
            <p:nvPr/>
          </p:nvSpPr>
          <p:spPr>
            <a:xfrm>
              <a:off x="7500920" y="3278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7" name="pt19827"/>
            <p:cNvSpPr/>
            <p:nvPr/>
          </p:nvSpPr>
          <p:spPr>
            <a:xfrm>
              <a:off x="7490490" y="32934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8" name="pt19828"/>
            <p:cNvSpPr/>
            <p:nvPr/>
          </p:nvSpPr>
          <p:spPr>
            <a:xfrm>
              <a:off x="7368112" y="3275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29" name="pt19829"/>
            <p:cNvSpPr/>
            <p:nvPr/>
          </p:nvSpPr>
          <p:spPr>
            <a:xfrm>
              <a:off x="7451599" y="3271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0" name="pt19830"/>
            <p:cNvSpPr/>
            <p:nvPr/>
          </p:nvSpPr>
          <p:spPr>
            <a:xfrm>
              <a:off x="7410102" y="33329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1" name="pt19831"/>
            <p:cNvSpPr/>
            <p:nvPr/>
          </p:nvSpPr>
          <p:spPr>
            <a:xfrm>
              <a:off x="7338800" y="32474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2" name="pt19832"/>
            <p:cNvSpPr/>
            <p:nvPr/>
          </p:nvSpPr>
          <p:spPr>
            <a:xfrm>
              <a:off x="7539921" y="3269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3" name="pt19833"/>
            <p:cNvSpPr/>
            <p:nvPr/>
          </p:nvSpPr>
          <p:spPr>
            <a:xfrm>
              <a:off x="7359954" y="3211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4" name="pt19834"/>
            <p:cNvSpPr/>
            <p:nvPr/>
          </p:nvSpPr>
          <p:spPr>
            <a:xfrm>
              <a:off x="7464556" y="32699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5" name="pt19835"/>
            <p:cNvSpPr/>
            <p:nvPr/>
          </p:nvSpPr>
          <p:spPr>
            <a:xfrm>
              <a:off x="7482789" y="3258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6" name="pt19836"/>
            <p:cNvSpPr/>
            <p:nvPr/>
          </p:nvSpPr>
          <p:spPr>
            <a:xfrm>
              <a:off x="7378734" y="3265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7" name="pt19837"/>
            <p:cNvSpPr/>
            <p:nvPr/>
          </p:nvSpPr>
          <p:spPr>
            <a:xfrm>
              <a:off x="7171054" y="3236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8" name="pt19838"/>
            <p:cNvSpPr/>
            <p:nvPr/>
          </p:nvSpPr>
          <p:spPr>
            <a:xfrm>
              <a:off x="7187186" y="3272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39" name="pt19839"/>
            <p:cNvSpPr/>
            <p:nvPr/>
          </p:nvSpPr>
          <p:spPr>
            <a:xfrm>
              <a:off x="7451229" y="32479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0" name="pt19840"/>
            <p:cNvSpPr/>
            <p:nvPr/>
          </p:nvSpPr>
          <p:spPr>
            <a:xfrm>
              <a:off x="7344195" y="3263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1" name="pt19841"/>
            <p:cNvSpPr/>
            <p:nvPr/>
          </p:nvSpPr>
          <p:spPr>
            <a:xfrm>
              <a:off x="7553440" y="3309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2" name="pt19842"/>
            <p:cNvSpPr/>
            <p:nvPr/>
          </p:nvSpPr>
          <p:spPr>
            <a:xfrm>
              <a:off x="7306944" y="32746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3" name="pt19843"/>
            <p:cNvSpPr/>
            <p:nvPr/>
          </p:nvSpPr>
          <p:spPr>
            <a:xfrm>
              <a:off x="7408473" y="3261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4" name="pt19844"/>
            <p:cNvSpPr/>
            <p:nvPr/>
          </p:nvSpPr>
          <p:spPr>
            <a:xfrm>
              <a:off x="7512834" y="33093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5" name="pt19845"/>
            <p:cNvSpPr/>
            <p:nvPr/>
          </p:nvSpPr>
          <p:spPr>
            <a:xfrm>
              <a:off x="7396572" y="3236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6" name="pt19846"/>
            <p:cNvSpPr/>
            <p:nvPr/>
          </p:nvSpPr>
          <p:spPr>
            <a:xfrm>
              <a:off x="7436323" y="32600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7" name="pt19847"/>
            <p:cNvSpPr/>
            <p:nvPr/>
          </p:nvSpPr>
          <p:spPr>
            <a:xfrm>
              <a:off x="7453036" y="3269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8" name="pt19848"/>
            <p:cNvSpPr/>
            <p:nvPr/>
          </p:nvSpPr>
          <p:spPr>
            <a:xfrm>
              <a:off x="7503775" y="32664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49" name="pt19849"/>
            <p:cNvSpPr/>
            <p:nvPr/>
          </p:nvSpPr>
          <p:spPr>
            <a:xfrm>
              <a:off x="7449897" y="32637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0" name="pt19850"/>
            <p:cNvSpPr/>
            <p:nvPr/>
          </p:nvSpPr>
          <p:spPr>
            <a:xfrm>
              <a:off x="7467666" y="3288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1" name="pt19851"/>
            <p:cNvSpPr/>
            <p:nvPr/>
          </p:nvSpPr>
          <p:spPr>
            <a:xfrm>
              <a:off x="7461594" y="3263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2" name="pt19852"/>
            <p:cNvSpPr/>
            <p:nvPr/>
          </p:nvSpPr>
          <p:spPr>
            <a:xfrm>
              <a:off x="7325882" y="32723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3" name="pt19853"/>
            <p:cNvSpPr/>
            <p:nvPr/>
          </p:nvSpPr>
          <p:spPr>
            <a:xfrm>
              <a:off x="7478138" y="3269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4" name="pt19854"/>
            <p:cNvSpPr/>
            <p:nvPr/>
          </p:nvSpPr>
          <p:spPr>
            <a:xfrm>
              <a:off x="7625049" y="3289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5" name="pt19855"/>
            <p:cNvSpPr/>
            <p:nvPr/>
          </p:nvSpPr>
          <p:spPr>
            <a:xfrm>
              <a:off x="7551872" y="3282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6" name="pt19856"/>
            <p:cNvSpPr/>
            <p:nvPr/>
          </p:nvSpPr>
          <p:spPr>
            <a:xfrm>
              <a:off x="7362781" y="3214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7" name="pt19857"/>
            <p:cNvSpPr/>
            <p:nvPr/>
          </p:nvSpPr>
          <p:spPr>
            <a:xfrm>
              <a:off x="7328753" y="32847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8" name="pt19858"/>
            <p:cNvSpPr/>
            <p:nvPr/>
          </p:nvSpPr>
          <p:spPr>
            <a:xfrm>
              <a:off x="7410252" y="32197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59" name="pt19859"/>
            <p:cNvSpPr/>
            <p:nvPr/>
          </p:nvSpPr>
          <p:spPr>
            <a:xfrm>
              <a:off x="7483005" y="3272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0" name="pt19860"/>
            <p:cNvSpPr/>
            <p:nvPr/>
          </p:nvSpPr>
          <p:spPr>
            <a:xfrm>
              <a:off x="7338976" y="3276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1" name="pt19861"/>
            <p:cNvSpPr/>
            <p:nvPr/>
          </p:nvSpPr>
          <p:spPr>
            <a:xfrm>
              <a:off x="7268288" y="3278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2" name="pt19862"/>
            <p:cNvSpPr/>
            <p:nvPr/>
          </p:nvSpPr>
          <p:spPr>
            <a:xfrm>
              <a:off x="7431897" y="32548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3" name="pt19863"/>
            <p:cNvSpPr/>
            <p:nvPr/>
          </p:nvSpPr>
          <p:spPr>
            <a:xfrm>
              <a:off x="7413871" y="3227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4" name="pt19864"/>
            <p:cNvSpPr/>
            <p:nvPr/>
          </p:nvSpPr>
          <p:spPr>
            <a:xfrm>
              <a:off x="7426276" y="3259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5" name="pt19865"/>
            <p:cNvSpPr/>
            <p:nvPr/>
          </p:nvSpPr>
          <p:spPr>
            <a:xfrm>
              <a:off x="7365662" y="32164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6" name="pt19866"/>
            <p:cNvSpPr/>
            <p:nvPr/>
          </p:nvSpPr>
          <p:spPr>
            <a:xfrm>
              <a:off x="7457694" y="3311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7" name="pt19867"/>
            <p:cNvSpPr/>
            <p:nvPr/>
          </p:nvSpPr>
          <p:spPr>
            <a:xfrm>
              <a:off x="7455539" y="3257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8" name="pt19868"/>
            <p:cNvSpPr/>
            <p:nvPr/>
          </p:nvSpPr>
          <p:spPr>
            <a:xfrm>
              <a:off x="7258956" y="3261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69" name="pt19869"/>
            <p:cNvSpPr/>
            <p:nvPr/>
          </p:nvSpPr>
          <p:spPr>
            <a:xfrm>
              <a:off x="7433349" y="3223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0" name="pt19870"/>
            <p:cNvSpPr/>
            <p:nvPr/>
          </p:nvSpPr>
          <p:spPr>
            <a:xfrm>
              <a:off x="7454766" y="3326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1" name="pt19871"/>
            <p:cNvSpPr/>
            <p:nvPr/>
          </p:nvSpPr>
          <p:spPr>
            <a:xfrm>
              <a:off x="7496999" y="3310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2" name="pt19872"/>
            <p:cNvSpPr/>
            <p:nvPr/>
          </p:nvSpPr>
          <p:spPr>
            <a:xfrm>
              <a:off x="7472148" y="3332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3" name="pt19873"/>
            <p:cNvSpPr/>
            <p:nvPr/>
          </p:nvSpPr>
          <p:spPr>
            <a:xfrm>
              <a:off x="7551125" y="3290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4" name="pt19874"/>
            <p:cNvSpPr/>
            <p:nvPr/>
          </p:nvSpPr>
          <p:spPr>
            <a:xfrm>
              <a:off x="7350716" y="3240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5" name="pt19875"/>
            <p:cNvSpPr/>
            <p:nvPr/>
          </p:nvSpPr>
          <p:spPr>
            <a:xfrm>
              <a:off x="7452288" y="3277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6" name="pt19876"/>
            <p:cNvSpPr/>
            <p:nvPr/>
          </p:nvSpPr>
          <p:spPr>
            <a:xfrm>
              <a:off x="7603116" y="3281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7" name="pt19877"/>
            <p:cNvSpPr/>
            <p:nvPr/>
          </p:nvSpPr>
          <p:spPr>
            <a:xfrm>
              <a:off x="7486137" y="3229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8" name="pt19878"/>
            <p:cNvSpPr/>
            <p:nvPr/>
          </p:nvSpPr>
          <p:spPr>
            <a:xfrm>
              <a:off x="7642965" y="3301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79" name="pt19879"/>
            <p:cNvSpPr/>
            <p:nvPr/>
          </p:nvSpPr>
          <p:spPr>
            <a:xfrm>
              <a:off x="7557390" y="3300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0" name="pt19880"/>
            <p:cNvSpPr/>
            <p:nvPr/>
          </p:nvSpPr>
          <p:spPr>
            <a:xfrm>
              <a:off x="7389579" y="3344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1" name="pt19881"/>
            <p:cNvSpPr/>
            <p:nvPr/>
          </p:nvSpPr>
          <p:spPr>
            <a:xfrm>
              <a:off x="7480244" y="3276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2" name="pt19882"/>
            <p:cNvSpPr/>
            <p:nvPr/>
          </p:nvSpPr>
          <p:spPr>
            <a:xfrm>
              <a:off x="7486085" y="3326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3" name="pt19883"/>
            <p:cNvSpPr/>
            <p:nvPr/>
          </p:nvSpPr>
          <p:spPr>
            <a:xfrm>
              <a:off x="7381863" y="32163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4" name="pt19884"/>
            <p:cNvSpPr/>
            <p:nvPr/>
          </p:nvSpPr>
          <p:spPr>
            <a:xfrm>
              <a:off x="7494717" y="3254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5" name="pt19885"/>
            <p:cNvSpPr/>
            <p:nvPr/>
          </p:nvSpPr>
          <p:spPr>
            <a:xfrm>
              <a:off x="7434468" y="32958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6" name="pt19886"/>
            <p:cNvSpPr/>
            <p:nvPr/>
          </p:nvSpPr>
          <p:spPr>
            <a:xfrm>
              <a:off x="7557051" y="3275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7" name="pt19887"/>
            <p:cNvSpPr/>
            <p:nvPr/>
          </p:nvSpPr>
          <p:spPr>
            <a:xfrm>
              <a:off x="7459897" y="3260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8" name="pt19888"/>
            <p:cNvSpPr/>
            <p:nvPr/>
          </p:nvSpPr>
          <p:spPr>
            <a:xfrm>
              <a:off x="7485477" y="3289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89" name="pt19889"/>
            <p:cNvSpPr/>
            <p:nvPr/>
          </p:nvSpPr>
          <p:spPr>
            <a:xfrm>
              <a:off x="7436230" y="3266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0" name="pt19890"/>
            <p:cNvSpPr/>
            <p:nvPr/>
          </p:nvSpPr>
          <p:spPr>
            <a:xfrm>
              <a:off x="7339075" y="32359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1" name="pt19891"/>
            <p:cNvSpPr/>
            <p:nvPr/>
          </p:nvSpPr>
          <p:spPr>
            <a:xfrm>
              <a:off x="7641078" y="3260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2" name="pt19892"/>
            <p:cNvSpPr/>
            <p:nvPr/>
          </p:nvSpPr>
          <p:spPr>
            <a:xfrm>
              <a:off x="7430031" y="32002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3" name="pt19893"/>
            <p:cNvSpPr/>
            <p:nvPr/>
          </p:nvSpPr>
          <p:spPr>
            <a:xfrm>
              <a:off x="7325548" y="3276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4" name="pt19894"/>
            <p:cNvSpPr/>
            <p:nvPr/>
          </p:nvSpPr>
          <p:spPr>
            <a:xfrm>
              <a:off x="7558763" y="3265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5" name="pt19895"/>
            <p:cNvSpPr/>
            <p:nvPr/>
          </p:nvSpPr>
          <p:spPr>
            <a:xfrm>
              <a:off x="7413218" y="3302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6" name="pt19896"/>
            <p:cNvSpPr/>
            <p:nvPr/>
          </p:nvSpPr>
          <p:spPr>
            <a:xfrm>
              <a:off x="7474179" y="3239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7" name="pt19897"/>
            <p:cNvSpPr/>
            <p:nvPr/>
          </p:nvSpPr>
          <p:spPr>
            <a:xfrm>
              <a:off x="7401382" y="3335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8" name="pt19898"/>
            <p:cNvSpPr/>
            <p:nvPr/>
          </p:nvSpPr>
          <p:spPr>
            <a:xfrm>
              <a:off x="7461007" y="3412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899" name="pt19899"/>
            <p:cNvSpPr/>
            <p:nvPr/>
          </p:nvSpPr>
          <p:spPr>
            <a:xfrm>
              <a:off x="7389609" y="3154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0" name="pt19900"/>
            <p:cNvSpPr/>
            <p:nvPr/>
          </p:nvSpPr>
          <p:spPr>
            <a:xfrm>
              <a:off x="7382194" y="3232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1" name="pt19901"/>
            <p:cNvSpPr/>
            <p:nvPr/>
          </p:nvSpPr>
          <p:spPr>
            <a:xfrm>
              <a:off x="7378280" y="3265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2" name="pt19902"/>
            <p:cNvSpPr/>
            <p:nvPr/>
          </p:nvSpPr>
          <p:spPr>
            <a:xfrm>
              <a:off x="7502046" y="3239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3" name="pt19903"/>
            <p:cNvSpPr/>
            <p:nvPr/>
          </p:nvSpPr>
          <p:spPr>
            <a:xfrm>
              <a:off x="7337797" y="3278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4" name="pt19904"/>
            <p:cNvSpPr/>
            <p:nvPr/>
          </p:nvSpPr>
          <p:spPr>
            <a:xfrm>
              <a:off x="7412934" y="3264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5" name="pt19905"/>
            <p:cNvSpPr/>
            <p:nvPr/>
          </p:nvSpPr>
          <p:spPr>
            <a:xfrm>
              <a:off x="7425276" y="3248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6" name="pt19906"/>
            <p:cNvSpPr/>
            <p:nvPr/>
          </p:nvSpPr>
          <p:spPr>
            <a:xfrm>
              <a:off x="7379269" y="3272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7" name="pt19907"/>
            <p:cNvSpPr/>
            <p:nvPr/>
          </p:nvSpPr>
          <p:spPr>
            <a:xfrm>
              <a:off x="7421103" y="3298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8" name="pt19908"/>
            <p:cNvSpPr/>
            <p:nvPr/>
          </p:nvSpPr>
          <p:spPr>
            <a:xfrm>
              <a:off x="7339944" y="3248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09" name="pt19909"/>
            <p:cNvSpPr/>
            <p:nvPr/>
          </p:nvSpPr>
          <p:spPr>
            <a:xfrm>
              <a:off x="7521669" y="30980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0" name="pt19910"/>
            <p:cNvSpPr/>
            <p:nvPr/>
          </p:nvSpPr>
          <p:spPr>
            <a:xfrm>
              <a:off x="7363168" y="32466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1" name="pt19911"/>
            <p:cNvSpPr/>
            <p:nvPr/>
          </p:nvSpPr>
          <p:spPr>
            <a:xfrm>
              <a:off x="7394338" y="32349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2" name="pt19912"/>
            <p:cNvSpPr/>
            <p:nvPr/>
          </p:nvSpPr>
          <p:spPr>
            <a:xfrm>
              <a:off x="7499892" y="32704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3" name="pt19913"/>
            <p:cNvSpPr/>
            <p:nvPr/>
          </p:nvSpPr>
          <p:spPr>
            <a:xfrm>
              <a:off x="7620065" y="32635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4" name="pt19914"/>
            <p:cNvSpPr/>
            <p:nvPr/>
          </p:nvSpPr>
          <p:spPr>
            <a:xfrm>
              <a:off x="7384882" y="3259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5" name="pt19915"/>
            <p:cNvSpPr/>
            <p:nvPr/>
          </p:nvSpPr>
          <p:spPr>
            <a:xfrm>
              <a:off x="7439934" y="32834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6" name="pt19916"/>
            <p:cNvSpPr/>
            <p:nvPr/>
          </p:nvSpPr>
          <p:spPr>
            <a:xfrm>
              <a:off x="7372500" y="3261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7" name="pt19917"/>
            <p:cNvSpPr/>
            <p:nvPr/>
          </p:nvSpPr>
          <p:spPr>
            <a:xfrm>
              <a:off x="7539552" y="3289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8" name="pt19918"/>
            <p:cNvSpPr/>
            <p:nvPr/>
          </p:nvSpPr>
          <p:spPr>
            <a:xfrm>
              <a:off x="7340921" y="32395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19" name="pt19919"/>
            <p:cNvSpPr/>
            <p:nvPr/>
          </p:nvSpPr>
          <p:spPr>
            <a:xfrm>
              <a:off x="7536334" y="3249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0" name="pt19920"/>
            <p:cNvSpPr/>
            <p:nvPr/>
          </p:nvSpPr>
          <p:spPr>
            <a:xfrm>
              <a:off x="7367854" y="3290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1" name="pt19921"/>
            <p:cNvSpPr/>
            <p:nvPr/>
          </p:nvSpPr>
          <p:spPr>
            <a:xfrm>
              <a:off x="7546300" y="3280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2" name="pt19922"/>
            <p:cNvSpPr/>
            <p:nvPr/>
          </p:nvSpPr>
          <p:spPr>
            <a:xfrm>
              <a:off x="7478785" y="3319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3" name="pt19923"/>
            <p:cNvSpPr/>
            <p:nvPr/>
          </p:nvSpPr>
          <p:spPr>
            <a:xfrm>
              <a:off x="7543912" y="32803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4" name="pt19924"/>
            <p:cNvSpPr/>
            <p:nvPr/>
          </p:nvSpPr>
          <p:spPr>
            <a:xfrm>
              <a:off x="7290311" y="3287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5" name="pt19925"/>
            <p:cNvSpPr/>
            <p:nvPr/>
          </p:nvSpPr>
          <p:spPr>
            <a:xfrm>
              <a:off x="7381930" y="3280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6" name="pt19926"/>
            <p:cNvSpPr/>
            <p:nvPr/>
          </p:nvSpPr>
          <p:spPr>
            <a:xfrm>
              <a:off x="7478101" y="3274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7" name="pt19927"/>
            <p:cNvSpPr/>
            <p:nvPr/>
          </p:nvSpPr>
          <p:spPr>
            <a:xfrm>
              <a:off x="7454696" y="3276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8" name="pt19928"/>
            <p:cNvSpPr/>
            <p:nvPr/>
          </p:nvSpPr>
          <p:spPr>
            <a:xfrm>
              <a:off x="7556085" y="3289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29" name="pt19929"/>
            <p:cNvSpPr/>
            <p:nvPr/>
          </p:nvSpPr>
          <p:spPr>
            <a:xfrm>
              <a:off x="7347367" y="3268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0" name="pt19930"/>
            <p:cNvSpPr/>
            <p:nvPr/>
          </p:nvSpPr>
          <p:spPr>
            <a:xfrm>
              <a:off x="7601253" y="3304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1" name="pt19931"/>
            <p:cNvSpPr/>
            <p:nvPr/>
          </p:nvSpPr>
          <p:spPr>
            <a:xfrm>
              <a:off x="7341982" y="32954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2" name="pt19932"/>
            <p:cNvSpPr/>
            <p:nvPr/>
          </p:nvSpPr>
          <p:spPr>
            <a:xfrm>
              <a:off x="7505081" y="3301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3" name="pt19933"/>
            <p:cNvSpPr/>
            <p:nvPr/>
          </p:nvSpPr>
          <p:spPr>
            <a:xfrm>
              <a:off x="7012743" y="3251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4" name="pt19934"/>
            <p:cNvSpPr/>
            <p:nvPr/>
          </p:nvSpPr>
          <p:spPr>
            <a:xfrm>
              <a:off x="7578100" y="32547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5" name="pt19935"/>
            <p:cNvSpPr/>
            <p:nvPr/>
          </p:nvSpPr>
          <p:spPr>
            <a:xfrm>
              <a:off x="7437987" y="3295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6" name="pt19936"/>
            <p:cNvSpPr/>
            <p:nvPr/>
          </p:nvSpPr>
          <p:spPr>
            <a:xfrm>
              <a:off x="7400890" y="3262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7" name="pt19937"/>
            <p:cNvSpPr/>
            <p:nvPr/>
          </p:nvSpPr>
          <p:spPr>
            <a:xfrm>
              <a:off x="7539058" y="3194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8" name="pt19938"/>
            <p:cNvSpPr/>
            <p:nvPr/>
          </p:nvSpPr>
          <p:spPr>
            <a:xfrm>
              <a:off x="7508822" y="3307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39" name="pt19939"/>
            <p:cNvSpPr/>
            <p:nvPr/>
          </p:nvSpPr>
          <p:spPr>
            <a:xfrm>
              <a:off x="7368693" y="3308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0" name="pt19940"/>
            <p:cNvSpPr/>
            <p:nvPr/>
          </p:nvSpPr>
          <p:spPr>
            <a:xfrm>
              <a:off x="7443903" y="3260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1" name="pt19941"/>
            <p:cNvSpPr/>
            <p:nvPr/>
          </p:nvSpPr>
          <p:spPr>
            <a:xfrm>
              <a:off x="7228784" y="3297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2" name="pt19942"/>
            <p:cNvSpPr/>
            <p:nvPr/>
          </p:nvSpPr>
          <p:spPr>
            <a:xfrm>
              <a:off x="7484874" y="3265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3" name="pt19943"/>
            <p:cNvSpPr/>
            <p:nvPr/>
          </p:nvSpPr>
          <p:spPr>
            <a:xfrm>
              <a:off x="7393820" y="3218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4" name="pt19944"/>
            <p:cNvSpPr/>
            <p:nvPr/>
          </p:nvSpPr>
          <p:spPr>
            <a:xfrm>
              <a:off x="7707760" y="3201698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45" name="pt19945"/>
            <p:cNvSpPr/>
            <p:nvPr/>
          </p:nvSpPr>
          <p:spPr>
            <a:xfrm>
              <a:off x="7499795" y="32122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6" name="pt19946"/>
            <p:cNvSpPr/>
            <p:nvPr/>
          </p:nvSpPr>
          <p:spPr>
            <a:xfrm>
              <a:off x="7576190" y="3276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7" name="pt19947"/>
            <p:cNvSpPr/>
            <p:nvPr/>
          </p:nvSpPr>
          <p:spPr>
            <a:xfrm>
              <a:off x="7456561" y="32845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8" name="pt19948"/>
            <p:cNvSpPr/>
            <p:nvPr/>
          </p:nvSpPr>
          <p:spPr>
            <a:xfrm>
              <a:off x="7390197" y="3267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49" name="pt19949"/>
            <p:cNvSpPr/>
            <p:nvPr/>
          </p:nvSpPr>
          <p:spPr>
            <a:xfrm>
              <a:off x="7428589" y="3239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0" name="pt19950"/>
            <p:cNvSpPr/>
            <p:nvPr/>
          </p:nvSpPr>
          <p:spPr>
            <a:xfrm>
              <a:off x="7446104" y="3308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1" name="pt19951"/>
            <p:cNvSpPr/>
            <p:nvPr/>
          </p:nvSpPr>
          <p:spPr>
            <a:xfrm>
              <a:off x="7531942" y="3268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2" name="pt19952"/>
            <p:cNvSpPr/>
            <p:nvPr/>
          </p:nvSpPr>
          <p:spPr>
            <a:xfrm>
              <a:off x="7396804" y="3275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3" name="pt19953"/>
            <p:cNvSpPr/>
            <p:nvPr/>
          </p:nvSpPr>
          <p:spPr>
            <a:xfrm>
              <a:off x="7321678" y="3257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4" name="pt19954"/>
            <p:cNvSpPr/>
            <p:nvPr/>
          </p:nvSpPr>
          <p:spPr>
            <a:xfrm>
              <a:off x="7479634" y="3272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5" name="pt19955"/>
            <p:cNvSpPr/>
            <p:nvPr/>
          </p:nvSpPr>
          <p:spPr>
            <a:xfrm>
              <a:off x="7568368" y="3271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6" name="pt19956"/>
            <p:cNvSpPr/>
            <p:nvPr/>
          </p:nvSpPr>
          <p:spPr>
            <a:xfrm>
              <a:off x="7419377" y="3279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7" name="pt19957"/>
            <p:cNvSpPr/>
            <p:nvPr/>
          </p:nvSpPr>
          <p:spPr>
            <a:xfrm>
              <a:off x="7562899" y="3269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8" name="pt19958"/>
            <p:cNvSpPr/>
            <p:nvPr/>
          </p:nvSpPr>
          <p:spPr>
            <a:xfrm>
              <a:off x="7444542" y="3235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59" name="pt19959"/>
            <p:cNvSpPr/>
            <p:nvPr/>
          </p:nvSpPr>
          <p:spPr>
            <a:xfrm>
              <a:off x="7563492" y="32941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0" name="pt19960"/>
            <p:cNvSpPr/>
            <p:nvPr/>
          </p:nvSpPr>
          <p:spPr>
            <a:xfrm>
              <a:off x="7392275" y="3276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1" name="pt19961"/>
            <p:cNvSpPr/>
            <p:nvPr/>
          </p:nvSpPr>
          <p:spPr>
            <a:xfrm>
              <a:off x="7407839" y="3268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2" name="pt19962"/>
            <p:cNvSpPr/>
            <p:nvPr/>
          </p:nvSpPr>
          <p:spPr>
            <a:xfrm>
              <a:off x="7519527" y="3277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3" name="pt19963"/>
            <p:cNvSpPr/>
            <p:nvPr/>
          </p:nvSpPr>
          <p:spPr>
            <a:xfrm>
              <a:off x="6924456" y="3288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4" name="pt19964"/>
            <p:cNvSpPr/>
            <p:nvPr/>
          </p:nvSpPr>
          <p:spPr>
            <a:xfrm>
              <a:off x="7343198" y="32517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5" name="pt19965"/>
            <p:cNvSpPr/>
            <p:nvPr/>
          </p:nvSpPr>
          <p:spPr>
            <a:xfrm>
              <a:off x="7168855" y="3242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6" name="pt19966"/>
            <p:cNvSpPr/>
            <p:nvPr/>
          </p:nvSpPr>
          <p:spPr>
            <a:xfrm>
              <a:off x="7411435" y="32719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7" name="pt19967"/>
            <p:cNvSpPr/>
            <p:nvPr/>
          </p:nvSpPr>
          <p:spPr>
            <a:xfrm>
              <a:off x="7348706" y="3242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8" name="pt19968"/>
            <p:cNvSpPr/>
            <p:nvPr/>
          </p:nvSpPr>
          <p:spPr>
            <a:xfrm>
              <a:off x="7448987" y="3271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69" name="pt19969"/>
            <p:cNvSpPr/>
            <p:nvPr/>
          </p:nvSpPr>
          <p:spPr>
            <a:xfrm>
              <a:off x="7346551" y="32520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0" name="pt19970"/>
            <p:cNvSpPr/>
            <p:nvPr/>
          </p:nvSpPr>
          <p:spPr>
            <a:xfrm>
              <a:off x="7449733" y="3301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1" name="pt19971"/>
            <p:cNvSpPr/>
            <p:nvPr/>
          </p:nvSpPr>
          <p:spPr>
            <a:xfrm>
              <a:off x="7579084" y="3291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2" name="pt19972"/>
            <p:cNvSpPr/>
            <p:nvPr/>
          </p:nvSpPr>
          <p:spPr>
            <a:xfrm>
              <a:off x="7525669" y="3285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3" name="pt19973"/>
            <p:cNvSpPr/>
            <p:nvPr/>
          </p:nvSpPr>
          <p:spPr>
            <a:xfrm>
              <a:off x="7612469" y="3299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4" name="pt19974"/>
            <p:cNvSpPr/>
            <p:nvPr/>
          </p:nvSpPr>
          <p:spPr>
            <a:xfrm>
              <a:off x="7392362" y="3241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5" name="pt19975"/>
            <p:cNvSpPr/>
            <p:nvPr/>
          </p:nvSpPr>
          <p:spPr>
            <a:xfrm>
              <a:off x="7599961" y="3297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6" name="pt19976"/>
            <p:cNvSpPr/>
            <p:nvPr/>
          </p:nvSpPr>
          <p:spPr>
            <a:xfrm>
              <a:off x="7424003" y="3287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7" name="pt19977"/>
            <p:cNvSpPr/>
            <p:nvPr/>
          </p:nvSpPr>
          <p:spPr>
            <a:xfrm>
              <a:off x="7570392" y="3265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8" name="pt19978"/>
            <p:cNvSpPr/>
            <p:nvPr/>
          </p:nvSpPr>
          <p:spPr>
            <a:xfrm>
              <a:off x="7447075" y="3275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79" name="pt19979"/>
            <p:cNvSpPr/>
            <p:nvPr/>
          </p:nvSpPr>
          <p:spPr>
            <a:xfrm>
              <a:off x="7451951" y="32628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0" name="pt19980"/>
            <p:cNvSpPr/>
            <p:nvPr/>
          </p:nvSpPr>
          <p:spPr>
            <a:xfrm>
              <a:off x="7742421" y="32645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1" name="pt19981"/>
            <p:cNvSpPr/>
            <p:nvPr/>
          </p:nvSpPr>
          <p:spPr>
            <a:xfrm>
              <a:off x="7475539" y="32731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2" name="pt19982"/>
            <p:cNvSpPr/>
            <p:nvPr/>
          </p:nvSpPr>
          <p:spPr>
            <a:xfrm>
              <a:off x="7478844" y="3318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3" name="pt19983"/>
            <p:cNvSpPr/>
            <p:nvPr/>
          </p:nvSpPr>
          <p:spPr>
            <a:xfrm>
              <a:off x="7423345" y="3264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4" name="pt19984"/>
            <p:cNvSpPr/>
            <p:nvPr/>
          </p:nvSpPr>
          <p:spPr>
            <a:xfrm>
              <a:off x="7592302" y="3290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5" name="pt19985"/>
            <p:cNvSpPr/>
            <p:nvPr/>
          </p:nvSpPr>
          <p:spPr>
            <a:xfrm>
              <a:off x="7437602" y="3239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6" name="pt19986"/>
            <p:cNvSpPr/>
            <p:nvPr/>
          </p:nvSpPr>
          <p:spPr>
            <a:xfrm>
              <a:off x="7363706" y="3242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7" name="pt19987"/>
            <p:cNvSpPr/>
            <p:nvPr/>
          </p:nvSpPr>
          <p:spPr>
            <a:xfrm>
              <a:off x="7417100" y="3308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8" name="pt19988"/>
            <p:cNvSpPr/>
            <p:nvPr/>
          </p:nvSpPr>
          <p:spPr>
            <a:xfrm>
              <a:off x="7408836" y="3219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89" name="pt19989"/>
            <p:cNvSpPr/>
            <p:nvPr/>
          </p:nvSpPr>
          <p:spPr>
            <a:xfrm>
              <a:off x="7494661" y="3652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0" name="pt19990"/>
            <p:cNvSpPr/>
            <p:nvPr/>
          </p:nvSpPr>
          <p:spPr>
            <a:xfrm>
              <a:off x="7666648" y="33276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1" name="pt19991"/>
            <p:cNvSpPr/>
            <p:nvPr/>
          </p:nvSpPr>
          <p:spPr>
            <a:xfrm>
              <a:off x="7383079" y="3246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2" name="pt19992"/>
            <p:cNvSpPr/>
            <p:nvPr/>
          </p:nvSpPr>
          <p:spPr>
            <a:xfrm>
              <a:off x="7422746" y="3268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3" name="pt19993"/>
            <p:cNvSpPr/>
            <p:nvPr/>
          </p:nvSpPr>
          <p:spPr>
            <a:xfrm>
              <a:off x="7298904" y="32224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4" name="pt19994"/>
            <p:cNvSpPr/>
            <p:nvPr/>
          </p:nvSpPr>
          <p:spPr>
            <a:xfrm>
              <a:off x="7407994" y="3301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5" name="pt19995"/>
            <p:cNvSpPr/>
            <p:nvPr/>
          </p:nvSpPr>
          <p:spPr>
            <a:xfrm>
              <a:off x="7492167" y="3286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6" name="pt19996"/>
            <p:cNvSpPr/>
            <p:nvPr/>
          </p:nvSpPr>
          <p:spPr>
            <a:xfrm>
              <a:off x="7557594" y="3306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7" name="pt19997"/>
            <p:cNvSpPr/>
            <p:nvPr/>
          </p:nvSpPr>
          <p:spPr>
            <a:xfrm>
              <a:off x="7473355" y="3285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8" name="pt19998"/>
            <p:cNvSpPr/>
            <p:nvPr/>
          </p:nvSpPr>
          <p:spPr>
            <a:xfrm>
              <a:off x="7339642" y="3270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19999" name="pt19999"/>
            <p:cNvSpPr/>
            <p:nvPr/>
          </p:nvSpPr>
          <p:spPr>
            <a:xfrm>
              <a:off x="7366305" y="32700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0" name="pt20000"/>
            <p:cNvSpPr/>
            <p:nvPr/>
          </p:nvSpPr>
          <p:spPr>
            <a:xfrm>
              <a:off x="7359063" y="3258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1" name="pt20001"/>
            <p:cNvSpPr/>
            <p:nvPr/>
          </p:nvSpPr>
          <p:spPr>
            <a:xfrm>
              <a:off x="7444325" y="3270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2" name="pt20002"/>
            <p:cNvSpPr/>
            <p:nvPr/>
          </p:nvSpPr>
          <p:spPr>
            <a:xfrm>
              <a:off x="7506143" y="33302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3" name="pt20003"/>
            <p:cNvSpPr/>
            <p:nvPr/>
          </p:nvSpPr>
          <p:spPr>
            <a:xfrm>
              <a:off x="7417608" y="32724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4" name="pt20004"/>
            <p:cNvSpPr/>
            <p:nvPr/>
          </p:nvSpPr>
          <p:spPr>
            <a:xfrm>
              <a:off x="7624239" y="3286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5" name="pt20005"/>
            <p:cNvSpPr/>
            <p:nvPr/>
          </p:nvSpPr>
          <p:spPr>
            <a:xfrm>
              <a:off x="7323640" y="3233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6" name="pt20006"/>
            <p:cNvSpPr/>
            <p:nvPr/>
          </p:nvSpPr>
          <p:spPr>
            <a:xfrm>
              <a:off x="7405011" y="3272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7" name="pt20007"/>
            <p:cNvSpPr/>
            <p:nvPr/>
          </p:nvSpPr>
          <p:spPr>
            <a:xfrm>
              <a:off x="7393373" y="32403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8" name="pt20008"/>
            <p:cNvSpPr/>
            <p:nvPr/>
          </p:nvSpPr>
          <p:spPr>
            <a:xfrm>
              <a:off x="7417384" y="3274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09" name="pt20009"/>
            <p:cNvSpPr/>
            <p:nvPr/>
          </p:nvSpPr>
          <p:spPr>
            <a:xfrm>
              <a:off x="7279512" y="3246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0" name="pt20010"/>
            <p:cNvSpPr/>
            <p:nvPr/>
          </p:nvSpPr>
          <p:spPr>
            <a:xfrm>
              <a:off x="7248976" y="3283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1" name="pt20011"/>
            <p:cNvSpPr/>
            <p:nvPr/>
          </p:nvSpPr>
          <p:spPr>
            <a:xfrm>
              <a:off x="7405214" y="3252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2" name="pt20012"/>
            <p:cNvSpPr/>
            <p:nvPr/>
          </p:nvSpPr>
          <p:spPr>
            <a:xfrm>
              <a:off x="7593381" y="3304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3" name="pt20013"/>
            <p:cNvSpPr/>
            <p:nvPr/>
          </p:nvSpPr>
          <p:spPr>
            <a:xfrm>
              <a:off x="7498337" y="3244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4" name="pt20014"/>
            <p:cNvSpPr/>
            <p:nvPr/>
          </p:nvSpPr>
          <p:spPr>
            <a:xfrm>
              <a:off x="7151963" y="3255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5" name="pt20015"/>
            <p:cNvSpPr/>
            <p:nvPr/>
          </p:nvSpPr>
          <p:spPr>
            <a:xfrm>
              <a:off x="7425084" y="3270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6" name="pt20016"/>
            <p:cNvSpPr/>
            <p:nvPr/>
          </p:nvSpPr>
          <p:spPr>
            <a:xfrm>
              <a:off x="7424220" y="3365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7" name="pt20017"/>
            <p:cNvSpPr/>
            <p:nvPr/>
          </p:nvSpPr>
          <p:spPr>
            <a:xfrm>
              <a:off x="7308582" y="3295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8" name="pt20018"/>
            <p:cNvSpPr/>
            <p:nvPr/>
          </p:nvSpPr>
          <p:spPr>
            <a:xfrm>
              <a:off x="7410012" y="3273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19" name="pt20019"/>
            <p:cNvSpPr/>
            <p:nvPr/>
          </p:nvSpPr>
          <p:spPr>
            <a:xfrm>
              <a:off x="7374449" y="3251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0" name="pt20020"/>
            <p:cNvSpPr/>
            <p:nvPr/>
          </p:nvSpPr>
          <p:spPr>
            <a:xfrm>
              <a:off x="7524846" y="3287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1" name="pt20021"/>
            <p:cNvSpPr/>
            <p:nvPr/>
          </p:nvSpPr>
          <p:spPr>
            <a:xfrm>
              <a:off x="7435323" y="32719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2" name="pt20022"/>
            <p:cNvSpPr/>
            <p:nvPr/>
          </p:nvSpPr>
          <p:spPr>
            <a:xfrm>
              <a:off x="7473871" y="33043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3" name="pt20023"/>
            <p:cNvSpPr/>
            <p:nvPr/>
          </p:nvSpPr>
          <p:spPr>
            <a:xfrm>
              <a:off x="7582602" y="3226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4" name="pt20024"/>
            <p:cNvSpPr/>
            <p:nvPr/>
          </p:nvSpPr>
          <p:spPr>
            <a:xfrm>
              <a:off x="7521366" y="3281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5" name="pt20025"/>
            <p:cNvSpPr/>
            <p:nvPr/>
          </p:nvSpPr>
          <p:spPr>
            <a:xfrm>
              <a:off x="7378846" y="3263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6" name="pt20026"/>
            <p:cNvSpPr/>
            <p:nvPr/>
          </p:nvSpPr>
          <p:spPr>
            <a:xfrm>
              <a:off x="7298200" y="3279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7" name="pt20027"/>
            <p:cNvSpPr/>
            <p:nvPr/>
          </p:nvSpPr>
          <p:spPr>
            <a:xfrm>
              <a:off x="7340544" y="3282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8" name="pt20028"/>
            <p:cNvSpPr/>
            <p:nvPr/>
          </p:nvSpPr>
          <p:spPr>
            <a:xfrm>
              <a:off x="7497896" y="3280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29" name="pt20029"/>
            <p:cNvSpPr/>
            <p:nvPr/>
          </p:nvSpPr>
          <p:spPr>
            <a:xfrm>
              <a:off x="7406291" y="32429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0" name="pt20030"/>
            <p:cNvSpPr/>
            <p:nvPr/>
          </p:nvSpPr>
          <p:spPr>
            <a:xfrm>
              <a:off x="7286514" y="3298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1" name="pt20031"/>
            <p:cNvSpPr/>
            <p:nvPr/>
          </p:nvSpPr>
          <p:spPr>
            <a:xfrm>
              <a:off x="7470235" y="3289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2" name="pt20032"/>
            <p:cNvSpPr/>
            <p:nvPr/>
          </p:nvSpPr>
          <p:spPr>
            <a:xfrm>
              <a:off x="7486664" y="3256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3" name="pt20033"/>
            <p:cNvSpPr/>
            <p:nvPr/>
          </p:nvSpPr>
          <p:spPr>
            <a:xfrm>
              <a:off x="7500366" y="3260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4" name="pt20034"/>
            <p:cNvSpPr/>
            <p:nvPr/>
          </p:nvSpPr>
          <p:spPr>
            <a:xfrm>
              <a:off x="8173078" y="3269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5" name="pt20035"/>
            <p:cNvSpPr/>
            <p:nvPr/>
          </p:nvSpPr>
          <p:spPr>
            <a:xfrm>
              <a:off x="7435154" y="3188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6" name="pt20036"/>
            <p:cNvSpPr/>
            <p:nvPr/>
          </p:nvSpPr>
          <p:spPr>
            <a:xfrm>
              <a:off x="7519535" y="32675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7" name="pt20037"/>
            <p:cNvSpPr/>
            <p:nvPr/>
          </p:nvSpPr>
          <p:spPr>
            <a:xfrm>
              <a:off x="7357690" y="3278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8" name="pt20038"/>
            <p:cNvSpPr/>
            <p:nvPr/>
          </p:nvSpPr>
          <p:spPr>
            <a:xfrm>
              <a:off x="7441535" y="3258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39" name="pt20039"/>
            <p:cNvSpPr/>
            <p:nvPr/>
          </p:nvSpPr>
          <p:spPr>
            <a:xfrm>
              <a:off x="7780714" y="3291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0" name="pt20040"/>
            <p:cNvSpPr/>
            <p:nvPr/>
          </p:nvSpPr>
          <p:spPr>
            <a:xfrm>
              <a:off x="7395369" y="3258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1" name="pt20041"/>
            <p:cNvSpPr/>
            <p:nvPr/>
          </p:nvSpPr>
          <p:spPr>
            <a:xfrm>
              <a:off x="7496266" y="32698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2" name="pt20042"/>
            <p:cNvSpPr/>
            <p:nvPr/>
          </p:nvSpPr>
          <p:spPr>
            <a:xfrm>
              <a:off x="7429640" y="3260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3" name="pt20043"/>
            <p:cNvSpPr/>
            <p:nvPr/>
          </p:nvSpPr>
          <p:spPr>
            <a:xfrm>
              <a:off x="7300960" y="32790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4" name="pt20044"/>
            <p:cNvSpPr/>
            <p:nvPr/>
          </p:nvSpPr>
          <p:spPr>
            <a:xfrm>
              <a:off x="7235192" y="3225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5" name="pt20045"/>
            <p:cNvSpPr/>
            <p:nvPr/>
          </p:nvSpPr>
          <p:spPr>
            <a:xfrm>
              <a:off x="7307060" y="3264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6" name="pt20046"/>
            <p:cNvSpPr/>
            <p:nvPr/>
          </p:nvSpPr>
          <p:spPr>
            <a:xfrm>
              <a:off x="7534972" y="3273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7" name="pt20047"/>
            <p:cNvSpPr/>
            <p:nvPr/>
          </p:nvSpPr>
          <p:spPr>
            <a:xfrm>
              <a:off x="7445654" y="3227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8" name="pt20048"/>
            <p:cNvSpPr/>
            <p:nvPr/>
          </p:nvSpPr>
          <p:spPr>
            <a:xfrm>
              <a:off x="7399536" y="3265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49" name="pt20049"/>
            <p:cNvSpPr/>
            <p:nvPr/>
          </p:nvSpPr>
          <p:spPr>
            <a:xfrm>
              <a:off x="7348851" y="31941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0" name="pt20050"/>
            <p:cNvSpPr/>
            <p:nvPr/>
          </p:nvSpPr>
          <p:spPr>
            <a:xfrm>
              <a:off x="7446885" y="3264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1" name="pt20051"/>
            <p:cNvSpPr/>
            <p:nvPr/>
          </p:nvSpPr>
          <p:spPr>
            <a:xfrm>
              <a:off x="7435053" y="3235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2" name="pt20052"/>
            <p:cNvSpPr/>
            <p:nvPr/>
          </p:nvSpPr>
          <p:spPr>
            <a:xfrm>
              <a:off x="7342824" y="3267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3" name="pt20053"/>
            <p:cNvSpPr/>
            <p:nvPr/>
          </p:nvSpPr>
          <p:spPr>
            <a:xfrm>
              <a:off x="7507013" y="3410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4" name="pt20054"/>
            <p:cNvSpPr/>
            <p:nvPr/>
          </p:nvSpPr>
          <p:spPr>
            <a:xfrm>
              <a:off x="7407342" y="3274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5" name="pt20055"/>
            <p:cNvSpPr/>
            <p:nvPr/>
          </p:nvSpPr>
          <p:spPr>
            <a:xfrm>
              <a:off x="7415327" y="3232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6" name="pt20056"/>
            <p:cNvSpPr/>
            <p:nvPr/>
          </p:nvSpPr>
          <p:spPr>
            <a:xfrm>
              <a:off x="7507934" y="3227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7" name="pt20057"/>
            <p:cNvSpPr/>
            <p:nvPr/>
          </p:nvSpPr>
          <p:spPr>
            <a:xfrm>
              <a:off x="7360465" y="3269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8" name="pt20058"/>
            <p:cNvSpPr/>
            <p:nvPr/>
          </p:nvSpPr>
          <p:spPr>
            <a:xfrm>
              <a:off x="7043151" y="32490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59" name="pt20059"/>
            <p:cNvSpPr/>
            <p:nvPr/>
          </p:nvSpPr>
          <p:spPr>
            <a:xfrm>
              <a:off x="7313097" y="3230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0" name="pt20060"/>
            <p:cNvSpPr/>
            <p:nvPr/>
          </p:nvSpPr>
          <p:spPr>
            <a:xfrm>
              <a:off x="7298465" y="32636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1" name="pt20061"/>
            <p:cNvSpPr/>
            <p:nvPr/>
          </p:nvSpPr>
          <p:spPr>
            <a:xfrm>
              <a:off x="7332993" y="3263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2" name="pt20062"/>
            <p:cNvSpPr/>
            <p:nvPr/>
          </p:nvSpPr>
          <p:spPr>
            <a:xfrm>
              <a:off x="7370346" y="3260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3" name="pt20063"/>
            <p:cNvSpPr/>
            <p:nvPr/>
          </p:nvSpPr>
          <p:spPr>
            <a:xfrm>
              <a:off x="7456794" y="32595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4" name="pt20064"/>
            <p:cNvSpPr/>
            <p:nvPr/>
          </p:nvSpPr>
          <p:spPr>
            <a:xfrm>
              <a:off x="7818580" y="3269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5" name="pt20065"/>
            <p:cNvSpPr/>
            <p:nvPr/>
          </p:nvSpPr>
          <p:spPr>
            <a:xfrm>
              <a:off x="7337691" y="3269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6" name="pt20066"/>
            <p:cNvSpPr/>
            <p:nvPr/>
          </p:nvSpPr>
          <p:spPr>
            <a:xfrm>
              <a:off x="7347819" y="3250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7" name="pt20067"/>
            <p:cNvSpPr/>
            <p:nvPr/>
          </p:nvSpPr>
          <p:spPr>
            <a:xfrm>
              <a:off x="7371623" y="3183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8" name="pt20068"/>
            <p:cNvSpPr/>
            <p:nvPr/>
          </p:nvSpPr>
          <p:spPr>
            <a:xfrm>
              <a:off x="7611314" y="3251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69" name="pt20069"/>
            <p:cNvSpPr/>
            <p:nvPr/>
          </p:nvSpPr>
          <p:spPr>
            <a:xfrm>
              <a:off x="7635527" y="3278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0" name="pt20070"/>
            <p:cNvSpPr/>
            <p:nvPr/>
          </p:nvSpPr>
          <p:spPr>
            <a:xfrm>
              <a:off x="7279102" y="3185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1" name="pt20071"/>
            <p:cNvSpPr/>
            <p:nvPr/>
          </p:nvSpPr>
          <p:spPr>
            <a:xfrm>
              <a:off x="7364474" y="3343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2" name="pt20072"/>
            <p:cNvSpPr/>
            <p:nvPr/>
          </p:nvSpPr>
          <p:spPr>
            <a:xfrm>
              <a:off x="7534586" y="3270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3" name="pt20073"/>
            <p:cNvSpPr/>
            <p:nvPr/>
          </p:nvSpPr>
          <p:spPr>
            <a:xfrm>
              <a:off x="7419608" y="3276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4" name="pt20074"/>
            <p:cNvSpPr/>
            <p:nvPr/>
          </p:nvSpPr>
          <p:spPr>
            <a:xfrm>
              <a:off x="7417588" y="32644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5" name="pt20075"/>
            <p:cNvSpPr/>
            <p:nvPr/>
          </p:nvSpPr>
          <p:spPr>
            <a:xfrm>
              <a:off x="7550251" y="3294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6" name="pt20076"/>
            <p:cNvSpPr/>
            <p:nvPr/>
          </p:nvSpPr>
          <p:spPr>
            <a:xfrm>
              <a:off x="7571762" y="32728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7" name="pt20077"/>
            <p:cNvSpPr/>
            <p:nvPr/>
          </p:nvSpPr>
          <p:spPr>
            <a:xfrm>
              <a:off x="7488027" y="3242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8" name="pt20078"/>
            <p:cNvSpPr/>
            <p:nvPr/>
          </p:nvSpPr>
          <p:spPr>
            <a:xfrm>
              <a:off x="7449378" y="3266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79" name="pt20079"/>
            <p:cNvSpPr/>
            <p:nvPr/>
          </p:nvSpPr>
          <p:spPr>
            <a:xfrm>
              <a:off x="7483642" y="32658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0" name="pt20080"/>
            <p:cNvSpPr/>
            <p:nvPr/>
          </p:nvSpPr>
          <p:spPr>
            <a:xfrm>
              <a:off x="7441014" y="3251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1" name="pt20081"/>
            <p:cNvSpPr/>
            <p:nvPr/>
          </p:nvSpPr>
          <p:spPr>
            <a:xfrm>
              <a:off x="7330497" y="3311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2" name="pt20082"/>
            <p:cNvSpPr/>
            <p:nvPr/>
          </p:nvSpPr>
          <p:spPr>
            <a:xfrm>
              <a:off x="7413520" y="3247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3" name="pt20083"/>
            <p:cNvSpPr/>
            <p:nvPr/>
          </p:nvSpPr>
          <p:spPr>
            <a:xfrm>
              <a:off x="7585261" y="3271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4" name="pt20084"/>
            <p:cNvSpPr/>
            <p:nvPr/>
          </p:nvSpPr>
          <p:spPr>
            <a:xfrm>
              <a:off x="7266635" y="3225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5" name="pt20085"/>
            <p:cNvSpPr/>
            <p:nvPr/>
          </p:nvSpPr>
          <p:spPr>
            <a:xfrm>
              <a:off x="7436081" y="32487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6" name="pt20086"/>
            <p:cNvSpPr/>
            <p:nvPr/>
          </p:nvSpPr>
          <p:spPr>
            <a:xfrm>
              <a:off x="7401743" y="3273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7" name="pt20087"/>
            <p:cNvSpPr/>
            <p:nvPr/>
          </p:nvSpPr>
          <p:spPr>
            <a:xfrm>
              <a:off x="7350746" y="3247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8" name="pt20088"/>
            <p:cNvSpPr/>
            <p:nvPr/>
          </p:nvSpPr>
          <p:spPr>
            <a:xfrm>
              <a:off x="7456944" y="3301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89" name="pt20089"/>
            <p:cNvSpPr/>
            <p:nvPr/>
          </p:nvSpPr>
          <p:spPr>
            <a:xfrm>
              <a:off x="7313938" y="32669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0" name="pt20090"/>
            <p:cNvSpPr/>
            <p:nvPr/>
          </p:nvSpPr>
          <p:spPr>
            <a:xfrm>
              <a:off x="7348748" y="3206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1" name="pt20091"/>
            <p:cNvSpPr/>
            <p:nvPr/>
          </p:nvSpPr>
          <p:spPr>
            <a:xfrm>
              <a:off x="7309300" y="32635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2" name="pt20092"/>
            <p:cNvSpPr/>
            <p:nvPr/>
          </p:nvSpPr>
          <p:spPr>
            <a:xfrm>
              <a:off x="7634912" y="3283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3" name="pt20093"/>
            <p:cNvSpPr/>
            <p:nvPr/>
          </p:nvSpPr>
          <p:spPr>
            <a:xfrm>
              <a:off x="7488497" y="3272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4" name="pt20094"/>
            <p:cNvSpPr/>
            <p:nvPr/>
          </p:nvSpPr>
          <p:spPr>
            <a:xfrm>
              <a:off x="7246176" y="32821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5" name="pt20095"/>
            <p:cNvSpPr/>
            <p:nvPr/>
          </p:nvSpPr>
          <p:spPr>
            <a:xfrm>
              <a:off x="7401335" y="3230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6" name="pt20096"/>
            <p:cNvSpPr/>
            <p:nvPr/>
          </p:nvSpPr>
          <p:spPr>
            <a:xfrm>
              <a:off x="7522029" y="3302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7" name="pt20097"/>
            <p:cNvSpPr/>
            <p:nvPr/>
          </p:nvSpPr>
          <p:spPr>
            <a:xfrm>
              <a:off x="7485294" y="32779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8" name="pt20098"/>
            <p:cNvSpPr/>
            <p:nvPr/>
          </p:nvSpPr>
          <p:spPr>
            <a:xfrm>
              <a:off x="7398839" y="3286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099" name="pt20099"/>
            <p:cNvSpPr/>
            <p:nvPr/>
          </p:nvSpPr>
          <p:spPr>
            <a:xfrm>
              <a:off x="7326074" y="3262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0" name="pt20100"/>
            <p:cNvSpPr/>
            <p:nvPr/>
          </p:nvSpPr>
          <p:spPr>
            <a:xfrm>
              <a:off x="7433744" y="3294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1" name="pt20101"/>
            <p:cNvSpPr/>
            <p:nvPr/>
          </p:nvSpPr>
          <p:spPr>
            <a:xfrm>
              <a:off x="7600251" y="3230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2" name="pt20102"/>
            <p:cNvSpPr/>
            <p:nvPr/>
          </p:nvSpPr>
          <p:spPr>
            <a:xfrm>
              <a:off x="7397977" y="3296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3" name="pt20103"/>
            <p:cNvSpPr/>
            <p:nvPr/>
          </p:nvSpPr>
          <p:spPr>
            <a:xfrm>
              <a:off x="7840913" y="32867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4" name="pt20104"/>
            <p:cNvSpPr/>
            <p:nvPr/>
          </p:nvSpPr>
          <p:spPr>
            <a:xfrm>
              <a:off x="7541703" y="3296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5" name="pt20105"/>
            <p:cNvSpPr/>
            <p:nvPr/>
          </p:nvSpPr>
          <p:spPr>
            <a:xfrm>
              <a:off x="7382553" y="3280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6" name="pt20106"/>
            <p:cNvSpPr/>
            <p:nvPr/>
          </p:nvSpPr>
          <p:spPr>
            <a:xfrm>
              <a:off x="7346789" y="3284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7" name="pt20107"/>
            <p:cNvSpPr/>
            <p:nvPr/>
          </p:nvSpPr>
          <p:spPr>
            <a:xfrm>
              <a:off x="7545866" y="32622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8" name="pt20108"/>
            <p:cNvSpPr/>
            <p:nvPr/>
          </p:nvSpPr>
          <p:spPr>
            <a:xfrm>
              <a:off x="7692639" y="3297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09" name="pt20109"/>
            <p:cNvSpPr/>
            <p:nvPr/>
          </p:nvSpPr>
          <p:spPr>
            <a:xfrm>
              <a:off x="7372916" y="3269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0" name="pt20110"/>
            <p:cNvSpPr/>
            <p:nvPr/>
          </p:nvSpPr>
          <p:spPr>
            <a:xfrm>
              <a:off x="7473358" y="32380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1" name="pt20111"/>
            <p:cNvSpPr/>
            <p:nvPr/>
          </p:nvSpPr>
          <p:spPr>
            <a:xfrm>
              <a:off x="7495391" y="3254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2" name="pt20112"/>
            <p:cNvSpPr/>
            <p:nvPr/>
          </p:nvSpPr>
          <p:spPr>
            <a:xfrm>
              <a:off x="7426767" y="3251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3" name="pt20113"/>
            <p:cNvSpPr/>
            <p:nvPr/>
          </p:nvSpPr>
          <p:spPr>
            <a:xfrm>
              <a:off x="7322959" y="3253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4" name="pt20114"/>
            <p:cNvSpPr/>
            <p:nvPr/>
          </p:nvSpPr>
          <p:spPr>
            <a:xfrm>
              <a:off x="7365214" y="3285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5" name="pt20115"/>
            <p:cNvSpPr/>
            <p:nvPr/>
          </p:nvSpPr>
          <p:spPr>
            <a:xfrm>
              <a:off x="7450487" y="32710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6" name="pt20116"/>
            <p:cNvSpPr/>
            <p:nvPr/>
          </p:nvSpPr>
          <p:spPr>
            <a:xfrm>
              <a:off x="7415431" y="3313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7" name="pt20117"/>
            <p:cNvSpPr/>
            <p:nvPr/>
          </p:nvSpPr>
          <p:spPr>
            <a:xfrm>
              <a:off x="7374122" y="3271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8" name="pt20118"/>
            <p:cNvSpPr/>
            <p:nvPr/>
          </p:nvSpPr>
          <p:spPr>
            <a:xfrm>
              <a:off x="7416021" y="3218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19" name="pt20119"/>
            <p:cNvSpPr/>
            <p:nvPr/>
          </p:nvSpPr>
          <p:spPr>
            <a:xfrm>
              <a:off x="7567886" y="32016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0" name="pt20120"/>
            <p:cNvSpPr/>
            <p:nvPr/>
          </p:nvSpPr>
          <p:spPr>
            <a:xfrm>
              <a:off x="7438930" y="33066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1" name="pt20121"/>
            <p:cNvSpPr/>
            <p:nvPr/>
          </p:nvSpPr>
          <p:spPr>
            <a:xfrm>
              <a:off x="7619650" y="3271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2" name="pt20122"/>
            <p:cNvSpPr/>
            <p:nvPr/>
          </p:nvSpPr>
          <p:spPr>
            <a:xfrm>
              <a:off x="7226998" y="3265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3" name="pt20123"/>
            <p:cNvSpPr/>
            <p:nvPr/>
          </p:nvSpPr>
          <p:spPr>
            <a:xfrm>
              <a:off x="7592077" y="3301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4" name="pt20124"/>
            <p:cNvSpPr/>
            <p:nvPr/>
          </p:nvSpPr>
          <p:spPr>
            <a:xfrm>
              <a:off x="7608180" y="3294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5" name="pt20125"/>
            <p:cNvSpPr/>
            <p:nvPr/>
          </p:nvSpPr>
          <p:spPr>
            <a:xfrm>
              <a:off x="7826880" y="33180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6" name="pt20126"/>
            <p:cNvSpPr/>
            <p:nvPr/>
          </p:nvSpPr>
          <p:spPr>
            <a:xfrm>
              <a:off x="7362636" y="32781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7" name="pt20127"/>
            <p:cNvSpPr/>
            <p:nvPr/>
          </p:nvSpPr>
          <p:spPr>
            <a:xfrm>
              <a:off x="7357117" y="3292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8" name="pt20128"/>
            <p:cNvSpPr/>
            <p:nvPr/>
          </p:nvSpPr>
          <p:spPr>
            <a:xfrm>
              <a:off x="7567917" y="3291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29" name="pt20129"/>
            <p:cNvSpPr/>
            <p:nvPr/>
          </p:nvSpPr>
          <p:spPr>
            <a:xfrm>
              <a:off x="7640207" y="3272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0" name="pt20130"/>
            <p:cNvSpPr/>
            <p:nvPr/>
          </p:nvSpPr>
          <p:spPr>
            <a:xfrm>
              <a:off x="7396149" y="32521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1" name="pt20131"/>
            <p:cNvSpPr/>
            <p:nvPr/>
          </p:nvSpPr>
          <p:spPr>
            <a:xfrm>
              <a:off x="7335611" y="32431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2" name="pt20132"/>
            <p:cNvSpPr/>
            <p:nvPr/>
          </p:nvSpPr>
          <p:spPr>
            <a:xfrm>
              <a:off x="7733625" y="33252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3" name="pt20133"/>
            <p:cNvSpPr/>
            <p:nvPr/>
          </p:nvSpPr>
          <p:spPr>
            <a:xfrm>
              <a:off x="7507670" y="3261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4" name="pt20134"/>
            <p:cNvSpPr/>
            <p:nvPr/>
          </p:nvSpPr>
          <p:spPr>
            <a:xfrm>
              <a:off x="7335001" y="3276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5" name="pt20135"/>
            <p:cNvSpPr/>
            <p:nvPr/>
          </p:nvSpPr>
          <p:spPr>
            <a:xfrm>
              <a:off x="7304406" y="32359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6" name="pt20136"/>
            <p:cNvSpPr/>
            <p:nvPr/>
          </p:nvSpPr>
          <p:spPr>
            <a:xfrm>
              <a:off x="7561657" y="3256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7" name="pt20137"/>
            <p:cNvSpPr/>
            <p:nvPr/>
          </p:nvSpPr>
          <p:spPr>
            <a:xfrm>
              <a:off x="7405369" y="3246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38" name="pt20138"/>
            <p:cNvSpPr/>
            <p:nvPr/>
          </p:nvSpPr>
          <p:spPr>
            <a:xfrm>
              <a:off x="7243339" y="3202261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39" name="pt20139"/>
            <p:cNvSpPr/>
            <p:nvPr/>
          </p:nvSpPr>
          <p:spPr>
            <a:xfrm>
              <a:off x="7371284" y="3255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0" name="pt20140"/>
            <p:cNvSpPr/>
            <p:nvPr/>
          </p:nvSpPr>
          <p:spPr>
            <a:xfrm>
              <a:off x="7384331" y="3232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1" name="pt20141"/>
            <p:cNvSpPr/>
            <p:nvPr/>
          </p:nvSpPr>
          <p:spPr>
            <a:xfrm>
              <a:off x="7456312" y="3264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2" name="pt20142"/>
            <p:cNvSpPr/>
            <p:nvPr/>
          </p:nvSpPr>
          <p:spPr>
            <a:xfrm>
              <a:off x="7473560" y="3286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3" name="pt20143"/>
            <p:cNvSpPr/>
            <p:nvPr/>
          </p:nvSpPr>
          <p:spPr>
            <a:xfrm>
              <a:off x="7373227" y="3237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4" name="pt20144"/>
            <p:cNvSpPr/>
            <p:nvPr/>
          </p:nvSpPr>
          <p:spPr>
            <a:xfrm>
              <a:off x="7336840" y="32284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5" name="pt20145"/>
            <p:cNvSpPr/>
            <p:nvPr/>
          </p:nvSpPr>
          <p:spPr>
            <a:xfrm>
              <a:off x="7562408" y="32932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6" name="pt20146"/>
            <p:cNvSpPr/>
            <p:nvPr/>
          </p:nvSpPr>
          <p:spPr>
            <a:xfrm>
              <a:off x="7304569" y="3281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7" name="pt20147"/>
            <p:cNvSpPr/>
            <p:nvPr/>
          </p:nvSpPr>
          <p:spPr>
            <a:xfrm>
              <a:off x="7530605" y="32553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8" name="pt20148"/>
            <p:cNvSpPr/>
            <p:nvPr/>
          </p:nvSpPr>
          <p:spPr>
            <a:xfrm>
              <a:off x="7785817" y="32584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49" name="pt20149"/>
            <p:cNvSpPr/>
            <p:nvPr/>
          </p:nvSpPr>
          <p:spPr>
            <a:xfrm>
              <a:off x="7424720" y="3236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0" name="pt20150"/>
            <p:cNvSpPr/>
            <p:nvPr/>
          </p:nvSpPr>
          <p:spPr>
            <a:xfrm>
              <a:off x="7400645" y="3287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1" name="pt20151"/>
            <p:cNvSpPr/>
            <p:nvPr/>
          </p:nvSpPr>
          <p:spPr>
            <a:xfrm>
              <a:off x="7381298" y="32470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2" name="pt20152"/>
            <p:cNvSpPr/>
            <p:nvPr/>
          </p:nvSpPr>
          <p:spPr>
            <a:xfrm>
              <a:off x="7451437" y="3241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3" name="pt20153"/>
            <p:cNvSpPr/>
            <p:nvPr/>
          </p:nvSpPr>
          <p:spPr>
            <a:xfrm>
              <a:off x="7500559" y="3260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4" name="pt20154"/>
            <p:cNvSpPr/>
            <p:nvPr/>
          </p:nvSpPr>
          <p:spPr>
            <a:xfrm>
              <a:off x="7580483" y="33149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5" name="pt20155"/>
            <p:cNvSpPr/>
            <p:nvPr/>
          </p:nvSpPr>
          <p:spPr>
            <a:xfrm>
              <a:off x="7356184" y="32945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6" name="pt20156"/>
            <p:cNvSpPr/>
            <p:nvPr/>
          </p:nvSpPr>
          <p:spPr>
            <a:xfrm>
              <a:off x="7635590" y="3310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7" name="pt20157"/>
            <p:cNvSpPr/>
            <p:nvPr/>
          </p:nvSpPr>
          <p:spPr>
            <a:xfrm>
              <a:off x="7382240" y="3209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8" name="pt20158"/>
            <p:cNvSpPr/>
            <p:nvPr/>
          </p:nvSpPr>
          <p:spPr>
            <a:xfrm>
              <a:off x="7391633" y="3273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59" name="pt20159"/>
            <p:cNvSpPr/>
            <p:nvPr/>
          </p:nvSpPr>
          <p:spPr>
            <a:xfrm>
              <a:off x="7342582" y="32600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0" name="pt20160"/>
            <p:cNvSpPr/>
            <p:nvPr/>
          </p:nvSpPr>
          <p:spPr>
            <a:xfrm>
              <a:off x="7411668" y="3209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1" name="pt20161"/>
            <p:cNvSpPr/>
            <p:nvPr/>
          </p:nvSpPr>
          <p:spPr>
            <a:xfrm>
              <a:off x="7329852" y="32040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2" name="pt20162"/>
            <p:cNvSpPr/>
            <p:nvPr/>
          </p:nvSpPr>
          <p:spPr>
            <a:xfrm>
              <a:off x="7211869" y="3255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3" name="pt20163"/>
            <p:cNvSpPr/>
            <p:nvPr/>
          </p:nvSpPr>
          <p:spPr>
            <a:xfrm>
              <a:off x="7562565" y="3263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4" name="pt20164"/>
            <p:cNvSpPr/>
            <p:nvPr/>
          </p:nvSpPr>
          <p:spPr>
            <a:xfrm>
              <a:off x="7538413" y="3293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5" name="pt20165"/>
            <p:cNvSpPr/>
            <p:nvPr/>
          </p:nvSpPr>
          <p:spPr>
            <a:xfrm>
              <a:off x="7488692" y="3226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6" name="pt20166"/>
            <p:cNvSpPr/>
            <p:nvPr/>
          </p:nvSpPr>
          <p:spPr>
            <a:xfrm>
              <a:off x="7465340" y="32841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7" name="pt20167"/>
            <p:cNvSpPr/>
            <p:nvPr/>
          </p:nvSpPr>
          <p:spPr>
            <a:xfrm>
              <a:off x="7372180" y="3268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8" name="pt20168"/>
            <p:cNvSpPr/>
            <p:nvPr/>
          </p:nvSpPr>
          <p:spPr>
            <a:xfrm>
              <a:off x="7471419" y="3247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69" name="pt20169"/>
            <p:cNvSpPr/>
            <p:nvPr/>
          </p:nvSpPr>
          <p:spPr>
            <a:xfrm>
              <a:off x="7420398" y="3225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0" name="pt20170"/>
            <p:cNvSpPr/>
            <p:nvPr/>
          </p:nvSpPr>
          <p:spPr>
            <a:xfrm>
              <a:off x="7384459" y="3271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1" name="pt20171"/>
            <p:cNvSpPr/>
            <p:nvPr/>
          </p:nvSpPr>
          <p:spPr>
            <a:xfrm>
              <a:off x="7326185" y="3268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2" name="pt20172"/>
            <p:cNvSpPr/>
            <p:nvPr/>
          </p:nvSpPr>
          <p:spPr>
            <a:xfrm>
              <a:off x="7419471" y="3267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3" name="pt20173"/>
            <p:cNvSpPr/>
            <p:nvPr/>
          </p:nvSpPr>
          <p:spPr>
            <a:xfrm>
              <a:off x="7484005" y="32679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4" name="pt20174"/>
            <p:cNvSpPr/>
            <p:nvPr/>
          </p:nvSpPr>
          <p:spPr>
            <a:xfrm>
              <a:off x="7448947" y="32732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5" name="pt20175"/>
            <p:cNvSpPr/>
            <p:nvPr/>
          </p:nvSpPr>
          <p:spPr>
            <a:xfrm>
              <a:off x="7372994" y="32691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6" name="pt20176"/>
            <p:cNvSpPr/>
            <p:nvPr/>
          </p:nvSpPr>
          <p:spPr>
            <a:xfrm>
              <a:off x="7382182" y="3270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7" name="pt20177"/>
            <p:cNvSpPr/>
            <p:nvPr/>
          </p:nvSpPr>
          <p:spPr>
            <a:xfrm>
              <a:off x="7423341" y="3212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8" name="pt20178"/>
            <p:cNvSpPr/>
            <p:nvPr/>
          </p:nvSpPr>
          <p:spPr>
            <a:xfrm>
              <a:off x="7497545" y="3277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79" name="pt20179"/>
            <p:cNvSpPr/>
            <p:nvPr/>
          </p:nvSpPr>
          <p:spPr>
            <a:xfrm>
              <a:off x="7375063" y="3265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0" name="pt20180"/>
            <p:cNvSpPr/>
            <p:nvPr/>
          </p:nvSpPr>
          <p:spPr>
            <a:xfrm>
              <a:off x="7334751" y="3266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1" name="pt20181"/>
            <p:cNvSpPr/>
            <p:nvPr/>
          </p:nvSpPr>
          <p:spPr>
            <a:xfrm>
              <a:off x="7404256" y="3326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2" name="pt20182"/>
            <p:cNvSpPr/>
            <p:nvPr/>
          </p:nvSpPr>
          <p:spPr>
            <a:xfrm>
              <a:off x="7318978" y="3259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3" name="pt20183"/>
            <p:cNvSpPr/>
            <p:nvPr/>
          </p:nvSpPr>
          <p:spPr>
            <a:xfrm>
              <a:off x="7499885" y="32571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4" name="pt20184"/>
            <p:cNvSpPr/>
            <p:nvPr/>
          </p:nvSpPr>
          <p:spPr>
            <a:xfrm>
              <a:off x="7575350" y="3289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5" name="pt20185"/>
            <p:cNvSpPr/>
            <p:nvPr/>
          </p:nvSpPr>
          <p:spPr>
            <a:xfrm>
              <a:off x="7404255" y="32788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6" name="pt20186"/>
            <p:cNvSpPr/>
            <p:nvPr/>
          </p:nvSpPr>
          <p:spPr>
            <a:xfrm>
              <a:off x="7519199" y="32502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7" name="pt20187"/>
            <p:cNvSpPr/>
            <p:nvPr/>
          </p:nvSpPr>
          <p:spPr>
            <a:xfrm>
              <a:off x="7596147" y="3285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8" name="pt20188"/>
            <p:cNvSpPr/>
            <p:nvPr/>
          </p:nvSpPr>
          <p:spPr>
            <a:xfrm>
              <a:off x="7571340" y="32765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89" name="pt20189"/>
            <p:cNvSpPr/>
            <p:nvPr/>
          </p:nvSpPr>
          <p:spPr>
            <a:xfrm>
              <a:off x="7276259" y="3240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0" name="pt20190"/>
            <p:cNvSpPr/>
            <p:nvPr/>
          </p:nvSpPr>
          <p:spPr>
            <a:xfrm>
              <a:off x="7223698" y="3229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1" name="pt20191"/>
            <p:cNvSpPr/>
            <p:nvPr/>
          </p:nvSpPr>
          <p:spPr>
            <a:xfrm>
              <a:off x="7391096" y="33177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2" name="pt20192"/>
            <p:cNvSpPr/>
            <p:nvPr/>
          </p:nvSpPr>
          <p:spPr>
            <a:xfrm>
              <a:off x="7348249" y="32423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3" name="pt20193"/>
            <p:cNvSpPr/>
            <p:nvPr/>
          </p:nvSpPr>
          <p:spPr>
            <a:xfrm>
              <a:off x="7403216" y="3275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4" name="pt20194"/>
            <p:cNvSpPr/>
            <p:nvPr/>
          </p:nvSpPr>
          <p:spPr>
            <a:xfrm>
              <a:off x="7347078" y="32739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5" name="pt20195"/>
            <p:cNvSpPr/>
            <p:nvPr/>
          </p:nvSpPr>
          <p:spPr>
            <a:xfrm>
              <a:off x="7358291" y="3238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6" name="pt20196"/>
            <p:cNvSpPr/>
            <p:nvPr/>
          </p:nvSpPr>
          <p:spPr>
            <a:xfrm>
              <a:off x="7371217" y="31313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7" name="pt20197"/>
            <p:cNvSpPr/>
            <p:nvPr/>
          </p:nvSpPr>
          <p:spPr>
            <a:xfrm>
              <a:off x="7551673" y="3282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8" name="pt20198"/>
            <p:cNvSpPr/>
            <p:nvPr/>
          </p:nvSpPr>
          <p:spPr>
            <a:xfrm>
              <a:off x="7442637" y="3242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199" name="pt20199"/>
            <p:cNvSpPr/>
            <p:nvPr/>
          </p:nvSpPr>
          <p:spPr>
            <a:xfrm>
              <a:off x="7422828" y="3325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0" name="pt20200"/>
            <p:cNvSpPr/>
            <p:nvPr/>
          </p:nvSpPr>
          <p:spPr>
            <a:xfrm>
              <a:off x="7407432" y="3292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1" name="pt20201"/>
            <p:cNvSpPr/>
            <p:nvPr/>
          </p:nvSpPr>
          <p:spPr>
            <a:xfrm>
              <a:off x="7955405" y="3261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2" name="pt20202"/>
            <p:cNvSpPr/>
            <p:nvPr/>
          </p:nvSpPr>
          <p:spPr>
            <a:xfrm>
              <a:off x="7393242" y="3248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3" name="pt20203"/>
            <p:cNvSpPr/>
            <p:nvPr/>
          </p:nvSpPr>
          <p:spPr>
            <a:xfrm>
              <a:off x="7564838" y="32679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4" name="pt20204"/>
            <p:cNvSpPr/>
            <p:nvPr/>
          </p:nvSpPr>
          <p:spPr>
            <a:xfrm>
              <a:off x="7368391" y="32620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5" name="pt20205"/>
            <p:cNvSpPr/>
            <p:nvPr/>
          </p:nvSpPr>
          <p:spPr>
            <a:xfrm>
              <a:off x="7312484" y="3300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6" name="pt20206"/>
            <p:cNvSpPr/>
            <p:nvPr/>
          </p:nvSpPr>
          <p:spPr>
            <a:xfrm>
              <a:off x="7373359" y="3303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7" name="pt20207"/>
            <p:cNvSpPr/>
            <p:nvPr/>
          </p:nvSpPr>
          <p:spPr>
            <a:xfrm>
              <a:off x="7759567" y="3288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8" name="pt20208"/>
            <p:cNvSpPr/>
            <p:nvPr/>
          </p:nvSpPr>
          <p:spPr>
            <a:xfrm>
              <a:off x="7539147" y="3276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09" name="pt20209"/>
            <p:cNvSpPr/>
            <p:nvPr/>
          </p:nvSpPr>
          <p:spPr>
            <a:xfrm>
              <a:off x="7312906" y="3277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0" name="pt20210"/>
            <p:cNvSpPr/>
            <p:nvPr/>
          </p:nvSpPr>
          <p:spPr>
            <a:xfrm>
              <a:off x="7534761" y="33128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1" name="pt20211"/>
            <p:cNvSpPr/>
            <p:nvPr/>
          </p:nvSpPr>
          <p:spPr>
            <a:xfrm>
              <a:off x="7531537" y="3246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2" name="pt20212"/>
            <p:cNvSpPr/>
            <p:nvPr/>
          </p:nvSpPr>
          <p:spPr>
            <a:xfrm>
              <a:off x="7578890" y="3268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3" name="pt20213"/>
            <p:cNvSpPr/>
            <p:nvPr/>
          </p:nvSpPr>
          <p:spPr>
            <a:xfrm>
              <a:off x="7672105" y="33034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4" name="pt20214"/>
            <p:cNvSpPr/>
            <p:nvPr/>
          </p:nvSpPr>
          <p:spPr>
            <a:xfrm>
              <a:off x="7646256" y="32635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5" name="pt20215"/>
            <p:cNvSpPr/>
            <p:nvPr/>
          </p:nvSpPr>
          <p:spPr>
            <a:xfrm>
              <a:off x="7378795" y="3274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6" name="pt20216"/>
            <p:cNvSpPr/>
            <p:nvPr/>
          </p:nvSpPr>
          <p:spPr>
            <a:xfrm>
              <a:off x="7302130" y="32752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7" name="pt20217"/>
            <p:cNvSpPr/>
            <p:nvPr/>
          </p:nvSpPr>
          <p:spPr>
            <a:xfrm>
              <a:off x="7483398" y="3269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8" name="pt20218"/>
            <p:cNvSpPr/>
            <p:nvPr/>
          </p:nvSpPr>
          <p:spPr>
            <a:xfrm>
              <a:off x="7428994" y="31555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19" name="pt20219"/>
            <p:cNvSpPr/>
            <p:nvPr/>
          </p:nvSpPr>
          <p:spPr>
            <a:xfrm>
              <a:off x="7326692" y="3263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0" name="pt20220"/>
            <p:cNvSpPr/>
            <p:nvPr/>
          </p:nvSpPr>
          <p:spPr>
            <a:xfrm>
              <a:off x="7417115" y="3264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1" name="pt20221"/>
            <p:cNvSpPr/>
            <p:nvPr/>
          </p:nvSpPr>
          <p:spPr>
            <a:xfrm>
              <a:off x="7364541" y="3244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2" name="pt20222"/>
            <p:cNvSpPr/>
            <p:nvPr/>
          </p:nvSpPr>
          <p:spPr>
            <a:xfrm>
              <a:off x="7390144" y="32770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3" name="pt20223"/>
            <p:cNvSpPr/>
            <p:nvPr/>
          </p:nvSpPr>
          <p:spPr>
            <a:xfrm>
              <a:off x="7426078" y="3273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4" name="pt20224"/>
            <p:cNvSpPr/>
            <p:nvPr/>
          </p:nvSpPr>
          <p:spPr>
            <a:xfrm>
              <a:off x="7335234" y="3281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5" name="pt20225"/>
            <p:cNvSpPr/>
            <p:nvPr/>
          </p:nvSpPr>
          <p:spPr>
            <a:xfrm>
              <a:off x="7333263" y="32986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6" name="pt20226"/>
            <p:cNvSpPr/>
            <p:nvPr/>
          </p:nvSpPr>
          <p:spPr>
            <a:xfrm>
              <a:off x="7290944" y="3256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7" name="pt20227"/>
            <p:cNvSpPr/>
            <p:nvPr/>
          </p:nvSpPr>
          <p:spPr>
            <a:xfrm>
              <a:off x="7402875" y="3256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8" name="pt20228"/>
            <p:cNvSpPr/>
            <p:nvPr/>
          </p:nvSpPr>
          <p:spPr>
            <a:xfrm>
              <a:off x="7560461" y="32611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29" name="pt20229"/>
            <p:cNvSpPr/>
            <p:nvPr/>
          </p:nvSpPr>
          <p:spPr>
            <a:xfrm>
              <a:off x="7483800" y="3312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0" name="pt20230"/>
            <p:cNvSpPr/>
            <p:nvPr/>
          </p:nvSpPr>
          <p:spPr>
            <a:xfrm>
              <a:off x="7350325" y="32156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1" name="pt20231"/>
            <p:cNvSpPr/>
            <p:nvPr/>
          </p:nvSpPr>
          <p:spPr>
            <a:xfrm>
              <a:off x="7450611" y="33136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2" name="pt20232"/>
            <p:cNvSpPr/>
            <p:nvPr/>
          </p:nvSpPr>
          <p:spPr>
            <a:xfrm>
              <a:off x="7476488" y="3168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3" name="pt20233"/>
            <p:cNvSpPr/>
            <p:nvPr/>
          </p:nvSpPr>
          <p:spPr>
            <a:xfrm>
              <a:off x="7327069" y="31617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4" name="pt20234"/>
            <p:cNvSpPr/>
            <p:nvPr/>
          </p:nvSpPr>
          <p:spPr>
            <a:xfrm>
              <a:off x="7420564" y="33333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5" name="pt20235"/>
            <p:cNvSpPr/>
            <p:nvPr/>
          </p:nvSpPr>
          <p:spPr>
            <a:xfrm>
              <a:off x="7513251" y="3280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6" name="pt20236"/>
            <p:cNvSpPr/>
            <p:nvPr/>
          </p:nvSpPr>
          <p:spPr>
            <a:xfrm>
              <a:off x="7494527" y="32824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7" name="pt20237"/>
            <p:cNvSpPr/>
            <p:nvPr/>
          </p:nvSpPr>
          <p:spPr>
            <a:xfrm>
              <a:off x="7402021" y="3225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8" name="pt20238"/>
            <p:cNvSpPr/>
            <p:nvPr/>
          </p:nvSpPr>
          <p:spPr>
            <a:xfrm>
              <a:off x="7255651" y="3269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39" name="pt20239"/>
            <p:cNvSpPr/>
            <p:nvPr/>
          </p:nvSpPr>
          <p:spPr>
            <a:xfrm>
              <a:off x="7465939" y="3307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0" name="pt20240"/>
            <p:cNvSpPr/>
            <p:nvPr/>
          </p:nvSpPr>
          <p:spPr>
            <a:xfrm>
              <a:off x="7627915" y="3277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1" name="pt20241"/>
            <p:cNvSpPr/>
            <p:nvPr/>
          </p:nvSpPr>
          <p:spPr>
            <a:xfrm>
              <a:off x="7348811" y="3294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2" name="pt20242"/>
            <p:cNvSpPr/>
            <p:nvPr/>
          </p:nvSpPr>
          <p:spPr>
            <a:xfrm>
              <a:off x="7443995" y="32715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3" name="pt20243"/>
            <p:cNvSpPr/>
            <p:nvPr/>
          </p:nvSpPr>
          <p:spPr>
            <a:xfrm>
              <a:off x="7560039" y="3245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4" name="pt20244"/>
            <p:cNvSpPr/>
            <p:nvPr/>
          </p:nvSpPr>
          <p:spPr>
            <a:xfrm>
              <a:off x="7443776" y="3267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5" name="pt20245"/>
            <p:cNvSpPr/>
            <p:nvPr/>
          </p:nvSpPr>
          <p:spPr>
            <a:xfrm>
              <a:off x="7447343" y="32560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6" name="pt20246"/>
            <p:cNvSpPr/>
            <p:nvPr/>
          </p:nvSpPr>
          <p:spPr>
            <a:xfrm>
              <a:off x="7299122" y="32913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7" name="pt20247"/>
            <p:cNvSpPr/>
            <p:nvPr/>
          </p:nvSpPr>
          <p:spPr>
            <a:xfrm>
              <a:off x="7480109" y="3269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8" name="pt20248"/>
            <p:cNvSpPr/>
            <p:nvPr/>
          </p:nvSpPr>
          <p:spPr>
            <a:xfrm>
              <a:off x="7528330" y="3236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49" name="pt20249"/>
            <p:cNvSpPr/>
            <p:nvPr/>
          </p:nvSpPr>
          <p:spPr>
            <a:xfrm>
              <a:off x="7480100" y="32550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0" name="pt20250"/>
            <p:cNvSpPr/>
            <p:nvPr/>
          </p:nvSpPr>
          <p:spPr>
            <a:xfrm>
              <a:off x="7335713" y="3247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1" name="pt20251"/>
            <p:cNvSpPr/>
            <p:nvPr/>
          </p:nvSpPr>
          <p:spPr>
            <a:xfrm>
              <a:off x="7591471" y="3169076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52" name="pt20252"/>
            <p:cNvSpPr/>
            <p:nvPr/>
          </p:nvSpPr>
          <p:spPr>
            <a:xfrm>
              <a:off x="7609189" y="32822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3" name="pt20253"/>
            <p:cNvSpPr/>
            <p:nvPr/>
          </p:nvSpPr>
          <p:spPr>
            <a:xfrm>
              <a:off x="7490437" y="3271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4" name="pt20254"/>
            <p:cNvSpPr/>
            <p:nvPr/>
          </p:nvSpPr>
          <p:spPr>
            <a:xfrm>
              <a:off x="7470253" y="3270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5" name="pt20255"/>
            <p:cNvSpPr/>
            <p:nvPr/>
          </p:nvSpPr>
          <p:spPr>
            <a:xfrm>
              <a:off x="7618314" y="3278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6" name="pt20256"/>
            <p:cNvSpPr/>
            <p:nvPr/>
          </p:nvSpPr>
          <p:spPr>
            <a:xfrm>
              <a:off x="7576956" y="3323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7" name="pt20257"/>
            <p:cNvSpPr/>
            <p:nvPr/>
          </p:nvSpPr>
          <p:spPr>
            <a:xfrm>
              <a:off x="7451675" y="3224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8" name="pt20258"/>
            <p:cNvSpPr/>
            <p:nvPr/>
          </p:nvSpPr>
          <p:spPr>
            <a:xfrm>
              <a:off x="7531012" y="3256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59" name="pt20259"/>
            <p:cNvSpPr/>
            <p:nvPr/>
          </p:nvSpPr>
          <p:spPr>
            <a:xfrm>
              <a:off x="7307911" y="32613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0" name="pt20260"/>
            <p:cNvSpPr/>
            <p:nvPr/>
          </p:nvSpPr>
          <p:spPr>
            <a:xfrm>
              <a:off x="7475206" y="3324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1" name="pt20261"/>
            <p:cNvSpPr/>
            <p:nvPr/>
          </p:nvSpPr>
          <p:spPr>
            <a:xfrm>
              <a:off x="7614363" y="33163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2" name="pt20262"/>
            <p:cNvSpPr/>
            <p:nvPr/>
          </p:nvSpPr>
          <p:spPr>
            <a:xfrm>
              <a:off x="7480296" y="32792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3" name="pt20263"/>
            <p:cNvSpPr/>
            <p:nvPr/>
          </p:nvSpPr>
          <p:spPr>
            <a:xfrm>
              <a:off x="7260715" y="3320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4" name="pt20264"/>
            <p:cNvSpPr/>
            <p:nvPr/>
          </p:nvSpPr>
          <p:spPr>
            <a:xfrm>
              <a:off x="7533480" y="3286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5" name="pt20265"/>
            <p:cNvSpPr/>
            <p:nvPr/>
          </p:nvSpPr>
          <p:spPr>
            <a:xfrm>
              <a:off x="7084424" y="3227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6" name="pt20266"/>
            <p:cNvSpPr/>
            <p:nvPr/>
          </p:nvSpPr>
          <p:spPr>
            <a:xfrm>
              <a:off x="7534781" y="3329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7" name="pt20267"/>
            <p:cNvSpPr/>
            <p:nvPr/>
          </p:nvSpPr>
          <p:spPr>
            <a:xfrm>
              <a:off x="7401280" y="3262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8" name="pt20268"/>
            <p:cNvSpPr/>
            <p:nvPr/>
          </p:nvSpPr>
          <p:spPr>
            <a:xfrm>
              <a:off x="7349674" y="3241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69" name="pt20269"/>
            <p:cNvSpPr/>
            <p:nvPr/>
          </p:nvSpPr>
          <p:spPr>
            <a:xfrm>
              <a:off x="7468737" y="3330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0" name="pt20270"/>
            <p:cNvSpPr/>
            <p:nvPr/>
          </p:nvSpPr>
          <p:spPr>
            <a:xfrm>
              <a:off x="7391635" y="32518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1" name="pt20271"/>
            <p:cNvSpPr/>
            <p:nvPr/>
          </p:nvSpPr>
          <p:spPr>
            <a:xfrm>
              <a:off x="7503333" y="3297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2" name="pt20272"/>
            <p:cNvSpPr/>
            <p:nvPr/>
          </p:nvSpPr>
          <p:spPr>
            <a:xfrm>
              <a:off x="7550221" y="3273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3" name="pt20273"/>
            <p:cNvSpPr/>
            <p:nvPr/>
          </p:nvSpPr>
          <p:spPr>
            <a:xfrm>
              <a:off x="7256787" y="3218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4" name="pt20274"/>
            <p:cNvSpPr/>
            <p:nvPr/>
          </p:nvSpPr>
          <p:spPr>
            <a:xfrm>
              <a:off x="7213727" y="32760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5" name="pt20275"/>
            <p:cNvSpPr/>
            <p:nvPr/>
          </p:nvSpPr>
          <p:spPr>
            <a:xfrm>
              <a:off x="7430529" y="3289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6" name="pt20276"/>
            <p:cNvSpPr/>
            <p:nvPr/>
          </p:nvSpPr>
          <p:spPr>
            <a:xfrm>
              <a:off x="7345587" y="32872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7" name="pt20277"/>
            <p:cNvSpPr/>
            <p:nvPr/>
          </p:nvSpPr>
          <p:spPr>
            <a:xfrm>
              <a:off x="7564469" y="3318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8" name="pt20278"/>
            <p:cNvSpPr/>
            <p:nvPr/>
          </p:nvSpPr>
          <p:spPr>
            <a:xfrm>
              <a:off x="7520180" y="3311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79" name="pt20279"/>
            <p:cNvSpPr/>
            <p:nvPr/>
          </p:nvSpPr>
          <p:spPr>
            <a:xfrm>
              <a:off x="7546500" y="3300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0" name="pt20280"/>
            <p:cNvSpPr/>
            <p:nvPr/>
          </p:nvSpPr>
          <p:spPr>
            <a:xfrm>
              <a:off x="7618943" y="32749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1" name="pt20281"/>
            <p:cNvSpPr/>
            <p:nvPr/>
          </p:nvSpPr>
          <p:spPr>
            <a:xfrm>
              <a:off x="7315627" y="3247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2" name="pt20282"/>
            <p:cNvSpPr/>
            <p:nvPr/>
          </p:nvSpPr>
          <p:spPr>
            <a:xfrm>
              <a:off x="7539604" y="32728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3" name="pt20283"/>
            <p:cNvSpPr/>
            <p:nvPr/>
          </p:nvSpPr>
          <p:spPr>
            <a:xfrm>
              <a:off x="8441577" y="3246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4" name="pt20284"/>
            <p:cNvSpPr/>
            <p:nvPr/>
          </p:nvSpPr>
          <p:spPr>
            <a:xfrm>
              <a:off x="7486620" y="3262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5" name="pt20285"/>
            <p:cNvSpPr/>
            <p:nvPr/>
          </p:nvSpPr>
          <p:spPr>
            <a:xfrm>
              <a:off x="7521455" y="32861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6" name="pt20286"/>
            <p:cNvSpPr/>
            <p:nvPr/>
          </p:nvSpPr>
          <p:spPr>
            <a:xfrm>
              <a:off x="7395533" y="3270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7" name="pt20287"/>
            <p:cNvSpPr/>
            <p:nvPr/>
          </p:nvSpPr>
          <p:spPr>
            <a:xfrm>
              <a:off x="7522283" y="3288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8" name="pt20288"/>
            <p:cNvSpPr/>
            <p:nvPr/>
          </p:nvSpPr>
          <p:spPr>
            <a:xfrm>
              <a:off x="7389973" y="3223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89" name="pt20289"/>
            <p:cNvSpPr/>
            <p:nvPr/>
          </p:nvSpPr>
          <p:spPr>
            <a:xfrm>
              <a:off x="7276662" y="3256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0" name="pt20290"/>
            <p:cNvSpPr/>
            <p:nvPr/>
          </p:nvSpPr>
          <p:spPr>
            <a:xfrm>
              <a:off x="7572843" y="3254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1" name="pt20291"/>
            <p:cNvSpPr/>
            <p:nvPr/>
          </p:nvSpPr>
          <p:spPr>
            <a:xfrm>
              <a:off x="7123302" y="32722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2" name="pt20292"/>
            <p:cNvSpPr/>
            <p:nvPr/>
          </p:nvSpPr>
          <p:spPr>
            <a:xfrm>
              <a:off x="7654899" y="32908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3" name="pt20293"/>
            <p:cNvSpPr/>
            <p:nvPr/>
          </p:nvSpPr>
          <p:spPr>
            <a:xfrm>
              <a:off x="7427305" y="32175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4" name="pt20294"/>
            <p:cNvSpPr/>
            <p:nvPr/>
          </p:nvSpPr>
          <p:spPr>
            <a:xfrm>
              <a:off x="7374600" y="32701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5" name="pt20295"/>
            <p:cNvSpPr/>
            <p:nvPr/>
          </p:nvSpPr>
          <p:spPr>
            <a:xfrm>
              <a:off x="7533515" y="32775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6" name="pt20296"/>
            <p:cNvSpPr/>
            <p:nvPr/>
          </p:nvSpPr>
          <p:spPr>
            <a:xfrm>
              <a:off x="7332823" y="32501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7" name="pt20297"/>
            <p:cNvSpPr/>
            <p:nvPr/>
          </p:nvSpPr>
          <p:spPr>
            <a:xfrm>
              <a:off x="7424580" y="33119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8" name="pt20298"/>
            <p:cNvSpPr/>
            <p:nvPr/>
          </p:nvSpPr>
          <p:spPr>
            <a:xfrm>
              <a:off x="7285276" y="3235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299" name="pt20299"/>
            <p:cNvSpPr/>
            <p:nvPr/>
          </p:nvSpPr>
          <p:spPr>
            <a:xfrm>
              <a:off x="7404878" y="3266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0" name="pt20300"/>
            <p:cNvSpPr/>
            <p:nvPr/>
          </p:nvSpPr>
          <p:spPr>
            <a:xfrm>
              <a:off x="7450090" y="3254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1" name="pt20301"/>
            <p:cNvSpPr/>
            <p:nvPr/>
          </p:nvSpPr>
          <p:spPr>
            <a:xfrm>
              <a:off x="7081356" y="3239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2" name="pt20302"/>
            <p:cNvSpPr/>
            <p:nvPr/>
          </p:nvSpPr>
          <p:spPr>
            <a:xfrm>
              <a:off x="7625465" y="3299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3" name="pt20303"/>
            <p:cNvSpPr/>
            <p:nvPr/>
          </p:nvSpPr>
          <p:spPr>
            <a:xfrm>
              <a:off x="7341836" y="3249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4" name="pt20304"/>
            <p:cNvSpPr/>
            <p:nvPr/>
          </p:nvSpPr>
          <p:spPr>
            <a:xfrm>
              <a:off x="7464682" y="3278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5" name="pt20305"/>
            <p:cNvSpPr/>
            <p:nvPr/>
          </p:nvSpPr>
          <p:spPr>
            <a:xfrm>
              <a:off x="7374294" y="32011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6" name="pt20306"/>
            <p:cNvSpPr/>
            <p:nvPr/>
          </p:nvSpPr>
          <p:spPr>
            <a:xfrm>
              <a:off x="7483202" y="32559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7" name="pt20307"/>
            <p:cNvSpPr/>
            <p:nvPr/>
          </p:nvSpPr>
          <p:spPr>
            <a:xfrm>
              <a:off x="7678767" y="3271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8" name="pt20308"/>
            <p:cNvSpPr/>
            <p:nvPr/>
          </p:nvSpPr>
          <p:spPr>
            <a:xfrm>
              <a:off x="7453051" y="3211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09" name="pt20309"/>
            <p:cNvSpPr/>
            <p:nvPr/>
          </p:nvSpPr>
          <p:spPr>
            <a:xfrm>
              <a:off x="7592268" y="32737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0" name="pt20310"/>
            <p:cNvSpPr/>
            <p:nvPr/>
          </p:nvSpPr>
          <p:spPr>
            <a:xfrm>
              <a:off x="7436695" y="3279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1" name="pt20311"/>
            <p:cNvSpPr/>
            <p:nvPr/>
          </p:nvSpPr>
          <p:spPr>
            <a:xfrm>
              <a:off x="7440786" y="3314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2" name="pt20312"/>
            <p:cNvSpPr/>
            <p:nvPr/>
          </p:nvSpPr>
          <p:spPr>
            <a:xfrm>
              <a:off x="7332796" y="3230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3" name="pt20313"/>
            <p:cNvSpPr/>
            <p:nvPr/>
          </p:nvSpPr>
          <p:spPr>
            <a:xfrm>
              <a:off x="7557310" y="32917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4" name="pt20314"/>
            <p:cNvSpPr/>
            <p:nvPr/>
          </p:nvSpPr>
          <p:spPr>
            <a:xfrm>
              <a:off x="7523155" y="32842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5" name="pt20315"/>
            <p:cNvSpPr/>
            <p:nvPr/>
          </p:nvSpPr>
          <p:spPr>
            <a:xfrm>
              <a:off x="7534343" y="32960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6" name="pt20316"/>
            <p:cNvSpPr/>
            <p:nvPr/>
          </p:nvSpPr>
          <p:spPr>
            <a:xfrm>
              <a:off x="7679058" y="3266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7" name="pt20317"/>
            <p:cNvSpPr/>
            <p:nvPr/>
          </p:nvSpPr>
          <p:spPr>
            <a:xfrm>
              <a:off x="7499555" y="31417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8" name="pt20318"/>
            <p:cNvSpPr/>
            <p:nvPr/>
          </p:nvSpPr>
          <p:spPr>
            <a:xfrm>
              <a:off x="7404190" y="3270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19" name="pt20319"/>
            <p:cNvSpPr/>
            <p:nvPr/>
          </p:nvSpPr>
          <p:spPr>
            <a:xfrm>
              <a:off x="7514528" y="32804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0" name="pt20320"/>
            <p:cNvSpPr/>
            <p:nvPr/>
          </p:nvSpPr>
          <p:spPr>
            <a:xfrm>
              <a:off x="7345546" y="30388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1" name="pt20321"/>
            <p:cNvSpPr/>
            <p:nvPr/>
          </p:nvSpPr>
          <p:spPr>
            <a:xfrm>
              <a:off x="7609126" y="3290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2" name="pt20322"/>
            <p:cNvSpPr/>
            <p:nvPr/>
          </p:nvSpPr>
          <p:spPr>
            <a:xfrm>
              <a:off x="7438973" y="3276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3" name="pt20323"/>
            <p:cNvSpPr/>
            <p:nvPr/>
          </p:nvSpPr>
          <p:spPr>
            <a:xfrm>
              <a:off x="7495758" y="3300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4" name="pt20324"/>
            <p:cNvSpPr/>
            <p:nvPr/>
          </p:nvSpPr>
          <p:spPr>
            <a:xfrm>
              <a:off x="7437611" y="3273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5" name="pt20325"/>
            <p:cNvSpPr/>
            <p:nvPr/>
          </p:nvSpPr>
          <p:spPr>
            <a:xfrm>
              <a:off x="7609585" y="3302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6" name="pt20326"/>
            <p:cNvSpPr/>
            <p:nvPr/>
          </p:nvSpPr>
          <p:spPr>
            <a:xfrm>
              <a:off x="7353020" y="3259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7" name="pt20327"/>
            <p:cNvSpPr/>
            <p:nvPr/>
          </p:nvSpPr>
          <p:spPr>
            <a:xfrm>
              <a:off x="7428273" y="3329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8" name="pt20328"/>
            <p:cNvSpPr/>
            <p:nvPr/>
          </p:nvSpPr>
          <p:spPr>
            <a:xfrm>
              <a:off x="7496910" y="32701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29" name="pt20329"/>
            <p:cNvSpPr/>
            <p:nvPr/>
          </p:nvSpPr>
          <p:spPr>
            <a:xfrm>
              <a:off x="7752513" y="3299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0" name="pt20330"/>
            <p:cNvSpPr/>
            <p:nvPr/>
          </p:nvSpPr>
          <p:spPr>
            <a:xfrm>
              <a:off x="7654280" y="3289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1" name="pt20331"/>
            <p:cNvSpPr/>
            <p:nvPr/>
          </p:nvSpPr>
          <p:spPr>
            <a:xfrm>
              <a:off x="7201560" y="32528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2" name="pt20332"/>
            <p:cNvSpPr/>
            <p:nvPr/>
          </p:nvSpPr>
          <p:spPr>
            <a:xfrm>
              <a:off x="7415947" y="3322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3" name="pt20333"/>
            <p:cNvSpPr/>
            <p:nvPr/>
          </p:nvSpPr>
          <p:spPr>
            <a:xfrm>
              <a:off x="7665662" y="3302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4" name="pt20334"/>
            <p:cNvSpPr/>
            <p:nvPr/>
          </p:nvSpPr>
          <p:spPr>
            <a:xfrm>
              <a:off x="7441392" y="3273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5" name="pt20335"/>
            <p:cNvSpPr/>
            <p:nvPr/>
          </p:nvSpPr>
          <p:spPr>
            <a:xfrm>
              <a:off x="8629215" y="3261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6" name="pt20336"/>
            <p:cNvSpPr/>
            <p:nvPr/>
          </p:nvSpPr>
          <p:spPr>
            <a:xfrm>
              <a:off x="7405885" y="3235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7" name="pt20337"/>
            <p:cNvSpPr/>
            <p:nvPr/>
          </p:nvSpPr>
          <p:spPr>
            <a:xfrm>
              <a:off x="7484429" y="3257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8" name="pt20338"/>
            <p:cNvSpPr/>
            <p:nvPr/>
          </p:nvSpPr>
          <p:spPr>
            <a:xfrm>
              <a:off x="7572276" y="3271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39" name="pt20339"/>
            <p:cNvSpPr/>
            <p:nvPr/>
          </p:nvSpPr>
          <p:spPr>
            <a:xfrm>
              <a:off x="7304372" y="3256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0" name="pt20340"/>
            <p:cNvSpPr/>
            <p:nvPr/>
          </p:nvSpPr>
          <p:spPr>
            <a:xfrm>
              <a:off x="7254740" y="3293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1" name="pt20341"/>
            <p:cNvSpPr/>
            <p:nvPr/>
          </p:nvSpPr>
          <p:spPr>
            <a:xfrm>
              <a:off x="7547115" y="3286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2" name="pt20342"/>
            <p:cNvSpPr/>
            <p:nvPr/>
          </p:nvSpPr>
          <p:spPr>
            <a:xfrm>
              <a:off x="7404893" y="3237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3" name="pt20343"/>
            <p:cNvSpPr/>
            <p:nvPr/>
          </p:nvSpPr>
          <p:spPr>
            <a:xfrm>
              <a:off x="7559149" y="3342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4" name="pt20344"/>
            <p:cNvSpPr/>
            <p:nvPr/>
          </p:nvSpPr>
          <p:spPr>
            <a:xfrm>
              <a:off x="7494147" y="32568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5" name="pt20345"/>
            <p:cNvSpPr/>
            <p:nvPr/>
          </p:nvSpPr>
          <p:spPr>
            <a:xfrm>
              <a:off x="7555208" y="32923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6" name="pt20346"/>
            <p:cNvSpPr/>
            <p:nvPr/>
          </p:nvSpPr>
          <p:spPr>
            <a:xfrm>
              <a:off x="7324131" y="32596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7" name="pt20347"/>
            <p:cNvSpPr/>
            <p:nvPr/>
          </p:nvSpPr>
          <p:spPr>
            <a:xfrm>
              <a:off x="7452322" y="3290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8" name="pt20348"/>
            <p:cNvSpPr/>
            <p:nvPr/>
          </p:nvSpPr>
          <p:spPr>
            <a:xfrm>
              <a:off x="8082457" y="3266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49" name="pt20349"/>
            <p:cNvSpPr/>
            <p:nvPr/>
          </p:nvSpPr>
          <p:spPr>
            <a:xfrm>
              <a:off x="7388553" y="3232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0" name="pt20350"/>
            <p:cNvSpPr/>
            <p:nvPr/>
          </p:nvSpPr>
          <p:spPr>
            <a:xfrm>
              <a:off x="7276082" y="32408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1" name="pt20351"/>
            <p:cNvSpPr/>
            <p:nvPr/>
          </p:nvSpPr>
          <p:spPr>
            <a:xfrm>
              <a:off x="7517809" y="3327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2" name="pt20352"/>
            <p:cNvSpPr/>
            <p:nvPr/>
          </p:nvSpPr>
          <p:spPr>
            <a:xfrm>
              <a:off x="7709705" y="3276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3" name="pt20353"/>
            <p:cNvSpPr/>
            <p:nvPr/>
          </p:nvSpPr>
          <p:spPr>
            <a:xfrm>
              <a:off x="7371375" y="3254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4" name="pt20354"/>
            <p:cNvSpPr/>
            <p:nvPr/>
          </p:nvSpPr>
          <p:spPr>
            <a:xfrm>
              <a:off x="7347518" y="3308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5" name="pt20355"/>
            <p:cNvSpPr/>
            <p:nvPr/>
          </p:nvSpPr>
          <p:spPr>
            <a:xfrm>
              <a:off x="7372285" y="3264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6" name="pt20356"/>
            <p:cNvSpPr/>
            <p:nvPr/>
          </p:nvSpPr>
          <p:spPr>
            <a:xfrm>
              <a:off x="7300369" y="3190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7" name="pt20357"/>
            <p:cNvSpPr/>
            <p:nvPr/>
          </p:nvSpPr>
          <p:spPr>
            <a:xfrm>
              <a:off x="7659654" y="3309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8" name="pt20358"/>
            <p:cNvSpPr/>
            <p:nvPr/>
          </p:nvSpPr>
          <p:spPr>
            <a:xfrm>
              <a:off x="7382417" y="3278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59" name="pt20359"/>
            <p:cNvSpPr/>
            <p:nvPr/>
          </p:nvSpPr>
          <p:spPr>
            <a:xfrm>
              <a:off x="7518945" y="32800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0" name="pt20360"/>
            <p:cNvSpPr/>
            <p:nvPr/>
          </p:nvSpPr>
          <p:spPr>
            <a:xfrm>
              <a:off x="7316719" y="3263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1" name="pt20361"/>
            <p:cNvSpPr/>
            <p:nvPr/>
          </p:nvSpPr>
          <p:spPr>
            <a:xfrm>
              <a:off x="7316278" y="3270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2" name="pt20362"/>
            <p:cNvSpPr/>
            <p:nvPr/>
          </p:nvSpPr>
          <p:spPr>
            <a:xfrm>
              <a:off x="7323069" y="3228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3" name="pt20363"/>
            <p:cNvSpPr/>
            <p:nvPr/>
          </p:nvSpPr>
          <p:spPr>
            <a:xfrm>
              <a:off x="7385581" y="3247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4" name="pt20364"/>
            <p:cNvSpPr/>
            <p:nvPr/>
          </p:nvSpPr>
          <p:spPr>
            <a:xfrm>
              <a:off x="7374866" y="3183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5" name="pt20365"/>
            <p:cNvSpPr/>
            <p:nvPr/>
          </p:nvSpPr>
          <p:spPr>
            <a:xfrm>
              <a:off x="7363164" y="3261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6" name="pt20366"/>
            <p:cNvSpPr/>
            <p:nvPr/>
          </p:nvSpPr>
          <p:spPr>
            <a:xfrm>
              <a:off x="7616527" y="3318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7" name="pt20367"/>
            <p:cNvSpPr/>
            <p:nvPr/>
          </p:nvSpPr>
          <p:spPr>
            <a:xfrm>
              <a:off x="7544709" y="3277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8" name="pt20368"/>
            <p:cNvSpPr/>
            <p:nvPr/>
          </p:nvSpPr>
          <p:spPr>
            <a:xfrm>
              <a:off x="7547034" y="3298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69" name="pt20369"/>
            <p:cNvSpPr/>
            <p:nvPr/>
          </p:nvSpPr>
          <p:spPr>
            <a:xfrm>
              <a:off x="7387632" y="3407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0" name="pt20370"/>
            <p:cNvSpPr/>
            <p:nvPr/>
          </p:nvSpPr>
          <p:spPr>
            <a:xfrm>
              <a:off x="7581519" y="3284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1" name="pt20371"/>
            <p:cNvSpPr/>
            <p:nvPr/>
          </p:nvSpPr>
          <p:spPr>
            <a:xfrm>
              <a:off x="7468164" y="3243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2" name="pt20372"/>
            <p:cNvSpPr/>
            <p:nvPr/>
          </p:nvSpPr>
          <p:spPr>
            <a:xfrm>
              <a:off x="7402842" y="3253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3" name="pt20373"/>
            <p:cNvSpPr/>
            <p:nvPr/>
          </p:nvSpPr>
          <p:spPr>
            <a:xfrm>
              <a:off x="7459858" y="32842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4" name="pt20374"/>
            <p:cNvSpPr/>
            <p:nvPr/>
          </p:nvSpPr>
          <p:spPr>
            <a:xfrm>
              <a:off x="7528857" y="3285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5" name="pt20375"/>
            <p:cNvSpPr/>
            <p:nvPr/>
          </p:nvSpPr>
          <p:spPr>
            <a:xfrm>
              <a:off x="7054852" y="3237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6" name="pt20376"/>
            <p:cNvSpPr/>
            <p:nvPr/>
          </p:nvSpPr>
          <p:spPr>
            <a:xfrm>
              <a:off x="7433455" y="3255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7" name="pt20377"/>
            <p:cNvSpPr/>
            <p:nvPr/>
          </p:nvSpPr>
          <p:spPr>
            <a:xfrm>
              <a:off x="7530770" y="3272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8" name="pt20378"/>
            <p:cNvSpPr/>
            <p:nvPr/>
          </p:nvSpPr>
          <p:spPr>
            <a:xfrm>
              <a:off x="7504699" y="3257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79" name="pt20379"/>
            <p:cNvSpPr/>
            <p:nvPr/>
          </p:nvSpPr>
          <p:spPr>
            <a:xfrm>
              <a:off x="7613936" y="3288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0" name="pt20380"/>
            <p:cNvSpPr/>
            <p:nvPr/>
          </p:nvSpPr>
          <p:spPr>
            <a:xfrm>
              <a:off x="7375881" y="3189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1" name="pt20381"/>
            <p:cNvSpPr/>
            <p:nvPr/>
          </p:nvSpPr>
          <p:spPr>
            <a:xfrm>
              <a:off x="7453586" y="32566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2" name="pt20382"/>
            <p:cNvSpPr/>
            <p:nvPr/>
          </p:nvSpPr>
          <p:spPr>
            <a:xfrm>
              <a:off x="7447443" y="3261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3" name="pt20383"/>
            <p:cNvSpPr/>
            <p:nvPr/>
          </p:nvSpPr>
          <p:spPr>
            <a:xfrm>
              <a:off x="7384867" y="32594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4" name="pt20384"/>
            <p:cNvSpPr/>
            <p:nvPr/>
          </p:nvSpPr>
          <p:spPr>
            <a:xfrm>
              <a:off x="7503402" y="3193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5" name="pt20385"/>
            <p:cNvSpPr/>
            <p:nvPr/>
          </p:nvSpPr>
          <p:spPr>
            <a:xfrm>
              <a:off x="7392721" y="33327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6" name="pt20386"/>
            <p:cNvSpPr/>
            <p:nvPr/>
          </p:nvSpPr>
          <p:spPr>
            <a:xfrm>
              <a:off x="7509988" y="3276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7" name="pt20387"/>
            <p:cNvSpPr/>
            <p:nvPr/>
          </p:nvSpPr>
          <p:spPr>
            <a:xfrm>
              <a:off x="7370496" y="3243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8" name="pt20388"/>
            <p:cNvSpPr/>
            <p:nvPr/>
          </p:nvSpPr>
          <p:spPr>
            <a:xfrm>
              <a:off x="7445664" y="32588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89" name="pt20389"/>
            <p:cNvSpPr/>
            <p:nvPr/>
          </p:nvSpPr>
          <p:spPr>
            <a:xfrm>
              <a:off x="7352658" y="3263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0" name="pt20390"/>
            <p:cNvSpPr/>
            <p:nvPr/>
          </p:nvSpPr>
          <p:spPr>
            <a:xfrm>
              <a:off x="7428555" y="3270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1" name="pt20391"/>
            <p:cNvSpPr/>
            <p:nvPr/>
          </p:nvSpPr>
          <p:spPr>
            <a:xfrm>
              <a:off x="7101220" y="316187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92" name="pt20392"/>
            <p:cNvSpPr/>
            <p:nvPr/>
          </p:nvSpPr>
          <p:spPr>
            <a:xfrm>
              <a:off x="7555234" y="3301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3" name="pt20393"/>
            <p:cNvSpPr/>
            <p:nvPr/>
          </p:nvSpPr>
          <p:spPr>
            <a:xfrm>
              <a:off x="7368645" y="3410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4" name="pt20394"/>
            <p:cNvSpPr/>
            <p:nvPr/>
          </p:nvSpPr>
          <p:spPr>
            <a:xfrm>
              <a:off x="7630806" y="33135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5" name="pt20395"/>
            <p:cNvSpPr/>
            <p:nvPr/>
          </p:nvSpPr>
          <p:spPr>
            <a:xfrm>
              <a:off x="7510899" y="3250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6" name="pt20396"/>
            <p:cNvSpPr/>
            <p:nvPr/>
          </p:nvSpPr>
          <p:spPr>
            <a:xfrm>
              <a:off x="7491525" y="32690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7" name="pt20397"/>
            <p:cNvSpPr/>
            <p:nvPr/>
          </p:nvSpPr>
          <p:spPr>
            <a:xfrm>
              <a:off x="7260482" y="3293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8" name="pt20398"/>
            <p:cNvSpPr/>
            <p:nvPr/>
          </p:nvSpPr>
          <p:spPr>
            <a:xfrm>
              <a:off x="7451059" y="32795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399" name="pt20399"/>
            <p:cNvSpPr/>
            <p:nvPr/>
          </p:nvSpPr>
          <p:spPr>
            <a:xfrm>
              <a:off x="7449534" y="3308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0" name="pt20400"/>
            <p:cNvSpPr/>
            <p:nvPr/>
          </p:nvSpPr>
          <p:spPr>
            <a:xfrm>
              <a:off x="7410349" y="3232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1" name="pt20401"/>
            <p:cNvSpPr/>
            <p:nvPr/>
          </p:nvSpPr>
          <p:spPr>
            <a:xfrm>
              <a:off x="7442257" y="32620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2" name="pt20402"/>
            <p:cNvSpPr/>
            <p:nvPr/>
          </p:nvSpPr>
          <p:spPr>
            <a:xfrm>
              <a:off x="7458695" y="3295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3" name="pt20403"/>
            <p:cNvSpPr/>
            <p:nvPr/>
          </p:nvSpPr>
          <p:spPr>
            <a:xfrm>
              <a:off x="7443823" y="32804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4" name="pt20404"/>
            <p:cNvSpPr/>
            <p:nvPr/>
          </p:nvSpPr>
          <p:spPr>
            <a:xfrm>
              <a:off x="7609504" y="32591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5" name="pt20405"/>
            <p:cNvSpPr/>
            <p:nvPr/>
          </p:nvSpPr>
          <p:spPr>
            <a:xfrm>
              <a:off x="7381752" y="3239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6" name="pt20406"/>
            <p:cNvSpPr/>
            <p:nvPr/>
          </p:nvSpPr>
          <p:spPr>
            <a:xfrm>
              <a:off x="7197689" y="32542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7" name="pt20407"/>
            <p:cNvSpPr/>
            <p:nvPr/>
          </p:nvSpPr>
          <p:spPr>
            <a:xfrm>
              <a:off x="7384117" y="3233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8" name="pt20408"/>
            <p:cNvSpPr/>
            <p:nvPr/>
          </p:nvSpPr>
          <p:spPr>
            <a:xfrm>
              <a:off x="7345227" y="3214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09" name="pt20409"/>
            <p:cNvSpPr/>
            <p:nvPr/>
          </p:nvSpPr>
          <p:spPr>
            <a:xfrm>
              <a:off x="7388333" y="32658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0" name="pt20410"/>
            <p:cNvSpPr/>
            <p:nvPr/>
          </p:nvSpPr>
          <p:spPr>
            <a:xfrm>
              <a:off x="7630543" y="3267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1" name="pt20411"/>
            <p:cNvSpPr/>
            <p:nvPr/>
          </p:nvSpPr>
          <p:spPr>
            <a:xfrm>
              <a:off x="7369423" y="3303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2" name="pt20412"/>
            <p:cNvSpPr/>
            <p:nvPr/>
          </p:nvSpPr>
          <p:spPr>
            <a:xfrm>
              <a:off x="7338814" y="3287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3" name="pt20413"/>
            <p:cNvSpPr/>
            <p:nvPr/>
          </p:nvSpPr>
          <p:spPr>
            <a:xfrm>
              <a:off x="7527017" y="32901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4" name="pt20414"/>
            <p:cNvSpPr/>
            <p:nvPr/>
          </p:nvSpPr>
          <p:spPr>
            <a:xfrm>
              <a:off x="7502194" y="3266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5" name="pt20415"/>
            <p:cNvSpPr/>
            <p:nvPr/>
          </p:nvSpPr>
          <p:spPr>
            <a:xfrm>
              <a:off x="7454540" y="3257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6" name="pt20416"/>
            <p:cNvSpPr/>
            <p:nvPr/>
          </p:nvSpPr>
          <p:spPr>
            <a:xfrm>
              <a:off x="7431936" y="32763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7" name="pt20417"/>
            <p:cNvSpPr/>
            <p:nvPr/>
          </p:nvSpPr>
          <p:spPr>
            <a:xfrm>
              <a:off x="7428513" y="3239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8" name="pt20418"/>
            <p:cNvSpPr/>
            <p:nvPr/>
          </p:nvSpPr>
          <p:spPr>
            <a:xfrm>
              <a:off x="7391585" y="3241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19" name="pt20419"/>
            <p:cNvSpPr/>
            <p:nvPr/>
          </p:nvSpPr>
          <p:spPr>
            <a:xfrm>
              <a:off x="7142584" y="32756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0" name="pt20420"/>
            <p:cNvSpPr/>
            <p:nvPr/>
          </p:nvSpPr>
          <p:spPr>
            <a:xfrm>
              <a:off x="7299288" y="3318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1" name="pt20421"/>
            <p:cNvSpPr/>
            <p:nvPr/>
          </p:nvSpPr>
          <p:spPr>
            <a:xfrm>
              <a:off x="7154865" y="3266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2" name="pt20422"/>
            <p:cNvSpPr/>
            <p:nvPr/>
          </p:nvSpPr>
          <p:spPr>
            <a:xfrm>
              <a:off x="7473925" y="3245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3" name="pt20423"/>
            <p:cNvSpPr/>
            <p:nvPr/>
          </p:nvSpPr>
          <p:spPr>
            <a:xfrm>
              <a:off x="7471198" y="3303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4" name="pt20424"/>
            <p:cNvSpPr/>
            <p:nvPr/>
          </p:nvSpPr>
          <p:spPr>
            <a:xfrm>
              <a:off x="7427369" y="32008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5" name="pt20425"/>
            <p:cNvSpPr/>
            <p:nvPr/>
          </p:nvSpPr>
          <p:spPr>
            <a:xfrm>
              <a:off x="7372461" y="3257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6" name="pt20426"/>
            <p:cNvSpPr/>
            <p:nvPr/>
          </p:nvSpPr>
          <p:spPr>
            <a:xfrm>
              <a:off x="7811886" y="313891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27" name="pt20427"/>
            <p:cNvSpPr/>
            <p:nvPr/>
          </p:nvSpPr>
          <p:spPr>
            <a:xfrm>
              <a:off x="7374168" y="3280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8" name="pt20428"/>
            <p:cNvSpPr/>
            <p:nvPr/>
          </p:nvSpPr>
          <p:spPr>
            <a:xfrm>
              <a:off x="7393528" y="32569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29" name="pt20429"/>
            <p:cNvSpPr/>
            <p:nvPr/>
          </p:nvSpPr>
          <p:spPr>
            <a:xfrm>
              <a:off x="7477376" y="3352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0" name="pt20430"/>
            <p:cNvSpPr/>
            <p:nvPr/>
          </p:nvSpPr>
          <p:spPr>
            <a:xfrm>
              <a:off x="7457985" y="32616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1" name="pt20431"/>
            <p:cNvSpPr/>
            <p:nvPr/>
          </p:nvSpPr>
          <p:spPr>
            <a:xfrm>
              <a:off x="7461571" y="32881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2" name="pt20432"/>
            <p:cNvSpPr/>
            <p:nvPr/>
          </p:nvSpPr>
          <p:spPr>
            <a:xfrm>
              <a:off x="7408770" y="33033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3" name="pt20433"/>
            <p:cNvSpPr/>
            <p:nvPr/>
          </p:nvSpPr>
          <p:spPr>
            <a:xfrm>
              <a:off x="7414690" y="3221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4" name="pt20434"/>
            <p:cNvSpPr/>
            <p:nvPr/>
          </p:nvSpPr>
          <p:spPr>
            <a:xfrm>
              <a:off x="7310227" y="32832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5" name="pt20435"/>
            <p:cNvSpPr/>
            <p:nvPr/>
          </p:nvSpPr>
          <p:spPr>
            <a:xfrm>
              <a:off x="7716292" y="3288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6" name="pt20436"/>
            <p:cNvSpPr/>
            <p:nvPr/>
          </p:nvSpPr>
          <p:spPr>
            <a:xfrm>
              <a:off x="7390229" y="3232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7" name="pt20437"/>
            <p:cNvSpPr/>
            <p:nvPr/>
          </p:nvSpPr>
          <p:spPr>
            <a:xfrm>
              <a:off x="7198732" y="3269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8" name="pt20438"/>
            <p:cNvSpPr/>
            <p:nvPr/>
          </p:nvSpPr>
          <p:spPr>
            <a:xfrm>
              <a:off x="7394694" y="3291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39" name="pt20439"/>
            <p:cNvSpPr/>
            <p:nvPr/>
          </p:nvSpPr>
          <p:spPr>
            <a:xfrm>
              <a:off x="7419890" y="3192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0" name="pt20440"/>
            <p:cNvSpPr/>
            <p:nvPr/>
          </p:nvSpPr>
          <p:spPr>
            <a:xfrm>
              <a:off x="7549090" y="3275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1" name="pt20441"/>
            <p:cNvSpPr/>
            <p:nvPr/>
          </p:nvSpPr>
          <p:spPr>
            <a:xfrm>
              <a:off x="7507907" y="3282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2" name="pt20442"/>
            <p:cNvSpPr/>
            <p:nvPr/>
          </p:nvSpPr>
          <p:spPr>
            <a:xfrm>
              <a:off x="7449746" y="32746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3" name="pt20443"/>
            <p:cNvSpPr/>
            <p:nvPr/>
          </p:nvSpPr>
          <p:spPr>
            <a:xfrm>
              <a:off x="7299741" y="32193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4" name="pt20444"/>
            <p:cNvSpPr/>
            <p:nvPr/>
          </p:nvSpPr>
          <p:spPr>
            <a:xfrm>
              <a:off x="7498162" y="32937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5" name="pt20445"/>
            <p:cNvSpPr/>
            <p:nvPr/>
          </p:nvSpPr>
          <p:spPr>
            <a:xfrm>
              <a:off x="7507911" y="3304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6" name="pt20446"/>
            <p:cNvSpPr/>
            <p:nvPr/>
          </p:nvSpPr>
          <p:spPr>
            <a:xfrm>
              <a:off x="7397066" y="3242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7" name="pt20447"/>
            <p:cNvSpPr/>
            <p:nvPr/>
          </p:nvSpPr>
          <p:spPr>
            <a:xfrm>
              <a:off x="7367443" y="3286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8" name="pt20448"/>
            <p:cNvSpPr/>
            <p:nvPr/>
          </p:nvSpPr>
          <p:spPr>
            <a:xfrm>
              <a:off x="7489638" y="32576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49" name="pt20449"/>
            <p:cNvSpPr/>
            <p:nvPr/>
          </p:nvSpPr>
          <p:spPr>
            <a:xfrm>
              <a:off x="7598957" y="3282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0" name="pt20450"/>
            <p:cNvSpPr/>
            <p:nvPr/>
          </p:nvSpPr>
          <p:spPr>
            <a:xfrm>
              <a:off x="7399652" y="3273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1" name="pt20451"/>
            <p:cNvSpPr/>
            <p:nvPr/>
          </p:nvSpPr>
          <p:spPr>
            <a:xfrm>
              <a:off x="7477271" y="3270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2" name="pt20452"/>
            <p:cNvSpPr/>
            <p:nvPr/>
          </p:nvSpPr>
          <p:spPr>
            <a:xfrm>
              <a:off x="7273874" y="3275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3" name="pt20453"/>
            <p:cNvSpPr/>
            <p:nvPr/>
          </p:nvSpPr>
          <p:spPr>
            <a:xfrm>
              <a:off x="7386182" y="32386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4" name="pt20454"/>
            <p:cNvSpPr/>
            <p:nvPr/>
          </p:nvSpPr>
          <p:spPr>
            <a:xfrm>
              <a:off x="7441925" y="3319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5" name="pt20455"/>
            <p:cNvSpPr/>
            <p:nvPr/>
          </p:nvSpPr>
          <p:spPr>
            <a:xfrm>
              <a:off x="7397516" y="32930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6" name="pt20456"/>
            <p:cNvSpPr/>
            <p:nvPr/>
          </p:nvSpPr>
          <p:spPr>
            <a:xfrm>
              <a:off x="7496087" y="3304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7" name="pt20457"/>
            <p:cNvSpPr/>
            <p:nvPr/>
          </p:nvSpPr>
          <p:spPr>
            <a:xfrm>
              <a:off x="7236659" y="33114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8" name="pt20458"/>
            <p:cNvSpPr/>
            <p:nvPr/>
          </p:nvSpPr>
          <p:spPr>
            <a:xfrm>
              <a:off x="7413237" y="3249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59" name="pt20459"/>
            <p:cNvSpPr/>
            <p:nvPr/>
          </p:nvSpPr>
          <p:spPr>
            <a:xfrm>
              <a:off x="7518134" y="3312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0" name="pt20460"/>
            <p:cNvSpPr/>
            <p:nvPr/>
          </p:nvSpPr>
          <p:spPr>
            <a:xfrm>
              <a:off x="7342891" y="32828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1" name="pt20461"/>
            <p:cNvSpPr/>
            <p:nvPr/>
          </p:nvSpPr>
          <p:spPr>
            <a:xfrm>
              <a:off x="7438258" y="3226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2" name="pt20462"/>
            <p:cNvSpPr/>
            <p:nvPr/>
          </p:nvSpPr>
          <p:spPr>
            <a:xfrm>
              <a:off x="7437408" y="3269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3" name="pt20463"/>
            <p:cNvSpPr/>
            <p:nvPr/>
          </p:nvSpPr>
          <p:spPr>
            <a:xfrm>
              <a:off x="7572648" y="3269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4" name="pt20464"/>
            <p:cNvSpPr/>
            <p:nvPr/>
          </p:nvSpPr>
          <p:spPr>
            <a:xfrm>
              <a:off x="7351753" y="32398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5" name="pt20465"/>
            <p:cNvSpPr/>
            <p:nvPr/>
          </p:nvSpPr>
          <p:spPr>
            <a:xfrm>
              <a:off x="7412061" y="3261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6" name="pt20466"/>
            <p:cNvSpPr/>
            <p:nvPr/>
          </p:nvSpPr>
          <p:spPr>
            <a:xfrm>
              <a:off x="7436052" y="32403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7" name="pt20467"/>
            <p:cNvSpPr/>
            <p:nvPr/>
          </p:nvSpPr>
          <p:spPr>
            <a:xfrm>
              <a:off x="7478493" y="32683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8" name="pt20468"/>
            <p:cNvSpPr/>
            <p:nvPr/>
          </p:nvSpPr>
          <p:spPr>
            <a:xfrm>
              <a:off x="7507760" y="3285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69" name="pt20469"/>
            <p:cNvSpPr/>
            <p:nvPr/>
          </p:nvSpPr>
          <p:spPr>
            <a:xfrm>
              <a:off x="7548388" y="3294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0" name="pt20470"/>
            <p:cNvSpPr/>
            <p:nvPr/>
          </p:nvSpPr>
          <p:spPr>
            <a:xfrm>
              <a:off x="7327127" y="3279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1" name="pt20471"/>
            <p:cNvSpPr/>
            <p:nvPr/>
          </p:nvSpPr>
          <p:spPr>
            <a:xfrm>
              <a:off x="7524754" y="3277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2" name="pt20472"/>
            <p:cNvSpPr/>
            <p:nvPr/>
          </p:nvSpPr>
          <p:spPr>
            <a:xfrm>
              <a:off x="7485180" y="32578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3" name="pt20473"/>
            <p:cNvSpPr/>
            <p:nvPr/>
          </p:nvSpPr>
          <p:spPr>
            <a:xfrm>
              <a:off x="7465753" y="32702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4" name="pt20474"/>
            <p:cNvSpPr/>
            <p:nvPr/>
          </p:nvSpPr>
          <p:spPr>
            <a:xfrm>
              <a:off x="7366667" y="3260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5" name="pt20475"/>
            <p:cNvSpPr/>
            <p:nvPr/>
          </p:nvSpPr>
          <p:spPr>
            <a:xfrm>
              <a:off x="7795325" y="3124951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76" name="pt20476"/>
            <p:cNvSpPr/>
            <p:nvPr/>
          </p:nvSpPr>
          <p:spPr>
            <a:xfrm>
              <a:off x="7561443" y="32943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7" name="pt20477"/>
            <p:cNvSpPr/>
            <p:nvPr/>
          </p:nvSpPr>
          <p:spPr>
            <a:xfrm>
              <a:off x="7463047" y="3298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8" name="pt20478"/>
            <p:cNvSpPr/>
            <p:nvPr/>
          </p:nvSpPr>
          <p:spPr>
            <a:xfrm>
              <a:off x="7453616" y="32500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79" name="pt20479"/>
            <p:cNvSpPr/>
            <p:nvPr/>
          </p:nvSpPr>
          <p:spPr>
            <a:xfrm>
              <a:off x="7621014" y="3259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0" name="pt20480"/>
            <p:cNvSpPr/>
            <p:nvPr/>
          </p:nvSpPr>
          <p:spPr>
            <a:xfrm>
              <a:off x="7680110" y="32690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1" name="pt20481"/>
            <p:cNvSpPr/>
            <p:nvPr/>
          </p:nvSpPr>
          <p:spPr>
            <a:xfrm>
              <a:off x="7538819" y="3282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2" name="pt20482"/>
            <p:cNvSpPr/>
            <p:nvPr/>
          </p:nvSpPr>
          <p:spPr>
            <a:xfrm>
              <a:off x="7355467" y="32820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3" name="pt20483"/>
            <p:cNvSpPr/>
            <p:nvPr/>
          </p:nvSpPr>
          <p:spPr>
            <a:xfrm>
              <a:off x="7384085" y="3247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4" name="pt20484"/>
            <p:cNvSpPr/>
            <p:nvPr/>
          </p:nvSpPr>
          <p:spPr>
            <a:xfrm>
              <a:off x="7550304" y="3299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5" name="pt20485"/>
            <p:cNvSpPr/>
            <p:nvPr/>
          </p:nvSpPr>
          <p:spPr>
            <a:xfrm>
              <a:off x="7302803" y="3293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6" name="pt20486"/>
            <p:cNvSpPr/>
            <p:nvPr/>
          </p:nvSpPr>
          <p:spPr>
            <a:xfrm>
              <a:off x="7350824" y="3195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7" name="pt20487"/>
            <p:cNvSpPr/>
            <p:nvPr/>
          </p:nvSpPr>
          <p:spPr>
            <a:xfrm>
              <a:off x="7469678" y="3241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8" name="pt20488"/>
            <p:cNvSpPr/>
            <p:nvPr/>
          </p:nvSpPr>
          <p:spPr>
            <a:xfrm>
              <a:off x="7523331" y="33095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89" name="pt20489"/>
            <p:cNvSpPr/>
            <p:nvPr/>
          </p:nvSpPr>
          <p:spPr>
            <a:xfrm>
              <a:off x="7376957" y="3234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0" name="pt20490"/>
            <p:cNvSpPr/>
            <p:nvPr/>
          </p:nvSpPr>
          <p:spPr>
            <a:xfrm>
              <a:off x="7608152" y="3282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1" name="pt20491"/>
            <p:cNvSpPr/>
            <p:nvPr/>
          </p:nvSpPr>
          <p:spPr>
            <a:xfrm>
              <a:off x="7554262" y="3287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2" name="pt20492"/>
            <p:cNvSpPr/>
            <p:nvPr/>
          </p:nvSpPr>
          <p:spPr>
            <a:xfrm>
              <a:off x="7381674" y="3285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3" name="pt20493"/>
            <p:cNvSpPr/>
            <p:nvPr/>
          </p:nvSpPr>
          <p:spPr>
            <a:xfrm>
              <a:off x="7583397" y="3283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4" name="pt20494"/>
            <p:cNvSpPr/>
            <p:nvPr/>
          </p:nvSpPr>
          <p:spPr>
            <a:xfrm>
              <a:off x="7349982" y="3249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5" name="pt20495"/>
            <p:cNvSpPr/>
            <p:nvPr/>
          </p:nvSpPr>
          <p:spPr>
            <a:xfrm>
              <a:off x="7432450" y="3254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6" name="pt20496"/>
            <p:cNvSpPr/>
            <p:nvPr/>
          </p:nvSpPr>
          <p:spPr>
            <a:xfrm>
              <a:off x="7464289" y="32187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7" name="pt20497"/>
            <p:cNvSpPr/>
            <p:nvPr/>
          </p:nvSpPr>
          <p:spPr>
            <a:xfrm>
              <a:off x="7338115" y="32692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8" name="pt20498"/>
            <p:cNvSpPr/>
            <p:nvPr/>
          </p:nvSpPr>
          <p:spPr>
            <a:xfrm>
              <a:off x="7446400" y="3280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499" name="pt20499"/>
            <p:cNvSpPr/>
            <p:nvPr/>
          </p:nvSpPr>
          <p:spPr>
            <a:xfrm>
              <a:off x="7222338" y="3266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0" name="pt20500"/>
            <p:cNvSpPr/>
            <p:nvPr/>
          </p:nvSpPr>
          <p:spPr>
            <a:xfrm>
              <a:off x="7514805" y="3266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1" name="pt20501"/>
            <p:cNvSpPr/>
            <p:nvPr/>
          </p:nvSpPr>
          <p:spPr>
            <a:xfrm>
              <a:off x="7542575" y="3298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2" name="pt20502"/>
            <p:cNvSpPr/>
            <p:nvPr/>
          </p:nvSpPr>
          <p:spPr>
            <a:xfrm>
              <a:off x="7446199" y="32571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3" name="pt20503"/>
            <p:cNvSpPr/>
            <p:nvPr/>
          </p:nvSpPr>
          <p:spPr>
            <a:xfrm>
              <a:off x="7429465" y="3297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4" name="pt20504"/>
            <p:cNvSpPr/>
            <p:nvPr/>
          </p:nvSpPr>
          <p:spPr>
            <a:xfrm>
              <a:off x="7405698" y="33231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5" name="pt20505"/>
            <p:cNvSpPr/>
            <p:nvPr/>
          </p:nvSpPr>
          <p:spPr>
            <a:xfrm>
              <a:off x="7239371" y="3258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6" name="pt20506"/>
            <p:cNvSpPr/>
            <p:nvPr/>
          </p:nvSpPr>
          <p:spPr>
            <a:xfrm>
              <a:off x="7389107" y="3266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7" name="pt20507"/>
            <p:cNvSpPr/>
            <p:nvPr/>
          </p:nvSpPr>
          <p:spPr>
            <a:xfrm>
              <a:off x="7355285" y="3239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8" name="pt20508"/>
            <p:cNvSpPr/>
            <p:nvPr/>
          </p:nvSpPr>
          <p:spPr>
            <a:xfrm>
              <a:off x="7336170" y="3270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09" name="pt20509"/>
            <p:cNvSpPr/>
            <p:nvPr/>
          </p:nvSpPr>
          <p:spPr>
            <a:xfrm>
              <a:off x="7467907" y="3264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0" name="pt20510"/>
            <p:cNvSpPr/>
            <p:nvPr/>
          </p:nvSpPr>
          <p:spPr>
            <a:xfrm>
              <a:off x="7453666" y="3184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1" name="pt20511"/>
            <p:cNvSpPr/>
            <p:nvPr/>
          </p:nvSpPr>
          <p:spPr>
            <a:xfrm>
              <a:off x="7353793" y="32303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2" name="pt20512"/>
            <p:cNvSpPr/>
            <p:nvPr/>
          </p:nvSpPr>
          <p:spPr>
            <a:xfrm>
              <a:off x="7491088" y="31998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3" name="pt20513"/>
            <p:cNvSpPr/>
            <p:nvPr/>
          </p:nvSpPr>
          <p:spPr>
            <a:xfrm>
              <a:off x="7548888" y="3265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4" name="pt20514"/>
            <p:cNvSpPr/>
            <p:nvPr/>
          </p:nvSpPr>
          <p:spPr>
            <a:xfrm>
              <a:off x="7551680" y="3228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5" name="pt20515"/>
            <p:cNvSpPr/>
            <p:nvPr/>
          </p:nvSpPr>
          <p:spPr>
            <a:xfrm>
              <a:off x="7474255" y="33341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6" name="pt20516"/>
            <p:cNvSpPr/>
            <p:nvPr/>
          </p:nvSpPr>
          <p:spPr>
            <a:xfrm>
              <a:off x="7289722" y="3237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7" name="pt20517"/>
            <p:cNvSpPr/>
            <p:nvPr/>
          </p:nvSpPr>
          <p:spPr>
            <a:xfrm>
              <a:off x="7518540" y="3331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8" name="pt20518"/>
            <p:cNvSpPr/>
            <p:nvPr/>
          </p:nvSpPr>
          <p:spPr>
            <a:xfrm>
              <a:off x="7373006" y="3259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19" name="pt20519"/>
            <p:cNvSpPr/>
            <p:nvPr/>
          </p:nvSpPr>
          <p:spPr>
            <a:xfrm>
              <a:off x="7448177" y="3301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0" name="pt20520"/>
            <p:cNvSpPr/>
            <p:nvPr/>
          </p:nvSpPr>
          <p:spPr>
            <a:xfrm>
              <a:off x="7513813" y="32915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1" name="pt20521"/>
            <p:cNvSpPr/>
            <p:nvPr/>
          </p:nvSpPr>
          <p:spPr>
            <a:xfrm>
              <a:off x="7434888" y="3216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2" name="pt20522"/>
            <p:cNvSpPr/>
            <p:nvPr/>
          </p:nvSpPr>
          <p:spPr>
            <a:xfrm>
              <a:off x="7515025" y="3314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3" name="pt20523"/>
            <p:cNvSpPr/>
            <p:nvPr/>
          </p:nvSpPr>
          <p:spPr>
            <a:xfrm>
              <a:off x="7412902" y="3228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4" name="pt20524"/>
            <p:cNvSpPr/>
            <p:nvPr/>
          </p:nvSpPr>
          <p:spPr>
            <a:xfrm>
              <a:off x="7373528" y="3265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5" name="pt20525"/>
            <p:cNvSpPr/>
            <p:nvPr/>
          </p:nvSpPr>
          <p:spPr>
            <a:xfrm>
              <a:off x="7756878" y="319557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26" name="pt20526"/>
            <p:cNvSpPr/>
            <p:nvPr/>
          </p:nvSpPr>
          <p:spPr>
            <a:xfrm>
              <a:off x="7277167" y="32957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7" name="pt20527"/>
            <p:cNvSpPr/>
            <p:nvPr/>
          </p:nvSpPr>
          <p:spPr>
            <a:xfrm>
              <a:off x="7384119" y="3290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8" name="pt20528"/>
            <p:cNvSpPr/>
            <p:nvPr/>
          </p:nvSpPr>
          <p:spPr>
            <a:xfrm>
              <a:off x="7537744" y="3282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29" name="pt20529"/>
            <p:cNvSpPr/>
            <p:nvPr/>
          </p:nvSpPr>
          <p:spPr>
            <a:xfrm>
              <a:off x="7423350" y="3269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0" name="pt20530"/>
            <p:cNvSpPr/>
            <p:nvPr/>
          </p:nvSpPr>
          <p:spPr>
            <a:xfrm>
              <a:off x="7388415" y="3264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1" name="pt20531"/>
            <p:cNvSpPr/>
            <p:nvPr/>
          </p:nvSpPr>
          <p:spPr>
            <a:xfrm>
              <a:off x="7234778" y="3266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2" name="pt20532"/>
            <p:cNvSpPr/>
            <p:nvPr/>
          </p:nvSpPr>
          <p:spPr>
            <a:xfrm>
              <a:off x="7498265" y="3233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3" name="pt20533"/>
            <p:cNvSpPr/>
            <p:nvPr/>
          </p:nvSpPr>
          <p:spPr>
            <a:xfrm>
              <a:off x="7129218" y="3264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4" name="pt20534"/>
            <p:cNvSpPr/>
            <p:nvPr/>
          </p:nvSpPr>
          <p:spPr>
            <a:xfrm>
              <a:off x="7451992" y="3292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5" name="pt20535"/>
            <p:cNvSpPr/>
            <p:nvPr/>
          </p:nvSpPr>
          <p:spPr>
            <a:xfrm>
              <a:off x="7433173" y="3269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6" name="pt20536"/>
            <p:cNvSpPr/>
            <p:nvPr/>
          </p:nvSpPr>
          <p:spPr>
            <a:xfrm>
              <a:off x="7464701" y="3282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7" name="pt20537"/>
            <p:cNvSpPr/>
            <p:nvPr/>
          </p:nvSpPr>
          <p:spPr>
            <a:xfrm>
              <a:off x="7483796" y="33212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8" name="pt20538"/>
            <p:cNvSpPr/>
            <p:nvPr/>
          </p:nvSpPr>
          <p:spPr>
            <a:xfrm>
              <a:off x="7488773" y="3262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39" name="pt20539"/>
            <p:cNvSpPr/>
            <p:nvPr/>
          </p:nvSpPr>
          <p:spPr>
            <a:xfrm>
              <a:off x="7600412" y="3287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0" name="pt20540"/>
            <p:cNvSpPr/>
            <p:nvPr/>
          </p:nvSpPr>
          <p:spPr>
            <a:xfrm>
              <a:off x="7316941" y="32339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1" name="pt20541"/>
            <p:cNvSpPr/>
            <p:nvPr/>
          </p:nvSpPr>
          <p:spPr>
            <a:xfrm>
              <a:off x="7347673" y="3244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2" name="pt20542"/>
            <p:cNvSpPr/>
            <p:nvPr/>
          </p:nvSpPr>
          <p:spPr>
            <a:xfrm>
              <a:off x="7818564" y="32753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3" name="pt20543"/>
            <p:cNvSpPr/>
            <p:nvPr/>
          </p:nvSpPr>
          <p:spPr>
            <a:xfrm>
              <a:off x="7500168" y="3255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4" name="pt20544"/>
            <p:cNvSpPr/>
            <p:nvPr/>
          </p:nvSpPr>
          <p:spPr>
            <a:xfrm>
              <a:off x="7680287" y="3228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5" name="pt20545"/>
            <p:cNvSpPr/>
            <p:nvPr/>
          </p:nvSpPr>
          <p:spPr>
            <a:xfrm>
              <a:off x="7350953" y="32697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6" name="pt20546"/>
            <p:cNvSpPr/>
            <p:nvPr/>
          </p:nvSpPr>
          <p:spPr>
            <a:xfrm>
              <a:off x="7155207" y="32784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7" name="pt20547"/>
            <p:cNvSpPr/>
            <p:nvPr/>
          </p:nvSpPr>
          <p:spPr>
            <a:xfrm>
              <a:off x="7460696" y="33042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8" name="pt20548"/>
            <p:cNvSpPr/>
            <p:nvPr/>
          </p:nvSpPr>
          <p:spPr>
            <a:xfrm>
              <a:off x="7461518" y="3261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49" name="pt20549"/>
            <p:cNvSpPr/>
            <p:nvPr/>
          </p:nvSpPr>
          <p:spPr>
            <a:xfrm>
              <a:off x="7451227" y="3278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0" name="pt20550"/>
            <p:cNvSpPr/>
            <p:nvPr/>
          </p:nvSpPr>
          <p:spPr>
            <a:xfrm>
              <a:off x="7249841" y="3291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1" name="pt20551"/>
            <p:cNvSpPr/>
            <p:nvPr/>
          </p:nvSpPr>
          <p:spPr>
            <a:xfrm>
              <a:off x="7457691" y="32560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2" name="pt20552"/>
            <p:cNvSpPr/>
            <p:nvPr/>
          </p:nvSpPr>
          <p:spPr>
            <a:xfrm>
              <a:off x="7469329" y="3291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3" name="pt20553"/>
            <p:cNvSpPr/>
            <p:nvPr/>
          </p:nvSpPr>
          <p:spPr>
            <a:xfrm>
              <a:off x="7688283" y="32552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4" name="pt20554"/>
            <p:cNvSpPr/>
            <p:nvPr/>
          </p:nvSpPr>
          <p:spPr>
            <a:xfrm>
              <a:off x="7596402" y="32620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5" name="pt20555"/>
            <p:cNvSpPr/>
            <p:nvPr/>
          </p:nvSpPr>
          <p:spPr>
            <a:xfrm>
              <a:off x="7451170" y="3254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6" name="pt20556"/>
            <p:cNvSpPr/>
            <p:nvPr/>
          </p:nvSpPr>
          <p:spPr>
            <a:xfrm>
              <a:off x="7354992" y="32721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7" name="pt20557"/>
            <p:cNvSpPr/>
            <p:nvPr/>
          </p:nvSpPr>
          <p:spPr>
            <a:xfrm>
              <a:off x="7365408" y="3289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8" name="pt20558"/>
            <p:cNvSpPr/>
            <p:nvPr/>
          </p:nvSpPr>
          <p:spPr>
            <a:xfrm>
              <a:off x="7548793" y="3286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59" name="pt20559"/>
            <p:cNvSpPr/>
            <p:nvPr/>
          </p:nvSpPr>
          <p:spPr>
            <a:xfrm>
              <a:off x="7450599" y="3256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0" name="pt20560"/>
            <p:cNvSpPr/>
            <p:nvPr/>
          </p:nvSpPr>
          <p:spPr>
            <a:xfrm>
              <a:off x="7344690" y="3246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1" name="pt20561"/>
            <p:cNvSpPr/>
            <p:nvPr/>
          </p:nvSpPr>
          <p:spPr>
            <a:xfrm>
              <a:off x="7476100" y="33107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2" name="pt20562"/>
            <p:cNvSpPr/>
            <p:nvPr/>
          </p:nvSpPr>
          <p:spPr>
            <a:xfrm>
              <a:off x="7743041" y="3287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3" name="pt20563"/>
            <p:cNvSpPr/>
            <p:nvPr/>
          </p:nvSpPr>
          <p:spPr>
            <a:xfrm>
              <a:off x="7525229" y="32643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4" name="pt20564"/>
            <p:cNvSpPr/>
            <p:nvPr/>
          </p:nvSpPr>
          <p:spPr>
            <a:xfrm>
              <a:off x="7354746" y="3246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5" name="pt20565"/>
            <p:cNvSpPr/>
            <p:nvPr/>
          </p:nvSpPr>
          <p:spPr>
            <a:xfrm>
              <a:off x="7126239" y="3267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6" name="pt20566"/>
            <p:cNvSpPr/>
            <p:nvPr/>
          </p:nvSpPr>
          <p:spPr>
            <a:xfrm>
              <a:off x="7398048" y="32474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7" name="pt20567"/>
            <p:cNvSpPr/>
            <p:nvPr/>
          </p:nvSpPr>
          <p:spPr>
            <a:xfrm>
              <a:off x="7380802" y="3256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8" name="pt20568"/>
            <p:cNvSpPr/>
            <p:nvPr/>
          </p:nvSpPr>
          <p:spPr>
            <a:xfrm>
              <a:off x="7445628" y="3248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69" name="pt20569"/>
            <p:cNvSpPr/>
            <p:nvPr/>
          </p:nvSpPr>
          <p:spPr>
            <a:xfrm>
              <a:off x="7291071" y="3260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0" name="pt20570"/>
            <p:cNvSpPr/>
            <p:nvPr/>
          </p:nvSpPr>
          <p:spPr>
            <a:xfrm>
              <a:off x="7514508" y="32803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1" name="pt20571"/>
            <p:cNvSpPr/>
            <p:nvPr/>
          </p:nvSpPr>
          <p:spPr>
            <a:xfrm>
              <a:off x="7324336" y="3291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2" name="pt20572"/>
            <p:cNvSpPr/>
            <p:nvPr/>
          </p:nvSpPr>
          <p:spPr>
            <a:xfrm>
              <a:off x="7425638" y="3249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3" name="pt20573"/>
            <p:cNvSpPr/>
            <p:nvPr/>
          </p:nvSpPr>
          <p:spPr>
            <a:xfrm>
              <a:off x="7422213" y="3249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4" name="pt20574"/>
            <p:cNvSpPr/>
            <p:nvPr/>
          </p:nvSpPr>
          <p:spPr>
            <a:xfrm>
              <a:off x="7489272" y="33153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5" name="pt20575"/>
            <p:cNvSpPr/>
            <p:nvPr/>
          </p:nvSpPr>
          <p:spPr>
            <a:xfrm>
              <a:off x="7121917" y="3246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6" name="pt20576"/>
            <p:cNvSpPr/>
            <p:nvPr/>
          </p:nvSpPr>
          <p:spPr>
            <a:xfrm>
              <a:off x="7479461" y="3280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7" name="pt20577"/>
            <p:cNvSpPr/>
            <p:nvPr/>
          </p:nvSpPr>
          <p:spPr>
            <a:xfrm>
              <a:off x="7655829" y="3273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8" name="pt20578"/>
            <p:cNvSpPr/>
            <p:nvPr/>
          </p:nvSpPr>
          <p:spPr>
            <a:xfrm>
              <a:off x="7483938" y="3273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79" name="pt20579"/>
            <p:cNvSpPr/>
            <p:nvPr/>
          </p:nvSpPr>
          <p:spPr>
            <a:xfrm>
              <a:off x="7439712" y="3241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0" name="pt20580"/>
            <p:cNvSpPr/>
            <p:nvPr/>
          </p:nvSpPr>
          <p:spPr>
            <a:xfrm>
              <a:off x="7364511" y="3195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1" name="pt20581"/>
            <p:cNvSpPr/>
            <p:nvPr/>
          </p:nvSpPr>
          <p:spPr>
            <a:xfrm>
              <a:off x="7439415" y="3260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2" name="pt20582"/>
            <p:cNvSpPr/>
            <p:nvPr/>
          </p:nvSpPr>
          <p:spPr>
            <a:xfrm>
              <a:off x="7480556" y="3284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3" name="pt20583"/>
            <p:cNvSpPr/>
            <p:nvPr/>
          </p:nvSpPr>
          <p:spPr>
            <a:xfrm>
              <a:off x="7416285" y="3217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4" name="pt20584"/>
            <p:cNvSpPr/>
            <p:nvPr/>
          </p:nvSpPr>
          <p:spPr>
            <a:xfrm>
              <a:off x="7497724" y="3258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5" name="pt20585"/>
            <p:cNvSpPr/>
            <p:nvPr/>
          </p:nvSpPr>
          <p:spPr>
            <a:xfrm>
              <a:off x="7407980" y="32065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6" name="pt20586"/>
            <p:cNvSpPr/>
            <p:nvPr/>
          </p:nvSpPr>
          <p:spPr>
            <a:xfrm>
              <a:off x="7339782" y="32306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7" name="pt20587"/>
            <p:cNvSpPr/>
            <p:nvPr/>
          </p:nvSpPr>
          <p:spPr>
            <a:xfrm>
              <a:off x="7460965" y="3214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8" name="pt20588"/>
            <p:cNvSpPr/>
            <p:nvPr/>
          </p:nvSpPr>
          <p:spPr>
            <a:xfrm>
              <a:off x="7556305" y="32848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89" name="pt20589"/>
            <p:cNvSpPr/>
            <p:nvPr/>
          </p:nvSpPr>
          <p:spPr>
            <a:xfrm>
              <a:off x="7519213" y="3310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0" name="pt20590"/>
            <p:cNvSpPr/>
            <p:nvPr/>
          </p:nvSpPr>
          <p:spPr>
            <a:xfrm>
              <a:off x="7348963" y="32855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1" name="pt20591"/>
            <p:cNvSpPr/>
            <p:nvPr/>
          </p:nvSpPr>
          <p:spPr>
            <a:xfrm>
              <a:off x="7390162" y="32757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2" name="pt20592"/>
            <p:cNvSpPr/>
            <p:nvPr/>
          </p:nvSpPr>
          <p:spPr>
            <a:xfrm>
              <a:off x="7426659" y="3240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3" name="pt20593"/>
            <p:cNvSpPr/>
            <p:nvPr/>
          </p:nvSpPr>
          <p:spPr>
            <a:xfrm>
              <a:off x="7554294" y="3242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4" name="pt20594"/>
            <p:cNvSpPr/>
            <p:nvPr/>
          </p:nvSpPr>
          <p:spPr>
            <a:xfrm>
              <a:off x="7346741" y="3268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5" name="pt20595"/>
            <p:cNvSpPr/>
            <p:nvPr/>
          </p:nvSpPr>
          <p:spPr>
            <a:xfrm>
              <a:off x="7330401" y="3236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6" name="pt20596"/>
            <p:cNvSpPr/>
            <p:nvPr/>
          </p:nvSpPr>
          <p:spPr>
            <a:xfrm>
              <a:off x="7467877" y="32701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7" name="pt20597"/>
            <p:cNvSpPr/>
            <p:nvPr/>
          </p:nvSpPr>
          <p:spPr>
            <a:xfrm>
              <a:off x="7415268" y="31978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8" name="pt20598"/>
            <p:cNvSpPr/>
            <p:nvPr/>
          </p:nvSpPr>
          <p:spPr>
            <a:xfrm>
              <a:off x="7188668" y="3261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599" name="pt20599"/>
            <p:cNvSpPr/>
            <p:nvPr/>
          </p:nvSpPr>
          <p:spPr>
            <a:xfrm>
              <a:off x="7386063" y="32707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0" name="pt20600"/>
            <p:cNvSpPr/>
            <p:nvPr/>
          </p:nvSpPr>
          <p:spPr>
            <a:xfrm>
              <a:off x="7265651" y="3292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1" name="pt20601"/>
            <p:cNvSpPr/>
            <p:nvPr/>
          </p:nvSpPr>
          <p:spPr>
            <a:xfrm>
              <a:off x="7441663" y="3258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2" name="pt20602"/>
            <p:cNvSpPr/>
            <p:nvPr/>
          </p:nvSpPr>
          <p:spPr>
            <a:xfrm>
              <a:off x="7457152" y="3284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3" name="pt20603"/>
            <p:cNvSpPr/>
            <p:nvPr/>
          </p:nvSpPr>
          <p:spPr>
            <a:xfrm>
              <a:off x="7431000" y="3282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4" name="pt20604"/>
            <p:cNvSpPr/>
            <p:nvPr/>
          </p:nvSpPr>
          <p:spPr>
            <a:xfrm>
              <a:off x="7363636" y="3262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5" name="pt20605"/>
            <p:cNvSpPr/>
            <p:nvPr/>
          </p:nvSpPr>
          <p:spPr>
            <a:xfrm>
              <a:off x="7468104" y="3313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6" name="pt20606"/>
            <p:cNvSpPr/>
            <p:nvPr/>
          </p:nvSpPr>
          <p:spPr>
            <a:xfrm>
              <a:off x="7492191" y="32209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7" name="pt20607"/>
            <p:cNvSpPr/>
            <p:nvPr/>
          </p:nvSpPr>
          <p:spPr>
            <a:xfrm>
              <a:off x="7370101" y="32451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8" name="pt20608"/>
            <p:cNvSpPr/>
            <p:nvPr/>
          </p:nvSpPr>
          <p:spPr>
            <a:xfrm>
              <a:off x="7454643" y="32594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09" name="pt20609"/>
            <p:cNvSpPr/>
            <p:nvPr/>
          </p:nvSpPr>
          <p:spPr>
            <a:xfrm>
              <a:off x="7364186" y="3191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0" name="pt20610"/>
            <p:cNvSpPr/>
            <p:nvPr/>
          </p:nvSpPr>
          <p:spPr>
            <a:xfrm>
              <a:off x="7437699" y="3317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1" name="pt20611"/>
            <p:cNvSpPr/>
            <p:nvPr/>
          </p:nvSpPr>
          <p:spPr>
            <a:xfrm>
              <a:off x="7558329" y="32615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2" name="pt20612"/>
            <p:cNvSpPr/>
            <p:nvPr/>
          </p:nvSpPr>
          <p:spPr>
            <a:xfrm>
              <a:off x="7341821" y="3202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3" name="pt20613"/>
            <p:cNvSpPr/>
            <p:nvPr/>
          </p:nvSpPr>
          <p:spPr>
            <a:xfrm>
              <a:off x="7319943" y="3274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4" name="pt20614"/>
            <p:cNvSpPr/>
            <p:nvPr/>
          </p:nvSpPr>
          <p:spPr>
            <a:xfrm>
              <a:off x="7498496" y="32962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5" name="pt20615"/>
            <p:cNvSpPr/>
            <p:nvPr/>
          </p:nvSpPr>
          <p:spPr>
            <a:xfrm>
              <a:off x="7501643" y="33049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6" name="pt20616"/>
            <p:cNvSpPr/>
            <p:nvPr/>
          </p:nvSpPr>
          <p:spPr>
            <a:xfrm>
              <a:off x="7392652" y="32543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7" name="pt20617"/>
            <p:cNvSpPr/>
            <p:nvPr/>
          </p:nvSpPr>
          <p:spPr>
            <a:xfrm>
              <a:off x="7211863" y="32547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8" name="pt20618"/>
            <p:cNvSpPr/>
            <p:nvPr/>
          </p:nvSpPr>
          <p:spPr>
            <a:xfrm>
              <a:off x="7378470" y="3273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19" name="pt20619"/>
            <p:cNvSpPr/>
            <p:nvPr/>
          </p:nvSpPr>
          <p:spPr>
            <a:xfrm>
              <a:off x="7107273" y="32742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0" name="pt20620"/>
            <p:cNvSpPr/>
            <p:nvPr/>
          </p:nvSpPr>
          <p:spPr>
            <a:xfrm>
              <a:off x="7352952" y="32426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1" name="pt20621"/>
            <p:cNvSpPr/>
            <p:nvPr/>
          </p:nvSpPr>
          <p:spPr>
            <a:xfrm>
              <a:off x="7338822" y="3238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2" name="pt20622"/>
            <p:cNvSpPr/>
            <p:nvPr/>
          </p:nvSpPr>
          <p:spPr>
            <a:xfrm>
              <a:off x="7467404" y="3245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3" name="pt20623"/>
            <p:cNvSpPr/>
            <p:nvPr/>
          </p:nvSpPr>
          <p:spPr>
            <a:xfrm>
              <a:off x="7417184" y="3269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4" name="pt20624"/>
            <p:cNvSpPr/>
            <p:nvPr/>
          </p:nvSpPr>
          <p:spPr>
            <a:xfrm>
              <a:off x="7495824" y="3301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5" name="pt20625"/>
            <p:cNvSpPr/>
            <p:nvPr/>
          </p:nvSpPr>
          <p:spPr>
            <a:xfrm>
              <a:off x="7605389" y="32756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6" name="pt20626"/>
            <p:cNvSpPr/>
            <p:nvPr/>
          </p:nvSpPr>
          <p:spPr>
            <a:xfrm>
              <a:off x="7381197" y="3272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7" name="pt20627"/>
            <p:cNvSpPr/>
            <p:nvPr/>
          </p:nvSpPr>
          <p:spPr>
            <a:xfrm>
              <a:off x="7594054" y="3294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8" name="pt20628"/>
            <p:cNvSpPr/>
            <p:nvPr/>
          </p:nvSpPr>
          <p:spPr>
            <a:xfrm>
              <a:off x="7387616" y="3263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29" name="pt20629"/>
            <p:cNvSpPr/>
            <p:nvPr/>
          </p:nvSpPr>
          <p:spPr>
            <a:xfrm>
              <a:off x="7550118" y="32176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0" name="pt20630"/>
            <p:cNvSpPr/>
            <p:nvPr/>
          </p:nvSpPr>
          <p:spPr>
            <a:xfrm>
              <a:off x="7301177" y="32354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1" name="pt20631"/>
            <p:cNvSpPr/>
            <p:nvPr/>
          </p:nvSpPr>
          <p:spPr>
            <a:xfrm>
              <a:off x="7439480" y="29103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2" name="pt20632"/>
            <p:cNvSpPr/>
            <p:nvPr/>
          </p:nvSpPr>
          <p:spPr>
            <a:xfrm>
              <a:off x="7461986" y="3262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3" name="pt20633"/>
            <p:cNvSpPr/>
            <p:nvPr/>
          </p:nvSpPr>
          <p:spPr>
            <a:xfrm>
              <a:off x="7426115" y="3390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4" name="pt20634"/>
            <p:cNvSpPr/>
            <p:nvPr/>
          </p:nvSpPr>
          <p:spPr>
            <a:xfrm>
              <a:off x="7474922" y="3244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5" name="pt20635"/>
            <p:cNvSpPr/>
            <p:nvPr/>
          </p:nvSpPr>
          <p:spPr>
            <a:xfrm>
              <a:off x="7258665" y="3278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6" name="pt20636"/>
            <p:cNvSpPr/>
            <p:nvPr/>
          </p:nvSpPr>
          <p:spPr>
            <a:xfrm>
              <a:off x="7418208" y="3267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7" name="pt20637"/>
            <p:cNvSpPr/>
            <p:nvPr/>
          </p:nvSpPr>
          <p:spPr>
            <a:xfrm>
              <a:off x="7551874" y="3291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8" name="pt20638"/>
            <p:cNvSpPr/>
            <p:nvPr/>
          </p:nvSpPr>
          <p:spPr>
            <a:xfrm>
              <a:off x="7876606" y="32844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39" name="pt20639"/>
            <p:cNvSpPr/>
            <p:nvPr/>
          </p:nvSpPr>
          <p:spPr>
            <a:xfrm>
              <a:off x="7407772" y="3226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0" name="pt20640"/>
            <p:cNvSpPr/>
            <p:nvPr/>
          </p:nvSpPr>
          <p:spPr>
            <a:xfrm>
              <a:off x="7511096" y="3268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1" name="pt20641"/>
            <p:cNvSpPr/>
            <p:nvPr/>
          </p:nvSpPr>
          <p:spPr>
            <a:xfrm>
              <a:off x="7377642" y="3319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2" name="pt20642"/>
            <p:cNvSpPr/>
            <p:nvPr/>
          </p:nvSpPr>
          <p:spPr>
            <a:xfrm>
              <a:off x="7487451" y="3313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3" name="pt20643"/>
            <p:cNvSpPr/>
            <p:nvPr/>
          </p:nvSpPr>
          <p:spPr>
            <a:xfrm>
              <a:off x="7353970" y="32366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4" name="pt20644"/>
            <p:cNvSpPr/>
            <p:nvPr/>
          </p:nvSpPr>
          <p:spPr>
            <a:xfrm>
              <a:off x="7325683" y="3280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5" name="pt20645"/>
            <p:cNvSpPr/>
            <p:nvPr/>
          </p:nvSpPr>
          <p:spPr>
            <a:xfrm>
              <a:off x="7285520" y="32364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6" name="pt20646"/>
            <p:cNvSpPr/>
            <p:nvPr/>
          </p:nvSpPr>
          <p:spPr>
            <a:xfrm>
              <a:off x="7363229" y="3241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7" name="pt20647"/>
            <p:cNvSpPr/>
            <p:nvPr/>
          </p:nvSpPr>
          <p:spPr>
            <a:xfrm>
              <a:off x="7444506" y="3253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8" name="pt20648"/>
            <p:cNvSpPr/>
            <p:nvPr/>
          </p:nvSpPr>
          <p:spPr>
            <a:xfrm>
              <a:off x="7466171" y="3271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49" name="pt20649"/>
            <p:cNvSpPr/>
            <p:nvPr/>
          </p:nvSpPr>
          <p:spPr>
            <a:xfrm>
              <a:off x="7351743" y="3255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0" name="pt20650"/>
            <p:cNvSpPr/>
            <p:nvPr/>
          </p:nvSpPr>
          <p:spPr>
            <a:xfrm>
              <a:off x="7350406" y="3324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1" name="pt20651"/>
            <p:cNvSpPr/>
            <p:nvPr/>
          </p:nvSpPr>
          <p:spPr>
            <a:xfrm>
              <a:off x="7270611" y="3252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2" name="pt20652"/>
            <p:cNvSpPr/>
            <p:nvPr/>
          </p:nvSpPr>
          <p:spPr>
            <a:xfrm>
              <a:off x="7510576" y="3269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3" name="pt20653"/>
            <p:cNvSpPr/>
            <p:nvPr/>
          </p:nvSpPr>
          <p:spPr>
            <a:xfrm>
              <a:off x="7506039" y="3267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4" name="pt20654"/>
            <p:cNvSpPr/>
            <p:nvPr/>
          </p:nvSpPr>
          <p:spPr>
            <a:xfrm>
              <a:off x="7471019" y="3249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5" name="pt20655"/>
            <p:cNvSpPr/>
            <p:nvPr/>
          </p:nvSpPr>
          <p:spPr>
            <a:xfrm>
              <a:off x="7374903" y="3258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6" name="pt20656"/>
            <p:cNvSpPr/>
            <p:nvPr/>
          </p:nvSpPr>
          <p:spPr>
            <a:xfrm>
              <a:off x="7517201" y="3261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7" name="pt20657"/>
            <p:cNvSpPr/>
            <p:nvPr/>
          </p:nvSpPr>
          <p:spPr>
            <a:xfrm>
              <a:off x="7526692" y="3275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8" name="pt20658"/>
            <p:cNvSpPr/>
            <p:nvPr/>
          </p:nvSpPr>
          <p:spPr>
            <a:xfrm>
              <a:off x="7344652" y="3214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59" name="pt20659"/>
            <p:cNvSpPr/>
            <p:nvPr/>
          </p:nvSpPr>
          <p:spPr>
            <a:xfrm>
              <a:off x="7481092" y="32578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0" name="pt20660"/>
            <p:cNvSpPr/>
            <p:nvPr/>
          </p:nvSpPr>
          <p:spPr>
            <a:xfrm>
              <a:off x="7398143" y="3218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1" name="pt20661"/>
            <p:cNvSpPr/>
            <p:nvPr/>
          </p:nvSpPr>
          <p:spPr>
            <a:xfrm>
              <a:off x="7557781" y="32829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2" name="pt20662"/>
            <p:cNvSpPr/>
            <p:nvPr/>
          </p:nvSpPr>
          <p:spPr>
            <a:xfrm>
              <a:off x="7441266" y="3314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3" name="pt20663"/>
            <p:cNvSpPr/>
            <p:nvPr/>
          </p:nvSpPr>
          <p:spPr>
            <a:xfrm>
              <a:off x="7335056" y="32937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4" name="pt20664"/>
            <p:cNvSpPr/>
            <p:nvPr/>
          </p:nvSpPr>
          <p:spPr>
            <a:xfrm>
              <a:off x="7543177" y="32741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5" name="pt20665"/>
            <p:cNvSpPr/>
            <p:nvPr/>
          </p:nvSpPr>
          <p:spPr>
            <a:xfrm>
              <a:off x="7507695" y="3254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6" name="pt20666"/>
            <p:cNvSpPr/>
            <p:nvPr/>
          </p:nvSpPr>
          <p:spPr>
            <a:xfrm>
              <a:off x="7357754" y="32600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7" name="pt20667"/>
            <p:cNvSpPr/>
            <p:nvPr/>
          </p:nvSpPr>
          <p:spPr>
            <a:xfrm>
              <a:off x="7431641" y="3222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8" name="pt20668"/>
            <p:cNvSpPr/>
            <p:nvPr/>
          </p:nvSpPr>
          <p:spPr>
            <a:xfrm>
              <a:off x="7313908" y="32568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69" name="pt20669"/>
            <p:cNvSpPr/>
            <p:nvPr/>
          </p:nvSpPr>
          <p:spPr>
            <a:xfrm>
              <a:off x="7375186" y="3224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0" name="pt20670"/>
            <p:cNvSpPr/>
            <p:nvPr/>
          </p:nvSpPr>
          <p:spPr>
            <a:xfrm>
              <a:off x="7525581" y="3212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1" name="pt20671"/>
            <p:cNvSpPr/>
            <p:nvPr/>
          </p:nvSpPr>
          <p:spPr>
            <a:xfrm>
              <a:off x="7316446" y="3280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2" name="pt20672"/>
            <p:cNvSpPr/>
            <p:nvPr/>
          </p:nvSpPr>
          <p:spPr>
            <a:xfrm>
              <a:off x="7348899" y="3274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3" name="pt20673"/>
            <p:cNvSpPr/>
            <p:nvPr/>
          </p:nvSpPr>
          <p:spPr>
            <a:xfrm>
              <a:off x="7392345" y="3253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4" name="pt20674"/>
            <p:cNvSpPr/>
            <p:nvPr/>
          </p:nvSpPr>
          <p:spPr>
            <a:xfrm>
              <a:off x="7461744" y="3259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5" name="pt20675"/>
            <p:cNvSpPr/>
            <p:nvPr/>
          </p:nvSpPr>
          <p:spPr>
            <a:xfrm>
              <a:off x="7439085" y="3230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6" name="pt20676"/>
            <p:cNvSpPr/>
            <p:nvPr/>
          </p:nvSpPr>
          <p:spPr>
            <a:xfrm>
              <a:off x="7546937" y="33013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7" name="pt20677"/>
            <p:cNvSpPr/>
            <p:nvPr/>
          </p:nvSpPr>
          <p:spPr>
            <a:xfrm>
              <a:off x="7478636" y="3229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8" name="pt20678"/>
            <p:cNvSpPr/>
            <p:nvPr/>
          </p:nvSpPr>
          <p:spPr>
            <a:xfrm>
              <a:off x="7269984" y="3241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79" name="pt20679"/>
            <p:cNvSpPr/>
            <p:nvPr/>
          </p:nvSpPr>
          <p:spPr>
            <a:xfrm>
              <a:off x="7342850" y="3248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0" name="pt20680"/>
            <p:cNvSpPr/>
            <p:nvPr/>
          </p:nvSpPr>
          <p:spPr>
            <a:xfrm>
              <a:off x="7397108" y="3276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1" name="pt20681"/>
            <p:cNvSpPr/>
            <p:nvPr/>
          </p:nvSpPr>
          <p:spPr>
            <a:xfrm>
              <a:off x="7400386" y="3233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2" name="pt20682"/>
            <p:cNvSpPr/>
            <p:nvPr/>
          </p:nvSpPr>
          <p:spPr>
            <a:xfrm>
              <a:off x="7423413" y="3272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3" name="pt20683"/>
            <p:cNvSpPr/>
            <p:nvPr/>
          </p:nvSpPr>
          <p:spPr>
            <a:xfrm>
              <a:off x="7417034" y="32574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4" name="pt20684"/>
            <p:cNvSpPr/>
            <p:nvPr/>
          </p:nvSpPr>
          <p:spPr>
            <a:xfrm>
              <a:off x="7597035" y="3298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5" name="pt20685"/>
            <p:cNvSpPr/>
            <p:nvPr/>
          </p:nvSpPr>
          <p:spPr>
            <a:xfrm>
              <a:off x="7434472" y="32753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6" name="pt20686"/>
            <p:cNvSpPr/>
            <p:nvPr/>
          </p:nvSpPr>
          <p:spPr>
            <a:xfrm>
              <a:off x="7464428" y="3282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7" name="pt20687"/>
            <p:cNvSpPr/>
            <p:nvPr/>
          </p:nvSpPr>
          <p:spPr>
            <a:xfrm>
              <a:off x="7447749" y="33894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8" name="pt20688"/>
            <p:cNvSpPr/>
            <p:nvPr/>
          </p:nvSpPr>
          <p:spPr>
            <a:xfrm>
              <a:off x="7399721" y="3333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89" name="pt20689"/>
            <p:cNvSpPr/>
            <p:nvPr/>
          </p:nvSpPr>
          <p:spPr>
            <a:xfrm>
              <a:off x="7518935" y="3283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0" name="pt20690"/>
            <p:cNvSpPr/>
            <p:nvPr/>
          </p:nvSpPr>
          <p:spPr>
            <a:xfrm>
              <a:off x="7571690" y="3271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1" name="pt20691"/>
            <p:cNvSpPr/>
            <p:nvPr/>
          </p:nvSpPr>
          <p:spPr>
            <a:xfrm>
              <a:off x="7596445" y="3198368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92" name="pt20692"/>
            <p:cNvSpPr/>
            <p:nvPr/>
          </p:nvSpPr>
          <p:spPr>
            <a:xfrm>
              <a:off x="7500057" y="3289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3" name="pt20693"/>
            <p:cNvSpPr/>
            <p:nvPr/>
          </p:nvSpPr>
          <p:spPr>
            <a:xfrm>
              <a:off x="7394162" y="3218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4" name="pt20694"/>
            <p:cNvSpPr/>
            <p:nvPr/>
          </p:nvSpPr>
          <p:spPr>
            <a:xfrm>
              <a:off x="7270742" y="3255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5" name="pt20695"/>
            <p:cNvSpPr/>
            <p:nvPr/>
          </p:nvSpPr>
          <p:spPr>
            <a:xfrm>
              <a:off x="7318005" y="3249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6" name="pt20696"/>
            <p:cNvSpPr/>
            <p:nvPr/>
          </p:nvSpPr>
          <p:spPr>
            <a:xfrm>
              <a:off x="7535184" y="33752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7" name="pt20697"/>
            <p:cNvSpPr/>
            <p:nvPr/>
          </p:nvSpPr>
          <p:spPr>
            <a:xfrm>
              <a:off x="7401185" y="3276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8" name="pt20698"/>
            <p:cNvSpPr/>
            <p:nvPr/>
          </p:nvSpPr>
          <p:spPr>
            <a:xfrm>
              <a:off x="7352267" y="3247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699" name="pt20699"/>
            <p:cNvSpPr/>
            <p:nvPr/>
          </p:nvSpPr>
          <p:spPr>
            <a:xfrm>
              <a:off x="7460185" y="3301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0" name="pt20700"/>
            <p:cNvSpPr/>
            <p:nvPr/>
          </p:nvSpPr>
          <p:spPr>
            <a:xfrm>
              <a:off x="7230220" y="32750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1" name="pt20701"/>
            <p:cNvSpPr/>
            <p:nvPr/>
          </p:nvSpPr>
          <p:spPr>
            <a:xfrm>
              <a:off x="7421970" y="3254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2" name="pt20702"/>
            <p:cNvSpPr/>
            <p:nvPr/>
          </p:nvSpPr>
          <p:spPr>
            <a:xfrm>
              <a:off x="7084561" y="32704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3" name="pt20703"/>
            <p:cNvSpPr/>
            <p:nvPr/>
          </p:nvSpPr>
          <p:spPr>
            <a:xfrm>
              <a:off x="7382464" y="3303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4" name="pt20704"/>
            <p:cNvSpPr/>
            <p:nvPr/>
          </p:nvSpPr>
          <p:spPr>
            <a:xfrm>
              <a:off x="7478797" y="32602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5" name="pt20705"/>
            <p:cNvSpPr/>
            <p:nvPr/>
          </p:nvSpPr>
          <p:spPr>
            <a:xfrm>
              <a:off x="7699600" y="3261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6" name="pt20706"/>
            <p:cNvSpPr/>
            <p:nvPr/>
          </p:nvSpPr>
          <p:spPr>
            <a:xfrm>
              <a:off x="7620845" y="3252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7" name="pt20707"/>
            <p:cNvSpPr/>
            <p:nvPr/>
          </p:nvSpPr>
          <p:spPr>
            <a:xfrm>
              <a:off x="7476536" y="3278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8" name="pt20708"/>
            <p:cNvSpPr/>
            <p:nvPr/>
          </p:nvSpPr>
          <p:spPr>
            <a:xfrm>
              <a:off x="7367980" y="32765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09" name="pt20709"/>
            <p:cNvSpPr/>
            <p:nvPr/>
          </p:nvSpPr>
          <p:spPr>
            <a:xfrm>
              <a:off x="7377021" y="3255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0" name="pt20710"/>
            <p:cNvSpPr/>
            <p:nvPr/>
          </p:nvSpPr>
          <p:spPr>
            <a:xfrm>
              <a:off x="7384011" y="3263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1" name="pt20711"/>
            <p:cNvSpPr/>
            <p:nvPr/>
          </p:nvSpPr>
          <p:spPr>
            <a:xfrm>
              <a:off x="7300340" y="32754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2" name="pt20712"/>
            <p:cNvSpPr/>
            <p:nvPr/>
          </p:nvSpPr>
          <p:spPr>
            <a:xfrm>
              <a:off x="7263334" y="3230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3" name="pt20713"/>
            <p:cNvSpPr/>
            <p:nvPr/>
          </p:nvSpPr>
          <p:spPr>
            <a:xfrm>
              <a:off x="7488253" y="33471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4" name="pt20714"/>
            <p:cNvSpPr/>
            <p:nvPr/>
          </p:nvSpPr>
          <p:spPr>
            <a:xfrm>
              <a:off x="7507225" y="32812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5" name="pt20715"/>
            <p:cNvSpPr/>
            <p:nvPr/>
          </p:nvSpPr>
          <p:spPr>
            <a:xfrm>
              <a:off x="7429436" y="3194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6" name="pt20716"/>
            <p:cNvSpPr/>
            <p:nvPr/>
          </p:nvSpPr>
          <p:spPr>
            <a:xfrm>
              <a:off x="7340931" y="3260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7" name="pt20717"/>
            <p:cNvSpPr/>
            <p:nvPr/>
          </p:nvSpPr>
          <p:spPr>
            <a:xfrm>
              <a:off x="7154048" y="3259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8" name="pt20718"/>
            <p:cNvSpPr/>
            <p:nvPr/>
          </p:nvSpPr>
          <p:spPr>
            <a:xfrm>
              <a:off x="7496523" y="3277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19" name="pt20719"/>
            <p:cNvSpPr/>
            <p:nvPr/>
          </p:nvSpPr>
          <p:spPr>
            <a:xfrm>
              <a:off x="7420351" y="3272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0" name="pt20720"/>
            <p:cNvSpPr/>
            <p:nvPr/>
          </p:nvSpPr>
          <p:spPr>
            <a:xfrm>
              <a:off x="7563826" y="3352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1" name="pt20721"/>
            <p:cNvSpPr/>
            <p:nvPr/>
          </p:nvSpPr>
          <p:spPr>
            <a:xfrm>
              <a:off x="7523565" y="3247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2" name="pt20722"/>
            <p:cNvSpPr/>
            <p:nvPr/>
          </p:nvSpPr>
          <p:spPr>
            <a:xfrm>
              <a:off x="7408409" y="3247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3" name="pt20723"/>
            <p:cNvSpPr/>
            <p:nvPr/>
          </p:nvSpPr>
          <p:spPr>
            <a:xfrm>
              <a:off x="7657313" y="3259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4" name="pt20724"/>
            <p:cNvSpPr/>
            <p:nvPr/>
          </p:nvSpPr>
          <p:spPr>
            <a:xfrm>
              <a:off x="7355793" y="3283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5" name="pt20725"/>
            <p:cNvSpPr/>
            <p:nvPr/>
          </p:nvSpPr>
          <p:spPr>
            <a:xfrm>
              <a:off x="7348474" y="3203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6" name="pt20726"/>
            <p:cNvSpPr/>
            <p:nvPr/>
          </p:nvSpPr>
          <p:spPr>
            <a:xfrm>
              <a:off x="7326434" y="32699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7" name="pt20727"/>
            <p:cNvSpPr/>
            <p:nvPr/>
          </p:nvSpPr>
          <p:spPr>
            <a:xfrm>
              <a:off x="7479466" y="3268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8" name="pt20728"/>
            <p:cNvSpPr/>
            <p:nvPr/>
          </p:nvSpPr>
          <p:spPr>
            <a:xfrm>
              <a:off x="7449989" y="33083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29" name="pt20729"/>
            <p:cNvSpPr/>
            <p:nvPr/>
          </p:nvSpPr>
          <p:spPr>
            <a:xfrm>
              <a:off x="7364318" y="32318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0" name="pt20730"/>
            <p:cNvSpPr/>
            <p:nvPr/>
          </p:nvSpPr>
          <p:spPr>
            <a:xfrm>
              <a:off x="7610986" y="3286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1" name="pt20731"/>
            <p:cNvSpPr/>
            <p:nvPr/>
          </p:nvSpPr>
          <p:spPr>
            <a:xfrm>
              <a:off x="7536450" y="32922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2" name="pt20732"/>
            <p:cNvSpPr/>
            <p:nvPr/>
          </p:nvSpPr>
          <p:spPr>
            <a:xfrm>
              <a:off x="7373420" y="32401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3" name="pt20733"/>
            <p:cNvSpPr/>
            <p:nvPr/>
          </p:nvSpPr>
          <p:spPr>
            <a:xfrm>
              <a:off x="7510250" y="3268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4" name="pt20734"/>
            <p:cNvSpPr/>
            <p:nvPr/>
          </p:nvSpPr>
          <p:spPr>
            <a:xfrm>
              <a:off x="7534210" y="3274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5" name="pt20735"/>
            <p:cNvSpPr/>
            <p:nvPr/>
          </p:nvSpPr>
          <p:spPr>
            <a:xfrm>
              <a:off x="7567146" y="32760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6" name="pt20736"/>
            <p:cNvSpPr/>
            <p:nvPr/>
          </p:nvSpPr>
          <p:spPr>
            <a:xfrm>
              <a:off x="7494246" y="32753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7" name="pt20737"/>
            <p:cNvSpPr/>
            <p:nvPr/>
          </p:nvSpPr>
          <p:spPr>
            <a:xfrm>
              <a:off x="7494344" y="32591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8" name="pt20738"/>
            <p:cNvSpPr/>
            <p:nvPr/>
          </p:nvSpPr>
          <p:spPr>
            <a:xfrm>
              <a:off x="7523782" y="3281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39" name="pt20739"/>
            <p:cNvSpPr/>
            <p:nvPr/>
          </p:nvSpPr>
          <p:spPr>
            <a:xfrm>
              <a:off x="7454207" y="3254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0" name="pt20740"/>
            <p:cNvSpPr/>
            <p:nvPr/>
          </p:nvSpPr>
          <p:spPr>
            <a:xfrm>
              <a:off x="7343053" y="3231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1" name="pt20741"/>
            <p:cNvSpPr/>
            <p:nvPr/>
          </p:nvSpPr>
          <p:spPr>
            <a:xfrm>
              <a:off x="7503796" y="32907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2" name="pt20742"/>
            <p:cNvSpPr/>
            <p:nvPr/>
          </p:nvSpPr>
          <p:spPr>
            <a:xfrm>
              <a:off x="7489420" y="3289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3" name="pt20743"/>
            <p:cNvSpPr/>
            <p:nvPr/>
          </p:nvSpPr>
          <p:spPr>
            <a:xfrm>
              <a:off x="7475293" y="3378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4" name="pt20744"/>
            <p:cNvSpPr/>
            <p:nvPr/>
          </p:nvSpPr>
          <p:spPr>
            <a:xfrm>
              <a:off x="7408033" y="3268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5" name="pt20745"/>
            <p:cNvSpPr/>
            <p:nvPr/>
          </p:nvSpPr>
          <p:spPr>
            <a:xfrm>
              <a:off x="7080813" y="32533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6" name="pt20746"/>
            <p:cNvSpPr/>
            <p:nvPr/>
          </p:nvSpPr>
          <p:spPr>
            <a:xfrm>
              <a:off x="7149597" y="3276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7" name="pt20747"/>
            <p:cNvSpPr/>
            <p:nvPr/>
          </p:nvSpPr>
          <p:spPr>
            <a:xfrm>
              <a:off x="7475569" y="32375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8" name="pt20748"/>
            <p:cNvSpPr/>
            <p:nvPr/>
          </p:nvSpPr>
          <p:spPr>
            <a:xfrm>
              <a:off x="7313548" y="3350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49" name="pt20749"/>
            <p:cNvSpPr/>
            <p:nvPr/>
          </p:nvSpPr>
          <p:spPr>
            <a:xfrm>
              <a:off x="7524628" y="3319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0" name="pt20750"/>
            <p:cNvSpPr/>
            <p:nvPr/>
          </p:nvSpPr>
          <p:spPr>
            <a:xfrm>
              <a:off x="7387898" y="32759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1" name="pt20751"/>
            <p:cNvSpPr/>
            <p:nvPr/>
          </p:nvSpPr>
          <p:spPr>
            <a:xfrm>
              <a:off x="7459407" y="3275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2" name="pt20752"/>
            <p:cNvSpPr/>
            <p:nvPr/>
          </p:nvSpPr>
          <p:spPr>
            <a:xfrm>
              <a:off x="7421522" y="3279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3" name="pt20753"/>
            <p:cNvSpPr/>
            <p:nvPr/>
          </p:nvSpPr>
          <p:spPr>
            <a:xfrm>
              <a:off x="7512176" y="32649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4" name="pt20754"/>
            <p:cNvSpPr/>
            <p:nvPr/>
          </p:nvSpPr>
          <p:spPr>
            <a:xfrm>
              <a:off x="7364144" y="3264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5" name="pt20755"/>
            <p:cNvSpPr/>
            <p:nvPr/>
          </p:nvSpPr>
          <p:spPr>
            <a:xfrm>
              <a:off x="7523802" y="32879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6" name="pt20756"/>
            <p:cNvSpPr/>
            <p:nvPr/>
          </p:nvSpPr>
          <p:spPr>
            <a:xfrm>
              <a:off x="7460448" y="33927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7" name="pt20757"/>
            <p:cNvSpPr/>
            <p:nvPr/>
          </p:nvSpPr>
          <p:spPr>
            <a:xfrm>
              <a:off x="7321761" y="32869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8" name="pt20758"/>
            <p:cNvSpPr/>
            <p:nvPr/>
          </p:nvSpPr>
          <p:spPr>
            <a:xfrm>
              <a:off x="7543221" y="32813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59" name="pt20759"/>
            <p:cNvSpPr/>
            <p:nvPr/>
          </p:nvSpPr>
          <p:spPr>
            <a:xfrm>
              <a:off x="7430460" y="3268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0" name="pt20760"/>
            <p:cNvSpPr/>
            <p:nvPr/>
          </p:nvSpPr>
          <p:spPr>
            <a:xfrm>
              <a:off x="7244610" y="3240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1" name="pt20761"/>
            <p:cNvSpPr/>
            <p:nvPr/>
          </p:nvSpPr>
          <p:spPr>
            <a:xfrm>
              <a:off x="7387392" y="3246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2" name="pt20762"/>
            <p:cNvSpPr/>
            <p:nvPr/>
          </p:nvSpPr>
          <p:spPr>
            <a:xfrm>
              <a:off x="7488063" y="32607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3" name="pt20763"/>
            <p:cNvSpPr/>
            <p:nvPr/>
          </p:nvSpPr>
          <p:spPr>
            <a:xfrm>
              <a:off x="7505328" y="3249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4" name="pt20764"/>
            <p:cNvSpPr/>
            <p:nvPr/>
          </p:nvSpPr>
          <p:spPr>
            <a:xfrm>
              <a:off x="7357797" y="33004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5" name="pt20765"/>
            <p:cNvSpPr/>
            <p:nvPr/>
          </p:nvSpPr>
          <p:spPr>
            <a:xfrm>
              <a:off x="7471007" y="3263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6" name="pt20766"/>
            <p:cNvSpPr/>
            <p:nvPr/>
          </p:nvSpPr>
          <p:spPr>
            <a:xfrm>
              <a:off x="7515443" y="3290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7" name="pt20767"/>
            <p:cNvSpPr/>
            <p:nvPr/>
          </p:nvSpPr>
          <p:spPr>
            <a:xfrm>
              <a:off x="7347165" y="32606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8" name="pt20768"/>
            <p:cNvSpPr/>
            <p:nvPr/>
          </p:nvSpPr>
          <p:spPr>
            <a:xfrm>
              <a:off x="7225243" y="3247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69" name="pt20769"/>
            <p:cNvSpPr/>
            <p:nvPr/>
          </p:nvSpPr>
          <p:spPr>
            <a:xfrm>
              <a:off x="7403344" y="3275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0" name="pt20770"/>
            <p:cNvSpPr/>
            <p:nvPr/>
          </p:nvSpPr>
          <p:spPr>
            <a:xfrm>
              <a:off x="7434501" y="3272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1" name="pt20771"/>
            <p:cNvSpPr/>
            <p:nvPr/>
          </p:nvSpPr>
          <p:spPr>
            <a:xfrm>
              <a:off x="7449018" y="32386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2" name="pt20772"/>
            <p:cNvSpPr/>
            <p:nvPr/>
          </p:nvSpPr>
          <p:spPr>
            <a:xfrm>
              <a:off x="7390677" y="3254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3" name="pt20773"/>
            <p:cNvSpPr/>
            <p:nvPr/>
          </p:nvSpPr>
          <p:spPr>
            <a:xfrm>
              <a:off x="7528088" y="3259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4" name="pt20774"/>
            <p:cNvSpPr/>
            <p:nvPr/>
          </p:nvSpPr>
          <p:spPr>
            <a:xfrm>
              <a:off x="7509686" y="3291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5" name="pt20775"/>
            <p:cNvSpPr/>
            <p:nvPr/>
          </p:nvSpPr>
          <p:spPr>
            <a:xfrm>
              <a:off x="7511224" y="3216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6" name="pt20776"/>
            <p:cNvSpPr/>
            <p:nvPr/>
          </p:nvSpPr>
          <p:spPr>
            <a:xfrm>
              <a:off x="7527350" y="3207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7" name="pt20777"/>
            <p:cNvSpPr/>
            <p:nvPr/>
          </p:nvSpPr>
          <p:spPr>
            <a:xfrm>
              <a:off x="7337002" y="32325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8" name="pt20778"/>
            <p:cNvSpPr/>
            <p:nvPr/>
          </p:nvSpPr>
          <p:spPr>
            <a:xfrm>
              <a:off x="7415321" y="3256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79" name="pt20779"/>
            <p:cNvSpPr/>
            <p:nvPr/>
          </p:nvSpPr>
          <p:spPr>
            <a:xfrm>
              <a:off x="7395437" y="3288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0" name="pt20780"/>
            <p:cNvSpPr/>
            <p:nvPr/>
          </p:nvSpPr>
          <p:spPr>
            <a:xfrm>
              <a:off x="7376713" y="3265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1" name="pt20781"/>
            <p:cNvSpPr/>
            <p:nvPr/>
          </p:nvSpPr>
          <p:spPr>
            <a:xfrm>
              <a:off x="7554310" y="3233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2" name="pt20782"/>
            <p:cNvSpPr/>
            <p:nvPr/>
          </p:nvSpPr>
          <p:spPr>
            <a:xfrm>
              <a:off x="7464207" y="3196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3" name="pt20783"/>
            <p:cNvSpPr/>
            <p:nvPr/>
          </p:nvSpPr>
          <p:spPr>
            <a:xfrm>
              <a:off x="7442906" y="3258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4" name="pt20784"/>
            <p:cNvSpPr/>
            <p:nvPr/>
          </p:nvSpPr>
          <p:spPr>
            <a:xfrm>
              <a:off x="7357884" y="32933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5" name="pt20785"/>
            <p:cNvSpPr/>
            <p:nvPr/>
          </p:nvSpPr>
          <p:spPr>
            <a:xfrm>
              <a:off x="7453418" y="32950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6" name="pt20786"/>
            <p:cNvSpPr/>
            <p:nvPr/>
          </p:nvSpPr>
          <p:spPr>
            <a:xfrm>
              <a:off x="7344020" y="3250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7" name="pt20787"/>
            <p:cNvSpPr/>
            <p:nvPr/>
          </p:nvSpPr>
          <p:spPr>
            <a:xfrm>
              <a:off x="7352580" y="32448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8" name="pt20788"/>
            <p:cNvSpPr/>
            <p:nvPr/>
          </p:nvSpPr>
          <p:spPr>
            <a:xfrm>
              <a:off x="7384968" y="3289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89" name="pt20789"/>
            <p:cNvSpPr/>
            <p:nvPr/>
          </p:nvSpPr>
          <p:spPr>
            <a:xfrm>
              <a:off x="7465159" y="33154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0" name="pt20790"/>
            <p:cNvSpPr/>
            <p:nvPr/>
          </p:nvSpPr>
          <p:spPr>
            <a:xfrm>
              <a:off x="7278436" y="3266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1" name="pt20791"/>
            <p:cNvSpPr/>
            <p:nvPr/>
          </p:nvSpPr>
          <p:spPr>
            <a:xfrm>
              <a:off x="7393464" y="32531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2" name="pt20792"/>
            <p:cNvSpPr/>
            <p:nvPr/>
          </p:nvSpPr>
          <p:spPr>
            <a:xfrm>
              <a:off x="7566845" y="3280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3" name="pt20793"/>
            <p:cNvSpPr/>
            <p:nvPr/>
          </p:nvSpPr>
          <p:spPr>
            <a:xfrm>
              <a:off x="7535437" y="3329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4" name="pt20794"/>
            <p:cNvSpPr/>
            <p:nvPr/>
          </p:nvSpPr>
          <p:spPr>
            <a:xfrm>
              <a:off x="7389418" y="3251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5" name="pt20795"/>
            <p:cNvSpPr/>
            <p:nvPr/>
          </p:nvSpPr>
          <p:spPr>
            <a:xfrm>
              <a:off x="7648058" y="3240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6" name="pt20796"/>
            <p:cNvSpPr/>
            <p:nvPr/>
          </p:nvSpPr>
          <p:spPr>
            <a:xfrm>
              <a:off x="7447118" y="3215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7" name="pt20797"/>
            <p:cNvSpPr/>
            <p:nvPr/>
          </p:nvSpPr>
          <p:spPr>
            <a:xfrm>
              <a:off x="7434677" y="3307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8" name="pt20798"/>
            <p:cNvSpPr/>
            <p:nvPr/>
          </p:nvSpPr>
          <p:spPr>
            <a:xfrm>
              <a:off x="7577762" y="34052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799" name="pt20799"/>
            <p:cNvSpPr/>
            <p:nvPr/>
          </p:nvSpPr>
          <p:spPr>
            <a:xfrm>
              <a:off x="7450254" y="32416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0" name="pt20800"/>
            <p:cNvSpPr/>
            <p:nvPr/>
          </p:nvSpPr>
          <p:spPr>
            <a:xfrm>
              <a:off x="7442450" y="3201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1" name="pt20801"/>
            <p:cNvSpPr/>
            <p:nvPr/>
          </p:nvSpPr>
          <p:spPr>
            <a:xfrm>
              <a:off x="7277572" y="32168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2" name="pt20802"/>
            <p:cNvSpPr/>
            <p:nvPr/>
          </p:nvSpPr>
          <p:spPr>
            <a:xfrm>
              <a:off x="7486903" y="3275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3" name="pt20803"/>
            <p:cNvSpPr/>
            <p:nvPr/>
          </p:nvSpPr>
          <p:spPr>
            <a:xfrm>
              <a:off x="7530903" y="3302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4" name="pt20804"/>
            <p:cNvSpPr/>
            <p:nvPr/>
          </p:nvSpPr>
          <p:spPr>
            <a:xfrm>
              <a:off x="7523641" y="3291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5" name="pt20805"/>
            <p:cNvSpPr/>
            <p:nvPr/>
          </p:nvSpPr>
          <p:spPr>
            <a:xfrm>
              <a:off x="7259516" y="3257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6" name="pt20806"/>
            <p:cNvSpPr/>
            <p:nvPr/>
          </p:nvSpPr>
          <p:spPr>
            <a:xfrm>
              <a:off x="7404398" y="32770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7" name="pt20807"/>
            <p:cNvSpPr/>
            <p:nvPr/>
          </p:nvSpPr>
          <p:spPr>
            <a:xfrm>
              <a:off x="7502438" y="32687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8" name="pt20808"/>
            <p:cNvSpPr/>
            <p:nvPr/>
          </p:nvSpPr>
          <p:spPr>
            <a:xfrm>
              <a:off x="7472354" y="3281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09" name="pt20809"/>
            <p:cNvSpPr/>
            <p:nvPr/>
          </p:nvSpPr>
          <p:spPr>
            <a:xfrm>
              <a:off x="7308658" y="3223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0" name="pt20810"/>
            <p:cNvSpPr/>
            <p:nvPr/>
          </p:nvSpPr>
          <p:spPr>
            <a:xfrm>
              <a:off x="7402653" y="32270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1" name="pt20811"/>
            <p:cNvSpPr/>
            <p:nvPr/>
          </p:nvSpPr>
          <p:spPr>
            <a:xfrm>
              <a:off x="7552036" y="32973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2" name="pt20812"/>
            <p:cNvSpPr/>
            <p:nvPr/>
          </p:nvSpPr>
          <p:spPr>
            <a:xfrm>
              <a:off x="7550747" y="3249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3" name="pt20813"/>
            <p:cNvSpPr/>
            <p:nvPr/>
          </p:nvSpPr>
          <p:spPr>
            <a:xfrm>
              <a:off x="7484607" y="3229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4" name="pt20814"/>
            <p:cNvSpPr/>
            <p:nvPr/>
          </p:nvSpPr>
          <p:spPr>
            <a:xfrm>
              <a:off x="7385071" y="3298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5" name="pt20815"/>
            <p:cNvSpPr/>
            <p:nvPr/>
          </p:nvSpPr>
          <p:spPr>
            <a:xfrm>
              <a:off x="7503419" y="3253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6" name="pt20816"/>
            <p:cNvSpPr/>
            <p:nvPr/>
          </p:nvSpPr>
          <p:spPr>
            <a:xfrm>
              <a:off x="7563535" y="26289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7" name="pt20817"/>
            <p:cNvSpPr/>
            <p:nvPr/>
          </p:nvSpPr>
          <p:spPr>
            <a:xfrm>
              <a:off x="7378365" y="3266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8" name="pt20818"/>
            <p:cNvSpPr/>
            <p:nvPr/>
          </p:nvSpPr>
          <p:spPr>
            <a:xfrm>
              <a:off x="7372408" y="3253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19" name="pt20819"/>
            <p:cNvSpPr/>
            <p:nvPr/>
          </p:nvSpPr>
          <p:spPr>
            <a:xfrm>
              <a:off x="7388429" y="3266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0" name="pt20820"/>
            <p:cNvSpPr/>
            <p:nvPr/>
          </p:nvSpPr>
          <p:spPr>
            <a:xfrm>
              <a:off x="7376744" y="33232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1" name="pt20821"/>
            <p:cNvSpPr/>
            <p:nvPr/>
          </p:nvSpPr>
          <p:spPr>
            <a:xfrm>
              <a:off x="7626898" y="32943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2" name="pt20822"/>
            <p:cNvSpPr/>
            <p:nvPr/>
          </p:nvSpPr>
          <p:spPr>
            <a:xfrm>
              <a:off x="7546016" y="32850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3" name="pt20823"/>
            <p:cNvSpPr/>
            <p:nvPr/>
          </p:nvSpPr>
          <p:spPr>
            <a:xfrm>
              <a:off x="7435617" y="3298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4" name="pt20824"/>
            <p:cNvSpPr/>
            <p:nvPr/>
          </p:nvSpPr>
          <p:spPr>
            <a:xfrm>
              <a:off x="7380603" y="32237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5" name="pt20825"/>
            <p:cNvSpPr/>
            <p:nvPr/>
          </p:nvSpPr>
          <p:spPr>
            <a:xfrm>
              <a:off x="7559501" y="3257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6" name="pt20826"/>
            <p:cNvSpPr/>
            <p:nvPr/>
          </p:nvSpPr>
          <p:spPr>
            <a:xfrm>
              <a:off x="7417760" y="3260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7" name="pt20827"/>
            <p:cNvSpPr/>
            <p:nvPr/>
          </p:nvSpPr>
          <p:spPr>
            <a:xfrm>
              <a:off x="7525767" y="32286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8" name="pt20828"/>
            <p:cNvSpPr/>
            <p:nvPr/>
          </p:nvSpPr>
          <p:spPr>
            <a:xfrm>
              <a:off x="7332120" y="3254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29" name="pt20829"/>
            <p:cNvSpPr/>
            <p:nvPr/>
          </p:nvSpPr>
          <p:spPr>
            <a:xfrm>
              <a:off x="7453172" y="32762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0" name="pt20830"/>
            <p:cNvSpPr/>
            <p:nvPr/>
          </p:nvSpPr>
          <p:spPr>
            <a:xfrm>
              <a:off x="7414486" y="32803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1" name="pt20831"/>
            <p:cNvSpPr/>
            <p:nvPr/>
          </p:nvSpPr>
          <p:spPr>
            <a:xfrm>
              <a:off x="7251373" y="32678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2" name="pt20832"/>
            <p:cNvSpPr/>
            <p:nvPr/>
          </p:nvSpPr>
          <p:spPr>
            <a:xfrm>
              <a:off x="7518947" y="3335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3" name="pt20833"/>
            <p:cNvSpPr/>
            <p:nvPr/>
          </p:nvSpPr>
          <p:spPr>
            <a:xfrm>
              <a:off x="7492573" y="3247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4" name="pt20834"/>
            <p:cNvSpPr/>
            <p:nvPr/>
          </p:nvSpPr>
          <p:spPr>
            <a:xfrm>
              <a:off x="7313532" y="3268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5" name="pt20835"/>
            <p:cNvSpPr/>
            <p:nvPr/>
          </p:nvSpPr>
          <p:spPr>
            <a:xfrm>
              <a:off x="7341462" y="32539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6" name="pt20836"/>
            <p:cNvSpPr/>
            <p:nvPr/>
          </p:nvSpPr>
          <p:spPr>
            <a:xfrm>
              <a:off x="7745665" y="312360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37" name="pt20837"/>
            <p:cNvSpPr/>
            <p:nvPr/>
          </p:nvSpPr>
          <p:spPr>
            <a:xfrm>
              <a:off x="7526413" y="33038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8" name="pt20838"/>
            <p:cNvSpPr/>
            <p:nvPr/>
          </p:nvSpPr>
          <p:spPr>
            <a:xfrm>
              <a:off x="7374284" y="3271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39" name="pt20839"/>
            <p:cNvSpPr/>
            <p:nvPr/>
          </p:nvSpPr>
          <p:spPr>
            <a:xfrm>
              <a:off x="7451433" y="3246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0" name="pt20840"/>
            <p:cNvSpPr/>
            <p:nvPr/>
          </p:nvSpPr>
          <p:spPr>
            <a:xfrm>
              <a:off x="7389067" y="32835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1" name="pt20841"/>
            <p:cNvSpPr/>
            <p:nvPr/>
          </p:nvSpPr>
          <p:spPr>
            <a:xfrm>
              <a:off x="7657639" y="3286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2" name="pt20842"/>
            <p:cNvSpPr/>
            <p:nvPr/>
          </p:nvSpPr>
          <p:spPr>
            <a:xfrm>
              <a:off x="7398129" y="32807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3" name="pt20843"/>
            <p:cNvSpPr/>
            <p:nvPr/>
          </p:nvSpPr>
          <p:spPr>
            <a:xfrm>
              <a:off x="7550054" y="3318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4" name="pt20844"/>
            <p:cNvSpPr/>
            <p:nvPr/>
          </p:nvSpPr>
          <p:spPr>
            <a:xfrm>
              <a:off x="7406440" y="3286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5" name="pt20845"/>
            <p:cNvSpPr/>
            <p:nvPr/>
          </p:nvSpPr>
          <p:spPr>
            <a:xfrm>
              <a:off x="7506157" y="3248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6" name="pt20846"/>
            <p:cNvSpPr/>
            <p:nvPr/>
          </p:nvSpPr>
          <p:spPr>
            <a:xfrm>
              <a:off x="7373890" y="3299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7" name="pt20847"/>
            <p:cNvSpPr/>
            <p:nvPr/>
          </p:nvSpPr>
          <p:spPr>
            <a:xfrm>
              <a:off x="7415117" y="3240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8" name="pt20848"/>
            <p:cNvSpPr/>
            <p:nvPr/>
          </p:nvSpPr>
          <p:spPr>
            <a:xfrm>
              <a:off x="7442675" y="3324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49" name="pt20849"/>
            <p:cNvSpPr/>
            <p:nvPr/>
          </p:nvSpPr>
          <p:spPr>
            <a:xfrm>
              <a:off x="7270040" y="3268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0" name="pt20850"/>
            <p:cNvSpPr/>
            <p:nvPr/>
          </p:nvSpPr>
          <p:spPr>
            <a:xfrm>
              <a:off x="7392017" y="32167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1" name="pt20851"/>
            <p:cNvSpPr/>
            <p:nvPr/>
          </p:nvSpPr>
          <p:spPr>
            <a:xfrm>
              <a:off x="7448723" y="3248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2" name="pt20852"/>
            <p:cNvSpPr/>
            <p:nvPr/>
          </p:nvSpPr>
          <p:spPr>
            <a:xfrm>
              <a:off x="7416130" y="3243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3" name="pt20853"/>
            <p:cNvSpPr/>
            <p:nvPr/>
          </p:nvSpPr>
          <p:spPr>
            <a:xfrm>
              <a:off x="7414731" y="3264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4" name="pt20854"/>
            <p:cNvSpPr/>
            <p:nvPr/>
          </p:nvSpPr>
          <p:spPr>
            <a:xfrm>
              <a:off x="7382412" y="32149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5" name="pt20855"/>
            <p:cNvSpPr/>
            <p:nvPr/>
          </p:nvSpPr>
          <p:spPr>
            <a:xfrm>
              <a:off x="7407367" y="3243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6" name="pt20856"/>
            <p:cNvSpPr/>
            <p:nvPr/>
          </p:nvSpPr>
          <p:spPr>
            <a:xfrm>
              <a:off x="7492125" y="3286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7" name="pt20857"/>
            <p:cNvSpPr/>
            <p:nvPr/>
          </p:nvSpPr>
          <p:spPr>
            <a:xfrm>
              <a:off x="7456386" y="3294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8" name="pt20858"/>
            <p:cNvSpPr/>
            <p:nvPr/>
          </p:nvSpPr>
          <p:spPr>
            <a:xfrm>
              <a:off x="7305375" y="32407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59" name="pt20859"/>
            <p:cNvSpPr/>
            <p:nvPr/>
          </p:nvSpPr>
          <p:spPr>
            <a:xfrm>
              <a:off x="7600671" y="3288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0" name="pt20860"/>
            <p:cNvSpPr/>
            <p:nvPr/>
          </p:nvSpPr>
          <p:spPr>
            <a:xfrm>
              <a:off x="7337252" y="3251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1" name="pt20861"/>
            <p:cNvSpPr/>
            <p:nvPr/>
          </p:nvSpPr>
          <p:spPr>
            <a:xfrm>
              <a:off x="7392954" y="3230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2" name="pt20862"/>
            <p:cNvSpPr/>
            <p:nvPr/>
          </p:nvSpPr>
          <p:spPr>
            <a:xfrm>
              <a:off x="7664760" y="32814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3" name="pt20863"/>
            <p:cNvSpPr/>
            <p:nvPr/>
          </p:nvSpPr>
          <p:spPr>
            <a:xfrm>
              <a:off x="7283414" y="32827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4" name="pt20864"/>
            <p:cNvSpPr/>
            <p:nvPr/>
          </p:nvSpPr>
          <p:spPr>
            <a:xfrm>
              <a:off x="7466327" y="3268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5" name="pt20865"/>
            <p:cNvSpPr/>
            <p:nvPr/>
          </p:nvSpPr>
          <p:spPr>
            <a:xfrm>
              <a:off x="7540340" y="32197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6" name="pt20866"/>
            <p:cNvSpPr/>
            <p:nvPr/>
          </p:nvSpPr>
          <p:spPr>
            <a:xfrm>
              <a:off x="7485994" y="3258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7" name="pt20867"/>
            <p:cNvSpPr/>
            <p:nvPr/>
          </p:nvSpPr>
          <p:spPr>
            <a:xfrm>
              <a:off x="7419874" y="3271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8" name="pt20868"/>
            <p:cNvSpPr/>
            <p:nvPr/>
          </p:nvSpPr>
          <p:spPr>
            <a:xfrm>
              <a:off x="7523883" y="32975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69" name="pt20869"/>
            <p:cNvSpPr/>
            <p:nvPr/>
          </p:nvSpPr>
          <p:spPr>
            <a:xfrm>
              <a:off x="7467659" y="3299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0" name="pt20870"/>
            <p:cNvSpPr/>
            <p:nvPr/>
          </p:nvSpPr>
          <p:spPr>
            <a:xfrm>
              <a:off x="7311394" y="3207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1" name="pt20871"/>
            <p:cNvSpPr/>
            <p:nvPr/>
          </p:nvSpPr>
          <p:spPr>
            <a:xfrm>
              <a:off x="7368206" y="3265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2" name="pt20872"/>
            <p:cNvSpPr/>
            <p:nvPr/>
          </p:nvSpPr>
          <p:spPr>
            <a:xfrm>
              <a:off x="7324428" y="3262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3" name="pt20873"/>
            <p:cNvSpPr/>
            <p:nvPr/>
          </p:nvSpPr>
          <p:spPr>
            <a:xfrm>
              <a:off x="7296833" y="32566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4" name="pt20874"/>
            <p:cNvSpPr/>
            <p:nvPr/>
          </p:nvSpPr>
          <p:spPr>
            <a:xfrm>
              <a:off x="7441975" y="3293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5" name="pt20875"/>
            <p:cNvSpPr/>
            <p:nvPr/>
          </p:nvSpPr>
          <p:spPr>
            <a:xfrm>
              <a:off x="7328121" y="3277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6" name="pt20876"/>
            <p:cNvSpPr/>
            <p:nvPr/>
          </p:nvSpPr>
          <p:spPr>
            <a:xfrm>
              <a:off x="7420638" y="3267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7" name="pt20877"/>
            <p:cNvSpPr/>
            <p:nvPr/>
          </p:nvSpPr>
          <p:spPr>
            <a:xfrm>
              <a:off x="7812827" y="32920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8" name="pt20878"/>
            <p:cNvSpPr/>
            <p:nvPr/>
          </p:nvSpPr>
          <p:spPr>
            <a:xfrm>
              <a:off x="7499536" y="3291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79" name="pt20879"/>
            <p:cNvSpPr/>
            <p:nvPr/>
          </p:nvSpPr>
          <p:spPr>
            <a:xfrm>
              <a:off x="7645896" y="3302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0" name="pt20880"/>
            <p:cNvSpPr/>
            <p:nvPr/>
          </p:nvSpPr>
          <p:spPr>
            <a:xfrm>
              <a:off x="7464082" y="32384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1" name="pt20881"/>
            <p:cNvSpPr/>
            <p:nvPr/>
          </p:nvSpPr>
          <p:spPr>
            <a:xfrm>
              <a:off x="7347260" y="3252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2" name="pt20882"/>
            <p:cNvSpPr/>
            <p:nvPr/>
          </p:nvSpPr>
          <p:spPr>
            <a:xfrm>
              <a:off x="7362277" y="3178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3" name="pt20883"/>
            <p:cNvSpPr/>
            <p:nvPr/>
          </p:nvSpPr>
          <p:spPr>
            <a:xfrm>
              <a:off x="7262372" y="3313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4" name="pt20884"/>
            <p:cNvSpPr/>
            <p:nvPr/>
          </p:nvSpPr>
          <p:spPr>
            <a:xfrm>
              <a:off x="7355617" y="3270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5" name="pt20885"/>
            <p:cNvSpPr/>
            <p:nvPr/>
          </p:nvSpPr>
          <p:spPr>
            <a:xfrm>
              <a:off x="7337548" y="3250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6" name="pt20886"/>
            <p:cNvSpPr/>
            <p:nvPr/>
          </p:nvSpPr>
          <p:spPr>
            <a:xfrm>
              <a:off x="7364903" y="3231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7" name="pt20887"/>
            <p:cNvSpPr/>
            <p:nvPr/>
          </p:nvSpPr>
          <p:spPr>
            <a:xfrm>
              <a:off x="7512283" y="32824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8" name="pt20888"/>
            <p:cNvSpPr/>
            <p:nvPr/>
          </p:nvSpPr>
          <p:spPr>
            <a:xfrm>
              <a:off x="7310230" y="3284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89" name="pt20889"/>
            <p:cNvSpPr/>
            <p:nvPr/>
          </p:nvSpPr>
          <p:spPr>
            <a:xfrm>
              <a:off x="7350954" y="3217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0" name="pt20890"/>
            <p:cNvSpPr/>
            <p:nvPr/>
          </p:nvSpPr>
          <p:spPr>
            <a:xfrm>
              <a:off x="7522620" y="3286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1" name="pt20891"/>
            <p:cNvSpPr/>
            <p:nvPr/>
          </p:nvSpPr>
          <p:spPr>
            <a:xfrm>
              <a:off x="7412653" y="32429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2" name="pt20892"/>
            <p:cNvSpPr/>
            <p:nvPr/>
          </p:nvSpPr>
          <p:spPr>
            <a:xfrm>
              <a:off x="7582758" y="3265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3" name="pt20893"/>
            <p:cNvSpPr/>
            <p:nvPr/>
          </p:nvSpPr>
          <p:spPr>
            <a:xfrm>
              <a:off x="7438822" y="32522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4" name="pt20894"/>
            <p:cNvSpPr/>
            <p:nvPr/>
          </p:nvSpPr>
          <p:spPr>
            <a:xfrm>
              <a:off x="7517775" y="3300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5" name="pt20895"/>
            <p:cNvSpPr/>
            <p:nvPr/>
          </p:nvSpPr>
          <p:spPr>
            <a:xfrm>
              <a:off x="7656393" y="3336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6" name="pt20896"/>
            <p:cNvSpPr/>
            <p:nvPr/>
          </p:nvSpPr>
          <p:spPr>
            <a:xfrm>
              <a:off x="7544031" y="32918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7" name="pt20897"/>
            <p:cNvSpPr/>
            <p:nvPr/>
          </p:nvSpPr>
          <p:spPr>
            <a:xfrm>
              <a:off x="7522901" y="32643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8" name="pt20898"/>
            <p:cNvSpPr/>
            <p:nvPr/>
          </p:nvSpPr>
          <p:spPr>
            <a:xfrm>
              <a:off x="7536755" y="3268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899" name="pt20899"/>
            <p:cNvSpPr/>
            <p:nvPr/>
          </p:nvSpPr>
          <p:spPr>
            <a:xfrm>
              <a:off x="7377895" y="31893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0" name="pt20900"/>
            <p:cNvSpPr/>
            <p:nvPr/>
          </p:nvSpPr>
          <p:spPr>
            <a:xfrm>
              <a:off x="7433332" y="32262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1" name="pt20901"/>
            <p:cNvSpPr/>
            <p:nvPr/>
          </p:nvSpPr>
          <p:spPr>
            <a:xfrm>
              <a:off x="7346776" y="32962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2" name="pt20902"/>
            <p:cNvSpPr/>
            <p:nvPr/>
          </p:nvSpPr>
          <p:spPr>
            <a:xfrm>
              <a:off x="7836612" y="3271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3" name="pt20903"/>
            <p:cNvSpPr/>
            <p:nvPr/>
          </p:nvSpPr>
          <p:spPr>
            <a:xfrm>
              <a:off x="7623988" y="32810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4" name="pt20904"/>
            <p:cNvSpPr/>
            <p:nvPr/>
          </p:nvSpPr>
          <p:spPr>
            <a:xfrm>
              <a:off x="7364752" y="3226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5" name="pt20905"/>
            <p:cNvSpPr/>
            <p:nvPr/>
          </p:nvSpPr>
          <p:spPr>
            <a:xfrm>
              <a:off x="7357189" y="3266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6" name="pt20906"/>
            <p:cNvSpPr/>
            <p:nvPr/>
          </p:nvSpPr>
          <p:spPr>
            <a:xfrm>
              <a:off x="7609889" y="3278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7" name="pt20907"/>
            <p:cNvSpPr/>
            <p:nvPr/>
          </p:nvSpPr>
          <p:spPr>
            <a:xfrm>
              <a:off x="7396794" y="32582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8" name="pt20908"/>
            <p:cNvSpPr/>
            <p:nvPr/>
          </p:nvSpPr>
          <p:spPr>
            <a:xfrm>
              <a:off x="7600196" y="3229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09" name="pt20909"/>
            <p:cNvSpPr/>
            <p:nvPr/>
          </p:nvSpPr>
          <p:spPr>
            <a:xfrm>
              <a:off x="7427684" y="3273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0" name="pt20910"/>
            <p:cNvSpPr/>
            <p:nvPr/>
          </p:nvSpPr>
          <p:spPr>
            <a:xfrm>
              <a:off x="7332438" y="3253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1" name="pt20911"/>
            <p:cNvSpPr/>
            <p:nvPr/>
          </p:nvSpPr>
          <p:spPr>
            <a:xfrm>
              <a:off x="7312438" y="3278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2" name="pt20912"/>
            <p:cNvSpPr/>
            <p:nvPr/>
          </p:nvSpPr>
          <p:spPr>
            <a:xfrm>
              <a:off x="7382853" y="32386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3" name="pt20913"/>
            <p:cNvSpPr/>
            <p:nvPr/>
          </p:nvSpPr>
          <p:spPr>
            <a:xfrm>
              <a:off x="7370362" y="32456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4" name="pt20914"/>
            <p:cNvSpPr/>
            <p:nvPr/>
          </p:nvSpPr>
          <p:spPr>
            <a:xfrm>
              <a:off x="7465749" y="3296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5" name="pt20915"/>
            <p:cNvSpPr/>
            <p:nvPr/>
          </p:nvSpPr>
          <p:spPr>
            <a:xfrm>
              <a:off x="7402250" y="3279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6" name="pt20916"/>
            <p:cNvSpPr/>
            <p:nvPr/>
          </p:nvSpPr>
          <p:spPr>
            <a:xfrm>
              <a:off x="7386667" y="32459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7" name="pt20917"/>
            <p:cNvSpPr/>
            <p:nvPr/>
          </p:nvSpPr>
          <p:spPr>
            <a:xfrm>
              <a:off x="7295817" y="32970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8" name="pt20918"/>
            <p:cNvSpPr/>
            <p:nvPr/>
          </p:nvSpPr>
          <p:spPr>
            <a:xfrm>
              <a:off x="7836770" y="33099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19" name="pt20919"/>
            <p:cNvSpPr/>
            <p:nvPr/>
          </p:nvSpPr>
          <p:spPr>
            <a:xfrm>
              <a:off x="7448502" y="3278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0" name="pt20920"/>
            <p:cNvSpPr/>
            <p:nvPr/>
          </p:nvSpPr>
          <p:spPr>
            <a:xfrm>
              <a:off x="7375618" y="3269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1" name="pt20921"/>
            <p:cNvSpPr/>
            <p:nvPr/>
          </p:nvSpPr>
          <p:spPr>
            <a:xfrm>
              <a:off x="7418476" y="3240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2" name="pt20922"/>
            <p:cNvSpPr/>
            <p:nvPr/>
          </p:nvSpPr>
          <p:spPr>
            <a:xfrm>
              <a:off x="7422185" y="3241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3" name="pt20923"/>
            <p:cNvSpPr/>
            <p:nvPr/>
          </p:nvSpPr>
          <p:spPr>
            <a:xfrm>
              <a:off x="7420232" y="32001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4" name="pt20924"/>
            <p:cNvSpPr/>
            <p:nvPr/>
          </p:nvSpPr>
          <p:spPr>
            <a:xfrm>
              <a:off x="7474336" y="3260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5" name="pt20925"/>
            <p:cNvSpPr/>
            <p:nvPr/>
          </p:nvSpPr>
          <p:spPr>
            <a:xfrm>
              <a:off x="7284864" y="32885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6" name="pt20926"/>
            <p:cNvSpPr/>
            <p:nvPr/>
          </p:nvSpPr>
          <p:spPr>
            <a:xfrm>
              <a:off x="7341980" y="3255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7" name="pt20927"/>
            <p:cNvSpPr/>
            <p:nvPr/>
          </p:nvSpPr>
          <p:spPr>
            <a:xfrm>
              <a:off x="7458591" y="32604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8" name="pt20928"/>
            <p:cNvSpPr/>
            <p:nvPr/>
          </p:nvSpPr>
          <p:spPr>
            <a:xfrm>
              <a:off x="7351977" y="32834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29" name="pt20929"/>
            <p:cNvSpPr/>
            <p:nvPr/>
          </p:nvSpPr>
          <p:spPr>
            <a:xfrm>
              <a:off x="7288462" y="32750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0" name="pt20930"/>
            <p:cNvSpPr/>
            <p:nvPr/>
          </p:nvSpPr>
          <p:spPr>
            <a:xfrm>
              <a:off x="7460422" y="3218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1" name="pt20931"/>
            <p:cNvSpPr/>
            <p:nvPr/>
          </p:nvSpPr>
          <p:spPr>
            <a:xfrm>
              <a:off x="8620094" y="3289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2" name="pt20932"/>
            <p:cNvSpPr/>
            <p:nvPr/>
          </p:nvSpPr>
          <p:spPr>
            <a:xfrm>
              <a:off x="7567979" y="3202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3" name="pt20933"/>
            <p:cNvSpPr/>
            <p:nvPr/>
          </p:nvSpPr>
          <p:spPr>
            <a:xfrm>
              <a:off x="7533299" y="32769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4" name="pt20934"/>
            <p:cNvSpPr/>
            <p:nvPr/>
          </p:nvSpPr>
          <p:spPr>
            <a:xfrm>
              <a:off x="7514215" y="33238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5" name="pt20935"/>
            <p:cNvSpPr/>
            <p:nvPr/>
          </p:nvSpPr>
          <p:spPr>
            <a:xfrm>
              <a:off x="7474021" y="3252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6" name="pt20936"/>
            <p:cNvSpPr/>
            <p:nvPr/>
          </p:nvSpPr>
          <p:spPr>
            <a:xfrm>
              <a:off x="7492754" y="3278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7" name="pt20937"/>
            <p:cNvSpPr/>
            <p:nvPr/>
          </p:nvSpPr>
          <p:spPr>
            <a:xfrm>
              <a:off x="7486418" y="32650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8" name="pt20938"/>
            <p:cNvSpPr/>
            <p:nvPr/>
          </p:nvSpPr>
          <p:spPr>
            <a:xfrm>
              <a:off x="7593532" y="32727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39" name="pt20939"/>
            <p:cNvSpPr/>
            <p:nvPr/>
          </p:nvSpPr>
          <p:spPr>
            <a:xfrm>
              <a:off x="7422306" y="37854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0" name="pt20940"/>
            <p:cNvSpPr/>
            <p:nvPr/>
          </p:nvSpPr>
          <p:spPr>
            <a:xfrm>
              <a:off x="7400197" y="32444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1" name="pt20941"/>
            <p:cNvSpPr/>
            <p:nvPr/>
          </p:nvSpPr>
          <p:spPr>
            <a:xfrm>
              <a:off x="7409550" y="3263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2" name="pt20942"/>
            <p:cNvSpPr/>
            <p:nvPr/>
          </p:nvSpPr>
          <p:spPr>
            <a:xfrm>
              <a:off x="7499963" y="32820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3" name="pt20943"/>
            <p:cNvSpPr/>
            <p:nvPr/>
          </p:nvSpPr>
          <p:spPr>
            <a:xfrm>
              <a:off x="7545516" y="3296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4" name="pt20944"/>
            <p:cNvSpPr/>
            <p:nvPr/>
          </p:nvSpPr>
          <p:spPr>
            <a:xfrm>
              <a:off x="7378374" y="32342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5" name="pt20945"/>
            <p:cNvSpPr/>
            <p:nvPr/>
          </p:nvSpPr>
          <p:spPr>
            <a:xfrm>
              <a:off x="7382300" y="3263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6" name="pt20946"/>
            <p:cNvSpPr/>
            <p:nvPr/>
          </p:nvSpPr>
          <p:spPr>
            <a:xfrm>
              <a:off x="7435555" y="3276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7" name="pt20947"/>
            <p:cNvSpPr/>
            <p:nvPr/>
          </p:nvSpPr>
          <p:spPr>
            <a:xfrm>
              <a:off x="7361762" y="32478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8" name="pt20948"/>
            <p:cNvSpPr/>
            <p:nvPr/>
          </p:nvSpPr>
          <p:spPr>
            <a:xfrm>
              <a:off x="7505508" y="3250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49" name="pt20949"/>
            <p:cNvSpPr/>
            <p:nvPr/>
          </p:nvSpPr>
          <p:spPr>
            <a:xfrm>
              <a:off x="7214895" y="32531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0" name="pt20950"/>
            <p:cNvSpPr/>
            <p:nvPr/>
          </p:nvSpPr>
          <p:spPr>
            <a:xfrm>
              <a:off x="7385128" y="3265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1" name="pt20951"/>
            <p:cNvSpPr/>
            <p:nvPr/>
          </p:nvSpPr>
          <p:spPr>
            <a:xfrm>
              <a:off x="7400536" y="33319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2" name="pt20952"/>
            <p:cNvSpPr/>
            <p:nvPr/>
          </p:nvSpPr>
          <p:spPr>
            <a:xfrm>
              <a:off x="7352439" y="32502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3" name="pt20953"/>
            <p:cNvSpPr/>
            <p:nvPr/>
          </p:nvSpPr>
          <p:spPr>
            <a:xfrm>
              <a:off x="7571325" y="335174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54" name="pt20954"/>
            <p:cNvSpPr/>
            <p:nvPr/>
          </p:nvSpPr>
          <p:spPr>
            <a:xfrm>
              <a:off x="7344714" y="32626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5" name="pt20955"/>
            <p:cNvSpPr/>
            <p:nvPr/>
          </p:nvSpPr>
          <p:spPr>
            <a:xfrm>
              <a:off x="7471694" y="3265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6" name="pt20956"/>
            <p:cNvSpPr/>
            <p:nvPr/>
          </p:nvSpPr>
          <p:spPr>
            <a:xfrm>
              <a:off x="7414688" y="32343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7" name="pt20957"/>
            <p:cNvSpPr/>
            <p:nvPr/>
          </p:nvSpPr>
          <p:spPr>
            <a:xfrm>
              <a:off x="7403895" y="3257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8" name="pt20958"/>
            <p:cNvSpPr/>
            <p:nvPr/>
          </p:nvSpPr>
          <p:spPr>
            <a:xfrm>
              <a:off x="7505740" y="3291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59" name="pt20959"/>
            <p:cNvSpPr/>
            <p:nvPr/>
          </p:nvSpPr>
          <p:spPr>
            <a:xfrm>
              <a:off x="7719279" y="32722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0" name="pt20960"/>
            <p:cNvSpPr/>
            <p:nvPr/>
          </p:nvSpPr>
          <p:spPr>
            <a:xfrm>
              <a:off x="7399440" y="3318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1" name="pt20961"/>
            <p:cNvSpPr/>
            <p:nvPr/>
          </p:nvSpPr>
          <p:spPr>
            <a:xfrm>
              <a:off x="7528698" y="3282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2" name="pt20962"/>
            <p:cNvSpPr/>
            <p:nvPr/>
          </p:nvSpPr>
          <p:spPr>
            <a:xfrm>
              <a:off x="7466796" y="32583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3" name="pt20963"/>
            <p:cNvSpPr/>
            <p:nvPr/>
          </p:nvSpPr>
          <p:spPr>
            <a:xfrm>
              <a:off x="7481632" y="3275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4" name="pt20964"/>
            <p:cNvSpPr/>
            <p:nvPr/>
          </p:nvSpPr>
          <p:spPr>
            <a:xfrm>
              <a:off x="7319515" y="3185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5" name="pt20965"/>
            <p:cNvSpPr/>
            <p:nvPr/>
          </p:nvSpPr>
          <p:spPr>
            <a:xfrm>
              <a:off x="7270156" y="3274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6" name="pt20966"/>
            <p:cNvSpPr/>
            <p:nvPr/>
          </p:nvSpPr>
          <p:spPr>
            <a:xfrm>
              <a:off x="7199532" y="3236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7" name="pt20967"/>
            <p:cNvSpPr/>
            <p:nvPr/>
          </p:nvSpPr>
          <p:spPr>
            <a:xfrm>
              <a:off x="7289869" y="3276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8" name="pt20968"/>
            <p:cNvSpPr/>
            <p:nvPr/>
          </p:nvSpPr>
          <p:spPr>
            <a:xfrm>
              <a:off x="7308747" y="3222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69" name="pt20969"/>
            <p:cNvSpPr/>
            <p:nvPr/>
          </p:nvSpPr>
          <p:spPr>
            <a:xfrm>
              <a:off x="7310754" y="3271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0" name="pt20970"/>
            <p:cNvSpPr/>
            <p:nvPr/>
          </p:nvSpPr>
          <p:spPr>
            <a:xfrm>
              <a:off x="7249514" y="32383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1" name="pt20971"/>
            <p:cNvSpPr/>
            <p:nvPr/>
          </p:nvSpPr>
          <p:spPr>
            <a:xfrm>
              <a:off x="7454069" y="32758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2" name="pt20972"/>
            <p:cNvSpPr/>
            <p:nvPr/>
          </p:nvSpPr>
          <p:spPr>
            <a:xfrm>
              <a:off x="7509063" y="3264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3" name="pt20973"/>
            <p:cNvSpPr/>
            <p:nvPr/>
          </p:nvSpPr>
          <p:spPr>
            <a:xfrm>
              <a:off x="7302727" y="3279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4" name="pt20974"/>
            <p:cNvSpPr/>
            <p:nvPr/>
          </p:nvSpPr>
          <p:spPr>
            <a:xfrm>
              <a:off x="7989795" y="33002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5" name="pt20975"/>
            <p:cNvSpPr/>
            <p:nvPr/>
          </p:nvSpPr>
          <p:spPr>
            <a:xfrm>
              <a:off x="7403030" y="3320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6" name="pt20976"/>
            <p:cNvSpPr/>
            <p:nvPr/>
          </p:nvSpPr>
          <p:spPr>
            <a:xfrm>
              <a:off x="7393710" y="3247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7" name="pt20977"/>
            <p:cNvSpPr/>
            <p:nvPr/>
          </p:nvSpPr>
          <p:spPr>
            <a:xfrm>
              <a:off x="7364782" y="3302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8" name="pt20978"/>
            <p:cNvSpPr/>
            <p:nvPr/>
          </p:nvSpPr>
          <p:spPr>
            <a:xfrm>
              <a:off x="7425922" y="3249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79" name="pt20979"/>
            <p:cNvSpPr/>
            <p:nvPr/>
          </p:nvSpPr>
          <p:spPr>
            <a:xfrm>
              <a:off x="7179480" y="3216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0" name="pt20980"/>
            <p:cNvSpPr/>
            <p:nvPr/>
          </p:nvSpPr>
          <p:spPr>
            <a:xfrm>
              <a:off x="7436992" y="3264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1" name="pt20981"/>
            <p:cNvSpPr/>
            <p:nvPr/>
          </p:nvSpPr>
          <p:spPr>
            <a:xfrm>
              <a:off x="7394950" y="3287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2" name="pt20982"/>
            <p:cNvSpPr/>
            <p:nvPr/>
          </p:nvSpPr>
          <p:spPr>
            <a:xfrm>
              <a:off x="7286527" y="32470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3" name="pt20983"/>
            <p:cNvSpPr/>
            <p:nvPr/>
          </p:nvSpPr>
          <p:spPr>
            <a:xfrm>
              <a:off x="7456190" y="3284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4" name="pt20984"/>
            <p:cNvSpPr/>
            <p:nvPr/>
          </p:nvSpPr>
          <p:spPr>
            <a:xfrm>
              <a:off x="7420057" y="3243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5" name="pt20985"/>
            <p:cNvSpPr/>
            <p:nvPr/>
          </p:nvSpPr>
          <p:spPr>
            <a:xfrm>
              <a:off x="7399862" y="32129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6" name="pt20986"/>
            <p:cNvSpPr/>
            <p:nvPr/>
          </p:nvSpPr>
          <p:spPr>
            <a:xfrm>
              <a:off x="7294662" y="3254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7" name="pt20987"/>
            <p:cNvSpPr/>
            <p:nvPr/>
          </p:nvSpPr>
          <p:spPr>
            <a:xfrm>
              <a:off x="7382585" y="3265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8" name="pt20988"/>
            <p:cNvSpPr/>
            <p:nvPr/>
          </p:nvSpPr>
          <p:spPr>
            <a:xfrm>
              <a:off x="7178052" y="3266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89" name="pt20989"/>
            <p:cNvSpPr/>
            <p:nvPr/>
          </p:nvSpPr>
          <p:spPr>
            <a:xfrm>
              <a:off x="7268604" y="32320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0" name="pt20990"/>
            <p:cNvSpPr/>
            <p:nvPr/>
          </p:nvSpPr>
          <p:spPr>
            <a:xfrm>
              <a:off x="7388525" y="33033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1" name="pt20991"/>
            <p:cNvSpPr/>
            <p:nvPr/>
          </p:nvSpPr>
          <p:spPr>
            <a:xfrm>
              <a:off x="7475991" y="32858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2" name="pt20992"/>
            <p:cNvSpPr/>
            <p:nvPr/>
          </p:nvSpPr>
          <p:spPr>
            <a:xfrm>
              <a:off x="7418485" y="32947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3" name="pt20993"/>
            <p:cNvSpPr/>
            <p:nvPr/>
          </p:nvSpPr>
          <p:spPr>
            <a:xfrm>
              <a:off x="7417947" y="3248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4" name="pt20994"/>
            <p:cNvSpPr/>
            <p:nvPr/>
          </p:nvSpPr>
          <p:spPr>
            <a:xfrm>
              <a:off x="7342775" y="31508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5" name="pt20995"/>
            <p:cNvSpPr/>
            <p:nvPr/>
          </p:nvSpPr>
          <p:spPr>
            <a:xfrm>
              <a:off x="7474547" y="32766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6" name="pt20996"/>
            <p:cNvSpPr/>
            <p:nvPr/>
          </p:nvSpPr>
          <p:spPr>
            <a:xfrm>
              <a:off x="7367122" y="32966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7" name="pt20997"/>
            <p:cNvSpPr/>
            <p:nvPr/>
          </p:nvSpPr>
          <p:spPr>
            <a:xfrm>
              <a:off x="7542080" y="3273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8" name="pt20998"/>
            <p:cNvSpPr/>
            <p:nvPr/>
          </p:nvSpPr>
          <p:spPr>
            <a:xfrm>
              <a:off x="7405346" y="3276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0999" name="pt20999"/>
            <p:cNvSpPr/>
            <p:nvPr/>
          </p:nvSpPr>
          <p:spPr>
            <a:xfrm>
              <a:off x="7475148" y="33737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0" name="pt21000"/>
            <p:cNvSpPr/>
            <p:nvPr/>
          </p:nvSpPr>
          <p:spPr>
            <a:xfrm>
              <a:off x="7341364" y="32255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1" name="pt21001"/>
            <p:cNvSpPr/>
            <p:nvPr/>
          </p:nvSpPr>
          <p:spPr>
            <a:xfrm>
              <a:off x="7655025" y="3277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2" name="pt21002"/>
            <p:cNvSpPr/>
            <p:nvPr/>
          </p:nvSpPr>
          <p:spPr>
            <a:xfrm>
              <a:off x="7399983" y="3298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3" name="pt21003"/>
            <p:cNvSpPr/>
            <p:nvPr/>
          </p:nvSpPr>
          <p:spPr>
            <a:xfrm>
              <a:off x="7661801" y="3287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4" name="pt21004"/>
            <p:cNvSpPr/>
            <p:nvPr/>
          </p:nvSpPr>
          <p:spPr>
            <a:xfrm>
              <a:off x="7391289" y="3258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5" name="pt21005"/>
            <p:cNvSpPr/>
            <p:nvPr/>
          </p:nvSpPr>
          <p:spPr>
            <a:xfrm>
              <a:off x="7372394" y="3298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6" name="pt21006"/>
            <p:cNvSpPr/>
            <p:nvPr/>
          </p:nvSpPr>
          <p:spPr>
            <a:xfrm>
              <a:off x="7387390" y="32544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7" name="pt21007"/>
            <p:cNvSpPr/>
            <p:nvPr/>
          </p:nvSpPr>
          <p:spPr>
            <a:xfrm>
              <a:off x="7351235" y="3268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8" name="pt21008"/>
            <p:cNvSpPr/>
            <p:nvPr/>
          </p:nvSpPr>
          <p:spPr>
            <a:xfrm>
              <a:off x="7348296" y="32491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09" name="pt21009"/>
            <p:cNvSpPr/>
            <p:nvPr/>
          </p:nvSpPr>
          <p:spPr>
            <a:xfrm>
              <a:off x="7259157" y="3283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0" name="pt21010"/>
            <p:cNvSpPr/>
            <p:nvPr/>
          </p:nvSpPr>
          <p:spPr>
            <a:xfrm>
              <a:off x="7468468" y="32809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1" name="pt21011"/>
            <p:cNvSpPr/>
            <p:nvPr/>
          </p:nvSpPr>
          <p:spPr>
            <a:xfrm>
              <a:off x="7414344" y="3217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2" name="pt21012"/>
            <p:cNvSpPr/>
            <p:nvPr/>
          </p:nvSpPr>
          <p:spPr>
            <a:xfrm>
              <a:off x="7586699" y="3276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3" name="pt21013"/>
            <p:cNvSpPr/>
            <p:nvPr/>
          </p:nvSpPr>
          <p:spPr>
            <a:xfrm>
              <a:off x="7366129" y="3356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4" name="pt21014"/>
            <p:cNvSpPr/>
            <p:nvPr/>
          </p:nvSpPr>
          <p:spPr>
            <a:xfrm>
              <a:off x="7252413" y="3254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5" name="pt21015"/>
            <p:cNvSpPr/>
            <p:nvPr/>
          </p:nvSpPr>
          <p:spPr>
            <a:xfrm>
              <a:off x="7567525" y="3307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6" name="pt21016"/>
            <p:cNvSpPr/>
            <p:nvPr/>
          </p:nvSpPr>
          <p:spPr>
            <a:xfrm>
              <a:off x="7440717" y="3260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7" name="pt21017"/>
            <p:cNvSpPr/>
            <p:nvPr/>
          </p:nvSpPr>
          <p:spPr>
            <a:xfrm>
              <a:off x="7533722" y="3287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8" name="pt21018"/>
            <p:cNvSpPr/>
            <p:nvPr/>
          </p:nvSpPr>
          <p:spPr>
            <a:xfrm>
              <a:off x="7445910" y="3262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19" name="pt21019"/>
            <p:cNvSpPr/>
            <p:nvPr/>
          </p:nvSpPr>
          <p:spPr>
            <a:xfrm>
              <a:off x="7009978" y="33187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0" name="pt21020"/>
            <p:cNvSpPr/>
            <p:nvPr/>
          </p:nvSpPr>
          <p:spPr>
            <a:xfrm>
              <a:off x="7524163" y="32704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1" name="pt21021"/>
            <p:cNvSpPr/>
            <p:nvPr/>
          </p:nvSpPr>
          <p:spPr>
            <a:xfrm>
              <a:off x="7505625" y="3270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2" name="pt21022"/>
            <p:cNvSpPr/>
            <p:nvPr/>
          </p:nvSpPr>
          <p:spPr>
            <a:xfrm>
              <a:off x="7491628" y="3267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3" name="pt21023"/>
            <p:cNvSpPr/>
            <p:nvPr/>
          </p:nvSpPr>
          <p:spPr>
            <a:xfrm>
              <a:off x="7351174" y="3288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4" name="pt21024"/>
            <p:cNvSpPr/>
            <p:nvPr/>
          </p:nvSpPr>
          <p:spPr>
            <a:xfrm>
              <a:off x="7437805" y="32450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5" name="pt21025"/>
            <p:cNvSpPr/>
            <p:nvPr/>
          </p:nvSpPr>
          <p:spPr>
            <a:xfrm>
              <a:off x="7552421" y="3259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6" name="pt21026"/>
            <p:cNvSpPr/>
            <p:nvPr/>
          </p:nvSpPr>
          <p:spPr>
            <a:xfrm>
              <a:off x="7506118" y="32337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7" name="pt21027"/>
            <p:cNvSpPr/>
            <p:nvPr/>
          </p:nvSpPr>
          <p:spPr>
            <a:xfrm>
              <a:off x="7482112" y="32612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8" name="pt21028"/>
            <p:cNvSpPr/>
            <p:nvPr/>
          </p:nvSpPr>
          <p:spPr>
            <a:xfrm>
              <a:off x="7359268" y="3236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29" name="pt21029"/>
            <p:cNvSpPr/>
            <p:nvPr/>
          </p:nvSpPr>
          <p:spPr>
            <a:xfrm>
              <a:off x="7456258" y="33376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0" name="pt21030"/>
            <p:cNvSpPr/>
            <p:nvPr/>
          </p:nvSpPr>
          <p:spPr>
            <a:xfrm>
              <a:off x="7512221" y="3291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1" name="pt21031"/>
            <p:cNvSpPr/>
            <p:nvPr/>
          </p:nvSpPr>
          <p:spPr>
            <a:xfrm>
              <a:off x="7634197" y="32851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2" name="pt21032"/>
            <p:cNvSpPr/>
            <p:nvPr/>
          </p:nvSpPr>
          <p:spPr>
            <a:xfrm>
              <a:off x="7398040" y="3308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3" name="pt21033"/>
            <p:cNvSpPr/>
            <p:nvPr/>
          </p:nvSpPr>
          <p:spPr>
            <a:xfrm>
              <a:off x="7375246" y="3236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4" name="pt21034"/>
            <p:cNvSpPr/>
            <p:nvPr/>
          </p:nvSpPr>
          <p:spPr>
            <a:xfrm>
              <a:off x="7484151" y="3087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5" name="pt21035"/>
            <p:cNvSpPr/>
            <p:nvPr/>
          </p:nvSpPr>
          <p:spPr>
            <a:xfrm>
              <a:off x="7602442" y="3240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6" name="pt21036"/>
            <p:cNvSpPr/>
            <p:nvPr/>
          </p:nvSpPr>
          <p:spPr>
            <a:xfrm>
              <a:off x="7585099" y="3256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7" name="pt21037"/>
            <p:cNvSpPr/>
            <p:nvPr/>
          </p:nvSpPr>
          <p:spPr>
            <a:xfrm>
              <a:off x="7541950" y="3294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8" name="pt21038"/>
            <p:cNvSpPr/>
            <p:nvPr/>
          </p:nvSpPr>
          <p:spPr>
            <a:xfrm>
              <a:off x="7391312" y="32361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39" name="pt21039"/>
            <p:cNvSpPr/>
            <p:nvPr/>
          </p:nvSpPr>
          <p:spPr>
            <a:xfrm>
              <a:off x="7402009" y="3265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0" name="pt21040"/>
            <p:cNvSpPr/>
            <p:nvPr/>
          </p:nvSpPr>
          <p:spPr>
            <a:xfrm>
              <a:off x="7396392" y="3250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1" name="pt21041"/>
            <p:cNvSpPr/>
            <p:nvPr/>
          </p:nvSpPr>
          <p:spPr>
            <a:xfrm>
              <a:off x="7463846" y="32620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2" name="pt21042"/>
            <p:cNvSpPr/>
            <p:nvPr/>
          </p:nvSpPr>
          <p:spPr>
            <a:xfrm>
              <a:off x="7243502" y="32401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3" name="pt21043"/>
            <p:cNvSpPr/>
            <p:nvPr/>
          </p:nvSpPr>
          <p:spPr>
            <a:xfrm>
              <a:off x="7701674" y="3266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4" name="pt21044"/>
            <p:cNvSpPr/>
            <p:nvPr/>
          </p:nvSpPr>
          <p:spPr>
            <a:xfrm>
              <a:off x="7419861" y="3266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5" name="pt21045"/>
            <p:cNvSpPr/>
            <p:nvPr/>
          </p:nvSpPr>
          <p:spPr>
            <a:xfrm>
              <a:off x="7328293" y="32585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6" name="pt21046"/>
            <p:cNvSpPr/>
            <p:nvPr/>
          </p:nvSpPr>
          <p:spPr>
            <a:xfrm>
              <a:off x="7382598" y="3324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7" name="pt21047"/>
            <p:cNvSpPr/>
            <p:nvPr/>
          </p:nvSpPr>
          <p:spPr>
            <a:xfrm>
              <a:off x="7330110" y="3289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8" name="pt21048"/>
            <p:cNvSpPr/>
            <p:nvPr/>
          </p:nvSpPr>
          <p:spPr>
            <a:xfrm>
              <a:off x="7344560" y="3252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49" name="pt21049"/>
            <p:cNvSpPr/>
            <p:nvPr/>
          </p:nvSpPr>
          <p:spPr>
            <a:xfrm>
              <a:off x="7418750" y="3257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0" name="pt21050"/>
            <p:cNvSpPr/>
            <p:nvPr/>
          </p:nvSpPr>
          <p:spPr>
            <a:xfrm>
              <a:off x="7508267" y="3240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1" name="pt21051"/>
            <p:cNvSpPr/>
            <p:nvPr/>
          </p:nvSpPr>
          <p:spPr>
            <a:xfrm>
              <a:off x="7269810" y="3228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2" name="pt21052"/>
            <p:cNvSpPr/>
            <p:nvPr/>
          </p:nvSpPr>
          <p:spPr>
            <a:xfrm>
              <a:off x="7367725" y="3267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3" name="pt21053"/>
            <p:cNvSpPr/>
            <p:nvPr/>
          </p:nvSpPr>
          <p:spPr>
            <a:xfrm>
              <a:off x="7402708" y="32771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4" name="pt21054"/>
            <p:cNvSpPr/>
            <p:nvPr/>
          </p:nvSpPr>
          <p:spPr>
            <a:xfrm>
              <a:off x="7441836" y="32715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5" name="pt21055"/>
            <p:cNvSpPr/>
            <p:nvPr/>
          </p:nvSpPr>
          <p:spPr>
            <a:xfrm>
              <a:off x="7592226" y="32635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6" name="pt21056"/>
            <p:cNvSpPr/>
            <p:nvPr/>
          </p:nvSpPr>
          <p:spPr>
            <a:xfrm>
              <a:off x="7665368" y="3234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7" name="pt21057"/>
            <p:cNvSpPr/>
            <p:nvPr/>
          </p:nvSpPr>
          <p:spPr>
            <a:xfrm>
              <a:off x="7315665" y="3296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8" name="pt21058"/>
            <p:cNvSpPr/>
            <p:nvPr/>
          </p:nvSpPr>
          <p:spPr>
            <a:xfrm>
              <a:off x="7527560" y="3274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59" name="pt21059"/>
            <p:cNvSpPr/>
            <p:nvPr/>
          </p:nvSpPr>
          <p:spPr>
            <a:xfrm>
              <a:off x="7343442" y="32691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0" name="pt21060"/>
            <p:cNvSpPr/>
            <p:nvPr/>
          </p:nvSpPr>
          <p:spPr>
            <a:xfrm>
              <a:off x="7472149" y="32698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1" name="pt21061"/>
            <p:cNvSpPr/>
            <p:nvPr/>
          </p:nvSpPr>
          <p:spPr>
            <a:xfrm>
              <a:off x="7312311" y="3258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2" name="pt21062"/>
            <p:cNvSpPr/>
            <p:nvPr/>
          </p:nvSpPr>
          <p:spPr>
            <a:xfrm>
              <a:off x="7358550" y="3245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3" name="pt21063"/>
            <p:cNvSpPr/>
            <p:nvPr/>
          </p:nvSpPr>
          <p:spPr>
            <a:xfrm>
              <a:off x="7451693" y="3261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4" name="pt21064"/>
            <p:cNvSpPr/>
            <p:nvPr/>
          </p:nvSpPr>
          <p:spPr>
            <a:xfrm>
              <a:off x="7276379" y="32192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5" name="pt21065"/>
            <p:cNvSpPr/>
            <p:nvPr/>
          </p:nvSpPr>
          <p:spPr>
            <a:xfrm>
              <a:off x="7479561" y="3299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6" name="pt21066"/>
            <p:cNvSpPr/>
            <p:nvPr/>
          </p:nvSpPr>
          <p:spPr>
            <a:xfrm>
              <a:off x="7496516" y="3288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7" name="pt21067"/>
            <p:cNvSpPr/>
            <p:nvPr/>
          </p:nvSpPr>
          <p:spPr>
            <a:xfrm>
              <a:off x="7587911" y="32849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8" name="pt21068"/>
            <p:cNvSpPr/>
            <p:nvPr/>
          </p:nvSpPr>
          <p:spPr>
            <a:xfrm>
              <a:off x="7436580" y="3239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69" name="pt21069"/>
            <p:cNvSpPr/>
            <p:nvPr/>
          </p:nvSpPr>
          <p:spPr>
            <a:xfrm>
              <a:off x="7284087" y="3194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0" name="pt21070"/>
            <p:cNvSpPr/>
            <p:nvPr/>
          </p:nvSpPr>
          <p:spPr>
            <a:xfrm>
              <a:off x="7661532" y="3265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1" name="pt21071"/>
            <p:cNvSpPr/>
            <p:nvPr/>
          </p:nvSpPr>
          <p:spPr>
            <a:xfrm>
              <a:off x="7586053" y="3276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2" name="pt21072"/>
            <p:cNvSpPr/>
            <p:nvPr/>
          </p:nvSpPr>
          <p:spPr>
            <a:xfrm>
              <a:off x="7574184" y="33033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3" name="pt21073"/>
            <p:cNvSpPr/>
            <p:nvPr/>
          </p:nvSpPr>
          <p:spPr>
            <a:xfrm>
              <a:off x="7347828" y="3281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4" name="pt21074"/>
            <p:cNvSpPr/>
            <p:nvPr/>
          </p:nvSpPr>
          <p:spPr>
            <a:xfrm>
              <a:off x="7490721" y="33561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5" name="pt21075"/>
            <p:cNvSpPr/>
            <p:nvPr/>
          </p:nvSpPr>
          <p:spPr>
            <a:xfrm>
              <a:off x="7306111" y="32237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6" name="pt21076"/>
            <p:cNvSpPr/>
            <p:nvPr/>
          </p:nvSpPr>
          <p:spPr>
            <a:xfrm>
              <a:off x="7393482" y="32352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7" name="pt21077"/>
            <p:cNvSpPr/>
            <p:nvPr/>
          </p:nvSpPr>
          <p:spPr>
            <a:xfrm>
              <a:off x="7597124" y="32935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8" name="pt21078"/>
            <p:cNvSpPr/>
            <p:nvPr/>
          </p:nvSpPr>
          <p:spPr>
            <a:xfrm>
              <a:off x="7405801" y="3302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79" name="pt21079"/>
            <p:cNvSpPr/>
            <p:nvPr/>
          </p:nvSpPr>
          <p:spPr>
            <a:xfrm>
              <a:off x="7487881" y="32697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0" name="pt21080"/>
            <p:cNvSpPr/>
            <p:nvPr/>
          </p:nvSpPr>
          <p:spPr>
            <a:xfrm>
              <a:off x="7404809" y="3267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1" name="pt21081"/>
            <p:cNvSpPr/>
            <p:nvPr/>
          </p:nvSpPr>
          <p:spPr>
            <a:xfrm>
              <a:off x="7643289" y="3272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2" name="pt21082"/>
            <p:cNvSpPr/>
            <p:nvPr/>
          </p:nvSpPr>
          <p:spPr>
            <a:xfrm>
              <a:off x="7460096" y="3228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3" name="pt21083"/>
            <p:cNvSpPr/>
            <p:nvPr/>
          </p:nvSpPr>
          <p:spPr>
            <a:xfrm>
              <a:off x="7542740" y="32944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4" name="pt21084"/>
            <p:cNvSpPr/>
            <p:nvPr/>
          </p:nvSpPr>
          <p:spPr>
            <a:xfrm>
              <a:off x="7504266" y="32839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5" name="pt21085"/>
            <p:cNvSpPr/>
            <p:nvPr/>
          </p:nvSpPr>
          <p:spPr>
            <a:xfrm>
              <a:off x="7595788" y="3209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6" name="pt21086"/>
            <p:cNvSpPr/>
            <p:nvPr/>
          </p:nvSpPr>
          <p:spPr>
            <a:xfrm>
              <a:off x="7246418" y="3208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7" name="pt21087"/>
            <p:cNvSpPr/>
            <p:nvPr/>
          </p:nvSpPr>
          <p:spPr>
            <a:xfrm>
              <a:off x="7507645" y="32748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8" name="pt21088"/>
            <p:cNvSpPr/>
            <p:nvPr/>
          </p:nvSpPr>
          <p:spPr>
            <a:xfrm>
              <a:off x="7429186" y="3244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89" name="pt21089"/>
            <p:cNvSpPr/>
            <p:nvPr/>
          </p:nvSpPr>
          <p:spPr>
            <a:xfrm>
              <a:off x="7532753" y="3255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0" name="pt21090"/>
            <p:cNvSpPr/>
            <p:nvPr/>
          </p:nvSpPr>
          <p:spPr>
            <a:xfrm>
              <a:off x="7463765" y="3249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1" name="pt21091"/>
            <p:cNvSpPr/>
            <p:nvPr/>
          </p:nvSpPr>
          <p:spPr>
            <a:xfrm>
              <a:off x="7298979" y="32664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2" name="pt21092"/>
            <p:cNvSpPr/>
            <p:nvPr/>
          </p:nvSpPr>
          <p:spPr>
            <a:xfrm>
              <a:off x="7656337" y="32782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3" name="pt21093"/>
            <p:cNvSpPr/>
            <p:nvPr/>
          </p:nvSpPr>
          <p:spPr>
            <a:xfrm>
              <a:off x="7460309" y="3273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4" name="pt21094"/>
            <p:cNvSpPr/>
            <p:nvPr/>
          </p:nvSpPr>
          <p:spPr>
            <a:xfrm>
              <a:off x="7589580" y="3294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5" name="pt21095"/>
            <p:cNvSpPr/>
            <p:nvPr/>
          </p:nvSpPr>
          <p:spPr>
            <a:xfrm>
              <a:off x="7341470" y="3226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6" name="pt21096"/>
            <p:cNvSpPr/>
            <p:nvPr/>
          </p:nvSpPr>
          <p:spPr>
            <a:xfrm>
              <a:off x="7321975" y="32439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7" name="pt21097"/>
            <p:cNvSpPr/>
            <p:nvPr/>
          </p:nvSpPr>
          <p:spPr>
            <a:xfrm>
              <a:off x="7266380" y="3271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8" name="pt21098"/>
            <p:cNvSpPr/>
            <p:nvPr/>
          </p:nvSpPr>
          <p:spPr>
            <a:xfrm>
              <a:off x="7442409" y="3279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099" name="pt21099"/>
            <p:cNvSpPr/>
            <p:nvPr/>
          </p:nvSpPr>
          <p:spPr>
            <a:xfrm>
              <a:off x="7406819" y="3272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0" name="pt21100"/>
            <p:cNvSpPr/>
            <p:nvPr/>
          </p:nvSpPr>
          <p:spPr>
            <a:xfrm>
              <a:off x="7361875" y="3261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1" name="pt21101"/>
            <p:cNvSpPr/>
            <p:nvPr/>
          </p:nvSpPr>
          <p:spPr>
            <a:xfrm>
              <a:off x="7455405" y="3296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2" name="pt21102"/>
            <p:cNvSpPr/>
            <p:nvPr/>
          </p:nvSpPr>
          <p:spPr>
            <a:xfrm>
              <a:off x="7521670" y="32936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3" name="pt21103"/>
            <p:cNvSpPr/>
            <p:nvPr/>
          </p:nvSpPr>
          <p:spPr>
            <a:xfrm>
              <a:off x="7458483" y="3252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4" name="pt21104"/>
            <p:cNvSpPr/>
            <p:nvPr/>
          </p:nvSpPr>
          <p:spPr>
            <a:xfrm>
              <a:off x="7672519" y="3298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5" name="pt21105"/>
            <p:cNvSpPr/>
            <p:nvPr/>
          </p:nvSpPr>
          <p:spPr>
            <a:xfrm>
              <a:off x="7675403" y="3298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6" name="pt21106"/>
            <p:cNvSpPr/>
            <p:nvPr/>
          </p:nvSpPr>
          <p:spPr>
            <a:xfrm>
              <a:off x="7370689" y="32553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7" name="pt21107"/>
            <p:cNvSpPr/>
            <p:nvPr/>
          </p:nvSpPr>
          <p:spPr>
            <a:xfrm>
              <a:off x="7418866" y="3259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8" name="pt21108"/>
            <p:cNvSpPr/>
            <p:nvPr/>
          </p:nvSpPr>
          <p:spPr>
            <a:xfrm>
              <a:off x="7491511" y="3287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09" name="pt21109"/>
            <p:cNvSpPr/>
            <p:nvPr/>
          </p:nvSpPr>
          <p:spPr>
            <a:xfrm>
              <a:off x="7366027" y="3279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0" name="pt21110"/>
            <p:cNvSpPr/>
            <p:nvPr/>
          </p:nvSpPr>
          <p:spPr>
            <a:xfrm>
              <a:off x="7294217" y="32581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1" name="pt21111"/>
            <p:cNvSpPr/>
            <p:nvPr/>
          </p:nvSpPr>
          <p:spPr>
            <a:xfrm>
              <a:off x="7401995" y="3274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2" name="pt21112"/>
            <p:cNvSpPr/>
            <p:nvPr/>
          </p:nvSpPr>
          <p:spPr>
            <a:xfrm>
              <a:off x="7443531" y="32947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3" name="pt21113"/>
            <p:cNvSpPr/>
            <p:nvPr/>
          </p:nvSpPr>
          <p:spPr>
            <a:xfrm>
              <a:off x="7334662" y="3273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4" name="pt21114"/>
            <p:cNvSpPr/>
            <p:nvPr/>
          </p:nvSpPr>
          <p:spPr>
            <a:xfrm>
              <a:off x="7345401" y="3250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5" name="pt21115"/>
            <p:cNvSpPr/>
            <p:nvPr/>
          </p:nvSpPr>
          <p:spPr>
            <a:xfrm>
              <a:off x="7455826" y="32661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6" name="pt21116"/>
            <p:cNvSpPr/>
            <p:nvPr/>
          </p:nvSpPr>
          <p:spPr>
            <a:xfrm>
              <a:off x="7354185" y="3297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7" name="pt21117"/>
            <p:cNvSpPr/>
            <p:nvPr/>
          </p:nvSpPr>
          <p:spPr>
            <a:xfrm>
              <a:off x="7469882" y="3264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8" name="pt21118"/>
            <p:cNvSpPr/>
            <p:nvPr/>
          </p:nvSpPr>
          <p:spPr>
            <a:xfrm>
              <a:off x="7572739" y="3173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19" name="pt21119"/>
            <p:cNvSpPr/>
            <p:nvPr/>
          </p:nvSpPr>
          <p:spPr>
            <a:xfrm>
              <a:off x="7412325" y="3295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0" name="pt21120"/>
            <p:cNvSpPr/>
            <p:nvPr/>
          </p:nvSpPr>
          <p:spPr>
            <a:xfrm>
              <a:off x="7414087" y="3259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1" name="pt21121"/>
            <p:cNvSpPr/>
            <p:nvPr/>
          </p:nvSpPr>
          <p:spPr>
            <a:xfrm>
              <a:off x="7495575" y="32910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2" name="pt21122"/>
            <p:cNvSpPr/>
            <p:nvPr/>
          </p:nvSpPr>
          <p:spPr>
            <a:xfrm>
              <a:off x="7446025" y="3283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3" name="pt21123"/>
            <p:cNvSpPr/>
            <p:nvPr/>
          </p:nvSpPr>
          <p:spPr>
            <a:xfrm>
              <a:off x="7214070" y="32586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4" name="pt21124"/>
            <p:cNvSpPr/>
            <p:nvPr/>
          </p:nvSpPr>
          <p:spPr>
            <a:xfrm>
              <a:off x="7444935" y="32452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5" name="pt21125"/>
            <p:cNvSpPr/>
            <p:nvPr/>
          </p:nvSpPr>
          <p:spPr>
            <a:xfrm>
              <a:off x="7527886" y="32913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6" name="pt21126"/>
            <p:cNvSpPr/>
            <p:nvPr/>
          </p:nvSpPr>
          <p:spPr>
            <a:xfrm>
              <a:off x="7380841" y="3267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7" name="pt21127"/>
            <p:cNvSpPr/>
            <p:nvPr/>
          </p:nvSpPr>
          <p:spPr>
            <a:xfrm>
              <a:off x="7592678" y="3248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8" name="pt21128"/>
            <p:cNvSpPr/>
            <p:nvPr/>
          </p:nvSpPr>
          <p:spPr>
            <a:xfrm>
              <a:off x="7345242" y="3247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29" name="pt21129"/>
            <p:cNvSpPr/>
            <p:nvPr/>
          </p:nvSpPr>
          <p:spPr>
            <a:xfrm>
              <a:off x="7403643" y="3227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0" name="pt21130"/>
            <p:cNvSpPr/>
            <p:nvPr/>
          </p:nvSpPr>
          <p:spPr>
            <a:xfrm>
              <a:off x="7212901" y="32350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1" name="pt21131"/>
            <p:cNvSpPr/>
            <p:nvPr/>
          </p:nvSpPr>
          <p:spPr>
            <a:xfrm>
              <a:off x="7379714" y="3273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2" name="pt21132"/>
            <p:cNvSpPr/>
            <p:nvPr/>
          </p:nvSpPr>
          <p:spPr>
            <a:xfrm>
              <a:off x="7400872" y="32334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3" name="pt21133"/>
            <p:cNvSpPr/>
            <p:nvPr/>
          </p:nvSpPr>
          <p:spPr>
            <a:xfrm>
              <a:off x="7425236" y="3234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4" name="pt21134"/>
            <p:cNvSpPr/>
            <p:nvPr/>
          </p:nvSpPr>
          <p:spPr>
            <a:xfrm>
              <a:off x="7385236" y="32447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5" name="pt21135"/>
            <p:cNvSpPr/>
            <p:nvPr/>
          </p:nvSpPr>
          <p:spPr>
            <a:xfrm>
              <a:off x="7524989" y="3299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6" name="pt21136"/>
            <p:cNvSpPr/>
            <p:nvPr/>
          </p:nvSpPr>
          <p:spPr>
            <a:xfrm>
              <a:off x="7405726" y="32827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7" name="pt21137"/>
            <p:cNvSpPr/>
            <p:nvPr/>
          </p:nvSpPr>
          <p:spPr>
            <a:xfrm>
              <a:off x="7433446" y="32221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8" name="pt21138"/>
            <p:cNvSpPr/>
            <p:nvPr/>
          </p:nvSpPr>
          <p:spPr>
            <a:xfrm>
              <a:off x="7404253" y="3256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39" name="pt21139"/>
            <p:cNvSpPr/>
            <p:nvPr/>
          </p:nvSpPr>
          <p:spPr>
            <a:xfrm>
              <a:off x="7672300" y="32586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0" name="pt21140"/>
            <p:cNvSpPr/>
            <p:nvPr/>
          </p:nvSpPr>
          <p:spPr>
            <a:xfrm>
              <a:off x="7420700" y="32339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1" name="pt21141"/>
            <p:cNvSpPr/>
            <p:nvPr/>
          </p:nvSpPr>
          <p:spPr>
            <a:xfrm>
              <a:off x="7214067" y="3309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2" name="pt21142"/>
            <p:cNvSpPr/>
            <p:nvPr/>
          </p:nvSpPr>
          <p:spPr>
            <a:xfrm>
              <a:off x="7422155" y="3276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3" name="pt21143"/>
            <p:cNvSpPr/>
            <p:nvPr/>
          </p:nvSpPr>
          <p:spPr>
            <a:xfrm>
              <a:off x="7435507" y="32579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4" name="pt21144"/>
            <p:cNvSpPr/>
            <p:nvPr/>
          </p:nvSpPr>
          <p:spPr>
            <a:xfrm>
              <a:off x="7365457" y="3250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5" name="pt21145"/>
            <p:cNvSpPr/>
            <p:nvPr/>
          </p:nvSpPr>
          <p:spPr>
            <a:xfrm>
              <a:off x="7502573" y="32395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6" name="pt21146"/>
            <p:cNvSpPr/>
            <p:nvPr/>
          </p:nvSpPr>
          <p:spPr>
            <a:xfrm>
              <a:off x="7462141" y="31715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7" name="pt21147"/>
            <p:cNvSpPr/>
            <p:nvPr/>
          </p:nvSpPr>
          <p:spPr>
            <a:xfrm>
              <a:off x="7502738" y="32873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8" name="pt21148"/>
            <p:cNvSpPr/>
            <p:nvPr/>
          </p:nvSpPr>
          <p:spPr>
            <a:xfrm>
              <a:off x="7880138" y="32600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49" name="pt21149"/>
            <p:cNvSpPr/>
            <p:nvPr/>
          </p:nvSpPr>
          <p:spPr>
            <a:xfrm>
              <a:off x="7610984" y="3317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0" name="pt21150"/>
            <p:cNvSpPr/>
            <p:nvPr/>
          </p:nvSpPr>
          <p:spPr>
            <a:xfrm>
              <a:off x="7513038" y="3270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1" name="pt21151"/>
            <p:cNvSpPr/>
            <p:nvPr/>
          </p:nvSpPr>
          <p:spPr>
            <a:xfrm>
              <a:off x="7350298" y="3201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2" name="pt21152"/>
            <p:cNvSpPr/>
            <p:nvPr/>
          </p:nvSpPr>
          <p:spPr>
            <a:xfrm>
              <a:off x="7231432" y="32714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3" name="pt21153"/>
            <p:cNvSpPr/>
            <p:nvPr/>
          </p:nvSpPr>
          <p:spPr>
            <a:xfrm>
              <a:off x="7464937" y="3275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4" name="pt21154"/>
            <p:cNvSpPr/>
            <p:nvPr/>
          </p:nvSpPr>
          <p:spPr>
            <a:xfrm>
              <a:off x="7420872" y="3316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5" name="pt21155"/>
            <p:cNvSpPr/>
            <p:nvPr/>
          </p:nvSpPr>
          <p:spPr>
            <a:xfrm>
              <a:off x="7541629" y="3284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6" name="pt21156"/>
            <p:cNvSpPr/>
            <p:nvPr/>
          </p:nvSpPr>
          <p:spPr>
            <a:xfrm>
              <a:off x="7578024" y="3269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7" name="pt21157"/>
            <p:cNvSpPr/>
            <p:nvPr/>
          </p:nvSpPr>
          <p:spPr>
            <a:xfrm>
              <a:off x="7435654" y="32341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8" name="pt21158"/>
            <p:cNvSpPr/>
            <p:nvPr/>
          </p:nvSpPr>
          <p:spPr>
            <a:xfrm>
              <a:off x="7637380" y="3282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59" name="pt21159"/>
            <p:cNvSpPr/>
            <p:nvPr/>
          </p:nvSpPr>
          <p:spPr>
            <a:xfrm>
              <a:off x="7568043" y="3293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0" name="pt21160"/>
            <p:cNvSpPr/>
            <p:nvPr/>
          </p:nvSpPr>
          <p:spPr>
            <a:xfrm>
              <a:off x="7172410" y="32870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1" name="pt21161"/>
            <p:cNvSpPr/>
            <p:nvPr/>
          </p:nvSpPr>
          <p:spPr>
            <a:xfrm>
              <a:off x="7291175" y="32978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2" name="pt21162"/>
            <p:cNvSpPr/>
            <p:nvPr/>
          </p:nvSpPr>
          <p:spPr>
            <a:xfrm>
              <a:off x="7489844" y="33116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3" name="pt21163"/>
            <p:cNvSpPr/>
            <p:nvPr/>
          </p:nvSpPr>
          <p:spPr>
            <a:xfrm>
              <a:off x="7395663" y="3232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4" name="pt21164"/>
            <p:cNvSpPr/>
            <p:nvPr/>
          </p:nvSpPr>
          <p:spPr>
            <a:xfrm>
              <a:off x="7344285" y="32393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5" name="pt21165"/>
            <p:cNvSpPr/>
            <p:nvPr/>
          </p:nvSpPr>
          <p:spPr>
            <a:xfrm>
              <a:off x="7341818" y="3229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6" name="pt21166"/>
            <p:cNvSpPr/>
            <p:nvPr/>
          </p:nvSpPr>
          <p:spPr>
            <a:xfrm>
              <a:off x="7302235" y="3277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7" name="pt21167"/>
            <p:cNvSpPr/>
            <p:nvPr/>
          </p:nvSpPr>
          <p:spPr>
            <a:xfrm>
              <a:off x="7434905" y="3278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8" name="pt21168"/>
            <p:cNvSpPr/>
            <p:nvPr/>
          </p:nvSpPr>
          <p:spPr>
            <a:xfrm>
              <a:off x="7676426" y="32865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69" name="pt21169"/>
            <p:cNvSpPr/>
            <p:nvPr/>
          </p:nvSpPr>
          <p:spPr>
            <a:xfrm>
              <a:off x="7181738" y="32733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0" name="pt21170"/>
            <p:cNvSpPr/>
            <p:nvPr/>
          </p:nvSpPr>
          <p:spPr>
            <a:xfrm>
              <a:off x="7200469" y="3274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1" name="pt21171"/>
            <p:cNvSpPr/>
            <p:nvPr/>
          </p:nvSpPr>
          <p:spPr>
            <a:xfrm>
              <a:off x="7338861" y="3240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2" name="pt21172"/>
            <p:cNvSpPr/>
            <p:nvPr/>
          </p:nvSpPr>
          <p:spPr>
            <a:xfrm>
              <a:off x="7568563" y="3277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3" name="pt21173"/>
            <p:cNvSpPr/>
            <p:nvPr/>
          </p:nvSpPr>
          <p:spPr>
            <a:xfrm>
              <a:off x="7367326" y="3292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4" name="pt21174"/>
            <p:cNvSpPr/>
            <p:nvPr/>
          </p:nvSpPr>
          <p:spPr>
            <a:xfrm>
              <a:off x="7563577" y="3789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5" name="pt21175"/>
            <p:cNvSpPr/>
            <p:nvPr/>
          </p:nvSpPr>
          <p:spPr>
            <a:xfrm>
              <a:off x="7470087" y="32838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6" name="pt21176"/>
            <p:cNvSpPr/>
            <p:nvPr/>
          </p:nvSpPr>
          <p:spPr>
            <a:xfrm>
              <a:off x="7425887" y="3279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7" name="pt21177"/>
            <p:cNvSpPr/>
            <p:nvPr/>
          </p:nvSpPr>
          <p:spPr>
            <a:xfrm>
              <a:off x="7290802" y="3268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8" name="pt21178"/>
            <p:cNvSpPr/>
            <p:nvPr/>
          </p:nvSpPr>
          <p:spPr>
            <a:xfrm>
              <a:off x="7473717" y="3254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79" name="pt21179"/>
            <p:cNvSpPr/>
            <p:nvPr/>
          </p:nvSpPr>
          <p:spPr>
            <a:xfrm>
              <a:off x="7471264" y="3348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0" name="pt21180"/>
            <p:cNvSpPr/>
            <p:nvPr/>
          </p:nvSpPr>
          <p:spPr>
            <a:xfrm>
              <a:off x="7567395" y="3265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1" name="pt21181"/>
            <p:cNvSpPr/>
            <p:nvPr/>
          </p:nvSpPr>
          <p:spPr>
            <a:xfrm>
              <a:off x="7313514" y="3244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2" name="pt21182"/>
            <p:cNvSpPr/>
            <p:nvPr/>
          </p:nvSpPr>
          <p:spPr>
            <a:xfrm>
              <a:off x="7385941" y="32330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3" name="pt21183"/>
            <p:cNvSpPr/>
            <p:nvPr/>
          </p:nvSpPr>
          <p:spPr>
            <a:xfrm>
              <a:off x="7422252" y="3446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4" name="pt21184"/>
            <p:cNvSpPr/>
            <p:nvPr/>
          </p:nvSpPr>
          <p:spPr>
            <a:xfrm>
              <a:off x="7516769" y="3302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5" name="pt21185"/>
            <p:cNvSpPr/>
            <p:nvPr/>
          </p:nvSpPr>
          <p:spPr>
            <a:xfrm>
              <a:off x="7371710" y="32214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6" name="pt21186"/>
            <p:cNvSpPr/>
            <p:nvPr/>
          </p:nvSpPr>
          <p:spPr>
            <a:xfrm>
              <a:off x="7390999" y="32838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7" name="pt21187"/>
            <p:cNvSpPr/>
            <p:nvPr/>
          </p:nvSpPr>
          <p:spPr>
            <a:xfrm>
              <a:off x="7538420" y="3296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8" name="pt21188"/>
            <p:cNvSpPr/>
            <p:nvPr/>
          </p:nvSpPr>
          <p:spPr>
            <a:xfrm>
              <a:off x="7431072" y="3315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89" name="pt21189"/>
            <p:cNvSpPr/>
            <p:nvPr/>
          </p:nvSpPr>
          <p:spPr>
            <a:xfrm>
              <a:off x="7298121" y="3215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0" name="pt21190"/>
            <p:cNvSpPr/>
            <p:nvPr/>
          </p:nvSpPr>
          <p:spPr>
            <a:xfrm>
              <a:off x="7558163" y="3288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1" name="pt21191"/>
            <p:cNvSpPr/>
            <p:nvPr/>
          </p:nvSpPr>
          <p:spPr>
            <a:xfrm>
              <a:off x="7520597" y="3285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2" name="pt21192"/>
            <p:cNvSpPr/>
            <p:nvPr/>
          </p:nvSpPr>
          <p:spPr>
            <a:xfrm>
              <a:off x="7450727" y="32374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3" name="pt21193"/>
            <p:cNvSpPr/>
            <p:nvPr/>
          </p:nvSpPr>
          <p:spPr>
            <a:xfrm>
              <a:off x="7447523" y="3271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4" name="pt21194"/>
            <p:cNvSpPr/>
            <p:nvPr/>
          </p:nvSpPr>
          <p:spPr>
            <a:xfrm>
              <a:off x="7483756" y="3150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5" name="pt21195"/>
            <p:cNvSpPr/>
            <p:nvPr/>
          </p:nvSpPr>
          <p:spPr>
            <a:xfrm>
              <a:off x="7331505" y="32428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6" name="pt21196"/>
            <p:cNvSpPr/>
            <p:nvPr/>
          </p:nvSpPr>
          <p:spPr>
            <a:xfrm>
              <a:off x="7791039" y="32267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7" name="pt21197"/>
            <p:cNvSpPr/>
            <p:nvPr/>
          </p:nvSpPr>
          <p:spPr>
            <a:xfrm>
              <a:off x="7336545" y="2706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8" name="pt21198"/>
            <p:cNvSpPr/>
            <p:nvPr/>
          </p:nvSpPr>
          <p:spPr>
            <a:xfrm>
              <a:off x="7351945" y="3209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199" name="pt21199"/>
            <p:cNvSpPr/>
            <p:nvPr/>
          </p:nvSpPr>
          <p:spPr>
            <a:xfrm>
              <a:off x="6699318" y="3268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0" name="pt21200"/>
            <p:cNvSpPr/>
            <p:nvPr/>
          </p:nvSpPr>
          <p:spPr>
            <a:xfrm>
              <a:off x="7433717" y="32840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1" name="pt21201"/>
            <p:cNvSpPr/>
            <p:nvPr/>
          </p:nvSpPr>
          <p:spPr>
            <a:xfrm>
              <a:off x="7316264" y="332042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02" name="pt21202"/>
            <p:cNvSpPr/>
            <p:nvPr/>
          </p:nvSpPr>
          <p:spPr>
            <a:xfrm>
              <a:off x="7380203" y="32661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3" name="pt21203"/>
            <p:cNvSpPr/>
            <p:nvPr/>
          </p:nvSpPr>
          <p:spPr>
            <a:xfrm>
              <a:off x="7430507" y="3338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4" name="pt21204"/>
            <p:cNvSpPr/>
            <p:nvPr/>
          </p:nvSpPr>
          <p:spPr>
            <a:xfrm>
              <a:off x="7456790" y="3316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5" name="pt21205"/>
            <p:cNvSpPr/>
            <p:nvPr/>
          </p:nvSpPr>
          <p:spPr>
            <a:xfrm>
              <a:off x="7299530" y="32733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6" name="pt21206"/>
            <p:cNvSpPr/>
            <p:nvPr/>
          </p:nvSpPr>
          <p:spPr>
            <a:xfrm>
              <a:off x="7375117" y="32567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7" name="pt21207"/>
            <p:cNvSpPr/>
            <p:nvPr/>
          </p:nvSpPr>
          <p:spPr>
            <a:xfrm>
              <a:off x="7395298" y="33280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8" name="pt21208"/>
            <p:cNvSpPr/>
            <p:nvPr/>
          </p:nvSpPr>
          <p:spPr>
            <a:xfrm>
              <a:off x="7276100" y="32607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09" name="pt21209"/>
            <p:cNvSpPr/>
            <p:nvPr/>
          </p:nvSpPr>
          <p:spPr>
            <a:xfrm>
              <a:off x="7424407" y="32733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0" name="pt21210"/>
            <p:cNvSpPr/>
            <p:nvPr/>
          </p:nvSpPr>
          <p:spPr>
            <a:xfrm>
              <a:off x="7389879" y="32646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1" name="pt21211"/>
            <p:cNvSpPr/>
            <p:nvPr/>
          </p:nvSpPr>
          <p:spPr>
            <a:xfrm>
              <a:off x="7516252" y="32805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2" name="pt21212"/>
            <p:cNvSpPr/>
            <p:nvPr/>
          </p:nvSpPr>
          <p:spPr>
            <a:xfrm>
              <a:off x="7391059" y="32894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3" name="pt21213"/>
            <p:cNvSpPr/>
            <p:nvPr/>
          </p:nvSpPr>
          <p:spPr>
            <a:xfrm>
              <a:off x="7433908" y="3270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4" name="pt21214"/>
            <p:cNvSpPr/>
            <p:nvPr/>
          </p:nvSpPr>
          <p:spPr>
            <a:xfrm>
              <a:off x="7336393" y="3222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5" name="pt21215"/>
            <p:cNvSpPr/>
            <p:nvPr/>
          </p:nvSpPr>
          <p:spPr>
            <a:xfrm>
              <a:off x="7317427" y="3261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6" name="pt21216"/>
            <p:cNvSpPr/>
            <p:nvPr/>
          </p:nvSpPr>
          <p:spPr>
            <a:xfrm>
              <a:off x="7366988" y="3249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7" name="pt21217"/>
            <p:cNvSpPr/>
            <p:nvPr/>
          </p:nvSpPr>
          <p:spPr>
            <a:xfrm>
              <a:off x="7509421" y="3275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8" name="pt21218"/>
            <p:cNvSpPr/>
            <p:nvPr/>
          </p:nvSpPr>
          <p:spPr>
            <a:xfrm>
              <a:off x="7546991" y="3275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19" name="pt21219"/>
            <p:cNvSpPr/>
            <p:nvPr/>
          </p:nvSpPr>
          <p:spPr>
            <a:xfrm>
              <a:off x="7540447" y="3300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0" name="pt21220"/>
            <p:cNvSpPr/>
            <p:nvPr/>
          </p:nvSpPr>
          <p:spPr>
            <a:xfrm>
              <a:off x="7549514" y="32844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1" name="pt21221"/>
            <p:cNvSpPr/>
            <p:nvPr/>
          </p:nvSpPr>
          <p:spPr>
            <a:xfrm>
              <a:off x="7341688" y="32393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2" name="pt21222"/>
            <p:cNvSpPr/>
            <p:nvPr/>
          </p:nvSpPr>
          <p:spPr>
            <a:xfrm>
              <a:off x="7504057" y="3227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3" name="pt21223"/>
            <p:cNvSpPr/>
            <p:nvPr/>
          </p:nvSpPr>
          <p:spPr>
            <a:xfrm>
              <a:off x="7260432" y="3248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4" name="pt21224"/>
            <p:cNvSpPr/>
            <p:nvPr/>
          </p:nvSpPr>
          <p:spPr>
            <a:xfrm>
              <a:off x="7309946" y="32737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5" name="pt21225"/>
            <p:cNvSpPr/>
            <p:nvPr/>
          </p:nvSpPr>
          <p:spPr>
            <a:xfrm>
              <a:off x="7420601" y="3248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6" name="pt21226"/>
            <p:cNvSpPr/>
            <p:nvPr/>
          </p:nvSpPr>
          <p:spPr>
            <a:xfrm>
              <a:off x="7532747" y="32870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7" name="pt21227"/>
            <p:cNvSpPr/>
            <p:nvPr/>
          </p:nvSpPr>
          <p:spPr>
            <a:xfrm>
              <a:off x="7433617" y="3240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8" name="pt21228"/>
            <p:cNvSpPr/>
            <p:nvPr/>
          </p:nvSpPr>
          <p:spPr>
            <a:xfrm>
              <a:off x="7388104" y="3274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29" name="pt21229"/>
            <p:cNvSpPr/>
            <p:nvPr/>
          </p:nvSpPr>
          <p:spPr>
            <a:xfrm>
              <a:off x="7251603" y="3263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0" name="pt21230"/>
            <p:cNvSpPr/>
            <p:nvPr/>
          </p:nvSpPr>
          <p:spPr>
            <a:xfrm>
              <a:off x="7544085" y="3319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1" name="pt21231"/>
            <p:cNvSpPr/>
            <p:nvPr/>
          </p:nvSpPr>
          <p:spPr>
            <a:xfrm>
              <a:off x="7275110" y="32686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2" name="pt21232"/>
            <p:cNvSpPr/>
            <p:nvPr/>
          </p:nvSpPr>
          <p:spPr>
            <a:xfrm>
              <a:off x="7585976" y="32792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3" name="pt21233"/>
            <p:cNvSpPr/>
            <p:nvPr/>
          </p:nvSpPr>
          <p:spPr>
            <a:xfrm>
              <a:off x="7404107" y="3313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4" name="pt21234"/>
            <p:cNvSpPr/>
            <p:nvPr/>
          </p:nvSpPr>
          <p:spPr>
            <a:xfrm>
              <a:off x="7314276" y="3204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5" name="pt21235"/>
            <p:cNvSpPr/>
            <p:nvPr/>
          </p:nvSpPr>
          <p:spPr>
            <a:xfrm>
              <a:off x="7454314" y="3241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6" name="pt21236"/>
            <p:cNvSpPr/>
            <p:nvPr/>
          </p:nvSpPr>
          <p:spPr>
            <a:xfrm>
              <a:off x="7363179" y="32570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7" name="pt21237"/>
            <p:cNvSpPr/>
            <p:nvPr/>
          </p:nvSpPr>
          <p:spPr>
            <a:xfrm>
              <a:off x="7612024" y="3259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8" name="pt21238"/>
            <p:cNvSpPr/>
            <p:nvPr/>
          </p:nvSpPr>
          <p:spPr>
            <a:xfrm>
              <a:off x="7377049" y="3203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39" name="pt21239"/>
            <p:cNvSpPr/>
            <p:nvPr/>
          </p:nvSpPr>
          <p:spPr>
            <a:xfrm>
              <a:off x="7533603" y="32637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0" name="pt21240"/>
            <p:cNvSpPr/>
            <p:nvPr/>
          </p:nvSpPr>
          <p:spPr>
            <a:xfrm>
              <a:off x="7463581" y="3192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1" name="pt21241"/>
            <p:cNvSpPr/>
            <p:nvPr/>
          </p:nvSpPr>
          <p:spPr>
            <a:xfrm>
              <a:off x="7508256" y="33107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2" name="pt21242"/>
            <p:cNvSpPr/>
            <p:nvPr/>
          </p:nvSpPr>
          <p:spPr>
            <a:xfrm>
              <a:off x="7416296" y="3283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3" name="pt21243"/>
            <p:cNvSpPr/>
            <p:nvPr/>
          </p:nvSpPr>
          <p:spPr>
            <a:xfrm>
              <a:off x="7422498" y="3285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4" name="pt21244"/>
            <p:cNvSpPr/>
            <p:nvPr/>
          </p:nvSpPr>
          <p:spPr>
            <a:xfrm>
              <a:off x="7602442" y="32797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5" name="pt21245"/>
            <p:cNvSpPr/>
            <p:nvPr/>
          </p:nvSpPr>
          <p:spPr>
            <a:xfrm>
              <a:off x="7298566" y="3260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6" name="pt21246"/>
            <p:cNvSpPr/>
            <p:nvPr/>
          </p:nvSpPr>
          <p:spPr>
            <a:xfrm>
              <a:off x="7390070" y="32531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7" name="pt21247"/>
            <p:cNvSpPr/>
            <p:nvPr/>
          </p:nvSpPr>
          <p:spPr>
            <a:xfrm>
              <a:off x="7542972" y="3290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8" name="pt21248"/>
            <p:cNvSpPr/>
            <p:nvPr/>
          </p:nvSpPr>
          <p:spPr>
            <a:xfrm>
              <a:off x="7536807" y="3223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49" name="pt21249"/>
            <p:cNvSpPr/>
            <p:nvPr/>
          </p:nvSpPr>
          <p:spPr>
            <a:xfrm>
              <a:off x="7338451" y="3327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0" name="pt21250"/>
            <p:cNvSpPr/>
            <p:nvPr/>
          </p:nvSpPr>
          <p:spPr>
            <a:xfrm>
              <a:off x="7225860" y="32615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1" name="pt21251"/>
            <p:cNvSpPr/>
            <p:nvPr/>
          </p:nvSpPr>
          <p:spPr>
            <a:xfrm>
              <a:off x="7351561" y="31406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2" name="pt21252"/>
            <p:cNvSpPr/>
            <p:nvPr/>
          </p:nvSpPr>
          <p:spPr>
            <a:xfrm>
              <a:off x="7310603" y="32813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3" name="pt21253"/>
            <p:cNvSpPr/>
            <p:nvPr/>
          </p:nvSpPr>
          <p:spPr>
            <a:xfrm>
              <a:off x="7363634" y="32352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4" name="pt21254"/>
            <p:cNvSpPr/>
            <p:nvPr/>
          </p:nvSpPr>
          <p:spPr>
            <a:xfrm>
              <a:off x="7617550" y="32709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5" name="pt21255"/>
            <p:cNvSpPr/>
            <p:nvPr/>
          </p:nvSpPr>
          <p:spPr>
            <a:xfrm>
              <a:off x="7422938" y="3247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6" name="pt21256"/>
            <p:cNvSpPr/>
            <p:nvPr/>
          </p:nvSpPr>
          <p:spPr>
            <a:xfrm>
              <a:off x="7342447" y="32651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7" name="pt21257"/>
            <p:cNvSpPr/>
            <p:nvPr/>
          </p:nvSpPr>
          <p:spPr>
            <a:xfrm>
              <a:off x="7409850" y="3251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8" name="pt21258"/>
            <p:cNvSpPr/>
            <p:nvPr/>
          </p:nvSpPr>
          <p:spPr>
            <a:xfrm>
              <a:off x="7610693" y="3272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59" name="pt21259"/>
            <p:cNvSpPr/>
            <p:nvPr/>
          </p:nvSpPr>
          <p:spPr>
            <a:xfrm>
              <a:off x="7583409" y="32881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0" name="pt21260"/>
            <p:cNvSpPr/>
            <p:nvPr/>
          </p:nvSpPr>
          <p:spPr>
            <a:xfrm>
              <a:off x="7446725" y="32823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1" name="pt21261"/>
            <p:cNvSpPr/>
            <p:nvPr/>
          </p:nvSpPr>
          <p:spPr>
            <a:xfrm>
              <a:off x="7342688" y="3272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2" name="pt21262"/>
            <p:cNvSpPr/>
            <p:nvPr/>
          </p:nvSpPr>
          <p:spPr>
            <a:xfrm>
              <a:off x="7542296" y="32484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3" name="pt21263"/>
            <p:cNvSpPr/>
            <p:nvPr/>
          </p:nvSpPr>
          <p:spPr>
            <a:xfrm>
              <a:off x="7562620" y="3270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4" name="pt21264"/>
            <p:cNvSpPr/>
            <p:nvPr/>
          </p:nvSpPr>
          <p:spPr>
            <a:xfrm>
              <a:off x="7697011" y="3250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5" name="pt21265"/>
            <p:cNvSpPr/>
            <p:nvPr/>
          </p:nvSpPr>
          <p:spPr>
            <a:xfrm>
              <a:off x="7475017" y="3222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6" name="pt21266"/>
            <p:cNvSpPr/>
            <p:nvPr/>
          </p:nvSpPr>
          <p:spPr>
            <a:xfrm>
              <a:off x="7667534" y="3260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7" name="pt21267"/>
            <p:cNvSpPr/>
            <p:nvPr/>
          </p:nvSpPr>
          <p:spPr>
            <a:xfrm>
              <a:off x="7417293" y="3302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8" name="pt21268"/>
            <p:cNvSpPr/>
            <p:nvPr/>
          </p:nvSpPr>
          <p:spPr>
            <a:xfrm>
              <a:off x="7406638" y="3258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69" name="pt21269"/>
            <p:cNvSpPr/>
            <p:nvPr/>
          </p:nvSpPr>
          <p:spPr>
            <a:xfrm>
              <a:off x="7449501" y="3257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0" name="pt21270"/>
            <p:cNvSpPr/>
            <p:nvPr/>
          </p:nvSpPr>
          <p:spPr>
            <a:xfrm>
              <a:off x="7368341" y="32615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1" name="pt21271"/>
            <p:cNvSpPr/>
            <p:nvPr/>
          </p:nvSpPr>
          <p:spPr>
            <a:xfrm>
              <a:off x="7487158" y="32555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2" name="pt21272"/>
            <p:cNvSpPr/>
            <p:nvPr/>
          </p:nvSpPr>
          <p:spPr>
            <a:xfrm>
              <a:off x="7283514" y="3239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3" name="pt21273"/>
            <p:cNvSpPr/>
            <p:nvPr/>
          </p:nvSpPr>
          <p:spPr>
            <a:xfrm>
              <a:off x="7465475" y="32535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4" name="pt21274"/>
            <p:cNvSpPr/>
            <p:nvPr/>
          </p:nvSpPr>
          <p:spPr>
            <a:xfrm>
              <a:off x="7371820" y="3272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5" name="pt21275"/>
            <p:cNvSpPr/>
            <p:nvPr/>
          </p:nvSpPr>
          <p:spPr>
            <a:xfrm>
              <a:off x="7406639" y="3309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6" name="pt21276"/>
            <p:cNvSpPr/>
            <p:nvPr/>
          </p:nvSpPr>
          <p:spPr>
            <a:xfrm>
              <a:off x="7299064" y="3308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7" name="pt21277"/>
            <p:cNvSpPr/>
            <p:nvPr/>
          </p:nvSpPr>
          <p:spPr>
            <a:xfrm>
              <a:off x="7421142" y="3237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8" name="pt21278"/>
            <p:cNvSpPr/>
            <p:nvPr/>
          </p:nvSpPr>
          <p:spPr>
            <a:xfrm>
              <a:off x="7421074" y="32485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79" name="pt21279"/>
            <p:cNvSpPr/>
            <p:nvPr/>
          </p:nvSpPr>
          <p:spPr>
            <a:xfrm>
              <a:off x="7383423" y="32488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0" name="pt21280"/>
            <p:cNvSpPr/>
            <p:nvPr/>
          </p:nvSpPr>
          <p:spPr>
            <a:xfrm>
              <a:off x="7422076" y="3165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1" name="pt21281"/>
            <p:cNvSpPr/>
            <p:nvPr/>
          </p:nvSpPr>
          <p:spPr>
            <a:xfrm>
              <a:off x="7348244" y="3239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2" name="pt21282"/>
            <p:cNvSpPr/>
            <p:nvPr/>
          </p:nvSpPr>
          <p:spPr>
            <a:xfrm>
              <a:off x="7771429" y="32422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3" name="pt21283"/>
            <p:cNvSpPr/>
            <p:nvPr/>
          </p:nvSpPr>
          <p:spPr>
            <a:xfrm>
              <a:off x="7421993" y="3269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4" name="pt21284"/>
            <p:cNvSpPr/>
            <p:nvPr/>
          </p:nvSpPr>
          <p:spPr>
            <a:xfrm>
              <a:off x="7374083" y="3279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5" name="pt21285"/>
            <p:cNvSpPr/>
            <p:nvPr/>
          </p:nvSpPr>
          <p:spPr>
            <a:xfrm>
              <a:off x="7511101" y="33053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6" name="pt21286"/>
            <p:cNvSpPr/>
            <p:nvPr/>
          </p:nvSpPr>
          <p:spPr>
            <a:xfrm>
              <a:off x="7644614" y="3244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7" name="pt21287"/>
            <p:cNvSpPr/>
            <p:nvPr/>
          </p:nvSpPr>
          <p:spPr>
            <a:xfrm>
              <a:off x="7518177" y="3205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8" name="pt21288"/>
            <p:cNvSpPr/>
            <p:nvPr/>
          </p:nvSpPr>
          <p:spPr>
            <a:xfrm>
              <a:off x="7599884" y="32642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89" name="pt21289"/>
            <p:cNvSpPr/>
            <p:nvPr/>
          </p:nvSpPr>
          <p:spPr>
            <a:xfrm>
              <a:off x="7456420" y="32294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0" name="pt21290"/>
            <p:cNvSpPr/>
            <p:nvPr/>
          </p:nvSpPr>
          <p:spPr>
            <a:xfrm>
              <a:off x="7616428" y="32813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1" name="pt21291"/>
            <p:cNvSpPr/>
            <p:nvPr/>
          </p:nvSpPr>
          <p:spPr>
            <a:xfrm>
              <a:off x="7579450" y="3256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2" name="pt21292"/>
            <p:cNvSpPr/>
            <p:nvPr/>
          </p:nvSpPr>
          <p:spPr>
            <a:xfrm>
              <a:off x="7471957" y="33086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3" name="pt21293"/>
            <p:cNvSpPr/>
            <p:nvPr/>
          </p:nvSpPr>
          <p:spPr>
            <a:xfrm>
              <a:off x="7389944" y="3247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4" name="pt21294"/>
            <p:cNvSpPr/>
            <p:nvPr/>
          </p:nvSpPr>
          <p:spPr>
            <a:xfrm>
              <a:off x="7152413" y="3237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5" name="pt21295"/>
            <p:cNvSpPr/>
            <p:nvPr/>
          </p:nvSpPr>
          <p:spPr>
            <a:xfrm>
              <a:off x="7683037" y="33067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6" name="pt21296"/>
            <p:cNvSpPr/>
            <p:nvPr/>
          </p:nvSpPr>
          <p:spPr>
            <a:xfrm>
              <a:off x="7358837" y="3258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7" name="pt21297"/>
            <p:cNvSpPr/>
            <p:nvPr/>
          </p:nvSpPr>
          <p:spPr>
            <a:xfrm>
              <a:off x="7532366" y="32696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8" name="pt21298"/>
            <p:cNvSpPr/>
            <p:nvPr/>
          </p:nvSpPr>
          <p:spPr>
            <a:xfrm>
              <a:off x="7367849" y="32494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299" name="pt21299"/>
            <p:cNvSpPr/>
            <p:nvPr/>
          </p:nvSpPr>
          <p:spPr>
            <a:xfrm>
              <a:off x="7339273" y="32546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0" name="pt21300"/>
            <p:cNvSpPr/>
            <p:nvPr/>
          </p:nvSpPr>
          <p:spPr>
            <a:xfrm>
              <a:off x="7356442" y="32909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1" name="pt21301"/>
            <p:cNvSpPr/>
            <p:nvPr/>
          </p:nvSpPr>
          <p:spPr>
            <a:xfrm>
              <a:off x="7475850" y="3269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2" name="pt21302"/>
            <p:cNvSpPr/>
            <p:nvPr/>
          </p:nvSpPr>
          <p:spPr>
            <a:xfrm>
              <a:off x="7706265" y="32870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3" name="pt21303"/>
            <p:cNvSpPr/>
            <p:nvPr/>
          </p:nvSpPr>
          <p:spPr>
            <a:xfrm>
              <a:off x="7354169" y="32618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4" name="pt21304"/>
            <p:cNvSpPr/>
            <p:nvPr/>
          </p:nvSpPr>
          <p:spPr>
            <a:xfrm>
              <a:off x="7617130" y="3293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5" name="pt21305"/>
            <p:cNvSpPr/>
            <p:nvPr/>
          </p:nvSpPr>
          <p:spPr>
            <a:xfrm>
              <a:off x="7518226" y="33011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6" name="pt21306"/>
            <p:cNvSpPr/>
            <p:nvPr/>
          </p:nvSpPr>
          <p:spPr>
            <a:xfrm>
              <a:off x="7334869" y="32466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7" name="pt21307"/>
            <p:cNvSpPr/>
            <p:nvPr/>
          </p:nvSpPr>
          <p:spPr>
            <a:xfrm>
              <a:off x="8091462" y="32800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8" name="pt21308"/>
            <p:cNvSpPr/>
            <p:nvPr/>
          </p:nvSpPr>
          <p:spPr>
            <a:xfrm>
              <a:off x="7734467" y="3295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09" name="pt21309"/>
            <p:cNvSpPr/>
            <p:nvPr/>
          </p:nvSpPr>
          <p:spPr>
            <a:xfrm>
              <a:off x="7229075" y="3258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0" name="pt21310"/>
            <p:cNvSpPr/>
            <p:nvPr/>
          </p:nvSpPr>
          <p:spPr>
            <a:xfrm>
              <a:off x="7333944" y="32450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1" name="pt21311"/>
            <p:cNvSpPr/>
            <p:nvPr/>
          </p:nvSpPr>
          <p:spPr>
            <a:xfrm>
              <a:off x="7226408" y="3216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2" name="pt21312"/>
            <p:cNvSpPr/>
            <p:nvPr/>
          </p:nvSpPr>
          <p:spPr>
            <a:xfrm>
              <a:off x="7303302" y="3263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3" name="pt21313"/>
            <p:cNvSpPr/>
            <p:nvPr/>
          </p:nvSpPr>
          <p:spPr>
            <a:xfrm>
              <a:off x="7438011" y="3243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4" name="pt21314"/>
            <p:cNvSpPr/>
            <p:nvPr/>
          </p:nvSpPr>
          <p:spPr>
            <a:xfrm>
              <a:off x="7314297" y="31769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5" name="pt21315"/>
            <p:cNvSpPr/>
            <p:nvPr/>
          </p:nvSpPr>
          <p:spPr>
            <a:xfrm>
              <a:off x="7280345" y="3265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6" name="pt21316"/>
            <p:cNvSpPr/>
            <p:nvPr/>
          </p:nvSpPr>
          <p:spPr>
            <a:xfrm>
              <a:off x="7208023" y="3268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7" name="pt21317"/>
            <p:cNvSpPr/>
            <p:nvPr/>
          </p:nvSpPr>
          <p:spPr>
            <a:xfrm>
              <a:off x="7434295" y="32709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8" name="pt21318"/>
            <p:cNvSpPr/>
            <p:nvPr/>
          </p:nvSpPr>
          <p:spPr>
            <a:xfrm>
              <a:off x="7371514" y="3257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19" name="pt21319"/>
            <p:cNvSpPr/>
            <p:nvPr/>
          </p:nvSpPr>
          <p:spPr>
            <a:xfrm>
              <a:off x="7504657" y="3295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0" name="pt21320"/>
            <p:cNvSpPr/>
            <p:nvPr/>
          </p:nvSpPr>
          <p:spPr>
            <a:xfrm>
              <a:off x="7356015" y="3239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1" name="pt21321"/>
            <p:cNvSpPr/>
            <p:nvPr/>
          </p:nvSpPr>
          <p:spPr>
            <a:xfrm>
              <a:off x="7445919" y="32856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2" name="pt21322"/>
            <p:cNvSpPr/>
            <p:nvPr/>
          </p:nvSpPr>
          <p:spPr>
            <a:xfrm>
              <a:off x="7414538" y="32451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3" name="pt21323"/>
            <p:cNvSpPr/>
            <p:nvPr/>
          </p:nvSpPr>
          <p:spPr>
            <a:xfrm>
              <a:off x="7285122" y="3266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4" name="pt21324"/>
            <p:cNvSpPr/>
            <p:nvPr/>
          </p:nvSpPr>
          <p:spPr>
            <a:xfrm>
              <a:off x="7292873" y="3249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5" name="pt21325"/>
            <p:cNvSpPr/>
            <p:nvPr/>
          </p:nvSpPr>
          <p:spPr>
            <a:xfrm>
              <a:off x="7327456" y="32285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6" name="pt21326"/>
            <p:cNvSpPr/>
            <p:nvPr/>
          </p:nvSpPr>
          <p:spPr>
            <a:xfrm>
              <a:off x="7338326" y="32192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7" name="pt21327"/>
            <p:cNvSpPr/>
            <p:nvPr/>
          </p:nvSpPr>
          <p:spPr>
            <a:xfrm>
              <a:off x="7423008" y="33088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8" name="pt21328"/>
            <p:cNvSpPr/>
            <p:nvPr/>
          </p:nvSpPr>
          <p:spPr>
            <a:xfrm>
              <a:off x="7304942" y="32558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29" name="pt21329"/>
            <p:cNvSpPr/>
            <p:nvPr/>
          </p:nvSpPr>
          <p:spPr>
            <a:xfrm>
              <a:off x="7091664" y="32891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0" name="pt21330"/>
            <p:cNvSpPr/>
            <p:nvPr/>
          </p:nvSpPr>
          <p:spPr>
            <a:xfrm>
              <a:off x="7566643" y="3280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1" name="pt21331"/>
            <p:cNvSpPr/>
            <p:nvPr/>
          </p:nvSpPr>
          <p:spPr>
            <a:xfrm>
              <a:off x="7551718" y="32836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2" name="pt21332"/>
            <p:cNvSpPr/>
            <p:nvPr/>
          </p:nvSpPr>
          <p:spPr>
            <a:xfrm>
              <a:off x="7470162" y="3266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3" name="pt21333"/>
            <p:cNvSpPr/>
            <p:nvPr/>
          </p:nvSpPr>
          <p:spPr>
            <a:xfrm>
              <a:off x="7447004" y="32934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4" name="pt21334"/>
            <p:cNvSpPr/>
            <p:nvPr/>
          </p:nvSpPr>
          <p:spPr>
            <a:xfrm>
              <a:off x="7706371" y="32550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5" name="pt21335"/>
            <p:cNvSpPr/>
            <p:nvPr/>
          </p:nvSpPr>
          <p:spPr>
            <a:xfrm>
              <a:off x="7373981" y="32463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6" name="pt21336"/>
            <p:cNvSpPr/>
            <p:nvPr/>
          </p:nvSpPr>
          <p:spPr>
            <a:xfrm>
              <a:off x="7451973" y="32595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7" name="pt21337"/>
            <p:cNvSpPr/>
            <p:nvPr/>
          </p:nvSpPr>
          <p:spPr>
            <a:xfrm>
              <a:off x="7411641" y="3256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8" name="pt21338"/>
            <p:cNvSpPr/>
            <p:nvPr/>
          </p:nvSpPr>
          <p:spPr>
            <a:xfrm>
              <a:off x="7424725" y="3242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39" name="pt21339"/>
            <p:cNvSpPr/>
            <p:nvPr/>
          </p:nvSpPr>
          <p:spPr>
            <a:xfrm>
              <a:off x="7455933" y="3277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0" name="pt21340"/>
            <p:cNvSpPr/>
            <p:nvPr/>
          </p:nvSpPr>
          <p:spPr>
            <a:xfrm>
              <a:off x="7391886" y="32727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1" name="pt21341"/>
            <p:cNvSpPr/>
            <p:nvPr/>
          </p:nvSpPr>
          <p:spPr>
            <a:xfrm>
              <a:off x="7400931" y="32781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2" name="pt21342"/>
            <p:cNvSpPr/>
            <p:nvPr/>
          </p:nvSpPr>
          <p:spPr>
            <a:xfrm>
              <a:off x="7369140" y="3261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3" name="pt21343"/>
            <p:cNvSpPr/>
            <p:nvPr/>
          </p:nvSpPr>
          <p:spPr>
            <a:xfrm>
              <a:off x="7411673" y="3238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4" name="pt21344"/>
            <p:cNvSpPr/>
            <p:nvPr/>
          </p:nvSpPr>
          <p:spPr>
            <a:xfrm>
              <a:off x="7445164" y="3255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5" name="pt21345"/>
            <p:cNvSpPr/>
            <p:nvPr/>
          </p:nvSpPr>
          <p:spPr>
            <a:xfrm>
              <a:off x="7631342" y="3254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6" name="pt21346"/>
            <p:cNvSpPr/>
            <p:nvPr/>
          </p:nvSpPr>
          <p:spPr>
            <a:xfrm>
              <a:off x="7548430" y="3261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7" name="pt21347"/>
            <p:cNvSpPr/>
            <p:nvPr/>
          </p:nvSpPr>
          <p:spPr>
            <a:xfrm>
              <a:off x="7326187" y="3269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8" name="pt21348"/>
            <p:cNvSpPr/>
            <p:nvPr/>
          </p:nvSpPr>
          <p:spPr>
            <a:xfrm>
              <a:off x="7403354" y="3246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49" name="pt21349"/>
            <p:cNvSpPr/>
            <p:nvPr/>
          </p:nvSpPr>
          <p:spPr>
            <a:xfrm>
              <a:off x="7432276" y="32852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0" name="pt21350"/>
            <p:cNvSpPr/>
            <p:nvPr/>
          </p:nvSpPr>
          <p:spPr>
            <a:xfrm>
              <a:off x="7351429" y="3260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1" name="pt21351"/>
            <p:cNvSpPr/>
            <p:nvPr/>
          </p:nvSpPr>
          <p:spPr>
            <a:xfrm>
              <a:off x="7468601" y="3255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2" name="pt21352"/>
            <p:cNvSpPr/>
            <p:nvPr/>
          </p:nvSpPr>
          <p:spPr>
            <a:xfrm>
              <a:off x="7113763" y="32153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3" name="pt21353"/>
            <p:cNvSpPr/>
            <p:nvPr/>
          </p:nvSpPr>
          <p:spPr>
            <a:xfrm>
              <a:off x="7498716" y="32514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4" name="pt21354"/>
            <p:cNvSpPr/>
            <p:nvPr/>
          </p:nvSpPr>
          <p:spPr>
            <a:xfrm>
              <a:off x="7292223" y="32667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5" name="pt21355"/>
            <p:cNvSpPr/>
            <p:nvPr/>
          </p:nvSpPr>
          <p:spPr>
            <a:xfrm>
              <a:off x="7616277" y="3293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6" name="pt21356"/>
            <p:cNvSpPr/>
            <p:nvPr/>
          </p:nvSpPr>
          <p:spPr>
            <a:xfrm>
              <a:off x="7366430" y="3232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7" name="pt21357"/>
            <p:cNvSpPr/>
            <p:nvPr/>
          </p:nvSpPr>
          <p:spPr>
            <a:xfrm>
              <a:off x="7499559" y="3274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8" name="pt21358"/>
            <p:cNvSpPr/>
            <p:nvPr/>
          </p:nvSpPr>
          <p:spPr>
            <a:xfrm>
              <a:off x="7326741" y="32649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59" name="pt21359"/>
            <p:cNvSpPr/>
            <p:nvPr/>
          </p:nvSpPr>
          <p:spPr>
            <a:xfrm>
              <a:off x="7333840" y="32782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0" name="pt21360"/>
            <p:cNvSpPr/>
            <p:nvPr/>
          </p:nvSpPr>
          <p:spPr>
            <a:xfrm>
              <a:off x="7496694" y="3282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1" name="pt21361"/>
            <p:cNvSpPr/>
            <p:nvPr/>
          </p:nvSpPr>
          <p:spPr>
            <a:xfrm>
              <a:off x="7611961" y="3252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2" name="pt21362"/>
            <p:cNvSpPr/>
            <p:nvPr/>
          </p:nvSpPr>
          <p:spPr>
            <a:xfrm>
              <a:off x="7359101" y="32408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3" name="pt21363"/>
            <p:cNvSpPr/>
            <p:nvPr/>
          </p:nvSpPr>
          <p:spPr>
            <a:xfrm>
              <a:off x="7493636" y="3260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4" name="pt21364"/>
            <p:cNvSpPr/>
            <p:nvPr/>
          </p:nvSpPr>
          <p:spPr>
            <a:xfrm>
              <a:off x="7400579" y="32462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5" name="pt21365"/>
            <p:cNvSpPr/>
            <p:nvPr/>
          </p:nvSpPr>
          <p:spPr>
            <a:xfrm>
              <a:off x="7289436" y="3234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6" name="pt21366"/>
            <p:cNvSpPr/>
            <p:nvPr/>
          </p:nvSpPr>
          <p:spPr>
            <a:xfrm>
              <a:off x="7480546" y="3257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7" name="pt21367"/>
            <p:cNvSpPr/>
            <p:nvPr/>
          </p:nvSpPr>
          <p:spPr>
            <a:xfrm>
              <a:off x="7482779" y="3279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8" name="pt21368"/>
            <p:cNvSpPr/>
            <p:nvPr/>
          </p:nvSpPr>
          <p:spPr>
            <a:xfrm>
              <a:off x="7483358" y="3264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69" name="pt21369"/>
            <p:cNvSpPr/>
            <p:nvPr/>
          </p:nvSpPr>
          <p:spPr>
            <a:xfrm>
              <a:off x="7421715" y="32338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0" name="pt21370"/>
            <p:cNvSpPr/>
            <p:nvPr/>
          </p:nvSpPr>
          <p:spPr>
            <a:xfrm>
              <a:off x="7296611" y="3293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1" name="pt21371"/>
            <p:cNvSpPr/>
            <p:nvPr/>
          </p:nvSpPr>
          <p:spPr>
            <a:xfrm>
              <a:off x="7219211" y="3247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2" name="pt21372"/>
            <p:cNvSpPr/>
            <p:nvPr/>
          </p:nvSpPr>
          <p:spPr>
            <a:xfrm>
              <a:off x="7497508" y="32559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3" name="pt21373"/>
            <p:cNvSpPr/>
            <p:nvPr/>
          </p:nvSpPr>
          <p:spPr>
            <a:xfrm>
              <a:off x="8064111" y="3154776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74" name="pt21374"/>
            <p:cNvSpPr/>
            <p:nvPr/>
          </p:nvSpPr>
          <p:spPr>
            <a:xfrm>
              <a:off x="7421974" y="3220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5" name="pt21375"/>
            <p:cNvSpPr/>
            <p:nvPr/>
          </p:nvSpPr>
          <p:spPr>
            <a:xfrm>
              <a:off x="7363879" y="3274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6" name="pt21376"/>
            <p:cNvSpPr/>
            <p:nvPr/>
          </p:nvSpPr>
          <p:spPr>
            <a:xfrm>
              <a:off x="7362648" y="3225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7" name="pt21377"/>
            <p:cNvSpPr/>
            <p:nvPr/>
          </p:nvSpPr>
          <p:spPr>
            <a:xfrm>
              <a:off x="7280397" y="32469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8" name="pt21378"/>
            <p:cNvSpPr/>
            <p:nvPr/>
          </p:nvSpPr>
          <p:spPr>
            <a:xfrm>
              <a:off x="7517837" y="3282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79" name="pt21379"/>
            <p:cNvSpPr/>
            <p:nvPr/>
          </p:nvSpPr>
          <p:spPr>
            <a:xfrm>
              <a:off x="7479703" y="3262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0" name="pt21380"/>
            <p:cNvSpPr/>
            <p:nvPr/>
          </p:nvSpPr>
          <p:spPr>
            <a:xfrm>
              <a:off x="7639824" y="3278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1" name="pt21381"/>
            <p:cNvSpPr/>
            <p:nvPr/>
          </p:nvSpPr>
          <p:spPr>
            <a:xfrm>
              <a:off x="7583162" y="3265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2" name="pt21382"/>
            <p:cNvSpPr/>
            <p:nvPr/>
          </p:nvSpPr>
          <p:spPr>
            <a:xfrm>
              <a:off x="7403929" y="32720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3" name="pt21383"/>
            <p:cNvSpPr/>
            <p:nvPr/>
          </p:nvSpPr>
          <p:spPr>
            <a:xfrm>
              <a:off x="7742023" y="3312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4" name="pt21384"/>
            <p:cNvSpPr/>
            <p:nvPr/>
          </p:nvSpPr>
          <p:spPr>
            <a:xfrm>
              <a:off x="7382743" y="32595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5" name="pt21385"/>
            <p:cNvSpPr/>
            <p:nvPr/>
          </p:nvSpPr>
          <p:spPr>
            <a:xfrm>
              <a:off x="7369084" y="32972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6" name="pt21386"/>
            <p:cNvSpPr/>
            <p:nvPr/>
          </p:nvSpPr>
          <p:spPr>
            <a:xfrm>
              <a:off x="7621134" y="32769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7" name="pt21387"/>
            <p:cNvSpPr/>
            <p:nvPr/>
          </p:nvSpPr>
          <p:spPr>
            <a:xfrm>
              <a:off x="7406975" y="3274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8" name="pt21388"/>
            <p:cNvSpPr/>
            <p:nvPr/>
          </p:nvSpPr>
          <p:spPr>
            <a:xfrm>
              <a:off x="7231800" y="3303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89" name="pt21389"/>
            <p:cNvSpPr/>
            <p:nvPr/>
          </p:nvSpPr>
          <p:spPr>
            <a:xfrm>
              <a:off x="7309434" y="3254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0" name="pt21390"/>
            <p:cNvSpPr/>
            <p:nvPr/>
          </p:nvSpPr>
          <p:spPr>
            <a:xfrm>
              <a:off x="7314100" y="32674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1" name="pt21391"/>
            <p:cNvSpPr/>
            <p:nvPr/>
          </p:nvSpPr>
          <p:spPr>
            <a:xfrm>
              <a:off x="7398809" y="3277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2" name="pt21392"/>
            <p:cNvSpPr/>
            <p:nvPr/>
          </p:nvSpPr>
          <p:spPr>
            <a:xfrm>
              <a:off x="7508560" y="3281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3" name="pt21393"/>
            <p:cNvSpPr/>
            <p:nvPr/>
          </p:nvSpPr>
          <p:spPr>
            <a:xfrm>
              <a:off x="7432035" y="3247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4" name="pt21394"/>
            <p:cNvSpPr/>
            <p:nvPr/>
          </p:nvSpPr>
          <p:spPr>
            <a:xfrm>
              <a:off x="7528105" y="3282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5" name="pt21395"/>
            <p:cNvSpPr/>
            <p:nvPr/>
          </p:nvSpPr>
          <p:spPr>
            <a:xfrm>
              <a:off x="7306679" y="3286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6" name="pt21396"/>
            <p:cNvSpPr/>
            <p:nvPr/>
          </p:nvSpPr>
          <p:spPr>
            <a:xfrm>
              <a:off x="7152941" y="3243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7" name="pt21397"/>
            <p:cNvSpPr/>
            <p:nvPr/>
          </p:nvSpPr>
          <p:spPr>
            <a:xfrm>
              <a:off x="7393898" y="32518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8" name="pt21398"/>
            <p:cNvSpPr/>
            <p:nvPr/>
          </p:nvSpPr>
          <p:spPr>
            <a:xfrm>
              <a:off x="7418215" y="3253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399" name="pt21399"/>
            <p:cNvSpPr/>
            <p:nvPr/>
          </p:nvSpPr>
          <p:spPr>
            <a:xfrm>
              <a:off x="7622049" y="3293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0" name="pt21400"/>
            <p:cNvSpPr/>
            <p:nvPr/>
          </p:nvSpPr>
          <p:spPr>
            <a:xfrm>
              <a:off x="7416278" y="31969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1" name="pt21401"/>
            <p:cNvSpPr/>
            <p:nvPr/>
          </p:nvSpPr>
          <p:spPr>
            <a:xfrm>
              <a:off x="7491425" y="32779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2" name="pt21402"/>
            <p:cNvSpPr/>
            <p:nvPr/>
          </p:nvSpPr>
          <p:spPr>
            <a:xfrm>
              <a:off x="7402224" y="32478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3" name="pt21403"/>
            <p:cNvSpPr/>
            <p:nvPr/>
          </p:nvSpPr>
          <p:spPr>
            <a:xfrm>
              <a:off x="7424936" y="32835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4" name="pt21404"/>
            <p:cNvSpPr/>
            <p:nvPr/>
          </p:nvSpPr>
          <p:spPr>
            <a:xfrm>
              <a:off x="7277732" y="32402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5" name="pt21405"/>
            <p:cNvSpPr/>
            <p:nvPr/>
          </p:nvSpPr>
          <p:spPr>
            <a:xfrm>
              <a:off x="7579299" y="3266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6" name="pt21406"/>
            <p:cNvSpPr/>
            <p:nvPr/>
          </p:nvSpPr>
          <p:spPr>
            <a:xfrm>
              <a:off x="7389728" y="3240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7" name="pt21407"/>
            <p:cNvSpPr/>
            <p:nvPr/>
          </p:nvSpPr>
          <p:spPr>
            <a:xfrm>
              <a:off x="7364153" y="32513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8" name="pt21408"/>
            <p:cNvSpPr/>
            <p:nvPr/>
          </p:nvSpPr>
          <p:spPr>
            <a:xfrm>
              <a:off x="7538505" y="3291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09" name="pt21409"/>
            <p:cNvSpPr/>
            <p:nvPr/>
          </p:nvSpPr>
          <p:spPr>
            <a:xfrm>
              <a:off x="7429558" y="3337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0" name="pt21410"/>
            <p:cNvSpPr/>
            <p:nvPr/>
          </p:nvSpPr>
          <p:spPr>
            <a:xfrm>
              <a:off x="7315748" y="32615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1" name="pt21411"/>
            <p:cNvSpPr/>
            <p:nvPr/>
          </p:nvSpPr>
          <p:spPr>
            <a:xfrm>
              <a:off x="7271598" y="3353358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12" name="pt21412"/>
            <p:cNvSpPr/>
            <p:nvPr/>
          </p:nvSpPr>
          <p:spPr>
            <a:xfrm>
              <a:off x="7328853" y="32708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3" name="pt21413"/>
            <p:cNvSpPr/>
            <p:nvPr/>
          </p:nvSpPr>
          <p:spPr>
            <a:xfrm>
              <a:off x="7484414" y="3287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4" name="pt21414"/>
            <p:cNvSpPr/>
            <p:nvPr/>
          </p:nvSpPr>
          <p:spPr>
            <a:xfrm>
              <a:off x="7255782" y="3210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5" name="pt21415"/>
            <p:cNvSpPr/>
            <p:nvPr/>
          </p:nvSpPr>
          <p:spPr>
            <a:xfrm>
              <a:off x="7235742" y="32050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6" name="pt21416"/>
            <p:cNvSpPr/>
            <p:nvPr/>
          </p:nvSpPr>
          <p:spPr>
            <a:xfrm>
              <a:off x="7528324" y="3263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7" name="pt21417"/>
            <p:cNvSpPr/>
            <p:nvPr/>
          </p:nvSpPr>
          <p:spPr>
            <a:xfrm>
              <a:off x="7340898" y="3254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8" name="pt21418"/>
            <p:cNvSpPr/>
            <p:nvPr/>
          </p:nvSpPr>
          <p:spPr>
            <a:xfrm>
              <a:off x="7363190" y="3232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19" name="pt21419"/>
            <p:cNvSpPr/>
            <p:nvPr/>
          </p:nvSpPr>
          <p:spPr>
            <a:xfrm>
              <a:off x="7315765" y="332775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20" name="pt21420"/>
            <p:cNvSpPr/>
            <p:nvPr/>
          </p:nvSpPr>
          <p:spPr>
            <a:xfrm>
              <a:off x="7371571" y="3265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1" name="pt21421"/>
            <p:cNvSpPr/>
            <p:nvPr/>
          </p:nvSpPr>
          <p:spPr>
            <a:xfrm>
              <a:off x="7468012" y="3259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2" name="pt21422"/>
            <p:cNvSpPr/>
            <p:nvPr/>
          </p:nvSpPr>
          <p:spPr>
            <a:xfrm>
              <a:off x="7701419" y="3278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3" name="pt21423"/>
            <p:cNvSpPr/>
            <p:nvPr/>
          </p:nvSpPr>
          <p:spPr>
            <a:xfrm>
              <a:off x="7295503" y="32933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4" name="pt21424"/>
            <p:cNvSpPr/>
            <p:nvPr/>
          </p:nvSpPr>
          <p:spPr>
            <a:xfrm>
              <a:off x="7572155" y="2889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5" name="pt21425"/>
            <p:cNvSpPr/>
            <p:nvPr/>
          </p:nvSpPr>
          <p:spPr>
            <a:xfrm>
              <a:off x="7447520" y="3274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6" name="pt21426"/>
            <p:cNvSpPr/>
            <p:nvPr/>
          </p:nvSpPr>
          <p:spPr>
            <a:xfrm>
              <a:off x="7466101" y="32737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7" name="pt21427"/>
            <p:cNvSpPr/>
            <p:nvPr/>
          </p:nvSpPr>
          <p:spPr>
            <a:xfrm>
              <a:off x="7488128" y="32775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8" name="pt21428"/>
            <p:cNvSpPr/>
            <p:nvPr/>
          </p:nvSpPr>
          <p:spPr>
            <a:xfrm>
              <a:off x="7357722" y="3252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29" name="pt21429"/>
            <p:cNvSpPr/>
            <p:nvPr/>
          </p:nvSpPr>
          <p:spPr>
            <a:xfrm>
              <a:off x="7446801" y="3283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0" name="pt21430"/>
            <p:cNvSpPr/>
            <p:nvPr/>
          </p:nvSpPr>
          <p:spPr>
            <a:xfrm>
              <a:off x="7372518" y="3303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1" name="pt21431"/>
            <p:cNvSpPr/>
            <p:nvPr/>
          </p:nvSpPr>
          <p:spPr>
            <a:xfrm>
              <a:off x="7552526" y="32666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2" name="pt21432"/>
            <p:cNvSpPr/>
            <p:nvPr/>
          </p:nvSpPr>
          <p:spPr>
            <a:xfrm>
              <a:off x="7327285" y="3256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3" name="pt21433"/>
            <p:cNvSpPr/>
            <p:nvPr/>
          </p:nvSpPr>
          <p:spPr>
            <a:xfrm>
              <a:off x="7412215" y="32396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4" name="pt21434"/>
            <p:cNvSpPr/>
            <p:nvPr/>
          </p:nvSpPr>
          <p:spPr>
            <a:xfrm>
              <a:off x="7502905" y="32515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5" name="pt21435"/>
            <p:cNvSpPr/>
            <p:nvPr/>
          </p:nvSpPr>
          <p:spPr>
            <a:xfrm>
              <a:off x="7480532" y="32805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6" name="pt21436"/>
            <p:cNvSpPr/>
            <p:nvPr/>
          </p:nvSpPr>
          <p:spPr>
            <a:xfrm>
              <a:off x="7355146" y="32491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7" name="pt21437"/>
            <p:cNvSpPr/>
            <p:nvPr/>
          </p:nvSpPr>
          <p:spPr>
            <a:xfrm>
              <a:off x="7401261" y="32242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8" name="pt21438"/>
            <p:cNvSpPr/>
            <p:nvPr/>
          </p:nvSpPr>
          <p:spPr>
            <a:xfrm>
              <a:off x="7423139" y="3265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39" name="pt21439"/>
            <p:cNvSpPr/>
            <p:nvPr/>
          </p:nvSpPr>
          <p:spPr>
            <a:xfrm>
              <a:off x="7591807" y="32950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0" name="pt21440"/>
            <p:cNvSpPr/>
            <p:nvPr/>
          </p:nvSpPr>
          <p:spPr>
            <a:xfrm>
              <a:off x="7442926" y="3293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1" name="pt21441"/>
            <p:cNvSpPr/>
            <p:nvPr/>
          </p:nvSpPr>
          <p:spPr>
            <a:xfrm>
              <a:off x="7369683" y="3265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2" name="pt21442"/>
            <p:cNvSpPr/>
            <p:nvPr/>
          </p:nvSpPr>
          <p:spPr>
            <a:xfrm>
              <a:off x="7378307" y="32617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3" name="pt21443"/>
            <p:cNvSpPr/>
            <p:nvPr/>
          </p:nvSpPr>
          <p:spPr>
            <a:xfrm>
              <a:off x="7409740" y="32741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4" name="pt21444"/>
            <p:cNvSpPr/>
            <p:nvPr/>
          </p:nvSpPr>
          <p:spPr>
            <a:xfrm>
              <a:off x="7594070" y="32475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5" name="pt21445"/>
            <p:cNvSpPr/>
            <p:nvPr/>
          </p:nvSpPr>
          <p:spPr>
            <a:xfrm>
              <a:off x="7412792" y="3293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6" name="pt21446"/>
            <p:cNvSpPr/>
            <p:nvPr/>
          </p:nvSpPr>
          <p:spPr>
            <a:xfrm>
              <a:off x="7502953" y="3268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7" name="pt21447"/>
            <p:cNvSpPr/>
            <p:nvPr/>
          </p:nvSpPr>
          <p:spPr>
            <a:xfrm>
              <a:off x="7271815" y="32752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8" name="pt21448"/>
            <p:cNvSpPr/>
            <p:nvPr/>
          </p:nvSpPr>
          <p:spPr>
            <a:xfrm>
              <a:off x="7407129" y="3246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49" name="pt21449"/>
            <p:cNvSpPr/>
            <p:nvPr/>
          </p:nvSpPr>
          <p:spPr>
            <a:xfrm>
              <a:off x="7223290" y="3258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0" name="pt21450"/>
            <p:cNvSpPr/>
            <p:nvPr/>
          </p:nvSpPr>
          <p:spPr>
            <a:xfrm>
              <a:off x="7513571" y="32630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1" name="pt21451"/>
            <p:cNvSpPr/>
            <p:nvPr/>
          </p:nvSpPr>
          <p:spPr>
            <a:xfrm>
              <a:off x="7337543" y="33020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2" name="pt21452"/>
            <p:cNvSpPr/>
            <p:nvPr/>
          </p:nvSpPr>
          <p:spPr>
            <a:xfrm>
              <a:off x="7440104" y="3289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3" name="pt21453"/>
            <p:cNvSpPr/>
            <p:nvPr/>
          </p:nvSpPr>
          <p:spPr>
            <a:xfrm>
              <a:off x="7387755" y="3335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4" name="pt21454"/>
            <p:cNvSpPr/>
            <p:nvPr/>
          </p:nvSpPr>
          <p:spPr>
            <a:xfrm>
              <a:off x="7499757" y="32701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5" name="pt21455"/>
            <p:cNvSpPr/>
            <p:nvPr/>
          </p:nvSpPr>
          <p:spPr>
            <a:xfrm>
              <a:off x="7455882" y="32834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6" name="pt21456"/>
            <p:cNvSpPr/>
            <p:nvPr/>
          </p:nvSpPr>
          <p:spPr>
            <a:xfrm>
              <a:off x="7266906" y="3272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7" name="pt21457"/>
            <p:cNvSpPr/>
            <p:nvPr/>
          </p:nvSpPr>
          <p:spPr>
            <a:xfrm>
              <a:off x="7466121" y="32864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8" name="pt21458"/>
            <p:cNvSpPr/>
            <p:nvPr/>
          </p:nvSpPr>
          <p:spPr>
            <a:xfrm>
              <a:off x="7504635" y="3304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59" name="pt21459"/>
            <p:cNvSpPr/>
            <p:nvPr/>
          </p:nvSpPr>
          <p:spPr>
            <a:xfrm>
              <a:off x="7612435" y="3198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0" name="pt21460"/>
            <p:cNvSpPr/>
            <p:nvPr/>
          </p:nvSpPr>
          <p:spPr>
            <a:xfrm>
              <a:off x="7437347" y="32661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1" name="pt21461"/>
            <p:cNvSpPr/>
            <p:nvPr/>
          </p:nvSpPr>
          <p:spPr>
            <a:xfrm>
              <a:off x="7483273" y="32737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2" name="pt21462"/>
            <p:cNvSpPr/>
            <p:nvPr/>
          </p:nvSpPr>
          <p:spPr>
            <a:xfrm>
              <a:off x="7427413" y="32204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3" name="pt21463"/>
            <p:cNvSpPr/>
            <p:nvPr/>
          </p:nvSpPr>
          <p:spPr>
            <a:xfrm>
              <a:off x="7302432" y="32890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4" name="pt21464"/>
            <p:cNvSpPr/>
            <p:nvPr/>
          </p:nvSpPr>
          <p:spPr>
            <a:xfrm>
              <a:off x="7585767" y="32619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5" name="pt21465"/>
            <p:cNvSpPr/>
            <p:nvPr/>
          </p:nvSpPr>
          <p:spPr>
            <a:xfrm>
              <a:off x="7516045" y="3271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6" name="pt21466"/>
            <p:cNvSpPr/>
            <p:nvPr/>
          </p:nvSpPr>
          <p:spPr>
            <a:xfrm>
              <a:off x="7461108" y="3282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7" name="pt21467"/>
            <p:cNvSpPr/>
            <p:nvPr/>
          </p:nvSpPr>
          <p:spPr>
            <a:xfrm>
              <a:off x="7440685" y="3272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8" name="pt21468"/>
            <p:cNvSpPr/>
            <p:nvPr/>
          </p:nvSpPr>
          <p:spPr>
            <a:xfrm>
              <a:off x="7374781" y="32472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69" name="pt21469"/>
            <p:cNvSpPr/>
            <p:nvPr/>
          </p:nvSpPr>
          <p:spPr>
            <a:xfrm>
              <a:off x="7429919" y="3273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0" name="pt21470"/>
            <p:cNvSpPr/>
            <p:nvPr/>
          </p:nvSpPr>
          <p:spPr>
            <a:xfrm>
              <a:off x="7426077" y="31909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1" name="pt21471"/>
            <p:cNvSpPr/>
            <p:nvPr/>
          </p:nvSpPr>
          <p:spPr>
            <a:xfrm>
              <a:off x="7283124" y="3262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2" name="pt21472"/>
            <p:cNvSpPr/>
            <p:nvPr/>
          </p:nvSpPr>
          <p:spPr>
            <a:xfrm>
              <a:off x="7499861" y="32926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3" name="pt21473"/>
            <p:cNvSpPr/>
            <p:nvPr/>
          </p:nvSpPr>
          <p:spPr>
            <a:xfrm>
              <a:off x="7504090" y="3262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4" name="pt21474"/>
            <p:cNvSpPr/>
            <p:nvPr/>
          </p:nvSpPr>
          <p:spPr>
            <a:xfrm>
              <a:off x="7502187" y="32663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5" name="pt21475"/>
            <p:cNvSpPr/>
            <p:nvPr/>
          </p:nvSpPr>
          <p:spPr>
            <a:xfrm>
              <a:off x="7435251" y="3284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6" name="pt21476"/>
            <p:cNvSpPr/>
            <p:nvPr/>
          </p:nvSpPr>
          <p:spPr>
            <a:xfrm>
              <a:off x="7449739" y="32565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7" name="pt21477"/>
            <p:cNvSpPr/>
            <p:nvPr/>
          </p:nvSpPr>
          <p:spPr>
            <a:xfrm>
              <a:off x="7630807" y="32789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8" name="pt21478"/>
            <p:cNvSpPr/>
            <p:nvPr/>
          </p:nvSpPr>
          <p:spPr>
            <a:xfrm>
              <a:off x="7362603" y="32469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79" name="pt21479"/>
            <p:cNvSpPr/>
            <p:nvPr/>
          </p:nvSpPr>
          <p:spPr>
            <a:xfrm>
              <a:off x="7379708" y="3237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0" name="pt21480"/>
            <p:cNvSpPr/>
            <p:nvPr/>
          </p:nvSpPr>
          <p:spPr>
            <a:xfrm>
              <a:off x="7179781" y="32623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1" name="pt21481"/>
            <p:cNvSpPr/>
            <p:nvPr/>
          </p:nvSpPr>
          <p:spPr>
            <a:xfrm>
              <a:off x="7307311" y="3287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2" name="pt21482"/>
            <p:cNvSpPr/>
            <p:nvPr/>
          </p:nvSpPr>
          <p:spPr>
            <a:xfrm>
              <a:off x="7328812" y="32643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3" name="pt21483"/>
            <p:cNvSpPr/>
            <p:nvPr/>
          </p:nvSpPr>
          <p:spPr>
            <a:xfrm>
              <a:off x="7388443" y="32721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4" name="pt21484"/>
            <p:cNvSpPr/>
            <p:nvPr/>
          </p:nvSpPr>
          <p:spPr>
            <a:xfrm>
              <a:off x="7307129" y="32281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5" name="pt21485"/>
            <p:cNvSpPr/>
            <p:nvPr/>
          </p:nvSpPr>
          <p:spPr>
            <a:xfrm>
              <a:off x="7489386" y="32462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6" name="pt21486"/>
            <p:cNvSpPr/>
            <p:nvPr/>
          </p:nvSpPr>
          <p:spPr>
            <a:xfrm>
              <a:off x="7334414" y="3240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7" name="pt21487"/>
            <p:cNvSpPr/>
            <p:nvPr/>
          </p:nvSpPr>
          <p:spPr>
            <a:xfrm>
              <a:off x="7543423" y="3284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8" name="pt21488"/>
            <p:cNvSpPr/>
            <p:nvPr/>
          </p:nvSpPr>
          <p:spPr>
            <a:xfrm>
              <a:off x="7177842" y="3291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89" name="pt21489"/>
            <p:cNvSpPr/>
            <p:nvPr/>
          </p:nvSpPr>
          <p:spPr>
            <a:xfrm>
              <a:off x="7313515" y="3305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0" name="pt21490"/>
            <p:cNvSpPr/>
            <p:nvPr/>
          </p:nvSpPr>
          <p:spPr>
            <a:xfrm>
              <a:off x="8246103" y="3264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1" name="pt21491"/>
            <p:cNvSpPr/>
            <p:nvPr/>
          </p:nvSpPr>
          <p:spPr>
            <a:xfrm>
              <a:off x="7606499" y="3110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2" name="pt21492"/>
            <p:cNvSpPr/>
            <p:nvPr/>
          </p:nvSpPr>
          <p:spPr>
            <a:xfrm>
              <a:off x="7415998" y="33091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3" name="pt21493"/>
            <p:cNvSpPr/>
            <p:nvPr/>
          </p:nvSpPr>
          <p:spPr>
            <a:xfrm>
              <a:off x="7156490" y="32578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4" name="pt21494"/>
            <p:cNvSpPr/>
            <p:nvPr/>
          </p:nvSpPr>
          <p:spPr>
            <a:xfrm>
              <a:off x="7397499" y="3269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5" name="pt21495"/>
            <p:cNvSpPr/>
            <p:nvPr/>
          </p:nvSpPr>
          <p:spPr>
            <a:xfrm>
              <a:off x="7465209" y="3279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6" name="pt21496"/>
            <p:cNvSpPr/>
            <p:nvPr/>
          </p:nvSpPr>
          <p:spPr>
            <a:xfrm>
              <a:off x="7547140" y="32841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7" name="pt21497"/>
            <p:cNvSpPr/>
            <p:nvPr/>
          </p:nvSpPr>
          <p:spPr>
            <a:xfrm>
              <a:off x="7469396" y="32608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8" name="pt21498"/>
            <p:cNvSpPr/>
            <p:nvPr/>
          </p:nvSpPr>
          <p:spPr>
            <a:xfrm>
              <a:off x="7676776" y="3300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499" name="pt21499"/>
            <p:cNvSpPr/>
            <p:nvPr/>
          </p:nvSpPr>
          <p:spPr>
            <a:xfrm>
              <a:off x="7443442" y="32823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0" name="pt21500"/>
            <p:cNvSpPr/>
            <p:nvPr/>
          </p:nvSpPr>
          <p:spPr>
            <a:xfrm>
              <a:off x="7411347" y="3278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1" name="pt21501"/>
            <p:cNvSpPr/>
            <p:nvPr/>
          </p:nvSpPr>
          <p:spPr>
            <a:xfrm>
              <a:off x="7423358" y="33102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2" name="pt21502"/>
            <p:cNvSpPr/>
            <p:nvPr/>
          </p:nvSpPr>
          <p:spPr>
            <a:xfrm>
              <a:off x="7377498" y="32756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3" name="pt21503"/>
            <p:cNvSpPr/>
            <p:nvPr/>
          </p:nvSpPr>
          <p:spPr>
            <a:xfrm>
              <a:off x="7506482" y="3259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4" name="pt21504"/>
            <p:cNvSpPr/>
            <p:nvPr/>
          </p:nvSpPr>
          <p:spPr>
            <a:xfrm>
              <a:off x="7368890" y="33068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5" name="pt21505"/>
            <p:cNvSpPr/>
            <p:nvPr/>
          </p:nvSpPr>
          <p:spPr>
            <a:xfrm>
              <a:off x="7280185" y="3286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6" name="pt21506"/>
            <p:cNvSpPr/>
            <p:nvPr/>
          </p:nvSpPr>
          <p:spPr>
            <a:xfrm>
              <a:off x="7358373" y="32765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7" name="pt21507"/>
            <p:cNvSpPr/>
            <p:nvPr/>
          </p:nvSpPr>
          <p:spPr>
            <a:xfrm>
              <a:off x="7715686" y="32705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8" name="pt21508"/>
            <p:cNvSpPr/>
            <p:nvPr/>
          </p:nvSpPr>
          <p:spPr>
            <a:xfrm>
              <a:off x="7422863" y="36676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09" name="pt21509"/>
            <p:cNvSpPr/>
            <p:nvPr/>
          </p:nvSpPr>
          <p:spPr>
            <a:xfrm>
              <a:off x="7421131" y="3251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0" name="pt21510"/>
            <p:cNvSpPr/>
            <p:nvPr/>
          </p:nvSpPr>
          <p:spPr>
            <a:xfrm>
              <a:off x="7872210" y="32971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1" name="pt21511"/>
            <p:cNvSpPr/>
            <p:nvPr/>
          </p:nvSpPr>
          <p:spPr>
            <a:xfrm>
              <a:off x="7074584" y="3251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2" name="pt21512"/>
            <p:cNvSpPr/>
            <p:nvPr/>
          </p:nvSpPr>
          <p:spPr>
            <a:xfrm>
              <a:off x="7365166" y="32902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3" name="pt21513"/>
            <p:cNvSpPr/>
            <p:nvPr/>
          </p:nvSpPr>
          <p:spPr>
            <a:xfrm>
              <a:off x="7502341" y="3280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4" name="pt21514"/>
            <p:cNvSpPr/>
            <p:nvPr/>
          </p:nvSpPr>
          <p:spPr>
            <a:xfrm>
              <a:off x="7413972" y="32014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5" name="pt21515"/>
            <p:cNvSpPr/>
            <p:nvPr/>
          </p:nvSpPr>
          <p:spPr>
            <a:xfrm>
              <a:off x="7420892" y="3313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6" name="pt21516"/>
            <p:cNvSpPr/>
            <p:nvPr/>
          </p:nvSpPr>
          <p:spPr>
            <a:xfrm>
              <a:off x="7367137" y="32816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7" name="pt21517"/>
            <p:cNvSpPr/>
            <p:nvPr/>
          </p:nvSpPr>
          <p:spPr>
            <a:xfrm>
              <a:off x="7552545" y="3262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8" name="pt21518"/>
            <p:cNvSpPr/>
            <p:nvPr/>
          </p:nvSpPr>
          <p:spPr>
            <a:xfrm>
              <a:off x="7491130" y="3269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19" name="pt21519"/>
            <p:cNvSpPr/>
            <p:nvPr/>
          </p:nvSpPr>
          <p:spPr>
            <a:xfrm>
              <a:off x="7374186" y="32585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0" name="pt21520"/>
            <p:cNvSpPr/>
            <p:nvPr/>
          </p:nvSpPr>
          <p:spPr>
            <a:xfrm>
              <a:off x="7708182" y="32988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1" name="pt21521"/>
            <p:cNvSpPr/>
            <p:nvPr/>
          </p:nvSpPr>
          <p:spPr>
            <a:xfrm>
              <a:off x="7357833" y="3242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2" name="pt21522"/>
            <p:cNvSpPr/>
            <p:nvPr/>
          </p:nvSpPr>
          <p:spPr>
            <a:xfrm>
              <a:off x="7411244" y="32706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3" name="pt21523"/>
            <p:cNvSpPr/>
            <p:nvPr/>
          </p:nvSpPr>
          <p:spPr>
            <a:xfrm>
              <a:off x="7400408" y="32326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4" name="pt21524"/>
            <p:cNvSpPr/>
            <p:nvPr/>
          </p:nvSpPr>
          <p:spPr>
            <a:xfrm>
              <a:off x="7453002" y="3290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5" name="pt21525"/>
            <p:cNvSpPr/>
            <p:nvPr/>
          </p:nvSpPr>
          <p:spPr>
            <a:xfrm>
              <a:off x="7413708" y="32895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6" name="pt21526"/>
            <p:cNvSpPr/>
            <p:nvPr/>
          </p:nvSpPr>
          <p:spPr>
            <a:xfrm>
              <a:off x="7523328" y="32954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7" name="pt21527"/>
            <p:cNvSpPr/>
            <p:nvPr/>
          </p:nvSpPr>
          <p:spPr>
            <a:xfrm>
              <a:off x="7504262" y="3266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8" name="pt21528"/>
            <p:cNvSpPr/>
            <p:nvPr/>
          </p:nvSpPr>
          <p:spPr>
            <a:xfrm>
              <a:off x="7418773" y="32740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29" name="pt21529"/>
            <p:cNvSpPr/>
            <p:nvPr/>
          </p:nvSpPr>
          <p:spPr>
            <a:xfrm>
              <a:off x="7347684" y="32724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0" name="pt21530"/>
            <p:cNvSpPr/>
            <p:nvPr/>
          </p:nvSpPr>
          <p:spPr>
            <a:xfrm>
              <a:off x="7407115" y="3284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1" name="pt21531"/>
            <p:cNvSpPr/>
            <p:nvPr/>
          </p:nvSpPr>
          <p:spPr>
            <a:xfrm>
              <a:off x="7560536" y="3296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2" name="pt21532"/>
            <p:cNvSpPr/>
            <p:nvPr/>
          </p:nvSpPr>
          <p:spPr>
            <a:xfrm>
              <a:off x="7435135" y="3248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3" name="pt21533"/>
            <p:cNvSpPr/>
            <p:nvPr/>
          </p:nvSpPr>
          <p:spPr>
            <a:xfrm>
              <a:off x="7543723" y="3246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4" name="pt21534"/>
            <p:cNvSpPr/>
            <p:nvPr/>
          </p:nvSpPr>
          <p:spPr>
            <a:xfrm>
              <a:off x="7306904" y="32743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5" name="pt21535"/>
            <p:cNvSpPr/>
            <p:nvPr/>
          </p:nvSpPr>
          <p:spPr>
            <a:xfrm>
              <a:off x="7503350" y="33192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6" name="pt21536"/>
            <p:cNvSpPr/>
            <p:nvPr/>
          </p:nvSpPr>
          <p:spPr>
            <a:xfrm>
              <a:off x="7370318" y="3223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7" name="pt21537"/>
            <p:cNvSpPr/>
            <p:nvPr/>
          </p:nvSpPr>
          <p:spPr>
            <a:xfrm>
              <a:off x="7399735" y="3274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8" name="pt21538"/>
            <p:cNvSpPr/>
            <p:nvPr/>
          </p:nvSpPr>
          <p:spPr>
            <a:xfrm>
              <a:off x="7223213" y="3315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39" name="pt21539"/>
            <p:cNvSpPr/>
            <p:nvPr/>
          </p:nvSpPr>
          <p:spPr>
            <a:xfrm>
              <a:off x="7560693" y="32484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0" name="pt21540"/>
            <p:cNvSpPr/>
            <p:nvPr/>
          </p:nvSpPr>
          <p:spPr>
            <a:xfrm>
              <a:off x="7437621" y="32333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1" name="pt21541"/>
            <p:cNvSpPr/>
            <p:nvPr/>
          </p:nvSpPr>
          <p:spPr>
            <a:xfrm>
              <a:off x="7504137" y="32663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2" name="pt21542"/>
            <p:cNvSpPr/>
            <p:nvPr/>
          </p:nvSpPr>
          <p:spPr>
            <a:xfrm>
              <a:off x="7422898" y="3262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3" name="pt21543"/>
            <p:cNvSpPr/>
            <p:nvPr/>
          </p:nvSpPr>
          <p:spPr>
            <a:xfrm>
              <a:off x="7529337" y="32592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4" name="pt21544"/>
            <p:cNvSpPr/>
            <p:nvPr/>
          </p:nvSpPr>
          <p:spPr>
            <a:xfrm>
              <a:off x="7365368" y="32749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5" name="pt21545"/>
            <p:cNvSpPr/>
            <p:nvPr/>
          </p:nvSpPr>
          <p:spPr>
            <a:xfrm>
              <a:off x="7397747" y="3309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6" name="pt21546"/>
            <p:cNvSpPr/>
            <p:nvPr/>
          </p:nvSpPr>
          <p:spPr>
            <a:xfrm>
              <a:off x="7356644" y="3309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7" name="pt21547"/>
            <p:cNvSpPr/>
            <p:nvPr/>
          </p:nvSpPr>
          <p:spPr>
            <a:xfrm>
              <a:off x="7352284" y="32663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8" name="pt21548"/>
            <p:cNvSpPr/>
            <p:nvPr/>
          </p:nvSpPr>
          <p:spPr>
            <a:xfrm>
              <a:off x="7340163" y="32527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49" name="pt21549"/>
            <p:cNvSpPr/>
            <p:nvPr/>
          </p:nvSpPr>
          <p:spPr>
            <a:xfrm>
              <a:off x="7555641" y="33101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0" name="pt21550"/>
            <p:cNvSpPr/>
            <p:nvPr/>
          </p:nvSpPr>
          <p:spPr>
            <a:xfrm>
              <a:off x="7490195" y="32888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1" name="pt21551"/>
            <p:cNvSpPr/>
            <p:nvPr/>
          </p:nvSpPr>
          <p:spPr>
            <a:xfrm>
              <a:off x="7550212" y="32214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2" name="pt21552"/>
            <p:cNvSpPr/>
            <p:nvPr/>
          </p:nvSpPr>
          <p:spPr>
            <a:xfrm>
              <a:off x="7418277" y="32650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3" name="pt21553"/>
            <p:cNvSpPr/>
            <p:nvPr/>
          </p:nvSpPr>
          <p:spPr>
            <a:xfrm>
              <a:off x="7519949" y="32832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4" name="pt21554"/>
            <p:cNvSpPr/>
            <p:nvPr/>
          </p:nvSpPr>
          <p:spPr>
            <a:xfrm>
              <a:off x="7615481" y="33101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5" name="pt21555"/>
            <p:cNvSpPr/>
            <p:nvPr/>
          </p:nvSpPr>
          <p:spPr>
            <a:xfrm>
              <a:off x="7451874" y="3297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6" name="pt21556"/>
            <p:cNvSpPr/>
            <p:nvPr/>
          </p:nvSpPr>
          <p:spPr>
            <a:xfrm>
              <a:off x="7502594" y="3268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7" name="pt21557"/>
            <p:cNvSpPr/>
            <p:nvPr/>
          </p:nvSpPr>
          <p:spPr>
            <a:xfrm>
              <a:off x="7501861" y="32731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8" name="pt21558"/>
            <p:cNvSpPr/>
            <p:nvPr/>
          </p:nvSpPr>
          <p:spPr>
            <a:xfrm>
              <a:off x="7448289" y="3297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59" name="pt21559"/>
            <p:cNvSpPr/>
            <p:nvPr/>
          </p:nvSpPr>
          <p:spPr>
            <a:xfrm>
              <a:off x="7581693" y="32727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0" name="pt21560"/>
            <p:cNvSpPr/>
            <p:nvPr/>
          </p:nvSpPr>
          <p:spPr>
            <a:xfrm>
              <a:off x="7497007" y="3280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1" name="pt21561"/>
            <p:cNvSpPr/>
            <p:nvPr/>
          </p:nvSpPr>
          <p:spPr>
            <a:xfrm>
              <a:off x="7463782" y="32863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2" name="pt21562"/>
            <p:cNvSpPr/>
            <p:nvPr/>
          </p:nvSpPr>
          <p:spPr>
            <a:xfrm>
              <a:off x="7458819" y="32723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3" name="pt21563"/>
            <p:cNvSpPr/>
            <p:nvPr/>
          </p:nvSpPr>
          <p:spPr>
            <a:xfrm>
              <a:off x="7133385" y="3248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4" name="pt21564"/>
            <p:cNvSpPr/>
            <p:nvPr/>
          </p:nvSpPr>
          <p:spPr>
            <a:xfrm>
              <a:off x="7465622" y="33537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5" name="pt21565"/>
            <p:cNvSpPr/>
            <p:nvPr/>
          </p:nvSpPr>
          <p:spPr>
            <a:xfrm>
              <a:off x="7449220" y="3276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6" name="pt21566"/>
            <p:cNvSpPr/>
            <p:nvPr/>
          </p:nvSpPr>
          <p:spPr>
            <a:xfrm>
              <a:off x="7478987" y="32534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7" name="pt21567"/>
            <p:cNvSpPr/>
            <p:nvPr/>
          </p:nvSpPr>
          <p:spPr>
            <a:xfrm>
              <a:off x="7406297" y="3266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8" name="pt21568"/>
            <p:cNvSpPr/>
            <p:nvPr/>
          </p:nvSpPr>
          <p:spPr>
            <a:xfrm>
              <a:off x="7489104" y="3318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69" name="pt21569"/>
            <p:cNvSpPr/>
            <p:nvPr/>
          </p:nvSpPr>
          <p:spPr>
            <a:xfrm>
              <a:off x="8221994" y="3284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0" name="pt21570"/>
            <p:cNvSpPr/>
            <p:nvPr/>
          </p:nvSpPr>
          <p:spPr>
            <a:xfrm>
              <a:off x="7344601" y="32295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1" name="pt21571"/>
            <p:cNvSpPr/>
            <p:nvPr/>
          </p:nvSpPr>
          <p:spPr>
            <a:xfrm>
              <a:off x="7425647" y="32413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2" name="pt21572"/>
            <p:cNvSpPr/>
            <p:nvPr/>
          </p:nvSpPr>
          <p:spPr>
            <a:xfrm>
              <a:off x="7796535" y="3320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3" name="pt21573"/>
            <p:cNvSpPr/>
            <p:nvPr/>
          </p:nvSpPr>
          <p:spPr>
            <a:xfrm>
              <a:off x="7518088" y="33371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4" name="pt21574"/>
            <p:cNvSpPr/>
            <p:nvPr/>
          </p:nvSpPr>
          <p:spPr>
            <a:xfrm>
              <a:off x="7401087" y="32535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5" name="pt21575"/>
            <p:cNvSpPr/>
            <p:nvPr/>
          </p:nvSpPr>
          <p:spPr>
            <a:xfrm>
              <a:off x="7505887" y="32606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6" name="pt21576"/>
            <p:cNvSpPr/>
            <p:nvPr/>
          </p:nvSpPr>
          <p:spPr>
            <a:xfrm>
              <a:off x="7637180" y="3276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7" name="pt21577"/>
            <p:cNvSpPr/>
            <p:nvPr/>
          </p:nvSpPr>
          <p:spPr>
            <a:xfrm>
              <a:off x="7501839" y="32962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78" name="pt21578"/>
            <p:cNvSpPr/>
            <p:nvPr/>
          </p:nvSpPr>
          <p:spPr>
            <a:xfrm>
              <a:off x="7642410" y="3186080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79" name="pt21579"/>
            <p:cNvSpPr/>
            <p:nvPr/>
          </p:nvSpPr>
          <p:spPr>
            <a:xfrm>
              <a:off x="7311280" y="3243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0" name="pt21580"/>
            <p:cNvSpPr/>
            <p:nvPr/>
          </p:nvSpPr>
          <p:spPr>
            <a:xfrm>
              <a:off x="7276203" y="32673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1" name="pt21581"/>
            <p:cNvSpPr/>
            <p:nvPr/>
          </p:nvSpPr>
          <p:spPr>
            <a:xfrm>
              <a:off x="7182642" y="3262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2" name="pt21582"/>
            <p:cNvSpPr/>
            <p:nvPr/>
          </p:nvSpPr>
          <p:spPr>
            <a:xfrm>
              <a:off x="7348240" y="32629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3" name="pt21583"/>
            <p:cNvSpPr/>
            <p:nvPr/>
          </p:nvSpPr>
          <p:spPr>
            <a:xfrm>
              <a:off x="7313881" y="3277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4" name="pt21584"/>
            <p:cNvSpPr/>
            <p:nvPr/>
          </p:nvSpPr>
          <p:spPr>
            <a:xfrm>
              <a:off x="7412829" y="3259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5" name="pt21585"/>
            <p:cNvSpPr/>
            <p:nvPr/>
          </p:nvSpPr>
          <p:spPr>
            <a:xfrm>
              <a:off x="7496270" y="3270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6" name="pt21586"/>
            <p:cNvSpPr/>
            <p:nvPr/>
          </p:nvSpPr>
          <p:spPr>
            <a:xfrm>
              <a:off x="7359599" y="3228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7" name="pt21587"/>
            <p:cNvSpPr/>
            <p:nvPr/>
          </p:nvSpPr>
          <p:spPr>
            <a:xfrm>
              <a:off x="7399241" y="32692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8" name="pt21588"/>
            <p:cNvSpPr/>
            <p:nvPr/>
          </p:nvSpPr>
          <p:spPr>
            <a:xfrm>
              <a:off x="7258004" y="3266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89" name="pt21589"/>
            <p:cNvSpPr/>
            <p:nvPr/>
          </p:nvSpPr>
          <p:spPr>
            <a:xfrm>
              <a:off x="7362289" y="31966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0" name="pt21590"/>
            <p:cNvSpPr/>
            <p:nvPr/>
          </p:nvSpPr>
          <p:spPr>
            <a:xfrm>
              <a:off x="7299909" y="32363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1" name="pt21591"/>
            <p:cNvSpPr/>
            <p:nvPr/>
          </p:nvSpPr>
          <p:spPr>
            <a:xfrm>
              <a:off x="7482101" y="31685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2" name="pt21592"/>
            <p:cNvSpPr/>
            <p:nvPr/>
          </p:nvSpPr>
          <p:spPr>
            <a:xfrm>
              <a:off x="7498276" y="32463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3" name="pt21593"/>
            <p:cNvSpPr/>
            <p:nvPr/>
          </p:nvSpPr>
          <p:spPr>
            <a:xfrm>
              <a:off x="7412142" y="32895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4" name="pt21594"/>
            <p:cNvSpPr/>
            <p:nvPr/>
          </p:nvSpPr>
          <p:spPr>
            <a:xfrm>
              <a:off x="7511893" y="3257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5" name="pt21595"/>
            <p:cNvSpPr/>
            <p:nvPr/>
          </p:nvSpPr>
          <p:spPr>
            <a:xfrm>
              <a:off x="7345622" y="32599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6" name="pt21596"/>
            <p:cNvSpPr/>
            <p:nvPr/>
          </p:nvSpPr>
          <p:spPr>
            <a:xfrm>
              <a:off x="7374171" y="32718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7" name="pt21597"/>
            <p:cNvSpPr/>
            <p:nvPr/>
          </p:nvSpPr>
          <p:spPr>
            <a:xfrm>
              <a:off x="7406327" y="3261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8" name="pt21598"/>
            <p:cNvSpPr/>
            <p:nvPr/>
          </p:nvSpPr>
          <p:spPr>
            <a:xfrm>
              <a:off x="7378547" y="3256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599" name="pt21599"/>
            <p:cNvSpPr/>
            <p:nvPr/>
          </p:nvSpPr>
          <p:spPr>
            <a:xfrm>
              <a:off x="7341191" y="3259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0" name="pt21600"/>
            <p:cNvSpPr/>
            <p:nvPr/>
          </p:nvSpPr>
          <p:spPr>
            <a:xfrm>
              <a:off x="7488832" y="3277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1" name="pt21601"/>
            <p:cNvSpPr/>
            <p:nvPr/>
          </p:nvSpPr>
          <p:spPr>
            <a:xfrm>
              <a:off x="7279770" y="32669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2" name="pt21602"/>
            <p:cNvSpPr/>
            <p:nvPr/>
          </p:nvSpPr>
          <p:spPr>
            <a:xfrm>
              <a:off x="7391076" y="3188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3" name="pt21603"/>
            <p:cNvSpPr/>
            <p:nvPr/>
          </p:nvSpPr>
          <p:spPr>
            <a:xfrm>
              <a:off x="7330438" y="3294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4" name="pt21604"/>
            <p:cNvSpPr/>
            <p:nvPr/>
          </p:nvSpPr>
          <p:spPr>
            <a:xfrm>
              <a:off x="7504479" y="33042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5" name="pt21605"/>
            <p:cNvSpPr/>
            <p:nvPr/>
          </p:nvSpPr>
          <p:spPr>
            <a:xfrm>
              <a:off x="7346379" y="32695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6" name="pt21606"/>
            <p:cNvSpPr/>
            <p:nvPr/>
          </p:nvSpPr>
          <p:spPr>
            <a:xfrm>
              <a:off x="7300600" y="33863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7" name="pt21607"/>
            <p:cNvSpPr/>
            <p:nvPr/>
          </p:nvSpPr>
          <p:spPr>
            <a:xfrm>
              <a:off x="7368694" y="32716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8" name="pt21608"/>
            <p:cNvSpPr/>
            <p:nvPr/>
          </p:nvSpPr>
          <p:spPr>
            <a:xfrm>
              <a:off x="8053411" y="33143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09" name="pt21609"/>
            <p:cNvSpPr/>
            <p:nvPr/>
          </p:nvSpPr>
          <p:spPr>
            <a:xfrm>
              <a:off x="7514656" y="3244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0" name="pt21610"/>
            <p:cNvSpPr/>
            <p:nvPr/>
          </p:nvSpPr>
          <p:spPr>
            <a:xfrm>
              <a:off x="7438843" y="32992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1" name="pt21611"/>
            <p:cNvSpPr/>
            <p:nvPr/>
          </p:nvSpPr>
          <p:spPr>
            <a:xfrm>
              <a:off x="7409394" y="3287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2" name="pt21612"/>
            <p:cNvSpPr/>
            <p:nvPr/>
          </p:nvSpPr>
          <p:spPr>
            <a:xfrm>
              <a:off x="7355091" y="3242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3" name="pt21613"/>
            <p:cNvSpPr/>
            <p:nvPr/>
          </p:nvSpPr>
          <p:spPr>
            <a:xfrm>
              <a:off x="7337374" y="32233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4" name="pt21614"/>
            <p:cNvSpPr/>
            <p:nvPr/>
          </p:nvSpPr>
          <p:spPr>
            <a:xfrm>
              <a:off x="7476193" y="32425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5" name="pt21615"/>
            <p:cNvSpPr/>
            <p:nvPr/>
          </p:nvSpPr>
          <p:spPr>
            <a:xfrm>
              <a:off x="7637141" y="33341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6" name="pt21616"/>
            <p:cNvSpPr/>
            <p:nvPr/>
          </p:nvSpPr>
          <p:spPr>
            <a:xfrm>
              <a:off x="7506257" y="32836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7" name="pt21617"/>
            <p:cNvSpPr/>
            <p:nvPr/>
          </p:nvSpPr>
          <p:spPr>
            <a:xfrm>
              <a:off x="7380597" y="3238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8" name="pt21618"/>
            <p:cNvSpPr/>
            <p:nvPr/>
          </p:nvSpPr>
          <p:spPr>
            <a:xfrm>
              <a:off x="7329317" y="3243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19" name="pt21619"/>
            <p:cNvSpPr/>
            <p:nvPr/>
          </p:nvSpPr>
          <p:spPr>
            <a:xfrm>
              <a:off x="7480535" y="3264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0" name="pt21620"/>
            <p:cNvSpPr/>
            <p:nvPr/>
          </p:nvSpPr>
          <p:spPr>
            <a:xfrm>
              <a:off x="7462836" y="3216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1" name="pt21621"/>
            <p:cNvSpPr/>
            <p:nvPr/>
          </p:nvSpPr>
          <p:spPr>
            <a:xfrm>
              <a:off x="7427828" y="3320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2" name="pt21622"/>
            <p:cNvSpPr/>
            <p:nvPr/>
          </p:nvSpPr>
          <p:spPr>
            <a:xfrm>
              <a:off x="7494947" y="32406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3" name="pt21623"/>
            <p:cNvSpPr/>
            <p:nvPr/>
          </p:nvSpPr>
          <p:spPr>
            <a:xfrm>
              <a:off x="7427826" y="32871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4" name="pt21624"/>
            <p:cNvSpPr/>
            <p:nvPr/>
          </p:nvSpPr>
          <p:spPr>
            <a:xfrm>
              <a:off x="7349788" y="3193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5" name="pt21625"/>
            <p:cNvSpPr/>
            <p:nvPr/>
          </p:nvSpPr>
          <p:spPr>
            <a:xfrm>
              <a:off x="7453475" y="3264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6" name="pt21626"/>
            <p:cNvSpPr/>
            <p:nvPr/>
          </p:nvSpPr>
          <p:spPr>
            <a:xfrm>
              <a:off x="7542350" y="32316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7" name="pt21627"/>
            <p:cNvSpPr/>
            <p:nvPr/>
          </p:nvSpPr>
          <p:spPr>
            <a:xfrm>
              <a:off x="7371728" y="3250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8" name="pt21628"/>
            <p:cNvSpPr/>
            <p:nvPr/>
          </p:nvSpPr>
          <p:spPr>
            <a:xfrm>
              <a:off x="7445039" y="3328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29" name="pt21629"/>
            <p:cNvSpPr/>
            <p:nvPr/>
          </p:nvSpPr>
          <p:spPr>
            <a:xfrm>
              <a:off x="7320867" y="3250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0" name="pt21630"/>
            <p:cNvSpPr/>
            <p:nvPr/>
          </p:nvSpPr>
          <p:spPr>
            <a:xfrm>
              <a:off x="7363524" y="32586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1" name="pt21631"/>
            <p:cNvSpPr/>
            <p:nvPr/>
          </p:nvSpPr>
          <p:spPr>
            <a:xfrm>
              <a:off x="7326830" y="33518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2" name="pt21632"/>
            <p:cNvSpPr/>
            <p:nvPr/>
          </p:nvSpPr>
          <p:spPr>
            <a:xfrm>
              <a:off x="6971516" y="32777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3" name="pt21633"/>
            <p:cNvSpPr/>
            <p:nvPr/>
          </p:nvSpPr>
          <p:spPr>
            <a:xfrm>
              <a:off x="7421998" y="3269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4" name="pt21634"/>
            <p:cNvSpPr/>
            <p:nvPr/>
          </p:nvSpPr>
          <p:spPr>
            <a:xfrm>
              <a:off x="7467580" y="32778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5" name="pt21635"/>
            <p:cNvSpPr/>
            <p:nvPr/>
          </p:nvSpPr>
          <p:spPr>
            <a:xfrm>
              <a:off x="7302968" y="3213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6" name="pt21636"/>
            <p:cNvSpPr/>
            <p:nvPr/>
          </p:nvSpPr>
          <p:spPr>
            <a:xfrm>
              <a:off x="7454941" y="3268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7" name="pt21637"/>
            <p:cNvSpPr/>
            <p:nvPr/>
          </p:nvSpPr>
          <p:spPr>
            <a:xfrm>
              <a:off x="7481395" y="32896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8" name="pt21638"/>
            <p:cNvSpPr/>
            <p:nvPr/>
          </p:nvSpPr>
          <p:spPr>
            <a:xfrm>
              <a:off x="7396797" y="32555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39" name="pt21639"/>
            <p:cNvSpPr/>
            <p:nvPr/>
          </p:nvSpPr>
          <p:spPr>
            <a:xfrm>
              <a:off x="7586446" y="33537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0" name="pt21640"/>
            <p:cNvSpPr/>
            <p:nvPr/>
          </p:nvSpPr>
          <p:spPr>
            <a:xfrm>
              <a:off x="7332759" y="3269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1" name="pt21641"/>
            <p:cNvSpPr/>
            <p:nvPr/>
          </p:nvSpPr>
          <p:spPr>
            <a:xfrm>
              <a:off x="7462899" y="3252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2" name="pt21642"/>
            <p:cNvSpPr/>
            <p:nvPr/>
          </p:nvSpPr>
          <p:spPr>
            <a:xfrm>
              <a:off x="7323896" y="3296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3" name="pt21643"/>
            <p:cNvSpPr/>
            <p:nvPr/>
          </p:nvSpPr>
          <p:spPr>
            <a:xfrm>
              <a:off x="7468050" y="3275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4" name="pt21644"/>
            <p:cNvSpPr/>
            <p:nvPr/>
          </p:nvSpPr>
          <p:spPr>
            <a:xfrm>
              <a:off x="7256279" y="3281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5" name="pt21645"/>
            <p:cNvSpPr/>
            <p:nvPr/>
          </p:nvSpPr>
          <p:spPr>
            <a:xfrm>
              <a:off x="7519163" y="3267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6" name="pt21646"/>
            <p:cNvSpPr/>
            <p:nvPr/>
          </p:nvSpPr>
          <p:spPr>
            <a:xfrm>
              <a:off x="7410316" y="3270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7" name="pt21647"/>
            <p:cNvSpPr/>
            <p:nvPr/>
          </p:nvSpPr>
          <p:spPr>
            <a:xfrm>
              <a:off x="7440895" y="3251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8" name="pt21648"/>
            <p:cNvSpPr/>
            <p:nvPr/>
          </p:nvSpPr>
          <p:spPr>
            <a:xfrm>
              <a:off x="7502193" y="3283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49" name="pt21649"/>
            <p:cNvSpPr/>
            <p:nvPr/>
          </p:nvSpPr>
          <p:spPr>
            <a:xfrm>
              <a:off x="7729854" y="3241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0" name="pt21650"/>
            <p:cNvSpPr/>
            <p:nvPr/>
          </p:nvSpPr>
          <p:spPr>
            <a:xfrm>
              <a:off x="7367150" y="32176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1" name="pt21651"/>
            <p:cNvSpPr/>
            <p:nvPr/>
          </p:nvSpPr>
          <p:spPr>
            <a:xfrm>
              <a:off x="7405900" y="32513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2" name="pt21652"/>
            <p:cNvSpPr/>
            <p:nvPr/>
          </p:nvSpPr>
          <p:spPr>
            <a:xfrm>
              <a:off x="7349039" y="3224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3" name="pt21653"/>
            <p:cNvSpPr/>
            <p:nvPr/>
          </p:nvSpPr>
          <p:spPr>
            <a:xfrm>
              <a:off x="7364321" y="3259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4" name="pt21654"/>
            <p:cNvSpPr/>
            <p:nvPr/>
          </p:nvSpPr>
          <p:spPr>
            <a:xfrm>
              <a:off x="7396578" y="3213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5" name="pt21655"/>
            <p:cNvSpPr/>
            <p:nvPr/>
          </p:nvSpPr>
          <p:spPr>
            <a:xfrm>
              <a:off x="7326975" y="32620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6" name="pt21656"/>
            <p:cNvSpPr/>
            <p:nvPr/>
          </p:nvSpPr>
          <p:spPr>
            <a:xfrm>
              <a:off x="7333399" y="32514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7" name="pt21657"/>
            <p:cNvSpPr/>
            <p:nvPr/>
          </p:nvSpPr>
          <p:spPr>
            <a:xfrm>
              <a:off x="7401078" y="32299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8" name="pt21658"/>
            <p:cNvSpPr/>
            <p:nvPr/>
          </p:nvSpPr>
          <p:spPr>
            <a:xfrm>
              <a:off x="7333676" y="32746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59" name="pt21659"/>
            <p:cNvSpPr/>
            <p:nvPr/>
          </p:nvSpPr>
          <p:spPr>
            <a:xfrm>
              <a:off x="7391454" y="3560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0" name="pt21660"/>
            <p:cNvSpPr/>
            <p:nvPr/>
          </p:nvSpPr>
          <p:spPr>
            <a:xfrm>
              <a:off x="7456808" y="3269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1" name="pt21661"/>
            <p:cNvSpPr/>
            <p:nvPr/>
          </p:nvSpPr>
          <p:spPr>
            <a:xfrm>
              <a:off x="7337477" y="3240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2" name="pt21662"/>
            <p:cNvSpPr/>
            <p:nvPr/>
          </p:nvSpPr>
          <p:spPr>
            <a:xfrm>
              <a:off x="7631090" y="3276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3" name="pt21663"/>
            <p:cNvSpPr/>
            <p:nvPr/>
          </p:nvSpPr>
          <p:spPr>
            <a:xfrm>
              <a:off x="7645065" y="32473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4" name="pt21664"/>
            <p:cNvSpPr/>
            <p:nvPr/>
          </p:nvSpPr>
          <p:spPr>
            <a:xfrm>
              <a:off x="7485453" y="32792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5" name="pt21665"/>
            <p:cNvSpPr/>
            <p:nvPr/>
          </p:nvSpPr>
          <p:spPr>
            <a:xfrm>
              <a:off x="7422936" y="32622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6" name="pt21666"/>
            <p:cNvSpPr/>
            <p:nvPr/>
          </p:nvSpPr>
          <p:spPr>
            <a:xfrm>
              <a:off x="8742069" y="3264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7" name="pt21667"/>
            <p:cNvSpPr/>
            <p:nvPr/>
          </p:nvSpPr>
          <p:spPr>
            <a:xfrm>
              <a:off x="7418527" y="32816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8" name="pt21668"/>
            <p:cNvSpPr/>
            <p:nvPr/>
          </p:nvSpPr>
          <p:spPr>
            <a:xfrm>
              <a:off x="7384087" y="3287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69" name="pt21669"/>
            <p:cNvSpPr/>
            <p:nvPr/>
          </p:nvSpPr>
          <p:spPr>
            <a:xfrm>
              <a:off x="7357097" y="32468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0" name="pt21670"/>
            <p:cNvSpPr/>
            <p:nvPr/>
          </p:nvSpPr>
          <p:spPr>
            <a:xfrm>
              <a:off x="7398439" y="32594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1" name="pt21671"/>
            <p:cNvSpPr/>
            <p:nvPr/>
          </p:nvSpPr>
          <p:spPr>
            <a:xfrm>
              <a:off x="7454338" y="3258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2" name="pt21672"/>
            <p:cNvSpPr/>
            <p:nvPr/>
          </p:nvSpPr>
          <p:spPr>
            <a:xfrm>
              <a:off x="7434469" y="32499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3" name="pt21673"/>
            <p:cNvSpPr/>
            <p:nvPr/>
          </p:nvSpPr>
          <p:spPr>
            <a:xfrm>
              <a:off x="7375162" y="32765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4" name="pt21674"/>
            <p:cNvSpPr/>
            <p:nvPr/>
          </p:nvSpPr>
          <p:spPr>
            <a:xfrm>
              <a:off x="7405040" y="3271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5" name="pt21675"/>
            <p:cNvSpPr/>
            <p:nvPr/>
          </p:nvSpPr>
          <p:spPr>
            <a:xfrm>
              <a:off x="7505498" y="3230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6" name="pt21676"/>
            <p:cNvSpPr/>
            <p:nvPr/>
          </p:nvSpPr>
          <p:spPr>
            <a:xfrm>
              <a:off x="7495597" y="3271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7" name="pt21677"/>
            <p:cNvSpPr/>
            <p:nvPr/>
          </p:nvSpPr>
          <p:spPr>
            <a:xfrm>
              <a:off x="7413562" y="32820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8" name="pt21678"/>
            <p:cNvSpPr/>
            <p:nvPr/>
          </p:nvSpPr>
          <p:spPr>
            <a:xfrm>
              <a:off x="7217302" y="32847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79" name="pt21679"/>
            <p:cNvSpPr/>
            <p:nvPr/>
          </p:nvSpPr>
          <p:spPr>
            <a:xfrm>
              <a:off x="7395973" y="3242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0" name="pt21680"/>
            <p:cNvSpPr/>
            <p:nvPr/>
          </p:nvSpPr>
          <p:spPr>
            <a:xfrm>
              <a:off x="7491400" y="3274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1" name="pt21681"/>
            <p:cNvSpPr/>
            <p:nvPr/>
          </p:nvSpPr>
          <p:spPr>
            <a:xfrm>
              <a:off x="7408474" y="32661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2" name="pt21682"/>
            <p:cNvSpPr/>
            <p:nvPr/>
          </p:nvSpPr>
          <p:spPr>
            <a:xfrm>
              <a:off x="7423395" y="32902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3" name="pt21683"/>
            <p:cNvSpPr/>
            <p:nvPr/>
          </p:nvSpPr>
          <p:spPr>
            <a:xfrm>
              <a:off x="7434046" y="32919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4" name="pt21684"/>
            <p:cNvSpPr/>
            <p:nvPr/>
          </p:nvSpPr>
          <p:spPr>
            <a:xfrm>
              <a:off x="7458398" y="3262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5" name="pt21685"/>
            <p:cNvSpPr/>
            <p:nvPr/>
          </p:nvSpPr>
          <p:spPr>
            <a:xfrm>
              <a:off x="7367950" y="32269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6" name="pt21686"/>
            <p:cNvSpPr/>
            <p:nvPr/>
          </p:nvSpPr>
          <p:spPr>
            <a:xfrm>
              <a:off x="7364725" y="3216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7" name="pt21687"/>
            <p:cNvSpPr/>
            <p:nvPr/>
          </p:nvSpPr>
          <p:spPr>
            <a:xfrm>
              <a:off x="7395035" y="3260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8" name="pt21688"/>
            <p:cNvSpPr/>
            <p:nvPr/>
          </p:nvSpPr>
          <p:spPr>
            <a:xfrm>
              <a:off x="7441053" y="3248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89" name="pt21689"/>
            <p:cNvSpPr/>
            <p:nvPr/>
          </p:nvSpPr>
          <p:spPr>
            <a:xfrm>
              <a:off x="7481259" y="32463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0" name="pt21690"/>
            <p:cNvSpPr/>
            <p:nvPr/>
          </p:nvSpPr>
          <p:spPr>
            <a:xfrm>
              <a:off x="7605019" y="33526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1" name="pt21691"/>
            <p:cNvSpPr/>
            <p:nvPr/>
          </p:nvSpPr>
          <p:spPr>
            <a:xfrm>
              <a:off x="7418474" y="32732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2" name="pt21692"/>
            <p:cNvSpPr/>
            <p:nvPr/>
          </p:nvSpPr>
          <p:spPr>
            <a:xfrm>
              <a:off x="7433066" y="32556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3" name="pt21693"/>
            <p:cNvSpPr/>
            <p:nvPr/>
          </p:nvSpPr>
          <p:spPr>
            <a:xfrm>
              <a:off x="7365698" y="32635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4" name="pt21694"/>
            <p:cNvSpPr/>
            <p:nvPr/>
          </p:nvSpPr>
          <p:spPr>
            <a:xfrm>
              <a:off x="7463283" y="32407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5" name="pt21695"/>
            <p:cNvSpPr/>
            <p:nvPr/>
          </p:nvSpPr>
          <p:spPr>
            <a:xfrm>
              <a:off x="7362041" y="3267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6" name="pt21696"/>
            <p:cNvSpPr/>
            <p:nvPr/>
          </p:nvSpPr>
          <p:spPr>
            <a:xfrm>
              <a:off x="7356061" y="3241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7" name="pt21697"/>
            <p:cNvSpPr/>
            <p:nvPr/>
          </p:nvSpPr>
          <p:spPr>
            <a:xfrm>
              <a:off x="7375290" y="3250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8" name="pt21698"/>
            <p:cNvSpPr/>
            <p:nvPr/>
          </p:nvSpPr>
          <p:spPr>
            <a:xfrm>
              <a:off x="7424843" y="32803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699" name="pt21699"/>
            <p:cNvSpPr/>
            <p:nvPr/>
          </p:nvSpPr>
          <p:spPr>
            <a:xfrm>
              <a:off x="7291320" y="32383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0" name="pt21700"/>
            <p:cNvSpPr/>
            <p:nvPr/>
          </p:nvSpPr>
          <p:spPr>
            <a:xfrm>
              <a:off x="7371983" y="33198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1" name="pt21701"/>
            <p:cNvSpPr/>
            <p:nvPr/>
          </p:nvSpPr>
          <p:spPr>
            <a:xfrm>
              <a:off x="7608000" y="3247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2" name="pt21702"/>
            <p:cNvSpPr/>
            <p:nvPr/>
          </p:nvSpPr>
          <p:spPr>
            <a:xfrm>
              <a:off x="7322889" y="3225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3" name="pt21703"/>
            <p:cNvSpPr/>
            <p:nvPr/>
          </p:nvSpPr>
          <p:spPr>
            <a:xfrm>
              <a:off x="7357043" y="3251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4" name="pt21704"/>
            <p:cNvSpPr/>
            <p:nvPr/>
          </p:nvSpPr>
          <p:spPr>
            <a:xfrm>
              <a:off x="7450851" y="33436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5" name="pt21705"/>
            <p:cNvSpPr/>
            <p:nvPr/>
          </p:nvSpPr>
          <p:spPr>
            <a:xfrm>
              <a:off x="7334577" y="32309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6" name="pt21706"/>
            <p:cNvSpPr/>
            <p:nvPr/>
          </p:nvSpPr>
          <p:spPr>
            <a:xfrm>
              <a:off x="7671541" y="32673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7" name="pt21707"/>
            <p:cNvSpPr/>
            <p:nvPr/>
          </p:nvSpPr>
          <p:spPr>
            <a:xfrm>
              <a:off x="7426817" y="32573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8" name="pt21708"/>
            <p:cNvSpPr/>
            <p:nvPr/>
          </p:nvSpPr>
          <p:spPr>
            <a:xfrm>
              <a:off x="7391262" y="32413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09" name="pt21709"/>
            <p:cNvSpPr/>
            <p:nvPr/>
          </p:nvSpPr>
          <p:spPr>
            <a:xfrm>
              <a:off x="7324307" y="32355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0" name="pt21710"/>
            <p:cNvSpPr/>
            <p:nvPr/>
          </p:nvSpPr>
          <p:spPr>
            <a:xfrm>
              <a:off x="7487818" y="32739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1" name="pt21711"/>
            <p:cNvSpPr/>
            <p:nvPr/>
          </p:nvSpPr>
          <p:spPr>
            <a:xfrm>
              <a:off x="7387639" y="3261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2" name="pt21712"/>
            <p:cNvSpPr/>
            <p:nvPr/>
          </p:nvSpPr>
          <p:spPr>
            <a:xfrm>
              <a:off x="7577552" y="3273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3" name="pt21713"/>
            <p:cNvSpPr/>
            <p:nvPr/>
          </p:nvSpPr>
          <p:spPr>
            <a:xfrm>
              <a:off x="7418189" y="3293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4" name="pt21714"/>
            <p:cNvSpPr/>
            <p:nvPr/>
          </p:nvSpPr>
          <p:spPr>
            <a:xfrm>
              <a:off x="7430189" y="31750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5" name="pt21715"/>
            <p:cNvSpPr/>
            <p:nvPr/>
          </p:nvSpPr>
          <p:spPr>
            <a:xfrm>
              <a:off x="7489362" y="32567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6" name="pt21716"/>
            <p:cNvSpPr/>
            <p:nvPr/>
          </p:nvSpPr>
          <p:spPr>
            <a:xfrm>
              <a:off x="7324239" y="3309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7" name="pt21717"/>
            <p:cNvSpPr/>
            <p:nvPr/>
          </p:nvSpPr>
          <p:spPr>
            <a:xfrm>
              <a:off x="7418546" y="3348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8" name="pt21718"/>
            <p:cNvSpPr/>
            <p:nvPr/>
          </p:nvSpPr>
          <p:spPr>
            <a:xfrm>
              <a:off x="7298084" y="32275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19" name="pt21719"/>
            <p:cNvSpPr/>
            <p:nvPr/>
          </p:nvSpPr>
          <p:spPr>
            <a:xfrm>
              <a:off x="7298095" y="32626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0" name="pt21720"/>
            <p:cNvSpPr/>
            <p:nvPr/>
          </p:nvSpPr>
          <p:spPr>
            <a:xfrm>
              <a:off x="7426803" y="32557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1" name="pt21721"/>
            <p:cNvSpPr/>
            <p:nvPr/>
          </p:nvSpPr>
          <p:spPr>
            <a:xfrm>
              <a:off x="7414056" y="32670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2" name="pt21722"/>
            <p:cNvSpPr/>
            <p:nvPr/>
          </p:nvSpPr>
          <p:spPr>
            <a:xfrm>
              <a:off x="7397681" y="32845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3" name="pt21723"/>
            <p:cNvSpPr/>
            <p:nvPr/>
          </p:nvSpPr>
          <p:spPr>
            <a:xfrm>
              <a:off x="7439836" y="33001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4" name="pt21724"/>
            <p:cNvSpPr/>
            <p:nvPr/>
          </p:nvSpPr>
          <p:spPr>
            <a:xfrm>
              <a:off x="7330987" y="32467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5" name="pt21725"/>
            <p:cNvSpPr/>
            <p:nvPr/>
          </p:nvSpPr>
          <p:spPr>
            <a:xfrm>
              <a:off x="7449678" y="33301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6" name="pt21726"/>
            <p:cNvSpPr/>
            <p:nvPr/>
          </p:nvSpPr>
          <p:spPr>
            <a:xfrm>
              <a:off x="7377840" y="32878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7" name="pt21727"/>
            <p:cNvSpPr/>
            <p:nvPr/>
          </p:nvSpPr>
          <p:spPr>
            <a:xfrm>
              <a:off x="7328404" y="3285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8" name="pt21728"/>
            <p:cNvSpPr/>
            <p:nvPr/>
          </p:nvSpPr>
          <p:spPr>
            <a:xfrm>
              <a:off x="7294950" y="32734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29" name="pt21729"/>
            <p:cNvSpPr/>
            <p:nvPr/>
          </p:nvSpPr>
          <p:spPr>
            <a:xfrm>
              <a:off x="7556403" y="33059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0" name="pt21730"/>
            <p:cNvSpPr/>
            <p:nvPr/>
          </p:nvSpPr>
          <p:spPr>
            <a:xfrm>
              <a:off x="7421582" y="32797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1" name="pt21731"/>
            <p:cNvSpPr/>
            <p:nvPr/>
          </p:nvSpPr>
          <p:spPr>
            <a:xfrm>
              <a:off x="7410862" y="32460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2" name="pt21732"/>
            <p:cNvSpPr/>
            <p:nvPr/>
          </p:nvSpPr>
          <p:spPr>
            <a:xfrm>
              <a:off x="7385497" y="32614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3" name="pt21733"/>
            <p:cNvSpPr/>
            <p:nvPr/>
          </p:nvSpPr>
          <p:spPr>
            <a:xfrm>
              <a:off x="7463430" y="3350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4" name="pt21734"/>
            <p:cNvSpPr/>
            <p:nvPr/>
          </p:nvSpPr>
          <p:spPr>
            <a:xfrm>
              <a:off x="7970792" y="32863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5" name="pt21735"/>
            <p:cNvSpPr/>
            <p:nvPr/>
          </p:nvSpPr>
          <p:spPr>
            <a:xfrm>
              <a:off x="7449391" y="3251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6" name="pt21736"/>
            <p:cNvSpPr/>
            <p:nvPr/>
          </p:nvSpPr>
          <p:spPr>
            <a:xfrm>
              <a:off x="7321807" y="3265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7" name="pt21737"/>
            <p:cNvSpPr/>
            <p:nvPr/>
          </p:nvSpPr>
          <p:spPr>
            <a:xfrm>
              <a:off x="7391721" y="32649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8" name="pt21738"/>
            <p:cNvSpPr/>
            <p:nvPr/>
          </p:nvSpPr>
          <p:spPr>
            <a:xfrm>
              <a:off x="7370152" y="32525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39" name="pt21739"/>
            <p:cNvSpPr/>
            <p:nvPr/>
          </p:nvSpPr>
          <p:spPr>
            <a:xfrm>
              <a:off x="7444891" y="33458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0" name="pt21740"/>
            <p:cNvSpPr/>
            <p:nvPr/>
          </p:nvSpPr>
          <p:spPr>
            <a:xfrm>
              <a:off x="7436063" y="3240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1" name="pt21741"/>
            <p:cNvSpPr/>
            <p:nvPr/>
          </p:nvSpPr>
          <p:spPr>
            <a:xfrm>
              <a:off x="7398732" y="31841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2" name="pt21742"/>
            <p:cNvSpPr/>
            <p:nvPr/>
          </p:nvSpPr>
          <p:spPr>
            <a:xfrm>
              <a:off x="7451131" y="3293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3" name="pt21743"/>
            <p:cNvSpPr/>
            <p:nvPr/>
          </p:nvSpPr>
          <p:spPr>
            <a:xfrm>
              <a:off x="7492157" y="32595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4" name="pt21744"/>
            <p:cNvSpPr/>
            <p:nvPr/>
          </p:nvSpPr>
          <p:spPr>
            <a:xfrm>
              <a:off x="7459046" y="3256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5" name="pt21745"/>
            <p:cNvSpPr/>
            <p:nvPr/>
          </p:nvSpPr>
          <p:spPr>
            <a:xfrm>
              <a:off x="7577935" y="32307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6" name="pt21746"/>
            <p:cNvSpPr/>
            <p:nvPr/>
          </p:nvSpPr>
          <p:spPr>
            <a:xfrm>
              <a:off x="7396109" y="3249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7" name="pt21747"/>
            <p:cNvSpPr/>
            <p:nvPr/>
          </p:nvSpPr>
          <p:spPr>
            <a:xfrm>
              <a:off x="7478996" y="3328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8" name="pt21748"/>
            <p:cNvSpPr/>
            <p:nvPr/>
          </p:nvSpPr>
          <p:spPr>
            <a:xfrm>
              <a:off x="7439951" y="32541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49" name="pt21749"/>
            <p:cNvSpPr/>
            <p:nvPr/>
          </p:nvSpPr>
          <p:spPr>
            <a:xfrm>
              <a:off x="7707389" y="32441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0" name="pt21750"/>
            <p:cNvSpPr/>
            <p:nvPr/>
          </p:nvSpPr>
          <p:spPr>
            <a:xfrm>
              <a:off x="7314565" y="32548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1" name="pt21751"/>
            <p:cNvSpPr/>
            <p:nvPr/>
          </p:nvSpPr>
          <p:spPr>
            <a:xfrm>
              <a:off x="7414196" y="33689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2" name="pt21752"/>
            <p:cNvSpPr/>
            <p:nvPr/>
          </p:nvSpPr>
          <p:spPr>
            <a:xfrm>
              <a:off x="7427499" y="31765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3" name="pt21753"/>
            <p:cNvSpPr/>
            <p:nvPr/>
          </p:nvSpPr>
          <p:spPr>
            <a:xfrm>
              <a:off x="7375563" y="32698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4" name="pt21754"/>
            <p:cNvSpPr/>
            <p:nvPr/>
          </p:nvSpPr>
          <p:spPr>
            <a:xfrm>
              <a:off x="7356569" y="3292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5" name="pt21755"/>
            <p:cNvSpPr/>
            <p:nvPr/>
          </p:nvSpPr>
          <p:spPr>
            <a:xfrm>
              <a:off x="7271218" y="32661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6" name="pt21756"/>
            <p:cNvSpPr/>
            <p:nvPr/>
          </p:nvSpPr>
          <p:spPr>
            <a:xfrm>
              <a:off x="7397362" y="32734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7" name="pt21757"/>
            <p:cNvSpPr/>
            <p:nvPr/>
          </p:nvSpPr>
          <p:spPr>
            <a:xfrm>
              <a:off x="7637706" y="32904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8" name="pt21758"/>
            <p:cNvSpPr/>
            <p:nvPr/>
          </p:nvSpPr>
          <p:spPr>
            <a:xfrm>
              <a:off x="7349616" y="3215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59" name="pt21759"/>
            <p:cNvSpPr/>
            <p:nvPr/>
          </p:nvSpPr>
          <p:spPr>
            <a:xfrm>
              <a:off x="7491544" y="32684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0" name="pt21760"/>
            <p:cNvSpPr/>
            <p:nvPr/>
          </p:nvSpPr>
          <p:spPr>
            <a:xfrm>
              <a:off x="7500421" y="3269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1" name="pt21761"/>
            <p:cNvSpPr/>
            <p:nvPr/>
          </p:nvSpPr>
          <p:spPr>
            <a:xfrm>
              <a:off x="7338681" y="3260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2" name="pt21762"/>
            <p:cNvSpPr/>
            <p:nvPr/>
          </p:nvSpPr>
          <p:spPr>
            <a:xfrm>
              <a:off x="7277480" y="32454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3" name="pt21763"/>
            <p:cNvSpPr/>
            <p:nvPr/>
          </p:nvSpPr>
          <p:spPr>
            <a:xfrm>
              <a:off x="7484068" y="3286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4" name="pt21764"/>
            <p:cNvSpPr/>
            <p:nvPr/>
          </p:nvSpPr>
          <p:spPr>
            <a:xfrm>
              <a:off x="7391404" y="3333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5" name="pt21765"/>
            <p:cNvSpPr/>
            <p:nvPr/>
          </p:nvSpPr>
          <p:spPr>
            <a:xfrm>
              <a:off x="7617026" y="32545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6" name="pt21766"/>
            <p:cNvSpPr/>
            <p:nvPr/>
          </p:nvSpPr>
          <p:spPr>
            <a:xfrm>
              <a:off x="7390694" y="32464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7" name="pt21767"/>
            <p:cNvSpPr/>
            <p:nvPr/>
          </p:nvSpPr>
          <p:spPr>
            <a:xfrm>
              <a:off x="7447080" y="3219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8" name="pt21768"/>
            <p:cNvSpPr/>
            <p:nvPr/>
          </p:nvSpPr>
          <p:spPr>
            <a:xfrm>
              <a:off x="7452611" y="32663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69" name="pt21769"/>
            <p:cNvSpPr/>
            <p:nvPr/>
          </p:nvSpPr>
          <p:spPr>
            <a:xfrm>
              <a:off x="7329010" y="3210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0" name="pt21770"/>
            <p:cNvSpPr/>
            <p:nvPr/>
          </p:nvSpPr>
          <p:spPr>
            <a:xfrm>
              <a:off x="7431575" y="3205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1" name="pt21771"/>
            <p:cNvSpPr/>
            <p:nvPr/>
          </p:nvSpPr>
          <p:spPr>
            <a:xfrm>
              <a:off x="7550441" y="3335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2" name="pt21772"/>
            <p:cNvSpPr/>
            <p:nvPr/>
          </p:nvSpPr>
          <p:spPr>
            <a:xfrm>
              <a:off x="7244133" y="3267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3" name="pt21773"/>
            <p:cNvSpPr/>
            <p:nvPr/>
          </p:nvSpPr>
          <p:spPr>
            <a:xfrm>
              <a:off x="7479462" y="3280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4" name="pt21774"/>
            <p:cNvSpPr/>
            <p:nvPr/>
          </p:nvSpPr>
          <p:spPr>
            <a:xfrm>
              <a:off x="7527315" y="3281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5" name="pt21775"/>
            <p:cNvSpPr/>
            <p:nvPr/>
          </p:nvSpPr>
          <p:spPr>
            <a:xfrm>
              <a:off x="7303330" y="3248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6" name="pt21776"/>
            <p:cNvSpPr/>
            <p:nvPr/>
          </p:nvSpPr>
          <p:spPr>
            <a:xfrm>
              <a:off x="7285372" y="3255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7" name="pt21777"/>
            <p:cNvSpPr/>
            <p:nvPr/>
          </p:nvSpPr>
          <p:spPr>
            <a:xfrm>
              <a:off x="7234241" y="32360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8" name="pt21778"/>
            <p:cNvSpPr/>
            <p:nvPr/>
          </p:nvSpPr>
          <p:spPr>
            <a:xfrm>
              <a:off x="7176219" y="32640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79" name="pt21779"/>
            <p:cNvSpPr/>
            <p:nvPr/>
          </p:nvSpPr>
          <p:spPr>
            <a:xfrm>
              <a:off x="7636705" y="32894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0" name="pt21780"/>
            <p:cNvSpPr/>
            <p:nvPr/>
          </p:nvSpPr>
          <p:spPr>
            <a:xfrm>
              <a:off x="7279456" y="3245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1" name="pt21781"/>
            <p:cNvSpPr/>
            <p:nvPr/>
          </p:nvSpPr>
          <p:spPr>
            <a:xfrm>
              <a:off x="7230964" y="32522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2" name="pt21782"/>
            <p:cNvSpPr/>
            <p:nvPr/>
          </p:nvSpPr>
          <p:spPr>
            <a:xfrm>
              <a:off x="7365820" y="32610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3" name="pt21783"/>
            <p:cNvSpPr/>
            <p:nvPr/>
          </p:nvSpPr>
          <p:spPr>
            <a:xfrm>
              <a:off x="7529844" y="32616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4" name="pt21784"/>
            <p:cNvSpPr/>
            <p:nvPr/>
          </p:nvSpPr>
          <p:spPr>
            <a:xfrm>
              <a:off x="7394850" y="3252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5" name="pt21785"/>
            <p:cNvSpPr/>
            <p:nvPr/>
          </p:nvSpPr>
          <p:spPr>
            <a:xfrm>
              <a:off x="7477123" y="36414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6" name="pt21786"/>
            <p:cNvSpPr/>
            <p:nvPr/>
          </p:nvSpPr>
          <p:spPr>
            <a:xfrm>
              <a:off x="7513955" y="32186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7" name="pt21787"/>
            <p:cNvSpPr/>
            <p:nvPr/>
          </p:nvSpPr>
          <p:spPr>
            <a:xfrm>
              <a:off x="7427265" y="32762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8" name="pt21788"/>
            <p:cNvSpPr/>
            <p:nvPr/>
          </p:nvSpPr>
          <p:spPr>
            <a:xfrm>
              <a:off x="7312759" y="3255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89" name="pt21789"/>
            <p:cNvSpPr/>
            <p:nvPr/>
          </p:nvSpPr>
          <p:spPr>
            <a:xfrm>
              <a:off x="7405211" y="32527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0" name="pt21790"/>
            <p:cNvSpPr/>
            <p:nvPr/>
          </p:nvSpPr>
          <p:spPr>
            <a:xfrm>
              <a:off x="7379910" y="32848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1" name="pt21791"/>
            <p:cNvSpPr/>
            <p:nvPr/>
          </p:nvSpPr>
          <p:spPr>
            <a:xfrm>
              <a:off x="7358567" y="32494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2" name="pt21792"/>
            <p:cNvSpPr/>
            <p:nvPr/>
          </p:nvSpPr>
          <p:spPr>
            <a:xfrm>
              <a:off x="7603586" y="3382722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93" name="pt21793"/>
            <p:cNvSpPr/>
            <p:nvPr/>
          </p:nvSpPr>
          <p:spPr>
            <a:xfrm>
              <a:off x="7350681" y="32531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4" name="pt21794"/>
            <p:cNvSpPr/>
            <p:nvPr/>
          </p:nvSpPr>
          <p:spPr>
            <a:xfrm>
              <a:off x="7521516" y="32473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5" name="pt21795"/>
            <p:cNvSpPr/>
            <p:nvPr/>
          </p:nvSpPr>
          <p:spPr>
            <a:xfrm>
              <a:off x="7435163" y="3268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6" name="pt21796"/>
            <p:cNvSpPr/>
            <p:nvPr/>
          </p:nvSpPr>
          <p:spPr>
            <a:xfrm>
              <a:off x="7419784" y="31790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7" name="pt21797"/>
            <p:cNvSpPr/>
            <p:nvPr/>
          </p:nvSpPr>
          <p:spPr>
            <a:xfrm>
              <a:off x="7426240" y="32741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8" name="pt21798"/>
            <p:cNvSpPr/>
            <p:nvPr/>
          </p:nvSpPr>
          <p:spPr>
            <a:xfrm>
              <a:off x="7328380" y="32403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799" name="pt21799"/>
            <p:cNvSpPr/>
            <p:nvPr/>
          </p:nvSpPr>
          <p:spPr>
            <a:xfrm>
              <a:off x="7519640" y="32873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0" name="pt21800"/>
            <p:cNvSpPr/>
            <p:nvPr/>
          </p:nvSpPr>
          <p:spPr>
            <a:xfrm>
              <a:off x="7522835" y="32654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1" name="pt21801"/>
            <p:cNvSpPr/>
            <p:nvPr/>
          </p:nvSpPr>
          <p:spPr>
            <a:xfrm>
              <a:off x="7542916" y="32355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2" name="pt21802"/>
            <p:cNvSpPr/>
            <p:nvPr/>
          </p:nvSpPr>
          <p:spPr>
            <a:xfrm>
              <a:off x="7445635" y="32565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3" name="pt21803"/>
            <p:cNvSpPr/>
            <p:nvPr/>
          </p:nvSpPr>
          <p:spPr>
            <a:xfrm>
              <a:off x="7408574" y="32310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4" name="pt21804"/>
            <p:cNvSpPr/>
            <p:nvPr/>
          </p:nvSpPr>
          <p:spPr>
            <a:xfrm>
              <a:off x="7483943" y="3277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5" name="pt21805"/>
            <p:cNvSpPr/>
            <p:nvPr/>
          </p:nvSpPr>
          <p:spPr>
            <a:xfrm>
              <a:off x="7718953" y="286525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06" name="pt21806"/>
            <p:cNvSpPr/>
            <p:nvPr/>
          </p:nvSpPr>
          <p:spPr>
            <a:xfrm>
              <a:off x="7536048" y="32423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7" name="pt21807"/>
            <p:cNvSpPr/>
            <p:nvPr/>
          </p:nvSpPr>
          <p:spPr>
            <a:xfrm>
              <a:off x="7532259" y="32135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8" name="pt21808"/>
            <p:cNvSpPr/>
            <p:nvPr/>
          </p:nvSpPr>
          <p:spPr>
            <a:xfrm>
              <a:off x="7502454" y="32622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09" name="pt21809"/>
            <p:cNvSpPr/>
            <p:nvPr/>
          </p:nvSpPr>
          <p:spPr>
            <a:xfrm>
              <a:off x="7347574" y="32783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0" name="pt21810"/>
            <p:cNvSpPr/>
            <p:nvPr/>
          </p:nvSpPr>
          <p:spPr>
            <a:xfrm>
              <a:off x="7335420" y="3285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1" name="pt21811"/>
            <p:cNvSpPr/>
            <p:nvPr/>
          </p:nvSpPr>
          <p:spPr>
            <a:xfrm>
              <a:off x="7479622" y="32365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2" name="pt21812"/>
            <p:cNvSpPr/>
            <p:nvPr/>
          </p:nvSpPr>
          <p:spPr>
            <a:xfrm>
              <a:off x="7466889" y="32795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3" name="pt21813"/>
            <p:cNvSpPr/>
            <p:nvPr/>
          </p:nvSpPr>
          <p:spPr>
            <a:xfrm>
              <a:off x="7468307" y="3301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4" name="pt21814"/>
            <p:cNvSpPr/>
            <p:nvPr/>
          </p:nvSpPr>
          <p:spPr>
            <a:xfrm>
              <a:off x="7236750" y="3263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5" name="pt21815"/>
            <p:cNvSpPr/>
            <p:nvPr/>
          </p:nvSpPr>
          <p:spPr>
            <a:xfrm>
              <a:off x="7213870" y="3199119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16" name="pt21816"/>
            <p:cNvSpPr/>
            <p:nvPr/>
          </p:nvSpPr>
          <p:spPr>
            <a:xfrm>
              <a:off x="7903621" y="3259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7" name="pt21817"/>
            <p:cNvSpPr/>
            <p:nvPr/>
          </p:nvSpPr>
          <p:spPr>
            <a:xfrm>
              <a:off x="7446900" y="32668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8" name="pt21818"/>
            <p:cNvSpPr/>
            <p:nvPr/>
          </p:nvSpPr>
          <p:spPr>
            <a:xfrm>
              <a:off x="7459758" y="3282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19" name="pt21819"/>
            <p:cNvSpPr/>
            <p:nvPr/>
          </p:nvSpPr>
          <p:spPr>
            <a:xfrm>
              <a:off x="7549388" y="32728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0" name="pt21820"/>
            <p:cNvSpPr/>
            <p:nvPr/>
          </p:nvSpPr>
          <p:spPr>
            <a:xfrm>
              <a:off x="7414411" y="32974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1" name="pt21821"/>
            <p:cNvSpPr/>
            <p:nvPr/>
          </p:nvSpPr>
          <p:spPr>
            <a:xfrm>
              <a:off x="7621402" y="3257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2" name="pt21822"/>
            <p:cNvSpPr/>
            <p:nvPr/>
          </p:nvSpPr>
          <p:spPr>
            <a:xfrm>
              <a:off x="7457372" y="32773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3" name="pt21823"/>
            <p:cNvSpPr/>
            <p:nvPr/>
          </p:nvSpPr>
          <p:spPr>
            <a:xfrm>
              <a:off x="7709629" y="32499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4" name="pt21824"/>
            <p:cNvSpPr/>
            <p:nvPr/>
          </p:nvSpPr>
          <p:spPr>
            <a:xfrm>
              <a:off x="7650650" y="3257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5" name="pt21825"/>
            <p:cNvSpPr/>
            <p:nvPr/>
          </p:nvSpPr>
          <p:spPr>
            <a:xfrm>
              <a:off x="7348774" y="32652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6" name="pt21826"/>
            <p:cNvSpPr/>
            <p:nvPr/>
          </p:nvSpPr>
          <p:spPr>
            <a:xfrm>
              <a:off x="7450371" y="32274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7" name="pt21827"/>
            <p:cNvSpPr/>
            <p:nvPr/>
          </p:nvSpPr>
          <p:spPr>
            <a:xfrm>
              <a:off x="7612048" y="32841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8" name="pt21828"/>
            <p:cNvSpPr/>
            <p:nvPr/>
          </p:nvSpPr>
          <p:spPr>
            <a:xfrm>
              <a:off x="7542470" y="33141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29" name="pt21829"/>
            <p:cNvSpPr/>
            <p:nvPr/>
          </p:nvSpPr>
          <p:spPr>
            <a:xfrm>
              <a:off x="7338213" y="3278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0" name="pt21830"/>
            <p:cNvSpPr/>
            <p:nvPr/>
          </p:nvSpPr>
          <p:spPr>
            <a:xfrm>
              <a:off x="7448614" y="32675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1" name="pt21831"/>
            <p:cNvSpPr/>
            <p:nvPr/>
          </p:nvSpPr>
          <p:spPr>
            <a:xfrm>
              <a:off x="7348017" y="3246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2" name="pt21832"/>
            <p:cNvSpPr/>
            <p:nvPr/>
          </p:nvSpPr>
          <p:spPr>
            <a:xfrm>
              <a:off x="7695964" y="33236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3" name="pt21833"/>
            <p:cNvSpPr/>
            <p:nvPr/>
          </p:nvSpPr>
          <p:spPr>
            <a:xfrm>
              <a:off x="7645846" y="3395274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34" name="pt21834"/>
            <p:cNvSpPr/>
            <p:nvPr/>
          </p:nvSpPr>
          <p:spPr>
            <a:xfrm>
              <a:off x="7367831" y="32444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5" name="pt21835"/>
            <p:cNvSpPr/>
            <p:nvPr/>
          </p:nvSpPr>
          <p:spPr>
            <a:xfrm>
              <a:off x="7297110" y="32954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6" name="pt21836"/>
            <p:cNvSpPr/>
            <p:nvPr/>
          </p:nvSpPr>
          <p:spPr>
            <a:xfrm>
              <a:off x="7430515" y="32670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7" name="pt21837"/>
            <p:cNvSpPr/>
            <p:nvPr/>
          </p:nvSpPr>
          <p:spPr>
            <a:xfrm>
              <a:off x="7352494" y="32462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8" name="pt21838"/>
            <p:cNvSpPr/>
            <p:nvPr/>
          </p:nvSpPr>
          <p:spPr>
            <a:xfrm>
              <a:off x="7436594" y="32680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39" name="pt21839"/>
            <p:cNvSpPr/>
            <p:nvPr/>
          </p:nvSpPr>
          <p:spPr>
            <a:xfrm>
              <a:off x="7401762" y="32993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0" name="pt21840"/>
            <p:cNvSpPr/>
            <p:nvPr/>
          </p:nvSpPr>
          <p:spPr>
            <a:xfrm>
              <a:off x="7264675" y="32555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1" name="pt21841"/>
            <p:cNvSpPr/>
            <p:nvPr/>
          </p:nvSpPr>
          <p:spPr>
            <a:xfrm>
              <a:off x="7426689" y="32922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2" name="pt21842"/>
            <p:cNvSpPr/>
            <p:nvPr/>
          </p:nvSpPr>
          <p:spPr>
            <a:xfrm>
              <a:off x="7339881" y="32357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3" name="pt21843"/>
            <p:cNvSpPr/>
            <p:nvPr/>
          </p:nvSpPr>
          <p:spPr>
            <a:xfrm>
              <a:off x="7395023" y="3219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4" name="pt21844"/>
            <p:cNvSpPr/>
            <p:nvPr/>
          </p:nvSpPr>
          <p:spPr>
            <a:xfrm>
              <a:off x="7338242" y="32180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5" name="pt21845"/>
            <p:cNvSpPr/>
            <p:nvPr/>
          </p:nvSpPr>
          <p:spPr>
            <a:xfrm>
              <a:off x="7373727" y="32276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6" name="pt21846"/>
            <p:cNvSpPr/>
            <p:nvPr/>
          </p:nvSpPr>
          <p:spPr>
            <a:xfrm>
              <a:off x="7377519" y="32281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7" name="pt21847"/>
            <p:cNvSpPr/>
            <p:nvPr/>
          </p:nvSpPr>
          <p:spPr>
            <a:xfrm>
              <a:off x="7408252" y="3299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8" name="pt21848"/>
            <p:cNvSpPr/>
            <p:nvPr/>
          </p:nvSpPr>
          <p:spPr>
            <a:xfrm>
              <a:off x="7410736" y="3204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49" name="pt21849"/>
            <p:cNvSpPr/>
            <p:nvPr/>
          </p:nvSpPr>
          <p:spPr>
            <a:xfrm>
              <a:off x="7433623" y="3298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0" name="pt21850"/>
            <p:cNvSpPr/>
            <p:nvPr/>
          </p:nvSpPr>
          <p:spPr>
            <a:xfrm>
              <a:off x="7260671" y="3348403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51" name="pt21851"/>
            <p:cNvSpPr/>
            <p:nvPr/>
          </p:nvSpPr>
          <p:spPr>
            <a:xfrm>
              <a:off x="7555679" y="32909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2" name="pt21852"/>
            <p:cNvSpPr/>
            <p:nvPr/>
          </p:nvSpPr>
          <p:spPr>
            <a:xfrm>
              <a:off x="7562262" y="3292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3" name="pt21853"/>
            <p:cNvSpPr/>
            <p:nvPr/>
          </p:nvSpPr>
          <p:spPr>
            <a:xfrm>
              <a:off x="7343897" y="3255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4" name="pt21854"/>
            <p:cNvSpPr/>
            <p:nvPr/>
          </p:nvSpPr>
          <p:spPr>
            <a:xfrm>
              <a:off x="7364552" y="30815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5" name="pt21855"/>
            <p:cNvSpPr/>
            <p:nvPr/>
          </p:nvSpPr>
          <p:spPr>
            <a:xfrm>
              <a:off x="7268437" y="3325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6" name="pt21856"/>
            <p:cNvSpPr/>
            <p:nvPr/>
          </p:nvSpPr>
          <p:spPr>
            <a:xfrm>
              <a:off x="7212937" y="32709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7" name="pt21857"/>
            <p:cNvSpPr/>
            <p:nvPr/>
          </p:nvSpPr>
          <p:spPr>
            <a:xfrm>
              <a:off x="7301027" y="3269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8" name="pt21858"/>
            <p:cNvSpPr/>
            <p:nvPr/>
          </p:nvSpPr>
          <p:spPr>
            <a:xfrm>
              <a:off x="7377717" y="32289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59" name="pt21859"/>
            <p:cNvSpPr/>
            <p:nvPr/>
          </p:nvSpPr>
          <p:spPr>
            <a:xfrm>
              <a:off x="7329378" y="314693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0" name="pt21860"/>
            <p:cNvSpPr/>
            <p:nvPr/>
          </p:nvSpPr>
          <p:spPr>
            <a:xfrm>
              <a:off x="7597847" y="3288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1" name="pt21861"/>
            <p:cNvSpPr/>
            <p:nvPr/>
          </p:nvSpPr>
          <p:spPr>
            <a:xfrm>
              <a:off x="7567279" y="32571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2" name="pt21862"/>
            <p:cNvSpPr/>
            <p:nvPr/>
          </p:nvSpPr>
          <p:spPr>
            <a:xfrm>
              <a:off x="7285318" y="3232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3" name="pt21863"/>
            <p:cNvSpPr/>
            <p:nvPr/>
          </p:nvSpPr>
          <p:spPr>
            <a:xfrm>
              <a:off x="7448225" y="32866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4" name="pt21864"/>
            <p:cNvSpPr/>
            <p:nvPr/>
          </p:nvSpPr>
          <p:spPr>
            <a:xfrm>
              <a:off x="7482022" y="32137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5" name="pt21865"/>
            <p:cNvSpPr/>
            <p:nvPr/>
          </p:nvSpPr>
          <p:spPr>
            <a:xfrm>
              <a:off x="7612312" y="3275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6" name="pt21866"/>
            <p:cNvSpPr/>
            <p:nvPr/>
          </p:nvSpPr>
          <p:spPr>
            <a:xfrm>
              <a:off x="7388030" y="32756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7" name="pt21867"/>
            <p:cNvSpPr/>
            <p:nvPr/>
          </p:nvSpPr>
          <p:spPr>
            <a:xfrm>
              <a:off x="7301891" y="32566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8" name="pt21868"/>
            <p:cNvSpPr/>
            <p:nvPr/>
          </p:nvSpPr>
          <p:spPr>
            <a:xfrm>
              <a:off x="7546181" y="32905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69" name="pt21869"/>
            <p:cNvSpPr/>
            <p:nvPr/>
          </p:nvSpPr>
          <p:spPr>
            <a:xfrm>
              <a:off x="7386719" y="31043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0" name="pt21870"/>
            <p:cNvSpPr/>
            <p:nvPr/>
          </p:nvSpPr>
          <p:spPr>
            <a:xfrm>
              <a:off x="7178038" y="33178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1" name="pt21871"/>
            <p:cNvSpPr/>
            <p:nvPr/>
          </p:nvSpPr>
          <p:spPr>
            <a:xfrm>
              <a:off x="7467840" y="3308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2" name="pt21872"/>
            <p:cNvSpPr/>
            <p:nvPr/>
          </p:nvSpPr>
          <p:spPr>
            <a:xfrm>
              <a:off x="7343390" y="32906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3" name="pt21873"/>
            <p:cNvSpPr/>
            <p:nvPr/>
          </p:nvSpPr>
          <p:spPr>
            <a:xfrm>
              <a:off x="7679248" y="3259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4" name="pt21874"/>
            <p:cNvSpPr/>
            <p:nvPr/>
          </p:nvSpPr>
          <p:spPr>
            <a:xfrm>
              <a:off x="7389591" y="33594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5" name="pt21875"/>
            <p:cNvSpPr/>
            <p:nvPr/>
          </p:nvSpPr>
          <p:spPr>
            <a:xfrm>
              <a:off x="7531366" y="32705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6" name="pt21876"/>
            <p:cNvSpPr/>
            <p:nvPr/>
          </p:nvSpPr>
          <p:spPr>
            <a:xfrm>
              <a:off x="7493643" y="32877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7" name="pt21877"/>
            <p:cNvSpPr/>
            <p:nvPr/>
          </p:nvSpPr>
          <p:spPr>
            <a:xfrm>
              <a:off x="7409620" y="32518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8" name="pt21878"/>
            <p:cNvSpPr/>
            <p:nvPr/>
          </p:nvSpPr>
          <p:spPr>
            <a:xfrm>
              <a:off x="7586925" y="32929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79" name="pt21879"/>
            <p:cNvSpPr/>
            <p:nvPr/>
          </p:nvSpPr>
          <p:spPr>
            <a:xfrm>
              <a:off x="7343726" y="32519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0" name="pt21880"/>
            <p:cNvSpPr/>
            <p:nvPr/>
          </p:nvSpPr>
          <p:spPr>
            <a:xfrm>
              <a:off x="7361242" y="32412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1" name="pt21881"/>
            <p:cNvSpPr/>
            <p:nvPr/>
          </p:nvSpPr>
          <p:spPr>
            <a:xfrm>
              <a:off x="7502373" y="32833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2" name="pt21882"/>
            <p:cNvSpPr/>
            <p:nvPr/>
          </p:nvSpPr>
          <p:spPr>
            <a:xfrm>
              <a:off x="7740775" y="32537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3" name="pt21883"/>
            <p:cNvSpPr/>
            <p:nvPr/>
          </p:nvSpPr>
          <p:spPr>
            <a:xfrm>
              <a:off x="7398159" y="3265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4" name="pt21884"/>
            <p:cNvSpPr/>
            <p:nvPr/>
          </p:nvSpPr>
          <p:spPr>
            <a:xfrm>
              <a:off x="7428772" y="32834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5" name="pt21885"/>
            <p:cNvSpPr/>
            <p:nvPr/>
          </p:nvSpPr>
          <p:spPr>
            <a:xfrm>
              <a:off x="7539003" y="31959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6" name="pt21886"/>
            <p:cNvSpPr/>
            <p:nvPr/>
          </p:nvSpPr>
          <p:spPr>
            <a:xfrm>
              <a:off x="7432454" y="32578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7" name="pt21887"/>
            <p:cNvSpPr/>
            <p:nvPr/>
          </p:nvSpPr>
          <p:spPr>
            <a:xfrm>
              <a:off x="7378576" y="32765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8" name="pt21888"/>
            <p:cNvSpPr/>
            <p:nvPr/>
          </p:nvSpPr>
          <p:spPr>
            <a:xfrm>
              <a:off x="7510170" y="32680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89" name="pt21889"/>
            <p:cNvSpPr/>
            <p:nvPr/>
          </p:nvSpPr>
          <p:spPr>
            <a:xfrm>
              <a:off x="7426221" y="3255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0" name="pt21890"/>
            <p:cNvSpPr/>
            <p:nvPr/>
          </p:nvSpPr>
          <p:spPr>
            <a:xfrm>
              <a:off x="7197063" y="3266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1" name="pt21891"/>
            <p:cNvSpPr/>
            <p:nvPr/>
          </p:nvSpPr>
          <p:spPr>
            <a:xfrm>
              <a:off x="7235206" y="32854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2" name="pt21892"/>
            <p:cNvSpPr/>
            <p:nvPr/>
          </p:nvSpPr>
          <p:spPr>
            <a:xfrm>
              <a:off x="7405304" y="35180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3" name="pt21893"/>
            <p:cNvSpPr/>
            <p:nvPr/>
          </p:nvSpPr>
          <p:spPr>
            <a:xfrm>
              <a:off x="7497518" y="3235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4" name="pt21894"/>
            <p:cNvSpPr/>
            <p:nvPr/>
          </p:nvSpPr>
          <p:spPr>
            <a:xfrm>
              <a:off x="7409007" y="3297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5" name="pt21895"/>
            <p:cNvSpPr/>
            <p:nvPr/>
          </p:nvSpPr>
          <p:spPr>
            <a:xfrm>
              <a:off x="7489154" y="3281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6" name="pt21896"/>
            <p:cNvSpPr/>
            <p:nvPr/>
          </p:nvSpPr>
          <p:spPr>
            <a:xfrm>
              <a:off x="7575358" y="32692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7" name="pt21897"/>
            <p:cNvSpPr/>
            <p:nvPr/>
          </p:nvSpPr>
          <p:spPr>
            <a:xfrm>
              <a:off x="5611528" y="3255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8" name="pt21898"/>
            <p:cNvSpPr/>
            <p:nvPr/>
          </p:nvSpPr>
          <p:spPr>
            <a:xfrm>
              <a:off x="7322667" y="3279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899" name="pt21899"/>
            <p:cNvSpPr/>
            <p:nvPr/>
          </p:nvSpPr>
          <p:spPr>
            <a:xfrm>
              <a:off x="7405998" y="32728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0" name="pt21900"/>
            <p:cNvSpPr/>
            <p:nvPr/>
          </p:nvSpPr>
          <p:spPr>
            <a:xfrm>
              <a:off x="7353664" y="32738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1" name="pt21901"/>
            <p:cNvSpPr/>
            <p:nvPr/>
          </p:nvSpPr>
          <p:spPr>
            <a:xfrm>
              <a:off x="7476328" y="32396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2" name="pt21902"/>
            <p:cNvSpPr/>
            <p:nvPr/>
          </p:nvSpPr>
          <p:spPr>
            <a:xfrm>
              <a:off x="7423665" y="3374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3" name="pt21903"/>
            <p:cNvSpPr/>
            <p:nvPr/>
          </p:nvSpPr>
          <p:spPr>
            <a:xfrm>
              <a:off x="7371121" y="3238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4" name="pt21904"/>
            <p:cNvSpPr/>
            <p:nvPr/>
          </p:nvSpPr>
          <p:spPr>
            <a:xfrm>
              <a:off x="7356401" y="32977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5" name="pt21905"/>
            <p:cNvSpPr/>
            <p:nvPr/>
          </p:nvSpPr>
          <p:spPr>
            <a:xfrm>
              <a:off x="7414225" y="32746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6" name="pt21906"/>
            <p:cNvSpPr/>
            <p:nvPr/>
          </p:nvSpPr>
          <p:spPr>
            <a:xfrm>
              <a:off x="7384278" y="32466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7" name="pt21907"/>
            <p:cNvSpPr/>
            <p:nvPr/>
          </p:nvSpPr>
          <p:spPr>
            <a:xfrm>
              <a:off x="7371996" y="32271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8" name="pt21908"/>
            <p:cNvSpPr/>
            <p:nvPr/>
          </p:nvSpPr>
          <p:spPr>
            <a:xfrm>
              <a:off x="7392909" y="3229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09" name="pt21909"/>
            <p:cNvSpPr/>
            <p:nvPr/>
          </p:nvSpPr>
          <p:spPr>
            <a:xfrm>
              <a:off x="7621785" y="2966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0" name="pt21910"/>
            <p:cNvSpPr/>
            <p:nvPr/>
          </p:nvSpPr>
          <p:spPr>
            <a:xfrm>
              <a:off x="7288837" y="3168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1" name="pt21911"/>
            <p:cNvSpPr/>
            <p:nvPr/>
          </p:nvSpPr>
          <p:spPr>
            <a:xfrm>
              <a:off x="7447059" y="3256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2" name="pt21912"/>
            <p:cNvSpPr/>
            <p:nvPr/>
          </p:nvSpPr>
          <p:spPr>
            <a:xfrm>
              <a:off x="7353426" y="32474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3" name="pt21913"/>
            <p:cNvSpPr/>
            <p:nvPr/>
          </p:nvSpPr>
          <p:spPr>
            <a:xfrm>
              <a:off x="7319538" y="32208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4" name="pt21914"/>
            <p:cNvSpPr/>
            <p:nvPr/>
          </p:nvSpPr>
          <p:spPr>
            <a:xfrm>
              <a:off x="7283617" y="32768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5" name="pt21915"/>
            <p:cNvSpPr/>
            <p:nvPr/>
          </p:nvSpPr>
          <p:spPr>
            <a:xfrm>
              <a:off x="7231640" y="32236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6" name="pt21916"/>
            <p:cNvSpPr/>
            <p:nvPr/>
          </p:nvSpPr>
          <p:spPr>
            <a:xfrm>
              <a:off x="7335886" y="3302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7" name="pt21917"/>
            <p:cNvSpPr/>
            <p:nvPr/>
          </p:nvSpPr>
          <p:spPr>
            <a:xfrm>
              <a:off x="7356313" y="31586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8" name="pt21918"/>
            <p:cNvSpPr/>
            <p:nvPr/>
          </p:nvSpPr>
          <p:spPr>
            <a:xfrm>
              <a:off x="7520180" y="3271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19" name="pt21919"/>
            <p:cNvSpPr/>
            <p:nvPr/>
          </p:nvSpPr>
          <p:spPr>
            <a:xfrm>
              <a:off x="7488237" y="32624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0" name="pt21920"/>
            <p:cNvSpPr/>
            <p:nvPr/>
          </p:nvSpPr>
          <p:spPr>
            <a:xfrm>
              <a:off x="7433732" y="32357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1" name="pt21921"/>
            <p:cNvSpPr/>
            <p:nvPr/>
          </p:nvSpPr>
          <p:spPr>
            <a:xfrm>
              <a:off x="7577677" y="3280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2" name="pt21922"/>
            <p:cNvSpPr/>
            <p:nvPr/>
          </p:nvSpPr>
          <p:spPr>
            <a:xfrm>
              <a:off x="7491182" y="33262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3" name="pt21923"/>
            <p:cNvSpPr/>
            <p:nvPr/>
          </p:nvSpPr>
          <p:spPr>
            <a:xfrm>
              <a:off x="7539541" y="32720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4" name="pt21924"/>
            <p:cNvSpPr/>
            <p:nvPr/>
          </p:nvSpPr>
          <p:spPr>
            <a:xfrm>
              <a:off x="7287760" y="32712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5" name="pt21925"/>
            <p:cNvSpPr/>
            <p:nvPr/>
          </p:nvSpPr>
          <p:spPr>
            <a:xfrm>
              <a:off x="7506801" y="32792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6" name="pt21926"/>
            <p:cNvSpPr/>
            <p:nvPr/>
          </p:nvSpPr>
          <p:spPr>
            <a:xfrm>
              <a:off x="7431028" y="3597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7" name="pt21927"/>
            <p:cNvSpPr/>
            <p:nvPr/>
          </p:nvSpPr>
          <p:spPr>
            <a:xfrm>
              <a:off x="7427215" y="32607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8" name="pt21928"/>
            <p:cNvSpPr/>
            <p:nvPr/>
          </p:nvSpPr>
          <p:spPr>
            <a:xfrm>
              <a:off x="7426864" y="32507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29" name="pt21929"/>
            <p:cNvSpPr/>
            <p:nvPr/>
          </p:nvSpPr>
          <p:spPr>
            <a:xfrm>
              <a:off x="7338484" y="31526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0" name="pt21930"/>
            <p:cNvSpPr/>
            <p:nvPr/>
          </p:nvSpPr>
          <p:spPr>
            <a:xfrm>
              <a:off x="7567469" y="3257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1" name="pt21931"/>
            <p:cNvSpPr/>
            <p:nvPr/>
          </p:nvSpPr>
          <p:spPr>
            <a:xfrm>
              <a:off x="7434521" y="32624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2" name="pt21932"/>
            <p:cNvSpPr/>
            <p:nvPr/>
          </p:nvSpPr>
          <p:spPr>
            <a:xfrm>
              <a:off x="7416115" y="32412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3" name="pt21933"/>
            <p:cNvSpPr/>
            <p:nvPr/>
          </p:nvSpPr>
          <p:spPr>
            <a:xfrm>
              <a:off x="7356400" y="32303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4" name="pt21934"/>
            <p:cNvSpPr/>
            <p:nvPr/>
          </p:nvSpPr>
          <p:spPr>
            <a:xfrm>
              <a:off x="7481196" y="32787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5" name="pt21935"/>
            <p:cNvSpPr/>
            <p:nvPr/>
          </p:nvSpPr>
          <p:spPr>
            <a:xfrm>
              <a:off x="7573570" y="3316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6" name="pt21936"/>
            <p:cNvSpPr/>
            <p:nvPr/>
          </p:nvSpPr>
          <p:spPr>
            <a:xfrm>
              <a:off x="7407400" y="32367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7" name="pt21937"/>
            <p:cNvSpPr/>
            <p:nvPr/>
          </p:nvSpPr>
          <p:spPr>
            <a:xfrm>
              <a:off x="7581916" y="32732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8" name="pt21938"/>
            <p:cNvSpPr/>
            <p:nvPr/>
          </p:nvSpPr>
          <p:spPr>
            <a:xfrm>
              <a:off x="7480833" y="325840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39" name="pt21939"/>
            <p:cNvSpPr/>
            <p:nvPr/>
          </p:nvSpPr>
          <p:spPr>
            <a:xfrm>
              <a:off x="7427034" y="3320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0" name="pt21940"/>
            <p:cNvSpPr/>
            <p:nvPr/>
          </p:nvSpPr>
          <p:spPr>
            <a:xfrm>
              <a:off x="7296651" y="3258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1" name="pt21941"/>
            <p:cNvSpPr/>
            <p:nvPr/>
          </p:nvSpPr>
          <p:spPr>
            <a:xfrm>
              <a:off x="7339550" y="32201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2" name="pt21942"/>
            <p:cNvSpPr/>
            <p:nvPr/>
          </p:nvSpPr>
          <p:spPr>
            <a:xfrm>
              <a:off x="7607630" y="3304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3" name="pt21943"/>
            <p:cNvSpPr/>
            <p:nvPr/>
          </p:nvSpPr>
          <p:spPr>
            <a:xfrm>
              <a:off x="7403605" y="32204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4" name="pt21944"/>
            <p:cNvSpPr/>
            <p:nvPr/>
          </p:nvSpPr>
          <p:spPr>
            <a:xfrm>
              <a:off x="7563297" y="32605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5" name="pt21945"/>
            <p:cNvSpPr/>
            <p:nvPr/>
          </p:nvSpPr>
          <p:spPr>
            <a:xfrm>
              <a:off x="7590676" y="3268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6" name="pt21946"/>
            <p:cNvSpPr/>
            <p:nvPr/>
          </p:nvSpPr>
          <p:spPr>
            <a:xfrm>
              <a:off x="7545676" y="32743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7" name="pt21947"/>
            <p:cNvSpPr/>
            <p:nvPr/>
          </p:nvSpPr>
          <p:spPr>
            <a:xfrm>
              <a:off x="7222196" y="32662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8" name="pt21948"/>
            <p:cNvSpPr/>
            <p:nvPr/>
          </p:nvSpPr>
          <p:spPr>
            <a:xfrm>
              <a:off x="7380165" y="326901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49" name="pt21949"/>
            <p:cNvSpPr/>
            <p:nvPr/>
          </p:nvSpPr>
          <p:spPr>
            <a:xfrm>
              <a:off x="7489617" y="33749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0" name="pt21950"/>
            <p:cNvSpPr/>
            <p:nvPr/>
          </p:nvSpPr>
          <p:spPr>
            <a:xfrm>
              <a:off x="7307161" y="32756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1" name="pt21951"/>
            <p:cNvSpPr/>
            <p:nvPr/>
          </p:nvSpPr>
          <p:spPr>
            <a:xfrm>
              <a:off x="7405994" y="3235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2" name="pt21952"/>
            <p:cNvSpPr/>
            <p:nvPr/>
          </p:nvSpPr>
          <p:spPr>
            <a:xfrm>
              <a:off x="7476864" y="32345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3" name="pt21953"/>
            <p:cNvSpPr/>
            <p:nvPr/>
          </p:nvSpPr>
          <p:spPr>
            <a:xfrm>
              <a:off x="7373984" y="31804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4" name="pt21954"/>
            <p:cNvSpPr/>
            <p:nvPr/>
          </p:nvSpPr>
          <p:spPr>
            <a:xfrm>
              <a:off x="7435087" y="33008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5" name="pt21955"/>
            <p:cNvSpPr/>
            <p:nvPr/>
          </p:nvSpPr>
          <p:spPr>
            <a:xfrm>
              <a:off x="7434601" y="32711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6" name="pt21956"/>
            <p:cNvSpPr/>
            <p:nvPr/>
          </p:nvSpPr>
          <p:spPr>
            <a:xfrm>
              <a:off x="7494115" y="3260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7" name="pt21957"/>
            <p:cNvSpPr/>
            <p:nvPr/>
          </p:nvSpPr>
          <p:spPr>
            <a:xfrm>
              <a:off x="7645016" y="32600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8" name="pt21958"/>
            <p:cNvSpPr/>
            <p:nvPr/>
          </p:nvSpPr>
          <p:spPr>
            <a:xfrm>
              <a:off x="7442155" y="32215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59" name="pt21959"/>
            <p:cNvSpPr/>
            <p:nvPr/>
          </p:nvSpPr>
          <p:spPr>
            <a:xfrm>
              <a:off x="7690039" y="3331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0" name="pt21960"/>
            <p:cNvSpPr/>
            <p:nvPr/>
          </p:nvSpPr>
          <p:spPr>
            <a:xfrm>
              <a:off x="7334559" y="32755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1" name="pt21961"/>
            <p:cNvSpPr/>
            <p:nvPr/>
          </p:nvSpPr>
          <p:spPr>
            <a:xfrm>
              <a:off x="7481145" y="33272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2" name="pt21962"/>
            <p:cNvSpPr/>
            <p:nvPr/>
          </p:nvSpPr>
          <p:spPr>
            <a:xfrm>
              <a:off x="7490373" y="3243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3" name="pt21963"/>
            <p:cNvSpPr/>
            <p:nvPr/>
          </p:nvSpPr>
          <p:spPr>
            <a:xfrm>
              <a:off x="7303231" y="321109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4" name="pt21964"/>
            <p:cNvSpPr/>
            <p:nvPr/>
          </p:nvSpPr>
          <p:spPr>
            <a:xfrm>
              <a:off x="7336893" y="326033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5" name="pt21965"/>
            <p:cNvSpPr/>
            <p:nvPr/>
          </p:nvSpPr>
          <p:spPr>
            <a:xfrm>
              <a:off x="7375194" y="32879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6" name="pt21966"/>
            <p:cNvSpPr/>
            <p:nvPr/>
          </p:nvSpPr>
          <p:spPr>
            <a:xfrm>
              <a:off x="7412328" y="33011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7" name="pt21967"/>
            <p:cNvSpPr/>
            <p:nvPr/>
          </p:nvSpPr>
          <p:spPr>
            <a:xfrm>
              <a:off x="7290614" y="32728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8" name="pt21968"/>
            <p:cNvSpPr/>
            <p:nvPr/>
          </p:nvSpPr>
          <p:spPr>
            <a:xfrm>
              <a:off x="7453263" y="3266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69" name="pt21969"/>
            <p:cNvSpPr/>
            <p:nvPr/>
          </p:nvSpPr>
          <p:spPr>
            <a:xfrm>
              <a:off x="7356155" y="32642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0" name="pt21970"/>
            <p:cNvSpPr/>
            <p:nvPr/>
          </p:nvSpPr>
          <p:spPr>
            <a:xfrm>
              <a:off x="7300888" y="32661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1" name="pt21971"/>
            <p:cNvSpPr/>
            <p:nvPr/>
          </p:nvSpPr>
          <p:spPr>
            <a:xfrm>
              <a:off x="7344432" y="3253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2" name="pt21972"/>
            <p:cNvSpPr/>
            <p:nvPr/>
          </p:nvSpPr>
          <p:spPr>
            <a:xfrm>
              <a:off x="7270229" y="3280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3" name="pt21973"/>
            <p:cNvSpPr/>
            <p:nvPr/>
          </p:nvSpPr>
          <p:spPr>
            <a:xfrm>
              <a:off x="7346186" y="32845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4" name="pt21974"/>
            <p:cNvSpPr/>
            <p:nvPr/>
          </p:nvSpPr>
          <p:spPr>
            <a:xfrm>
              <a:off x="7412281" y="32816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5" name="pt21975"/>
            <p:cNvSpPr/>
            <p:nvPr/>
          </p:nvSpPr>
          <p:spPr>
            <a:xfrm>
              <a:off x="7398580" y="3227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6" name="pt21976"/>
            <p:cNvSpPr/>
            <p:nvPr/>
          </p:nvSpPr>
          <p:spPr>
            <a:xfrm>
              <a:off x="7323990" y="3273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7" name="pt21977"/>
            <p:cNvSpPr/>
            <p:nvPr/>
          </p:nvSpPr>
          <p:spPr>
            <a:xfrm>
              <a:off x="7420990" y="32731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8" name="pt21978"/>
            <p:cNvSpPr/>
            <p:nvPr/>
          </p:nvSpPr>
          <p:spPr>
            <a:xfrm>
              <a:off x="7335537" y="32488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79" name="pt21979"/>
            <p:cNvSpPr/>
            <p:nvPr/>
          </p:nvSpPr>
          <p:spPr>
            <a:xfrm>
              <a:off x="7562769" y="3259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0" name="pt21980"/>
            <p:cNvSpPr/>
            <p:nvPr/>
          </p:nvSpPr>
          <p:spPr>
            <a:xfrm>
              <a:off x="7675268" y="3303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1" name="pt21981"/>
            <p:cNvSpPr/>
            <p:nvPr/>
          </p:nvSpPr>
          <p:spPr>
            <a:xfrm>
              <a:off x="7547487" y="32503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2" name="pt21982"/>
            <p:cNvSpPr/>
            <p:nvPr/>
          </p:nvSpPr>
          <p:spPr>
            <a:xfrm>
              <a:off x="7368249" y="32612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3" name="pt21983"/>
            <p:cNvSpPr/>
            <p:nvPr/>
          </p:nvSpPr>
          <p:spPr>
            <a:xfrm>
              <a:off x="7419355" y="3262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4" name="pt21984"/>
            <p:cNvSpPr/>
            <p:nvPr/>
          </p:nvSpPr>
          <p:spPr>
            <a:xfrm>
              <a:off x="7536691" y="32460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5" name="pt21985"/>
            <p:cNvSpPr/>
            <p:nvPr/>
          </p:nvSpPr>
          <p:spPr>
            <a:xfrm>
              <a:off x="7320215" y="32124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6" name="pt21986"/>
            <p:cNvSpPr/>
            <p:nvPr/>
          </p:nvSpPr>
          <p:spPr>
            <a:xfrm>
              <a:off x="7517072" y="32789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7" name="pt21987"/>
            <p:cNvSpPr/>
            <p:nvPr/>
          </p:nvSpPr>
          <p:spPr>
            <a:xfrm>
              <a:off x="7442500" y="32754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8" name="pt21988"/>
            <p:cNvSpPr/>
            <p:nvPr/>
          </p:nvSpPr>
          <p:spPr>
            <a:xfrm>
              <a:off x="7271933" y="32587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89" name="pt21989"/>
            <p:cNvSpPr/>
            <p:nvPr/>
          </p:nvSpPr>
          <p:spPr>
            <a:xfrm>
              <a:off x="7406283" y="3265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0" name="pt21990"/>
            <p:cNvSpPr/>
            <p:nvPr/>
          </p:nvSpPr>
          <p:spPr>
            <a:xfrm>
              <a:off x="7435078" y="32234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1" name="pt21991"/>
            <p:cNvSpPr/>
            <p:nvPr/>
          </p:nvSpPr>
          <p:spPr>
            <a:xfrm>
              <a:off x="7427832" y="32446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2" name="pt21992"/>
            <p:cNvSpPr/>
            <p:nvPr/>
          </p:nvSpPr>
          <p:spPr>
            <a:xfrm>
              <a:off x="7448137" y="3183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3" name="pt21993"/>
            <p:cNvSpPr/>
            <p:nvPr/>
          </p:nvSpPr>
          <p:spPr>
            <a:xfrm>
              <a:off x="7416285" y="3275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4" name="pt21994"/>
            <p:cNvSpPr/>
            <p:nvPr/>
          </p:nvSpPr>
          <p:spPr>
            <a:xfrm>
              <a:off x="7437382" y="32791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5" name="pt21995"/>
            <p:cNvSpPr/>
            <p:nvPr/>
          </p:nvSpPr>
          <p:spPr>
            <a:xfrm>
              <a:off x="7460216" y="32194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6" name="pt21996"/>
            <p:cNvSpPr/>
            <p:nvPr/>
          </p:nvSpPr>
          <p:spPr>
            <a:xfrm>
              <a:off x="7636383" y="32619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7" name="pt21997"/>
            <p:cNvSpPr/>
            <p:nvPr/>
          </p:nvSpPr>
          <p:spPr>
            <a:xfrm>
              <a:off x="7529526" y="3255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8" name="pt21998"/>
            <p:cNvSpPr/>
            <p:nvPr/>
          </p:nvSpPr>
          <p:spPr>
            <a:xfrm>
              <a:off x="7415429" y="32753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1999" name="pt21999"/>
            <p:cNvSpPr/>
            <p:nvPr/>
          </p:nvSpPr>
          <p:spPr>
            <a:xfrm>
              <a:off x="7190950" y="32483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0" name="pt22000"/>
            <p:cNvSpPr/>
            <p:nvPr/>
          </p:nvSpPr>
          <p:spPr>
            <a:xfrm>
              <a:off x="7324502" y="3252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1" name="pt22001"/>
            <p:cNvSpPr/>
            <p:nvPr/>
          </p:nvSpPr>
          <p:spPr>
            <a:xfrm>
              <a:off x="7357048" y="32605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2" name="pt22002"/>
            <p:cNvSpPr/>
            <p:nvPr/>
          </p:nvSpPr>
          <p:spPr>
            <a:xfrm>
              <a:off x="7310844" y="3253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3" name="pt22003"/>
            <p:cNvSpPr/>
            <p:nvPr/>
          </p:nvSpPr>
          <p:spPr>
            <a:xfrm>
              <a:off x="7215303" y="32932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4" name="pt22004"/>
            <p:cNvSpPr/>
            <p:nvPr/>
          </p:nvSpPr>
          <p:spPr>
            <a:xfrm>
              <a:off x="7357640" y="3268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5" name="pt22005"/>
            <p:cNvSpPr/>
            <p:nvPr/>
          </p:nvSpPr>
          <p:spPr>
            <a:xfrm>
              <a:off x="7289451" y="32667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6" name="pt22006"/>
            <p:cNvSpPr/>
            <p:nvPr/>
          </p:nvSpPr>
          <p:spPr>
            <a:xfrm>
              <a:off x="7410231" y="32640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7" name="pt22007"/>
            <p:cNvSpPr/>
            <p:nvPr/>
          </p:nvSpPr>
          <p:spPr>
            <a:xfrm>
              <a:off x="7513742" y="32642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8" name="pt22008"/>
            <p:cNvSpPr/>
            <p:nvPr/>
          </p:nvSpPr>
          <p:spPr>
            <a:xfrm>
              <a:off x="7429290" y="3273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09" name="pt22009"/>
            <p:cNvSpPr/>
            <p:nvPr/>
          </p:nvSpPr>
          <p:spPr>
            <a:xfrm>
              <a:off x="8444137" y="333328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0" name="pt22010"/>
            <p:cNvSpPr/>
            <p:nvPr/>
          </p:nvSpPr>
          <p:spPr>
            <a:xfrm>
              <a:off x="7281603" y="3269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1" name="pt22011"/>
            <p:cNvSpPr/>
            <p:nvPr/>
          </p:nvSpPr>
          <p:spPr>
            <a:xfrm>
              <a:off x="7371946" y="32454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2" name="pt22012"/>
            <p:cNvSpPr/>
            <p:nvPr/>
          </p:nvSpPr>
          <p:spPr>
            <a:xfrm>
              <a:off x="7339603" y="32423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3" name="pt22013"/>
            <p:cNvSpPr/>
            <p:nvPr/>
          </p:nvSpPr>
          <p:spPr>
            <a:xfrm>
              <a:off x="7380609" y="32862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4" name="pt22014"/>
            <p:cNvSpPr/>
            <p:nvPr/>
          </p:nvSpPr>
          <p:spPr>
            <a:xfrm>
              <a:off x="7392808" y="32695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5" name="pt22015"/>
            <p:cNvSpPr/>
            <p:nvPr/>
          </p:nvSpPr>
          <p:spPr>
            <a:xfrm>
              <a:off x="7414393" y="32545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6" name="pt22016"/>
            <p:cNvSpPr/>
            <p:nvPr/>
          </p:nvSpPr>
          <p:spPr>
            <a:xfrm>
              <a:off x="7525814" y="28064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7" name="pt22017"/>
            <p:cNvSpPr/>
            <p:nvPr/>
          </p:nvSpPr>
          <p:spPr>
            <a:xfrm>
              <a:off x="7338195" y="32590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8" name="pt22018"/>
            <p:cNvSpPr/>
            <p:nvPr/>
          </p:nvSpPr>
          <p:spPr>
            <a:xfrm>
              <a:off x="7328814" y="32483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19" name="pt22019"/>
            <p:cNvSpPr/>
            <p:nvPr/>
          </p:nvSpPr>
          <p:spPr>
            <a:xfrm>
              <a:off x="7243701" y="32744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0" name="pt22020"/>
            <p:cNvSpPr/>
            <p:nvPr/>
          </p:nvSpPr>
          <p:spPr>
            <a:xfrm>
              <a:off x="7338095" y="32192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1" name="pt22021"/>
            <p:cNvSpPr/>
            <p:nvPr/>
          </p:nvSpPr>
          <p:spPr>
            <a:xfrm>
              <a:off x="7448657" y="32596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2" name="pt22022"/>
            <p:cNvSpPr/>
            <p:nvPr/>
          </p:nvSpPr>
          <p:spPr>
            <a:xfrm>
              <a:off x="7424136" y="32681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3" name="pt22023"/>
            <p:cNvSpPr/>
            <p:nvPr/>
          </p:nvSpPr>
          <p:spPr>
            <a:xfrm>
              <a:off x="7331713" y="3266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4" name="pt22024"/>
            <p:cNvSpPr/>
            <p:nvPr/>
          </p:nvSpPr>
          <p:spPr>
            <a:xfrm>
              <a:off x="7379721" y="32500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5" name="pt22025"/>
            <p:cNvSpPr/>
            <p:nvPr/>
          </p:nvSpPr>
          <p:spPr>
            <a:xfrm>
              <a:off x="7486981" y="32821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6" name="pt22026"/>
            <p:cNvSpPr/>
            <p:nvPr/>
          </p:nvSpPr>
          <p:spPr>
            <a:xfrm>
              <a:off x="7450057" y="3309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7" name="pt22027"/>
            <p:cNvSpPr/>
            <p:nvPr/>
          </p:nvSpPr>
          <p:spPr>
            <a:xfrm>
              <a:off x="7490555" y="32772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8" name="pt22028"/>
            <p:cNvSpPr/>
            <p:nvPr/>
          </p:nvSpPr>
          <p:spPr>
            <a:xfrm>
              <a:off x="7426831" y="32525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29" name="pt22029"/>
            <p:cNvSpPr/>
            <p:nvPr/>
          </p:nvSpPr>
          <p:spPr>
            <a:xfrm>
              <a:off x="7437832" y="32726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0" name="pt22030"/>
            <p:cNvSpPr/>
            <p:nvPr/>
          </p:nvSpPr>
          <p:spPr>
            <a:xfrm>
              <a:off x="7446790" y="32781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1" name="pt22031"/>
            <p:cNvSpPr/>
            <p:nvPr/>
          </p:nvSpPr>
          <p:spPr>
            <a:xfrm>
              <a:off x="7314944" y="3251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2" name="pt22032"/>
            <p:cNvSpPr/>
            <p:nvPr/>
          </p:nvSpPr>
          <p:spPr>
            <a:xfrm>
              <a:off x="7606523" y="3274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3" name="pt22033"/>
            <p:cNvSpPr/>
            <p:nvPr/>
          </p:nvSpPr>
          <p:spPr>
            <a:xfrm>
              <a:off x="7409325" y="32344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4" name="pt22034"/>
            <p:cNvSpPr/>
            <p:nvPr/>
          </p:nvSpPr>
          <p:spPr>
            <a:xfrm>
              <a:off x="7578404" y="32681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5" name="pt22035"/>
            <p:cNvSpPr/>
            <p:nvPr/>
          </p:nvSpPr>
          <p:spPr>
            <a:xfrm>
              <a:off x="7442587" y="32830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6" name="pt22036"/>
            <p:cNvSpPr/>
            <p:nvPr/>
          </p:nvSpPr>
          <p:spPr>
            <a:xfrm>
              <a:off x="7433280" y="32502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7" name="pt22037"/>
            <p:cNvSpPr/>
            <p:nvPr/>
          </p:nvSpPr>
          <p:spPr>
            <a:xfrm>
              <a:off x="7385394" y="32735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8" name="pt22038"/>
            <p:cNvSpPr/>
            <p:nvPr/>
          </p:nvSpPr>
          <p:spPr>
            <a:xfrm>
              <a:off x="7484235" y="33074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39" name="pt22039"/>
            <p:cNvSpPr/>
            <p:nvPr/>
          </p:nvSpPr>
          <p:spPr>
            <a:xfrm>
              <a:off x="7404921" y="32679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0" name="pt22040"/>
            <p:cNvSpPr/>
            <p:nvPr/>
          </p:nvSpPr>
          <p:spPr>
            <a:xfrm>
              <a:off x="7496517" y="32594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1" name="pt22041"/>
            <p:cNvSpPr/>
            <p:nvPr/>
          </p:nvSpPr>
          <p:spPr>
            <a:xfrm>
              <a:off x="7335883" y="327303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2" name="pt22042"/>
            <p:cNvSpPr/>
            <p:nvPr/>
          </p:nvSpPr>
          <p:spPr>
            <a:xfrm>
              <a:off x="7724012" y="3277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3" name="pt22043"/>
            <p:cNvSpPr/>
            <p:nvPr/>
          </p:nvSpPr>
          <p:spPr>
            <a:xfrm>
              <a:off x="7351377" y="32361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4" name="pt22044"/>
            <p:cNvSpPr/>
            <p:nvPr/>
          </p:nvSpPr>
          <p:spPr>
            <a:xfrm>
              <a:off x="7589061" y="3313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5" name="pt22045"/>
            <p:cNvSpPr/>
            <p:nvPr/>
          </p:nvSpPr>
          <p:spPr>
            <a:xfrm>
              <a:off x="7384905" y="3275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6" name="pt22046"/>
            <p:cNvSpPr/>
            <p:nvPr/>
          </p:nvSpPr>
          <p:spPr>
            <a:xfrm>
              <a:off x="7382758" y="32575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7" name="pt22047"/>
            <p:cNvSpPr/>
            <p:nvPr/>
          </p:nvSpPr>
          <p:spPr>
            <a:xfrm>
              <a:off x="7450595" y="32511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8" name="pt22048"/>
            <p:cNvSpPr/>
            <p:nvPr/>
          </p:nvSpPr>
          <p:spPr>
            <a:xfrm>
              <a:off x="7325201" y="31659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49" name="pt22049"/>
            <p:cNvSpPr/>
            <p:nvPr/>
          </p:nvSpPr>
          <p:spPr>
            <a:xfrm>
              <a:off x="7382222" y="3060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0" name="pt22050"/>
            <p:cNvSpPr/>
            <p:nvPr/>
          </p:nvSpPr>
          <p:spPr>
            <a:xfrm>
              <a:off x="7339907" y="32784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1" name="pt22051"/>
            <p:cNvSpPr/>
            <p:nvPr/>
          </p:nvSpPr>
          <p:spPr>
            <a:xfrm>
              <a:off x="7489068" y="3284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2" name="pt22052"/>
            <p:cNvSpPr/>
            <p:nvPr/>
          </p:nvSpPr>
          <p:spPr>
            <a:xfrm>
              <a:off x="7409703" y="32625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3" name="pt22053"/>
            <p:cNvSpPr/>
            <p:nvPr/>
          </p:nvSpPr>
          <p:spPr>
            <a:xfrm>
              <a:off x="7409764" y="32772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4" name="pt22054"/>
            <p:cNvSpPr/>
            <p:nvPr/>
          </p:nvSpPr>
          <p:spPr>
            <a:xfrm>
              <a:off x="7448976" y="32655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5" name="pt22055"/>
            <p:cNvSpPr/>
            <p:nvPr/>
          </p:nvSpPr>
          <p:spPr>
            <a:xfrm>
              <a:off x="7382803" y="3170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6" name="pt22056"/>
            <p:cNvSpPr/>
            <p:nvPr/>
          </p:nvSpPr>
          <p:spPr>
            <a:xfrm>
              <a:off x="7418597" y="3255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7" name="pt22057"/>
            <p:cNvSpPr/>
            <p:nvPr/>
          </p:nvSpPr>
          <p:spPr>
            <a:xfrm>
              <a:off x="7419909" y="33039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8" name="pt22058"/>
            <p:cNvSpPr/>
            <p:nvPr/>
          </p:nvSpPr>
          <p:spPr>
            <a:xfrm>
              <a:off x="7345509" y="3264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59" name="pt22059"/>
            <p:cNvSpPr/>
            <p:nvPr/>
          </p:nvSpPr>
          <p:spPr>
            <a:xfrm>
              <a:off x="7435484" y="3261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0" name="pt22060"/>
            <p:cNvSpPr/>
            <p:nvPr/>
          </p:nvSpPr>
          <p:spPr>
            <a:xfrm>
              <a:off x="7479986" y="32788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1" name="pt22061"/>
            <p:cNvSpPr/>
            <p:nvPr/>
          </p:nvSpPr>
          <p:spPr>
            <a:xfrm>
              <a:off x="7403777" y="3241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2" name="pt22062"/>
            <p:cNvSpPr/>
            <p:nvPr/>
          </p:nvSpPr>
          <p:spPr>
            <a:xfrm>
              <a:off x="7320897" y="32605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3" name="pt22063"/>
            <p:cNvSpPr/>
            <p:nvPr/>
          </p:nvSpPr>
          <p:spPr>
            <a:xfrm>
              <a:off x="7398583" y="32448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4" name="pt22064"/>
            <p:cNvSpPr/>
            <p:nvPr/>
          </p:nvSpPr>
          <p:spPr>
            <a:xfrm>
              <a:off x="7530907" y="3213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5" name="pt22065"/>
            <p:cNvSpPr/>
            <p:nvPr/>
          </p:nvSpPr>
          <p:spPr>
            <a:xfrm>
              <a:off x="7364335" y="3228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6" name="pt22066"/>
            <p:cNvSpPr/>
            <p:nvPr/>
          </p:nvSpPr>
          <p:spPr>
            <a:xfrm>
              <a:off x="7421794" y="3279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7" name="pt22067"/>
            <p:cNvSpPr/>
            <p:nvPr/>
          </p:nvSpPr>
          <p:spPr>
            <a:xfrm>
              <a:off x="7476606" y="32593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8" name="pt22068"/>
            <p:cNvSpPr/>
            <p:nvPr/>
          </p:nvSpPr>
          <p:spPr>
            <a:xfrm>
              <a:off x="7443433" y="32758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69" name="pt22069"/>
            <p:cNvSpPr/>
            <p:nvPr/>
          </p:nvSpPr>
          <p:spPr>
            <a:xfrm>
              <a:off x="7431769" y="32656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0" name="pt22070"/>
            <p:cNvSpPr/>
            <p:nvPr/>
          </p:nvSpPr>
          <p:spPr>
            <a:xfrm>
              <a:off x="7404195" y="3284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1" name="pt22071"/>
            <p:cNvSpPr/>
            <p:nvPr/>
          </p:nvSpPr>
          <p:spPr>
            <a:xfrm>
              <a:off x="7345320" y="32513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2" name="pt22072"/>
            <p:cNvSpPr/>
            <p:nvPr/>
          </p:nvSpPr>
          <p:spPr>
            <a:xfrm>
              <a:off x="7487830" y="32619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3" name="pt22073"/>
            <p:cNvSpPr/>
            <p:nvPr/>
          </p:nvSpPr>
          <p:spPr>
            <a:xfrm>
              <a:off x="7585774" y="32465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4" name="pt22074"/>
            <p:cNvSpPr/>
            <p:nvPr/>
          </p:nvSpPr>
          <p:spPr>
            <a:xfrm>
              <a:off x="7455825" y="32717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5" name="pt22075"/>
            <p:cNvSpPr/>
            <p:nvPr/>
          </p:nvSpPr>
          <p:spPr>
            <a:xfrm>
              <a:off x="7474268" y="3225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6" name="pt22076"/>
            <p:cNvSpPr/>
            <p:nvPr/>
          </p:nvSpPr>
          <p:spPr>
            <a:xfrm>
              <a:off x="7411331" y="32448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7" name="pt22077"/>
            <p:cNvSpPr/>
            <p:nvPr/>
          </p:nvSpPr>
          <p:spPr>
            <a:xfrm>
              <a:off x="7458388" y="32841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8" name="pt22078"/>
            <p:cNvSpPr/>
            <p:nvPr/>
          </p:nvSpPr>
          <p:spPr>
            <a:xfrm>
              <a:off x="7687572" y="32609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79" name="pt22079"/>
            <p:cNvSpPr/>
            <p:nvPr/>
          </p:nvSpPr>
          <p:spPr>
            <a:xfrm>
              <a:off x="7378001" y="32501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0" name="pt22080"/>
            <p:cNvSpPr/>
            <p:nvPr/>
          </p:nvSpPr>
          <p:spPr>
            <a:xfrm>
              <a:off x="7313236" y="33417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1" name="pt22081"/>
            <p:cNvSpPr/>
            <p:nvPr/>
          </p:nvSpPr>
          <p:spPr>
            <a:xfrm>
              <a:off x="7468933" y="3258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2" name="pt22082"/>
            <p:cNvSpPr/>
            <p:nvPr/>
          </p:nvSpPr>
          <p:spPr>
            <a:xfrm>
              <a:off x="7346909" y="3274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3" name="pt22083"/>
            <p:cNvSpPr/>
            <p:nvPr/>
          </p:nvSpPr>
          <p:spPr>
            <a:xfrm>
              <a:off x="7427356" y="32807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4" name="pt22084"/>
            <p:cNvSpPr/>
            <p:nvPr/>
          </p:nvSpPr>
          <p:spPr>
            <a:xfrm>
              <a:off x="7562002" y="32585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5" name="pt22085"/>
            <p:cNvSpPr/>
            <p:nvPr/>
          </p:nvSpPr>
          <p:spPr>
            <a:xfrm>
              <a:off x="7557862" y="32619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6" name="pt22086"/>
            <p:cNvSpPr/>
            <p:nvPr/>
          </p:nvSpPr>
          <p:spPr>
            <a:xfrm>
              <a:off x="7343244" y="32731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7" name="pt22087"/>
            <p:cNvSpPr/>
            <p:nvPr/>
          </p:nvSpPr>
          <p:spPr>
            <a:xfrm>
              <a:off x="7475391" y="33013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8" name="pt22088"/>
            <p:cNvSpPr/>
            <p:nvPr/>
          </p:nvSpPr>
          <p:spPr>
            <a:xfrm>
              <a:off x="7626113" y="32651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89" name="pt22089"/>
            <p:cNvSpPr/>
            <p:nvPr/>
          </p:nvSpPr>
          <p:spPr>
            <a:xfrm>
              <a:off x="7544982" y="3308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0" name="pt22090"/>
            <p:cNvSpPr/>
            <p:nvPr/>
          </p:nvSpPr>
          <p:spPr>
            <a:xfrm>
              <a:off x="7364094" y="32624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1" name="pt22091"/>
            <p:cNvSpPr/>
            <p:nvPr/>
          </p:nvSpPr>
          <p:spPr>
            <a:xfrm>
              <a:off x="7402172" y="32768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2" name="pt22092"/>
            <p:cNvSpPr/>
            <p:nvPr/>
          </p:nvSpPr>
          <p:spPr>
            <a:xfrm>
              <a:off x="7473823" y="3260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3" name="pt22093"/>
            <p:cNvSpPr/>
            <p:nvPr/>
          </p:nvSpPr>
          <p:spPr>
            <a:xfrm>
              <a:off x="7441240" y="3277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4" name="pt22094"/>
            <p:cNvSpPr/>
            <p:nvPr/>
          </p:nvSpPr>
          <p:spPr>
            <a:xfrm>
              <a:off x="7332401" y="32659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5" name="pt22095"/>
            <p:cNvSpPr/>
            <p:nvPr/>
          </p:nvSpPr>
          <p:spPr>
            <a:xfrm>
              <a:off x="7470721" y="31996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6" name="pt22096"/>
            <p:cNvSpPr/>
            <p:nvPr/>
          </p:nvSpPr>
          <p:spPr>
            <a:xfrm>
              <a:off x="7481110" y="3286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7" name="pt22097"/>
            <p:cNvSpPr/>
            <p:nvPr/>
          </p:nvSpPr>
          <p:spPr>
            <a:xfrm>
              <a:off x="7269177" y="32648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8" name="pt22098"/>
            <p:cNvSpPr/>
            <p:nvPr/>
          </p:nvSpPr>
          <p:spPr>
            <a:xfrm>
              <a:off x="7469580" y="3270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099" name="pt22099"/>
            <p:cNvSpPr/>
            <p:nvPr/>
          </p:nvSpPr>
          <p:spPr>
            <a:xfrm>
              <a:off x="7482651" y="33249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0" name="pt22100"/>
            <p:cNvSpPr/>
            <p:nvPr/>
          </p:nvSpPr>
          <p:spPr>
            <a:xfrm>
              <a:off x="7446978" y="31597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1" name="pt22101"/>
            <p:cNvSpPr/>
            <p:nvPr/>
          </p:nvSpPr>
          <p:spPr>
            <a:xfrm>
              <a:off x="7276397" y="32254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2" name="pt22102"/>
            <p:cNvSpPr/>
            <p:nvPr/>
          </p:nvSpPr>
          <p:spPr>
            <a:xfrm>
              <a:off x="7417559" y="32224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3" name="pt22103"/>
            <p:cNvSpPr/>
            <p:nvPr/>
          </p:nvSpPr>
          <p:spPr>
            <a:xfrm>
              <a:off x="7372324" y="31872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4" name="pt22104"/>
            <p:cNvSpPr/>
            <p:nvPr/>
          </p:nvSpPr>
          <p:spPr>
            <a:xfrm>
              <a:off x="7551122" y="3389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5" name="pt22105"/>
            <p:cNvSpPr/>
            <p:nvPr/>
          </p:nvSpPr>
          <p:spPr>
            <a:xfrm>
              <a:off x="7412703" y="32544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6" name="pt22106"/>
            <p:cNvSpPr/>
            <p:nvPr/>
          </p:nvSpPr>
          <p:spPr>
            <a:xfrm>
              <a:off x="7638334" y="32511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7" name="pt22107"/>
            <p:cNvSpPr/>
            <p:nvPr/>
          </p:nvSpPr>
          <p:spPr>
            <a:xfrm>
              <a:off x="7377173" y="3211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8" name="pt22108"/>
            <p:cNvSpPr/>
            <p:nvPr/>
          </p:nvSpPr>
          <p:spPr>
            <a:xfrm>
              <a:off x="7278701" y="32669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09" name="pt22109"/>
            <p:cNvSpPr/>
            <p:nvPr/>
          </p:nvSpPr>
          <p:spPr>
            <a:xfrm>
              <a:off x="7291749" y="32827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0" name="pt22110"/>
            <p:cNvSpPr/>
            <p:nvPr/>
          </p:nvSpPr>
          <p:spPr>
            <a:xfrm>
              <a:off x="7423872" y="3223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1" name="pt22111"/>
            <p:cNvSpPr/>
            <p:nvPr/>
          </p:nvSpPr>
          <p:spPr>
            <a:xfrm>
              <a:off x="7408883" y="3256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2" name="pt22112"/>
            <p:cNvSpPr/>
            <p:nvPr/>
          </p:nvSpPr>
          <p:spPr>
            <a:xfrm>
              <a:off x="7391401" y="32712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3" name="pt22113"/>
            <p:cNvSpPr/>
            <p:nvPr/>
          </p:nvSpPr>
          <p:spPr>
            <a:xfrm>
              <a:off x="7502972" y="32442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4" name="pt22114"/>
            <p:cNvSpPr/>
            <p:nvPr/>
          </p:nvSpPr>
          <p:spPr>
            <a:xfrm>
              <a:off x="7419295" y="32373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5" name="pt22115"/>
            <p:cNvSpPr/>
            <p:nvPr/>
          </p:nvSpPr>
          <p:spPr>
            <a:xfrm>
              <a:off x="7469772" y="3266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6" name="pt22116"/>
            <p:cNvSpPr/>
            <p:nvPr/>
          </p:nvSpPr>
          <p:spPr>
            <a:xfrm>
              <a:off x="7371341" y="32410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7" name="pt22117"/>
            <p:cNvSpPr/>
            <p:nvPr/>
          </p:nvSpPr>
          <p:spPr>
            <a:xfrm>
              <a:off x="7442042" y="32604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8" name="pt22118"/>
            <p:cNvSpPr/>
            <p:nvPr/>
          </p:nvSpPr>
          <p:spPr>
            <a:xfrm>
              <a:off x="7490525" y="32889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19" name="pt22119"/>
            <p:cNvSpPr/>
            <p:nvPr/>
          </p:nvSpPr>
          <p:spPr>
            <a:xfrm>
              <a:off x="7463257" y="3244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0" name="pt22120"/>
            <p:cNvSpPr/>
            <p:nvPr/>
          </p:nvSpPr>
          <p:spPr>
            <a:xfrm>
              <a:off x="7470402" y="32676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1" name="pt22121"/>
            <p:cNvSpPr/>
            <p:nvPr/>
          </p:nvSpPr>
          <p:spPr>
            <a:xfrm>
              <a:off x="7671764" y="3274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2" name="pt22122"/>
            <p:cNvSpPr/>
            <p:nvPr/>
          </p:nvSpPr>
          <p:spPr>
            <a:xfrm>
              <a:off x="7473484" y="32056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3" name="pt22123"/>
            <p:cNvSpPr/>
            <p:nvPr/>
          </p:nvSpPr>
          <p:spPr>
            <a:xfrm>
              <a:off x="7385959" y="3257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4" name="pt22124"/>
            <p:cNvSpPr/>
            <p:nvPr/>
          </p:nvSpPr>
          <p:spPr>
            <a:xfrm>
              <a:off x="7556328" y="32678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5" name="pt22125"/>
            <p:cNvSpPr/>
            <p:nvPr/>
          </p:nvSpPr>
          <p:spPr>
            <a:xfrm>
              <a:off x="7475897" y="32780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6" name="pt22126"/>
            <p:cNvSpPr/>
            <p:nvPr/>
          </p:nvSpPr>
          <p:spPr>
            <a:xfrm>
              <a:off x="7528117" y="32634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7" name="pt22127"/>
            <p:cNvSpPr/>
            <p:nvPr/>
          </p:nvSpPr>
          <p:spPr>
            <a:xfrm>
              <a:off x="7301913" y="32317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8" name="pt22128"/>
            <p:cNvSpPr/>
            <p:nvPr/>
          </p:nvSpPr>
          <p:spPr>
            <a:xfrm>
              <a:off x="7400439" y="3226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29" name="pt22129"/>
            <p:cNvSpPr/>
            <p:nvPr/>
          </p:nvSpPr>
          <p:spPr>
            <a:xfrm>
              <a:off x="7340329" y="32493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0" name="pt22130"/>
            <p:cNvSpPr/>
            <p:nvPr/>
          </p:nvSpPr>
          <p:spPr>
            <a:xfrm>
              <a:off x="6859279" y="32619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1" name="pt22131"/>
            <p:cNvSpPr/>
            <p:nvPr/>
          </p:nvSpPr>
          <p:spPr>
            <a:xfrm>
              <a:off x="7507688" y="32869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2" name="pt22132"/>
            <p:cNvSpPr/>
            <p:nvPr/>
          </p:nvSpPr>
          <p:spPr>
            <a:xfrm>
              <a:off x="7388192" y="32406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3" name="pt22133"/>
            <p:cNvSpPr/>
            <p:nvPr/>
          </p:nvSpPr>
          <p:spPr>
            <a:xfrm>
              <a:off x="7382133" y="3236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4" name="pt22134"/>
            <p:cNvSpPr/>
            <p:nvPr/>
          </p:nvSpPr>
          <p:spPr>
            <a:xfrm>
              <a:off x="7365263" y="32566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5" name="pt22135"/>
            <p:cNvSpPr/>
            <p:nvPr/>
          </p:nvSpPr>
          <p:spPr>
            <a:xfrm>
              <a:off x="7518892" y="32573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6" name="pt22136"/>
            <p:cNvSpPr/>
            <p:nvPr/>
          </p:nvSpPr>
          <p:spPr>
            <a:xfrm>
              <a:off x="7367502" y="3293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7" name="pt22137"/>
            <p:cNvSpPr/>
            <p:nvPr/>
          </p:nvSpPr>
          <p:spPr>
            <a:xfrm>
              <a:off x="7473561" y="3228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8" name="pt22138"/>
            <p:cNvSpPr/>
            <p:nvPr/>
          </p:nvSpPr>
          <p:spPr>
            <a:xfrm>
              <a:off x="7435717" y="32456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39" name="pt22139"/>
            <p:cNvSpPr/>
            <p:nvPr/>
          </p:nvSpPr>
          <p:spPr>
            <a:xfrm>
              <a:off x="7595034" y="32606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0" name="pt22140"/>
            <p:cNvSpPr/>
            <p:nvPr/>
          </p:nvSpPr>
          <p:spPr>
            <a:xfrm>
              <a:off x="7651303" y="32980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1" name="pt22141"/>
            <p:cNvSpPr/>
            <p:nvPr/>
          </p:nvSpPr>
          <p:spPr>
            <a:xfrm>
              <a:off x="7978993" y="32635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2" name="pt22142"/>
            <p:cNvSpPr/>
            <p:nvPr/>
          </p:nvSpPr>
          <p:spPr>
            <a:xfrm>
              <a:off x="7328124" y="32639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3" name="pt22143"/>
            <p:cNvSpPr/>
            <p:nvPr/>
          </p:nvSpPr>
          <p:spPr>
            <a:xfrm>
              <a:off x="7320298" y="32399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4" name="pt22144"/>
            <p:cNvSpPr/>
            <p:nvPr/>
          </p:nvSpPr>
          <p:spPr>
            <a:xfrm>
              <a:off x="7488308" y="3278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5" name="pt22145"/>
            <p:cNvSpPr/>
            <p:nvPr/>
          </p:nvSpPr>
          <p:spPr>
            <a:xfrm>
              <a:off x="7468894" y="32718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6" name="pt22146"/>
            <p:cNvSpPr/>
            <p:nvPr/>
          </p:nvSpPr>
          <p:spPr>
            <a:xfrm>
              <a:off x="7355232" y="32681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7" name="pt22147"/>
            <p:cNvSpPr/>
            <p:nvPr/>
          </p:nvSpPr>
          <p:spPr>
            <a:xfrm>
              <a:off x="7331425" y="32678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8" name="pt22148"/>
            <p:cNvSpPr/>
            <p:nvPr/>
          </p:nvSpPr>
          <p:spPr>
            <a:xfrm>
              <a:off x="7459813" y="33201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49" name="pt22149"/>
            <p:cNvSpPr/>
            <p:nvPr/>
          </p:nvSpPr>
          <p:spPr>
            <a:xfrm>
              <a:off x="7387090" y="32102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0" name="pt22150"/>
            <p:cNvSpPr/>
            <p:nvPr/>
          </p:nvSpPr>
          <p:spPr>
            <a:xfrm>
              <a:off x="7348522" y="32484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1" name="pt22151"/>
            <p:cNvSpPr/>
            <p:nvPr/>
          </p:nvSpPr>
          <p:spPr>
            <a:xfrm>
              <a:off x="7658251" y="32562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2" name="pt22152"/>
            <p:cNvSpPr/>
            <p:nvPr/>
          </p:nvSpPr>
          <p:spPr>
            <a:xfrm>
              <a:off x="7112773" y="32204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3" name="pt22153"/>
            <p:cNvSpPr/>
            <p:nvPr/>
          </p:nvSpPr>
          <p:spPr>
            <a:xfrm>
              <a:off x="7367168" y="32281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4" name="pt22154"/>
            <p:cNvSpPr/>
            <p:nvPr/>
          </p:nvSpPr>
          <p:spPr>
            <a:xfrm>
              <a:off x="7579396" y="328170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5" name="pt22155"/>
            <p:cNvSpPr/>
            <p:nvPr/>
          </p:nvSpPr>
          <p:spPr>
            <a:xfrm>
              <a:off x="7357493" y="32764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6" name="pt22156"/>
            <p:cNvSpPr/>
            <p:nvPr/>
          </p:nvSpPr>
          <p:spPr>
            <a:xfrm>
              <a:off x="7364654" y="327940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7" name="pt22157"/>
            <p:cNvSpPr/>
            <p:nvPr/>
          </p:nvSpPr>
          <p:spPr>
            <a:xfrm>
              <a:off x="7566860" y="32639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8" name="pt22158"/>
            <p:cNvSpPr/>
            <p:nvPr/>
          </p:nvSpPr>
          <p:spPr>
            <a:xfrm>
              <a:off x="7412517" y="32614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59" name="pt22159"/>
            <p:cNvSpPr/>
            <p:nvPr/>
          </p:nvSpPr>
          <p:spPr>
            <a:xfrm>
              <a:off x="7398614" y="32462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0" name="pt22160"/>
            <p:cNvSpPr/>
            <p:nvPr/>
          </p:nvSpPr>
          <p:spPr>
            <a:xfrm>
              <a:off x="7412789" y="32596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1" name="pt22161"/>
            <p:cNvSpPr/>
            <p:nvPr/>
          </p:nvSpPr>
          <p:spPr>
            <a:xfrm>
              <a:off x="7409528" y="3261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2" name="pt22162"/>
            <p:cNvSpPr/>
            <p:nvPr/>
          </p:nvSpPr>
          <p:spPr>
            <a:xfrm>
              <a:off x="7425719" y="326988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3" name="pt22163"/>
            <p:cNvSpPr/>
            <p:nvPr/>
          </p:nvSpPr>
          <p:spPr>
            <a:xfrm>
              <a:off x="7363979" y="32577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4" name="pt22164"/>
            <p:cNvSpPr/>
            <p:nvPr/>
          </p:nvSpPr>
          <p:spPr>
            <a:xfrm>
              <a:off x="7477984" y="32623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5" name="pt22165"/>
            <p:cNvSpPr/>
            <p:nvPr/>
          </p:nvSpPr>
          <p:spPr>
            <a:xfrm>
              <a:off x="7364900" y="32831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6" name="pt22166"/>
            <p:cNvSpPr/>
            <p:nvPr/>
          </p:nvSpPr>
          <p:spPr>
            <a:xfrm>
              <a:off x="7445094" y="3266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7" name="pt22167"/>
            <p:cNvSpPr/>
            <p:nvPr/>
          </p:nvSpPr>
          <p:spPr>
            <a:xfrm>
              <a:off x="7408065" y="328798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8" name="pt22168"/>
            <p:cNvSpPr/>
            <p:nvPr/>
          </p:nvSpPr>
          <p:spPr>
            <a:xfrm>
              <a:off x="7668483" y="32784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69" name="pt22169"/>
            <p:cNvSpPr/>
            <p:nvPr/>
          </p:nvSpPr>
          <p:spPr>
            <a:xfrm>
              <a:off x="5453844" y="32477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0" name="pt22170"/>
            <p:cNvSpPr/>
            <p:nvPr/>
          </p:nvSpPr>
          <p:spPr>
            <a:xfrm>
              <a:off x="7498343" y="32879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1" name="pt22171"/>
            <p:cNvSpPr/>
            <p:nvPr/>
          </p:nvSpPr>
          <p:spPr>
            <a:xfrm>
              <a:off x="7354349" y="32433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2" name="pt22172"/>
            <p:cNvSpPr/>
            <p:nvPr/>
          </p:nvSpPr>
          <p:spPr>
            <a:xfrm>
              <a:off x="7480232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3" name="pt22173"/>
            <p:cNvSpPr/>
            <p:nvPr/>
          </p:nvSpPr>
          <p:spPr>
            <a:xfrm>
              <a:off x="7497111" y="32666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4" name="pt22174"/>
            <p:cNvSpPr/>
            <p:nvPr/>
          </p:nvSpPr>
          <p:spPr>
            <a:xfrm>
              <a:off x="7486426" y="3275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5" name="pt22175"/>
            <p:cNvSpPr/>
            <p:nvPr/>
          </p:nvSpPr>
          <p:spPr>
            <a:xfrm>
              <a:off x="7382953" y="3261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6" name="pt22176"/>
            <p:cNvSpPr/>
            <p:nvPr/>
          </p:nvSpPr>
          <p:spPr>
            <a:xfrm>
              <a:off x="7459716" y="32848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7" name="pt22177"/>
            <p:cNvSpPr/>
            <p:nvPr/>
          </p:nvSpPr>
          <p:spPr>
            <a:xfrm>
              <a:off x="7432889" y="331217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8" name="pt22178"/>
            <p:cNvSpPr/>
            <p:nvPr/>
          </p:nvSpPr>
          <p:spPr>
            <a:xfrm>
              <a:off x="7371290" y="32379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79" name="pt22179"/>
            <p:cNvSpPr/>
            <p:nvPr/>
          </p:nvSpPr>
          <p:spPr>
            <a:xfrm>
              <a:off x="7462120" y="32468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0" name="pt22180"/>
            <p:cNvSpPr/>
            <p:nvPr/>
          </p:nvSpPr>
          <p:spPr>
            <a:xfrm>
              <a:off x="7367760" y="3193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1" name="pt22181"/>
            <p:cNvSpPr/>
            <p:nvPr/>
          </p:nvSpPr>
          <p:spPr>
            <a:xfrm>
              <a:off x="7421417" y="32423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2" name="pt22182"/>
            <p:cNvSpPr/>
            <p:nvPr/>
          </p:nvSpPr>
          <p:spPr>
            <a:xfrm>
              <a:off x="7373916" y="31780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3" name="pt22183"/>
            <p:cNvSpPr/>
            <p:nvPr/>
          </p:nvSpPr>
          <p:spPr>
            <a:xfrm>
              <a:off x="7426915" y="36654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4" name="pt22184"/>
            <p:cNvSpPr/>
            <p:nvPr/>
          </p:nvSpPr>
          <p:spPr>
            <a:xfrm>
              <a:off x="7453904" y="32637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5" name="pt22185"/>
            <p:cNvSpPr/>
            <p:nvPr/>
          </p:nvSpPr>
          <p:spPr>
            <a:xfrm>
              <a:off x="7403902" y="32764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6" name="pt22186"/>
            <p:cNvSpPr/>
            <p:nvPr/>
          </p:nvSpPr>
          <p:spPr>
            <a:xfrm>
              <a:off x="7426640" y="325808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7" name="pt22187"/>
            <p:cNvSpPr/>
            <p:nvPr/>
          </p:nvSpPr>
          <p:spPr>
            <a:xfrm>
              <a:off x="7316979" y="32675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8" name="pt22188"/>
            <p:cNvSpPr/>
            <p:nvPr/>
          </p:nvSpPr>
          <p:spPr>
            <a:xfrm>
              <a:off x="7568635" y="32653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89" name="pt22189"/>
            <p:cNvSpPr/>
            <p:nvPr/>
          </p:nvSpPr>
          <p:spPr>
            <a:xfrm>
              <a:off x="7315049" y="30920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0" name="pt22190"/>
            <p:cNvSpPr/>
            <p:nvPr/>
          </p:nvSpPr>
          <p:spPr>
            <a:xfrm>
              <a:off x="7180777" y="32630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1" name="pt22191"/>
            <p:cNvSpPr/>
            <p:nvPr/>
          </p:nvSpPr>
          <p:spPr>
            <a:xfrm>
              <a:off x="7320536" y="32479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2" name="pt22192"/>
            <p:cNvSpPr/>
            <p:nvPr/>
          </p:nvSpPr>
          <p:spPr>
            <a:xfrm>
              <a:off x="7426589" y="27628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3" name="pt22193"/>
            <p:cNvSpPr/>
            <p:nvPr/>
          </p:nvSpPr>
          <p:spPr>
            <a:xfrm>
              <a:off x="7371564" y="32640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4" name="pt22194"/>
            <p:cNvSpPr/>
            <p:nvPr/>
          </p:nvSpPr>
          <p:spPr>
            <a:xfrm>
              <a:off x="7418048" y="32748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5" name="pt22195"/>
            <p:cNvSpPr/>
            <p:nvPr/>
          </p:nvSpPr>
          <p:spPr>
            <a:xfrm>
              <a:off x="7446510" y="32755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6" name="pt22196"/>
            <p:cNvSpPr/>
            <p:nvPr/>
          </p:nvSpPr>
          <p:spPr>
            <a:xfrm>
              <a:off x="7313912" y="32589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7" name="pt22197"/>
            <p:cNvSpPr/>
            <p:nvPr/>
          </p:nvSpPr>
          <p:spPr>
            <a:xfrm>
              <a:off x="7323891" y="33546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8" name="pt22198"/>
            <p:cNvSpPr/>
            <p:nvPr/>
          </p:nvSpPr>
          <p:spPr>
            <a:xfrm>
              <a:off x="7371859" y="32759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199" name="pt22199"/>
            <p:cNvSpPr/>
            <p:nvPr/>
          </p:nvSpPr>
          <p:spPr>
            <a:xfrm>
              <a:off x="7488437" y="32902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0" name="pt22200"/>
            <p:cNvSpPr/>
            <p:nvPr/>
          </p:nvSpPr>
          <p:spPr>
            <a:xfrm>
              <a:off x="7452560" y="32030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1" name="pt22201"/>
            <p:cNvSpPr/>
            <p:nvPr/>
          </p:nvSpPr>
          <p:spPr>
            <a:xfrm>
              <a:off x="7479399" y="32588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2" name="pt22202"/>
            <p:cNvSpPr/>
            <p:nvPr/>
          </p:nvSpPr>
          <p:spPr>
            <a:xfrm>
              <a:off x="7750223" y="32674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3" name="pt22203"/>
            <p:cNvSpPr/>
            <p:nvPr/>
          </p:nvSpPr>
          <p:spPr>
            <a:xfrm>
              <a:off x="7605101" y="28273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4" name="pt22204"/>
            <p:cNvSpPr/>
            <p:nvPr/>
          </p:nvSpPr>
          <p:spPr>
            <a:xfrm>
              <a:off x="7399441" y="32602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5" name="pt22205"/>
            <p:cNvSpPr/>
            <p:nvPr/>
          </p:nvSpPr>
          <p:spPr>
            <a:xfrm>
              <a:off x="7279191" y="32561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6" name="pt22206"/>
            <p:cNvSpPr/>
            <p:nvPr/>
          </p:nvSpPr>
          <p:spPr>
            <a:xfrm>
              <a:off x="7366345" y="32363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7" name="pt22207"/>
            <p:cNvSpPr/>
            <p:nvPr/>
          </p:nvSpPr>
          <p:spPr>
            <a:xfrm>
              <a:off x="7376282" y="32654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8" name="pt22208"/>
            <p:cNvSpPr/>
            <p:nvPr/>
          </p:nvSpPr>
          <p:spPr>
            <a:xfrm>
              <a:off x="7612310" y="32830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09" name="pt22209"/>
            <p:cNvSpPr/>
            <p:nvPr/>
          </p:nvSpPr>
          <p:spPr>
            <a:xfrm>
              <a:off x="7627908" y="32948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0" name="pt22210"/>
            <p:cNvSpPr/>
            <p:nvPr/>
          </p:nvSpPr>
          <p:spPr>
            <a:xfrm>
              <a:off x="7440364" y="32454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1" name="pt22211"/>
            <p:cNvSpPr/>
            <p:nvPr/>
          </p:nvSpPr>
          <p:spPr>
            <a:xfrm>
              <a:off x="7533657" y="327776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2" name="pt22212"/>
            <p:cNvSpPr/>
            <p:nvPr/>
          </p:nvSpPr>
          <p:spPr>
            <a:xfrm>
              <a:off x="7379919" y="3280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3" name="pt22213"/>
            <p:cNvSpPr/>
            <p:nvPr/>
          </p:nvSpPr>
          <p:spPr>
            <a:xfrm>
              <a:off x="7331797" y="327872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4" name="pt22214"/>
            <p:cNvSpPr/>
            <p:nvPr/>
          </p:nvSpPr>
          <p:spPr>
            <a:xfrm>
              <a:off x="7291063" y="3267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5" name="pt22215"/>
            <p:cNvSpPr/>
            <p:nvPr/>
          </p:nvSpPr>
          <p:spPr>
            <a:xfrm>
              <a:off x="7456606" y="32216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6" name="pt22216"/>
            <p:cNvSpPr/>
            <p:nvPr/>
          </p:nvSpPr>
          <p:spPr>
            <a:xfrm>
              <a:off x="7801342" y="3267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7" name="pt22217"/>
            <p:cNvSpPr/>
            <p:nvPr/>
          </p:nvSpPr>
          <p:spPr>
            <a:xfrm>
              <a:off x="7415141" y="32152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8" name="pt22218"/>
            <p:cNvSpPr/>
            <p:nvPr/>
          </p:nvSpPr>
          <p:spPr>
            <a:xfrm>
              <a:off x="7334840" y="3209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19" name="pt22219"/>
            <p:cNvSpPr/>
            <p:nvPr/>
          </p:nvSpPr>
          <p:spPr>
            <a:xfrm>
              <a:off x="7459374" y="32719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0" name="pt22220"/>
            <p:cNvSpPr/>
            <p:nvPr/>
          </p:nvSpPr>
          <p:spPr>
            <a:xfrm>
              <a:off x="7453057" y="32657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1" name="pt22221"/>
            <p:cNvSpPr/>
            <p:nvPr/>
          </p:nvSpPr>
          <p:spPr>
            <a:xfrm>
              <a:off x="7561750" y="32019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2" name="pt22222"/>
            <p:cNvSpPr/>
            <p:nvPr/>
          </p:nvSpPr>
          <p:spPr>
            <a:xfrm>
              <a:off x="7390178" y="317524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3" name="pt22223"/>
            <p:cNvSpPr/>
            <p:nvPr/>
          </p:nvSpPr>
          <p:spPr>
            <a:xfrm>
              <a:off x="7418757" y="3263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4" name="pt22224"/>
            <p:cNvSpPr/>
            <p:nvPr/>
          </p:nvSpPr>
          <p:spPr>
            <a:xfrm>
              <a:off x="7524065" y="32704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5" name="pt22225"/>
            <p:cNvSpPr/>
            <p:nvPr/>
          </p:nvSpPr>
          <p:spPr>
            <a:xfrm>
              <a:off x="7465932" y="32590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6" name="pt22226"/>
            <p:cNvSpPr/>
            <p:nvPr/>
          </p:nvSpPr>
          <p:spPr>
            <a:xfrm>
              <a:off x="7426990" y="32481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7" name="pt22227"/>
            <p:cNvSpPr/>
            <p:nvPr/>
          </p:nvSpPr>
          <p:spPr>
            <a:xfrm>
              <a:off x="7386852" y="3263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8" name="pt22228"/>
            <p:cNvSpPr/>
            <p:nvPr/>
          </p:nvSpPr>
          <p:spPr>
            <a:xfrm>
              <a:off x="7322861" y="323494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29" name="pt22229"/>
            <p:cNvSpPr/>
            <p:nvPr/>
          </p:nvSpPr>
          <p:spPr>
            <a:xfrm>
              <a:off x="7438357" y="32498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0" name="pt22230"/>
            <p:cNvSpPr/>
            <p:nvPr/>
          </p:nvSpPr>
          <p:spPr>
            <a:xfrm>
              <a:off x="7263992" y="3193877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31" name="pt22231"/>
            <p:cNvSpPr/>
            <p:nvPr/>
          </p:nvSpPr>
          <p:spPr>
            <a:xfrm>
              <a:off x="7486915" y="32910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2" name="pt22232"/>
            <p:cNvSpPr/>
            <p:nvPr/>
          </p:nvSpPr>
          <p:spPr>
            <a:xfrm>
              <a:off x="7635447" y="32584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3" name="pt22233"/>
            <p:cNvSpPr/>
            <p:nvPr/>
          </p:nvSpPr>
          <p:spPr>
            <a:xfrm>
              <a:off x="7375457" y="32589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4" name="pt22234"/>
            <p:cNvSpPr/>
            <p:nvPr/>
          </p:nvSpPr>
          <p:spPr>
            <a:xfrm>
              <a:off x="7428718" y="32888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5" name="pt22235"/>
            <p:cNvSpPr/>
            <p:nvPr/>
          </p:nvSpPr>
          <p:spPr>
            <a:xfrm>
              <a:off x="7455086" y="3242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6" name="pt22236"/>
            <p:cNvSpPr/>
            <p:nvPr/>
          </p:nvSpPr>
          <p:spPr>
            <a:xfrm>
              <a:off x="7353666" y="32240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7" name="pt22237"/>
            <p:cNvSpPr/>
            <p:nvPr/>
          </p:nvSpPr>
          <p:spPr>
            <a:xfrm>
              <a:off x="7582389" y="32641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8" name="pt22238"/>
            <p:cNvSpPr/>
            <p:nvPr/>
          </p:nvSpPr>
          <p:spPr>
            <a:xfrm>
              <a:off x="7477408" y="32741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39" name="pt22239"/>
            <p:cNvSpPr/>
            <p:nvPr/>
          </p:nvSpPr>
          <p:spPr>
            <a:xfrm>
              <a:off x="7496827" y="32717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0" name="pt22240"/>
            <p:cNvSpPr/>
            <p:nvPr/>
          </p:nvSpPr>
          <p:spPr>
            <a:xfrm>
              <a:off x="7415393" y="3310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1" name="pt22241"/>
            <p:cNvSpPr/>
            <p:nvPr/>
          </p:nvSpPr>
          <p:spPr>
            <a:xfrm>
              <a:off x="7473215" y="3259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2" name="pt22242"/>
            <p:cNvSpPr/>
            <p:nvPr/>
          </p:nvSpPr>
          <p:spPr>
            <a:xfrm>
              <a:off x="7423756" y="32351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3" name="pt22243"/>
            <p:cNvSpPr/>
            <p:nvPr/>
          </p:nvSpPr>
          <p:spPr>
            <a:xfrm>
              <a:off x="7470482" y="32831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4" name="pt22244"/>
            <p:cNvSpPr/>
            <p:nvPr/>
          </p:nvSpPr>
          <p:spPr>
            <a:xfrm>
              <a:off x="7513196" y="32420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5" name="pt22245"/>
            <p:cNvSpPr/>
            <p:nvPr/>
          </p:nvSpPr>
          <p:spPr>
            <a:xfrm>
              <a:off x="7467292" y="323572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6" name="pt22246"/>
            <p:cNvSpPr/>
            <p:nvPr/>
          </p:nvSpPr>
          <p:spPr>
            <a:xfrm>
              <a:off x="7426640" y="32902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7" name="pt22247"/>
            <p:cNvSpPr/>
            <p:nvPr/>
          </p:nvSpPr>
          <p:spPr>
            <a:xfrm>
              <a:off x="7353673" y="32849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8" name="pt22248"/>
            <p:cNvSpPr/>
            <p:nvPr/>
          </p:nvSpPr>
          <p:spPr>
            <a:xfrm>
              <a:off x="7485831" y="32694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49" name="pt22249"/>
            <p:cNvSpPr/>
            <p:nvPr/>
          </p:nvSpPr>
          <p:spPr>
            <a:xfrm>
              <a:off x="7778584" y="32783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0" name="pt22250"/>
            <p:cNvSpPr/>
            <p:nvPr/>
          </p:nvSpPr>
          <p:spPr>
            <a:xfrm>
              <a:off x="7409056" y="33445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1" name="pt22251"/>
            <p:cNvSpPr/>
            <p:nvPr/>
          </p:nvSpPr>
          <p:spPr>
            <a:xfrm>
              <a:off x="7580476" y="325795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2" name="pt22252"/>
            <p:cNvSpPr/>
            <p:nvPr/>
          </p:nvSpPr>
          <p:spPr>
            <a:xfrm>
              <a:off x="7420566" y="32693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3" name="pt22253"/>
            <p:cNvSpPr/>
            <p:nvPr/>
          </p:nvSpPr>
          <p:spPr>
            <a:xfrm>
              <a:off x="7337743" y="31972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4" name="pt22254"/>
            <p:cNvSpPr/>
            <p:nvPr/>
          </p:nvSpPr>
          <p:spPr>
            <a:xfrm>
              <a:off x="7673032" y="32777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5" name="pt22255"/>
            <p:cNvSpPr/>
            <p:nvPr/>
          </p:nvSpPr>
          <p:spPr>
            <a:xfrm>
              <a:off x="7556501" y="32695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6" name="pt22256"/>
            <p:cNvSpPr/>
            <p:nvPr/>
          </p:nvSpPr>
          <p:spPr>
            <a:xfrm>
              <a:off x="7337428" y="32540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7" name="pt22257"/>
            <p:cNvSpPr/>
            <p:nvPr/>
          </p:nvSpPr>
          <p:spPr>
            <a:xfrm>
              <a:off x="7610414" y="3294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8" name="pt22258"/>
            <p:cNvSpPr/>
            <p:nvPr/>
          </p:nvSpPr>
          <p:spPr>
            <a:xfrm>
              <a:off x="7394899" y="320609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59" name="pt22259"/>
            <p:cNvSpPr/>
            <p:nvPr/>
          </p:nvSpPr>
          <p:spPr>
            <a:xfrm>
              <a:off x="7438959" y="32713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0" name="pt22260"/>
            <p:cNvSpPr/>
            <p:nvPr/>
          </p:nvSpPr>
          <p:spPr>
            <a:xfrm>
              <a:off x="7499502" y="32657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1" name="pt22261"/>
            <p:cNvSpPr/>
            <p:nvPr/>
          </p:nvSpPr>
          <p:spPr>
            <a:xfrm>
              <a:off x="7278951" y="32790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2" name="pt22262"/>
            <p:cNvSpPr/>
            <p:nvPr/>
          </p:nvSpPr>
          <p:spPr>
            <a:xfrm>
              <a:off x="7519614" y="32813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3" name="pt22263"/>
            <p:cNvSpPr/>
            <p:nvPr/>
          </p:nvSpPr>
          <p:spPr>
            <a:xfrm>
              <a:off x="7606625" y="33067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4" name="pt22264"/>
            <p:cNvSpPr/>
            <p:nvPr/>
          </p:nvSpPr>
          <p:spPr>
            <a:xfrm>
              <a:off x="7382232" y="324714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5" name="pt22265"/>
            <p:cNvSpPr/>
            <p:nvPr/>
          </p:nvSpPr>
          <p:spPr>
            <a:xfrm>
              <a:off x="7439173" y="33222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6" name="pt22266"/>
            <p:cNvSpPr/>
            <p:nvPr/>
          </p:nvSpPr>
          <p:spPr>
            <a:xfrm>
              <a:off x="7442223" y="326961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7" name="pt22267"/>
            <p:cNvSpPr/>
            <p:nvPr/>
          </p:nvSpPr>
          <p:spPr>
            <a:xfrm>
              <a:off x="7305722" y="32562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8" name="pt22268"/>
            <p:cNvSpPr/>
            <p:nvPr/>
          </p:nvSpPr>
          <p:spPr>
            <a:xfrm>
              <a:off x="7326727" y="330353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69" name="pt22269"/>
            <p:cNvSpPr/>
            <p:nvPr/>
          </p:nvSpPr>
          <p:spPr>
            <a:xfrm>
              <a:off x="7416471" y="326977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0" name="pt22270"/>
            <p:cNvSpPr/>
            <p:nvPr/>
          </p:nvSpPr>
          <p:spPr>
            <a:xfrm>
              <a:off x="7456255" y="324245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1" name="pt22271"/>
            <p:cNvSpPr/>
            <p:nvPr/>
          </p:nvSpPr>
          <p:spPr>
            <a:xfrm>
              <a:off x="7406587" y="32654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2" name="pt22272"/>
            <p:cNvSpPr/>
            <p:nvPr/>
          </p:nvSpPr>
          <p:spPr>
            <a:xfrm>
              <a:off x="7427083" y="327763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3" name="pt22273"/>
            <p:cNvSpPr/>
            <p:nvPr/>
          </p:nvSpPr>
          <p:spPr>
            <a:xfrm>
              <a:off x="7591473" y="32715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4" name="pt22274"/>
            <p:cNvSpPr/>
            <p:nvPr/>
          </p:nvSpPr>
          <p:spPr>
            <a:xfrm>
              <a:off x="7446946" y="32686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5" name="pt22275"/>
            <p:cNvSpPr/>
            <p:nvPr/>
          </p:nvSpPr>
          <p:spPr>
            <a:xfrm>
              <a:off x="7440421" y="32472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6" name="pt22276"/>
            <p:cNvSpPr/>
            <p:nvPr/>
          </p:nvSpPr>
          <p:spPr>
            <a:xfrm>
              <a:off x="7466539" y="325810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7" name="pt22277"/>
            <p:cNvSpPr/>
            <p:nvPr/>
          </p:nvSpPr>
          <p:spPr>
            <a:xfrm>
              <a:off x="7445655" y="32769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8" name="pt22278"/>
            <p:cNvSpPr/>
            <p:nvPr/>
          </p:nvSpPr>
          <p:spPr>
            <a:xfrm>
              <a:off x="7380315" y="31793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79" name="pt22279"/>
            <p:cNvSpPr/>
            <p:nvPr/>
          </p:nvSpPr>
          <p:spPr>
            <a:xfrm>
              <a:off x="7534882" y="32586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0" name="pt22280"/>
            <p:cNvSpPr/>
            <p:nvPr/>
          </p:nvSpPr>
          <p:spPr>
            <a:xfrm>
              <a:off x="7791388" y="32758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1" name="pt22281"/>
            <p:cNvSpPr/>
            <p:nvPr/>
          </p:nvSpPr>
          <p:spPr>
            <a:xfrm>
              <a:off x="7589867" y="32805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2" name="pt22282"/>
            <p:cNvSpPr/>
            <p:nvPr/>
          </p:nvSpPr>
          <p:spPr>
            <a:xfrm>
              <a:off x="7417149" y="32414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3" name="pt22283"/>
            <p:cNvSpPr/>
            <p:nvPr/>
          </p:nvSpPr>
          <p:spPr>
            <a:xfrm>
              <a:off x="7382428" y="32290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4" name="pt22284"/>
            <p:cNvSpPr/>
            <p:nvPr/>
          </p:nvSpPr>
          <p:spPr>
            <a:xfrm>
              <a:off x="7416073" y="32996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5" name="pt22285"/>
            <p:cNvSpPr/>
            <p:nvPr/>
          </p:nvSpPr>
          <p:spPr>
            <a:xfrm>
              <a:off x="7583616" y="32636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6" name="pt22286"/>
            <p:cNvSpPr/>
            <p:nvPr/>
          </p:nvSpPr>
          <p:spPr>
            <a:xfrm>
              <a:off x="7448913" y="32100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7" name="pt22287"/>
            <p:cNvSpPr/>
            <p:nvPr/>
          </p:nvSpPr>
          <p:spPr>
            <a:xfrm>
              <a:off x="7398351" y="330547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8" name="pt22288"/>
            <p:cNvSpPr/>
            <p:nvPr/>
          </p:nvSpPr>
          <p:spPr>
            <a:xfrm>
              <a:off x="7385251" y="32070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89" name="pt22289"/>
            <p:cNvSpPr/>
            <p:nvPr/>
          </p:nvSpPr>
          <p:spPr>
            <a:xfrm>
              <a:off x="7322576" y="32827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0" name="pt22290"/>
            <p:cNvSpPr/>
            <p:nvPr/>
          </p:nvSpPr>
          <p:spPr>
            <a:xfrm>
              <a:off x="7293540" y="3252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1" name="pt22291"/>
            <p:cNvSpPr/>
            <p:nvPr/>
          </p:nvSpPr>
          <p:spPr>
            <a:xfrm>
              <a:off x="7362323" y="32641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2" name="pt22292"/>
            <p:cNvSpPr/>
            <p:nvPr/>
          </p:nvSpPr>
          <p:spPr>
            <a:xfrm>
              <a:off x="7348420" y="322378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3" name="pt22293"/>
            <p:cNvSpPr/>
            <p:nvPr/>
          </p:nvSpPr>
          <p:spPr>
            <a:xfrm>
              <a:off x="7400861" y="32538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4" name="pt22294"/>
            <p:cNvSpPr/>
            <p:nvPr/>
          </p:nvSpPr>
          <p:spPr>
            <a:xfrm>
              <a:off x="7437399" y="32796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5" name="pt22295"/>
            <p:cNvSpPr/>
            <p:nvPr/>
          </p:nvSpPr>
          <p:spPr>
            <a:xfrm>
              <a:off x="7357071" y="32672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6" name="pt22296"/>
            <p:cNvSpPr/>
            <p:nvPr/>
          </p:nvSpPr>
          <p:spPr>
            <a:xfrm>
              <a:off x="7617505" y="32126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7" name="pt22297"/>
            <p:cNvSpPr/>
            <p:nvPr/>
          </p:nvSpPr>
          <p:spPr>
            <a:xfrm>
              <a:off x="7400101" y="32519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8" name="pt22298"/>
            <p:cNvSpPr/>
            <p:nvPr/>
          </p:nvSpPr>
          <p:spPr>
            <a:xfrm>
              <a:off x="7399598" y="324490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299" name="pt22299"/>
            <p:cNvSpPr/>
            <p:nvPr/>
          </p:nvSpPr>
          <p:spPr>
            <a:xfrm>
              <a:off x="7565769" y="327596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0" name="pt22300"/>
            <p:cNvSpPr/>
            <p:nvPr/>
          </p:nvSpPr>
          <p:spPr>
            <a:xfrm>
              <a:off x="7398203" y="32417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1" name="pt22301"/>
            <p:cNvSpPr/>
            <p:nvPr/>
          </p:nvSpPr>
          <p:spPr>
            <a:xfrm>
              <a:off x="7436343" y="327854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2" name="pt22302"/>
            <p:cNvSpPr/>
            <p:nvPr/>
          </p:nvSpPr>
          <p:spPr>
            <a:xfrm>
              <a:off x="7390537" y="32387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3" name="pt22303"/>
            <p:cNvSpPr/>
            <p:nvPr/>
          </p:nvSpPr>
          <p:spPr>
            <a:xfrm>
              <a:off x="7538386" y="33183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4" name="pt22304"/>
            <p:cNvSpPr/>
            <p:nvPr/>
          </p:nvSpPr>
          <p:spPr>
            <a:xfrm>
              <a:off x="7982058" y="32563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5" name="pt22305"/>
            <p:cNvSpPr/>
            <p:nvPr/>
          </p:nvSpPr>
          <p:spPr>
            <a:xfrm>
              <a:off x="7427957" y="32577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6" name="pt22306"/>
            <p:cNvSpPr/>
            <p:nvPr/>
          </p:nvSpPr>
          <p:spPr>
            <a:xfrm>
              <a:off x="7329002" y="3260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7" name="pt22307"/>
            <p:cNvSpPr/>
            <p:nvPr/>
          </p:nvSpPr>
          <p:spPr>
            <a:xfrm>
              <a:off x="7319699" y="32630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8" name="pt22308"/>
            <p:cNvSpPr/>
            <p:nvPr/>
          </p:nvSpPr>
          <p:spPr>
            <a:xfrm>
              <a:off x="7318551" y="32076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09" name="pt22309"/>
            <p:cNvSpPr/>
            <p:nvPr/>
          </p:nvSpPr>
          <p:spPr>
            <a:xfrm>
              <a:off x="7500370" y="329644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0" name="pt22310"/>
            <p:cNvSpPr/>
            <p:nvPr/>
          </p:nvSpPr>
          <p:spPr>
            <a:xfrm>
              <a:off x="7446510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1" name="pt22311"/>
            <p:cNvSpPr/>
            <p:nvPr/>
          </p:nvSpPr>
          <p:spPr>
            <a:xfrm>
              <a:off x="7381217" y="32523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2" name="pt22312"/>
            <p:cNvSpPr/>
            <p:nvPr/>
          </p:nvSpPr>
          <p:spPr>
            <a:xfrm>
              <a:off x="7429056" y="327366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3" name="pt22313"/>
            <p:cNvSpPr/>
            <p:nvPr/>
          </p:nvSpPr>
          <p:spPr>
            <a:xfrm>
              <a:off x="7368828" y="322282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4" name="pt22314"/>
            <p:cNvSpPr/>
            <p:nvPr/>
          </p:nvSpPr>
          <p:spPr>
            <a:xfrm>
              <a:off x="7421336" y="324054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5" name="pt22315"/>
            <p:cNvSpPr/>
            <p:nvPr/>
          </p:nvSpPr>
          <p:spPr>
            <a:xfrm>
              <a:off x="7118212" y="325912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6" name="pt22316"/>
            <p:cNvSpPr/>
            <p:nvPr/>
          </p:nvSpPr>
          <p:spPr>
            <a:xfrm>
              <a:off x="7383144" y="324642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7" name="pt22317"/>
            <p:cNvSpPr/>
            <p:nvPr/>
          </p:nvSpPr>
          <p:spPr>
            <a:xfrm>
              <a:off x="7423481" y="32657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8" name="pt22318"/>
            <p:cNvSpPr/>
            <p:nvPr/>
          </p:nvSpPr>
          <p:spPr>
            <a:xfrm>
              <a:off x="7218413" y="32495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19" name="pt22319"/>
            <p:cNvSpPr/>
            <p:nvPr/>
          </p:nvSpPr>
          <p:spPr>
            <a:xfrm>
              <a:off x="7532483" y="32782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0" name="pt22320"/>
            <p:cNvSpPr/>
            <p:nvPr/>
          </p:nvSpPr>
          <p:spPr>
            <a:xfrm>
              <a:off x="7455749" y="32815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1" name="pt22321"/>
            <p:cNvSpPr/>
            <p:nvPr/>
          </p:nvSpPr>
          <p:spPr>
            <a:xfrm>
              <a:off x="7606132" y="325734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2" name="pt22322"/>
            <p:cNvSpPr/>
            <p:nvPr/>
          </p:nvSpPr>
          <p:spPr>
            <a:xfrm>
              <a:off x="7409678" y="32638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3" name="pt22323"/>
            <p:cNvSpPr/>
            <p:nvPr/>
          </p:nvSpPr>
          <p:spPr>
            <a:xfrm>
              <a:off x="7455274" y="31484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4" name="pt22324"/>
            <p:cNvSpPr/>
            <p:nvPr/>
          </p:nvSpPr>
          <p:spPr>
            <a:xfrm>
              <a:off x="7347128" y="33797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5" name="pt22325"/>
            <p:cNvSpPr/>
            <p:nvPr/>
          </p:nvSpPr>
          <p:spPr>
            <a:xfrm>
              <a:off x="7411453" y="323911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6" name="pt22326"/>
            <p:cNvSpPr/>
            <p:nvPr/>
          </p:nvSpPr>
          <p:spPr>
            <a:xfrm>
              <a:off x="5808984" y="32751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7" name="pt22327"/>
            <p:cNvSpPr/>
            <p:nvPr/>
          </p:nvSpPr>
          <p:spPr>
            <a:xfrm>
              <a:off x="7572462" y="32642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8" name="pt22328"/>
            <p:cNvSpPr/>
            <p:nvPr/>
          </p:nvSpPr>
          <p:spPr>
            <a:xfrm>
              <a:off x="6893084" y="327413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29" name="pt22329"/>
            <p:cNvSpPr/>
            <p:nvPr/>
          </p:nvSpPr>
          <p:spPr>
            <a:xfrm>
              <a:off x="7534323" y="32515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0" name="pt22330"/>
            <p:cNvSpPr/>
            <p:nvPr/>
          </p:nvSpPr>
          <p:spPr>
            <a:xfrm>
              <a:off x="7349093" y="32643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1" name="pt22331"/>
            <p:cNvSpPr/>
            <p:nvPr/>
          </p:nvSpPr>
          <p:spPr>
            <a:xfrm>
              <a:off x="7430046" y="32723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2" name="pt22332"/>
            <p:cNvSpPr/>
            <p:nvPr/>
          </p:nvSpPr>
          <p:spPr>
            <a:xfrm>
              <a:off x="7443745" y="32753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3" name="pt22333"/>
            <p:cNvSpPr/>
            <p:nvPr/>
          </p:nvSpPr>
          <p:spPr>
            <a:xfrm>
              <a:off x="7447792" y="32711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4" name="pt22334"/>
            <p:cNvSpPr/>
            <p:nvPr/>
          </p:nvSpPr>
          <p:spPr>
            <a:xfrm>
              <a:off x="7378350" y="329305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5" name="pt22335"/>
            <p:cNvSpPr/>
            <p:nvPr/>
          </p:nvSpPr>
          <p:spPr>
            <a:xfrm>
              <a:off x="7387636" y="323586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6" name="pt22336"/>
            <p:cNvSpPr/>
            <p:nvPr/>
          </p:nvSpPr>
          <p:spPr>
            <a:xfrm>
              <a:off x="7249516" y="326107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7" name="pt22337"/>
            <p:cNvSpPr/>
            <p:nvPr/>
          </p:nvSpPr>
          <p:spPr>
            <a:xfrm>
              <a:off x="7389847" y="31320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8" name="pt22338"/>
            <p:cNvSpPr/>
            <p:nvPr/>
          </p:nvSpPr>
          <p:spPr>
            <a:xfrm>
              <a:off x="8146603" y="328081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39" name="pt22339"/>
            <p:cNvSpPr/>
            <p:nvPr/>
          </p:nvSpPr>
          <p:spPr>
            <a:xfrm>
              <a:off x="7407107" y="321575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0" name="pt22340"/>
            <p:cNvSpPr/>
            <p:nvPr/>
          </p:nvSpPr>
          <p:spPr>
            <a:xfrm>
              <a:off x="7375380" y="321229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1" name="pt22341"/>
            <p:cNvSpPr/>
            <p:nvPr/>
          </p:nvSpPr>
          <p:spPr>
            <a:xfrm>
              <a:off x="7485196" y="325277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2" name="pt22342"/>
            <p:cNvSpPr/>
            <p:nvPr/>
          </p:nvSpPr>
          <p:spPr>
            <a:xfrm>
              <a:off x="7434121" y="327387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3" name="pt22343"/>
            <p:cNvSpPr/>
            <p:nvPr/>
          </p:nvSpPr>
          <p:spPr>
            <a:xfrm>
              <a:off x="7404029" y="32789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4" name="pt22344"/>
            <p:cNvSpPr/>
            <p:nvPr/>
          </p:nvSpPr>
          <p:spPr>
            <a:xfrm>
              <a:off x="7467137" y="304596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5" name="pt22345"/>
            <p:cNvSpPr/>
            <p:nvPr/>
          </p:nvSpPr>
          <p:spPr>
            <a:xfrm>
              <a:off x="7428540" y="32795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6" name="pt22346"/>
            <p:cNvSpPr/>
            <p:nvPr/>
          </p:nvSpPr>
          <p:spPr>
            <a:xfrm>
              <a:off x="7291791" y="32788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7" name="pt22347"/>
            <p:cNvSpPr/>
            <p:nvPr/>
          </p:nvSpPr>
          <p:spPr>
            <a:xfrm>
              <a:off x="7627538" y="32799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8" name="pt22348"/>
            <p:cNvSpPr/>
            <p:nvPr/>
          </p:nvSpPr>
          <p:spPr>
            <a:xfrm>
              <a:off x="7453785" y="324321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49" name="pt22349"/>
            <p:cNvSpPr/>
            <p:nvPr/>
          </p:nvSpPr>
          <p:spPr>
            <a:xfrm>
              <a:off x="7423953" y="326700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0" name="pt22350"/>
            <p:cNvSpPr/>
            <p:nvPr/>
          </p:nvSpPr>
          <p:spPr>
            <a:xfrm>
              <a:off x="7402727" y="326887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1" name="pt22351"/>
            <p:cNvSpPr/>
            <p:nvPr/>
          </p:nvSpPr>
          <p:spPr>
            <a:xfrm>
              <a:off x="7339486" y="324928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2" name="pt22352"/>
            <p:cNvSpPr/>
            <p:nvPr/>
          </p:nvSpPr>
          <p:spPr>
            <a:xfrm>
              <a:off x="7563426" y="3293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3" name="pt22353"/>
            <p:cNvSpPr/>
            <p:nvPr/>
          </p:nvSpPr>
          <p:spPr>
            <a:xfrm>
              <a:off x="7217932" y="32816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4" name="pt22354"/>
            <p:cNvSpPr/>
            <p:nvPr/>
          </p:nvSpPr>
          <p:spPr>
            <a:xfrm>
              <a:off x="7376935" y="32849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5" name="pt22355"/>
            <p:cNvSpPr/>
            <p:nvPr/>
          </p:nvSpPr>
          <p:spPr>
            <a:xfrm>
              <a:off x="7393510" y="326252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6" name="pt22356"/>
            <p:cNvSpPr/>
            <p:nvPr/>
          </p:nvSpPr>
          <p:spPr>
            <a:xfrm>
              <a:off x="7358581" y="323899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7" name="pt22357"/>
            <p:cNvSpPr/>
            <p:nvPr/>
          </p:nvSpPr>
          <p:spPr>
            <a:xfrm>
              <a:off x="7404752" y="324675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8" name="pt22358"/>
            <p:cNvSpPr/>
            <p:nvPr/>
          </p:nvSpPr>
          <p:spPr>
            <a:xfrm>
              <a:off x="7626753" y="32774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59" name="pt22359"/>
            <p:cNvSpPr/>
            <p:nvPr/>
          </p:nvSpPr>
          <p:spPr>
            <a:xfrm>
              <a:off x="7462760" y="32574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0" name="pt22360"/>
            <p:cNvSpPr/>
            <p:nvPr/>
          </p:nvSpPr>
          <p:spPr>
            <a:xfrm>
              <a:off x="7467124" y="33227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1" name="pt22361"/>
            <p:cNvSpPr/>
            <p:nvPr/>
          </p:nvSpPr>
          <p:spPr>
            <a:xfrm>
              <a:off x="7465303" y="330755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2" name="pt22362"/>
            <p:cNvSpPr/>
            <p:nvPr/>
          </p:nvSpPr>
          <p:spPr>
            <a:xfrm>
              <a:off x="7453839" y="32756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3" name="pt22363"/>
            <p:cNvSpPr/>
            <p:nvPr/>
          </p:nvSpPr>
          <p:spPr>
            <a:xfrm>
              <a:off x="7411268" y="32750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4" name="pt22364"/>
            <p:cNvSpPr/>
            <p:nvPr/>
          </p:nvSpPr>
          <p:spPr>
            <a:xfrm>
              <a:off x="7284400" y="33070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5" name="pt22365"/>
            <p:cNvSpPr/>
            <p:nvPr/>
          </p:nvSpPr>
          <p:spPr>
            <a:xfrm>
              <a:off x="7439515" y="326183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6" name="pt22366"/>
            <p:cNvSpPr/>
            <p:nvPr/>
          </p:nvSpPr>
          <p:spPr>
            <a:xfrm>
              <a:off x="7363210" y="334912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7" name="pt22367"/>
            <p:cNvSpPr/>
            <p:nvPr/>
          </p:nvSpPr>
          <p:spPr>
            <a:xfrm>
              <a:off x="7408900" y="328103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8" name="pt22368"/>
            <p:cNvSpPr/>
            <p:nvPr/>
          </p:nvSpPr>
          <p:spPr>
            <a:xfrm>
              <a:off x="7478173" y="32670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69" name="pt22369"/>
            <p:cNvSpPr/>
            <p:nvPr/>
          </p:nvSpPr>
          <p:spPr>
            <a:xfrm>
              <a:off x="7479375" y="324707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0" name="pt22370"/>
            <p:cNvSpPr/>
            <p:nvPr/>
          </p:nvSpPr>
          <p:spPr>
            <a:xfrm>
              <a:off x="7567114" y="326459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1" name="pt22371"/>
            <p:cNvSpPr/>
            <p:nvPr/>
          </p:nvSpPr>
          <p:spPr>
            <a:xfrm>
              <a:off x="7452660" y="328275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2" name="pt22372"/>
            <p:cNvSpPr/>
            <p:nvPr/>
          </p:nvSpPr>
          <p:spPr>
            <a:xfrm>
              <a:off x="7371557" y="32681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3" name="pt22373"/>
            <p:cNvSpPr/>
            <p:nvPr/>
          </p:nvSpPr>
          <p:spPr>
            <a:xfrm>
              <a:off x="7633023" y="329729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4" name="pt22374"/>
            <p:cNvSpPr/>
            <p:nvPr/>
          </p:nvSpPr>
          <p:spPr>
            <a:xfrm>
              <a:off x="7489146" y="32847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5" name="pt22375"/>
            <p:cNvSpPr/>
            <p:nvPr/>
          </p:nvSpPr>
          <p:spPr>
            <a:xfrm>
              <a:off x="7237423" y="320672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6" name="pt22376"/>
            <p:cNvSpPr/>
            <p:nvPr/>
          </p:nvSpPr>
          <p:spPr>
            <a:xfrm>
              <a:off x="7819268" y="327776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7" name="pt22377"/>
            <p:cNvSpPr/>
            <p:nvPr/>
          </p:nvSpPr>
          <p:spPr>
            <a:xfrm>
              <a:off x="7548793" y="32781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8" name="pt22378"/>
            <p:cNvSpPr/>
            <p:nvPr/>
          </p:nvSpPr>
          <p:spPr>
            <a:xfrm>
              <a:off x="7422871" y="32927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79" name="pt22379"/>
            <p:cNvSpPr/>
            <p:nvPr/>
          </p:nvSpPr>
          <p:spPr>
            <a:xfrm>
              <a:off x="7146995" y="326896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0" name="pt22380"/>
            <p:cNvSpPr/>
            <p:nvPr/>
          </p:nvSpPr>
          <p:spPr>
            <a:xfrm>
              <a:off x="7420126" y="32668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1" name="pt22381"/>
            <p:cNvSpPr/>
            <p:nvPr/>
          </p:nvSpPr>
          <p:spPr>
            <a:xfrm>
              <a:off x="7395017" y="32959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2" name="pt22382"/>
            <p:cNvSpPr/>
            <p:nvPr/>
          </p:nvSpPr>
          <p:spPr>
            <a:xfrm>
              <a:off x="7671351" y="328732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3" name="pt22383"/>
            <p:cNvSpPr/>
            <p:nvPr/>
          </p:nvSpPr>
          <p:spPr>
            <a:xfrm>
              <a:off x="7352247" y="32400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4" name="pt22384"/>
            <p:cNvSpPr/>
            <p:nvPr/>
          </p:nvSpPr>
          <p:spPr>
            <a:xfrm>
              <a:off x="7418042" y="326030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5" name="pt22385"/>
            <p:cNvSpPr/>
            <p:nvPr/>
          </p:nvSpPr>
          <p:spPr>
            <a:xfrm>
              <a:off x="7444140" y="33039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6" name="pt22386"/>
            <p:cNvSpPr/>
            <p:nvPr/>
          </p:nvSpPr>
          <p:spPr>
            <a:xfrm>
              <a:off x="7810269" y="328618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7" name="pt22387"/>
            <p:cNvSpPr/>
            <p:nvPr/>
          </p:nvSpPr>
          <p:spPr>
            <a:xfrm>
              <a:off x="7400303" y="323637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8" name="pt22388"/>
            <p:cNvSpPr/>
            <p:nvPr/>
          </p:nvSpPr>
          <p:spPr>
            <a:xfrm>
              <a:off x="7470974" y="328691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89" name="pt22389"/>
            <p:cNvSpPr/>
            <p:nvPr/>
          </p:nvSpPr>
          <p:spPr>
            <a:xfrm>
              <a:off x="7434880" y="31691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0" name="pt22390"/>
            <p:cNvSpPr/>
            <p:nvPr/>
          </p:nvSpPr>
          <p:spPr>
            <a:xfrm>
              <a:off x="7501009" y="327839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1" name="pt22391"/>
            <p:cNvSpPr/>
            <p:nvPr/>
          </p:nvSpPr>
          <p:spPr>
            <a:xfrm>
              <a:off x="7713658" y="32712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2" name="pt22392"/>
            <p:cNvSpPr/>
            <p:nvPr/>
          </p:nvSpPr>
          <p:spPr>
            <a:xfrm>
              <a:off x="7403180" y="324870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3" name="pt22393"/>
            <p:cNvSpPr/>
            <p:nvPr/>
          </p:nvSpPr>
          <p:spPr>
            <a:xfrm>
              <a:off x="7387748" y="327251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4" name="pt22394"/>
            <p:cNvSpPr/>
            <p:nvPr/>
          </p:nvSpPr>
          <p:spPr>
            <a:xfrm>
              <a:off x="7390016" y="326218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5" name="pt22395"/>
            <p:cNvSpPr/>
            <p:nvPr/>
          </p:nvSpPr>
          <p:spPr>
            <a:xfrm>
              <a:off x="7354280" y="324343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6" name="pt22396"/>
            <p:cNvSpPr/>
            <p:nvPr/>
          </p:nvSpPr>
          <p:spPr>
            <a:xfrm>
              <a:off x="7304037" y="3243772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7" name="pt22397"/>
            <p:cNvSpPr/>
            <p:nvPr/>
          </p:nvSpPr>
          <p:spPr>
            <a:xfrm>
              <a:off x="7461950" y="324654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8" name="pt22398"/>
            <p:cNvSpPr/>
            <p:nvPr/>
          </p:nvSpPr>
          <p:spPr>
            <a:xfrm>
              <a:off x="7415883" y="326836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399" name="pt22399"/>
            <p:cNvSpPr/>
            <p:nvPr/>
          </p:nvSpPr>
          <p:spPr>
            <a:xfrm>
              <a:off x="7383787" y="32558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0" name="pt22400"/>
            <p:cNvSpPr/>
            <p:nvPr/>
          </p:nvSpPr>
          <p:spPr>
            <a:xfrm>
              <a:off x="7519232" y="32635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1" name="pt22401"/>
            <p:cNvSpPr/>
            <p:nvPr/>
          </p:nvSpPr>
          <p:spPr>
            <a:xfrm>
              <a:off x="7573775" y="3515453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2" name="pt22402"/>
            <p:cNvSpPr/>
            <p:nvPr/>
          </p:nvSpPr>
          <p:spPr>
            <a:xfrm>
              <a:off x="7444348" y="309702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3" name="pt22403"/>
            <p:cNvSpPr/>
            <p:nvPr/>
          </p:nvSpPr>
          <p:spPr>
            <a:xfrm>
              <a:off x="7432144" y="329001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4" name="pt22404"/>
            <p:cNvSpPr/>
            <p:nvPr/>
          </p:nvSpPr>
          <p:spPr>
            <a:xfrm>
              <a:off x="8091131" y="3318547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5" name="pt22405"/>
            <p:cNvSpPr/>
            <p:nvPr/>
          </p:nvSpPr>
          <p:spPr>
            <a:xfrm>
              <a:off x="7544126" y="328236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6" name="pt22406"/>
            <p:cNvSpPr/>
            <p:nvPr/>
          </p:nvSpPr>
          <p:spPr>
            <a:xfrm>
              <a:off x="7415936" y="32770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7" name="pt22407"/>
            <p:cNvSpPr/>
            <p:nvPr/>
          </p:nvSpPr>
          <p:spPr>
            <a:xfrm>
              <a:off x="7446186" y="328354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8" name="pt22408"/>
            <p:cNvSpPr/>
            <p:nvPr/>
          </p:nvSpPr>
          <p:spPr>
            <a:xfrm>
              <a:off x="7434213" y="324309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09" name="pt22409"/>
            <p:cNvSpPr/>
            <p:nvPr/>
          </p:nvSpPr>
          <p:spPr>
            <a:xfrm>
              <a:off x="7494629" y="327381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0" name="pt22410"/>
            <p:cNvSpPr/>
            <p:nvPr/>
          </p:nvSpPr>
          <p:spPr>
            <a:xfrm>
              <a:off x="7842631" y="296356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11" name="pt22411"/>
            <p:cNvSpPr/>
            <p:nvPr/>
          </p:nvSpPr>
          <p:spPr>
            <a:xfrm>
              <a:off x="7250028" y="328828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2" name="pt22412"/>
            <p:cNvSpPr/>
            <p:nvPr/>
          </p:nvSpPr>
          <p:spPr>
            <a:xfrm>
              <a:off x="7521479" y="326290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3" name="pt22413"/>
            <p:cNvSpPr/>
            <p:nvPr/>
          </p:nvSpPr>
          <p:spPr>
            <a:xfrm>
              <a:off x="7427154" y="326390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4" name="pt22414"/>
            <p:cNvSpPr/>
            <p:nvPr/>
          </p:nvSpPr>
          <p:spPr>
            <a:xfrm>
              <a:off x="7391526" y="3265836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5" name="pt22415"/>
            <p:cNvSpPr/>
            <p:nvPr/>
          </p:nvSpPr>
          <p:spPr>
            <a:xfrm>
              <a:off x="7420644" y="329421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6" name="pt22416"/>
            <p:cNvSpPr/>
            <p:nvPr/>
          </p:nvSpPr>
          <p:spPr>
            <a:xfrm>
              <a:off x="7288473" y="3257561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7" name="pt22417"/>
            <p:cNvSpPr/>
            <p:nvPr/>
          </p:nvSpPr>
          <p:spPr>
            <a:xfrm>
              <a:off x="7434150" y="3271455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8" name="pt22418"/>
            <p:cNvSpPr/>
            <p:nvPr/>
          </p:nvSpPr>
          <p:spPr>
            <a:xfrm>
              <a:off x="7350800" y="3235398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19" name="pt22419"/>
            <p:cNvSpPr/>
            <p:nvPr/>
          </p:nvSpPr>
          <p:spPr>
            <a:xfrm>
              <a:off x="7499066" y="3181389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0" name="pt22420"/>
            <p:cNvSpPr/>
            <p:nvPr/>
          </p:nvSpPr>
          <p:spPr>
            <a:xfrm>
              <a:off x="7394026" y="3264250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1" name="pt22421"/>
            <p:cNvSpPr/>
            <p:nvPr/>
          </p:nvSpPr>
          <p:spPr>
            <a:xfrm>
              <a:off x="7392738" y="3295294"/>
              <a:ext cx="54165" cy="54165"/>
            </a:xfrm>
            <a:prstGeom prst="ellipse">
              <a:avLst/>
            </a:prstGeom>
            <a:solidFill>
              <a:srgbClr val="FEE08B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2" name="pt22422"/>
            <p:cNvSpPr/>
            <p:nvPr/>
          </p:nvSpPr>
          <p:spPr>
            <a:xfrm>
              <a:off x="7425293" y="3156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3" name="pt22423"/>
            <p:cNvSpPr/>
            <p:nvPr/>
          </p:nvSpPr>
          <p:spPr>
            <a:xfrm>
              <a:off x="7458914" y="3623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4" name="pt22424"/>
            <p:cNvSpPr/>
            <p:nvPr/>
          </p:nvSpPr>
          <p:spPr>
            <a:xfrm>
              <a:off x="7443411" y="3225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5" name="pt22425"/>
            <p:cNvSpPr/>
            <p:nvPr/>
          </p:nvSpPr>
          <p:spPr>
            <a:xfrm>
              <a:off x="7450900" y="2618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6" name="pt22426"/>
            <p:cNvSpPr/>
            <p:nvPr/>
          </p:nvSpPr>
          <p:spPr>
            <a:xfrm>
              <a:off x="7456000" y="34586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7" name="pt22427"/>
            <p:cNvSpPr/>
            <p:nvPr/>
          </p:nvSpPr>
          <p:spPr>
            <a:xfrm>
              <a:off x="7445752" y="3474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8" name="pt22428"/>
            <p:cNvSpPr/>
            <p:nvPr/>
          </p:nvSpPr>
          <p:spPr>
            <a:xfrm>
              <a:off x="7466886" y="3395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29" name="pt22429"/>
            <p:cNvSpPr/>
            <p:nvPr/>
          </p:nvSpPr>
          <p:spPr>
            <a:xfrm>
              <a:off x="7453579" y="31938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0" name="pt22430"/>
            <p:cNvSpPr/>
            <p:nvPr/>
          </p:nvSpPr>
          <p:spPr>
            <a:xfrm>
              <a:off x="7444412" y="3470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1" name="pt22431"/>
            <p:cNvSpPr/>
            <p:nvPr/>
          </p:nvSpPr>
          <p:spPr>
            <a:xfrm>
              <a:off x="7433783" y="22080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2" name="pt22432"/>
            <p:cNvSpPr/>
            <p:nvPr/>
          </p:nvSpPr>
          <p:spPr>
            <a:xfrm>
              <a:off x="7468425" y="2614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3" name="pt22433"/>
            <p:cNvSpPr/>
            <p:nvPr/>
          </p:nvSpPr>
          <p:spPr>
            <a:xfrm>
              <a:off x="7381790" y="3217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4" name="pt22434"/>
            <p:cNvSpPr/>
            <p:nvPr/>
          </p:nvSpPr>
          <p:spPr>
            <a:xfrm>
              <a:off x="7398109" y="33241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5" name="pt22435"/>
            <p:cNvSpPr/>
            <p:nvPr/>
          </p:nvSpPr>
          <p:spPr>
            <a:xfrm>
              <a:off x="8577304" y="291254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36" name="pt22436"/>
            <p:cNvSpPr/>
            <p:nvPr/>
          </p:nvSpPr>
          <p:spPr>
            <a:xfrm>
              <a:off x="7439705" y="35197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7" name="pt22437"/>
            <p:cNvSpPr/>
            <p:nvPr/>
          </p:nvSpPr>
          <p:spPr>
            <a:xfrm>
              <a:off x="6875911" y="3201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8" name="pt22438"/>
            <p:cNvSpPr/>
            <p:nvPr/>
          </p:nvSpPr>
          <p:spPr>
            <a:xfrm>
              <a:off x="7421207" y="3424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39" name="pt22439"/>
            <p:cNvSpPr/>
            <p:nvPr/>
          </p:nvSpPr>
          <p:spPr>
            <a:xfrm>
              <a:off x="7405786" y="3154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0" name="pt22440"/>
            <p:cNvSpPr/>
            <p:nvPr/>
          </p:nvSpPr>
          <p:spPr>
            <a:xfrm>
              <a:off x="7401274" y="31880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1" name="pt22441"/>
            <p:cNvSpPr/>
            <p:nvPr/>
          </p:nvSpPr>
          <p:spPr>
            <a:xfrm>
              <a:off x="7429552" y="29337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2" name="pt22442"/>
            <p:cNvSpPr/>
            <p:nvPr/>
          </p:nvSpPr>
          <p:spPr>
            <a:xfrm>
              <a:off x="7289676" y="3125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3" name="pt22443"/>
            <p:cNvSpPr/>
            <p:nvPr/>
          </p:nvSpPr>
          <p:spPr>
            <a:xfrm>
              <a:off x="7408657" y="28691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4" name="pt22444"/>
            <p:cNvSpPr/>
            <p:nvPr/>
          </p:nvSpPr>
          <p:spPr>
            <a:xfrm>
              <a:off x="7399858" y="2226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5" name="pt22445"/>
            <p:cNvSpPr/>
            <p:nvPr/>
          </p:nvSpPr>
          <p:spPr>
            <a:xfrm>
              <a:off x="7588958" y="3544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6" name="pt22446"/>
            <p:cNvSpPr/>
            <p:nvPr/>
          </p:nvSpPr>
          <p:spPr>
            <a:xfrm>
              <a:off x="7600972" y="4035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7" name="pt22447"/>
            <p:cNvSpPr/>
            <p:nvPr/>
          </p:nvSpPr>
          <p:spPr>
            <a:xfrm>
              <a:off x="7449994" y="1930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8" name="pt22448"/>
            <p:cNvSpPr/>
            <p:nvPr/>
          </p:nvSpPr>
          <p:spPr>
            <a:xfrm>
              <a:off x="7395722" y="3604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49" name="pt22449"/>
            <p:cNvSpPr/>
            <p:nvPr/>
          </p:nvSpPr>
          <p:spPr>
            <a:xfrm>
              <a:off x="7462788" y="3397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0" name="pt22450"/>
            <p:cNvSpPr/>
            <p:nvPr/>
          </p:nvSpPr>
          <p:spPr>
            <a:xfrm>
              <a:off x="7449411" y="33105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1" name="pt22451"/>
            <p:cNvSpPr/>
            <p:nvPr/>
          </p:nvSpPr>
          <p:spPr>
            <a:xfrm>
              <a:off x="7443075" y="3528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2" name="pt22452"/>
            <p:cNvSpPr/>
            <p:nvPr/>
          </p:nvSpPr>
          <p:spPr>
            <a:xfrm>
              <a:off x="7440027" y="3647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3" name="pt22453"/>
            <p:cNvSpPr/>
            <p:nvPr/>
          </p:nvSpPr>
          <p:spPr>
            <a:xfrm>
              <a:off x="7480630" y="31871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4" name="pt22454"/>
            <p:cNvSpPr/>
            <p:nvPr/>
          </p:nvSpPr>
          <p:spPr>
            <a:xfrm>
              <a:off x="7473976" y="3566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5" name="pt22455"/>
            <p:cNvSpPr/>
            <p:nvPr/>
          </p:nvSpPr>
          <p:spPr>
            <a:xfrm>
              <a:off x="7447979" y="3427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6" name="pt22456"/>
            <p:cNvSpPr/>
            <p:nvPr/>
          </p:nvSpPr>
          <p:spPr>
            <a:xfrm>
              <a:off x="7442875" y="33439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7" name="pt22457"/>
            <p:cNvSpPr/>
            <p:nvPr/>
          </p:nvSpPr>
          <p:spPr>
            <a:xfrm>
              <a:off x="7521629" y="3406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8" name="pt22458"/>
            <p:cNvSpPr/>
            <p:nvPr/>
          </p:nvSpPr>
          <p:spPr>
            <a:xfrm>
              <a:off x="7434611" y="33218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59" name="pt22459"/>
            <p:cNvSpPr/>
            <p:nvPr/>
          </p:nvSpPr>
          <p:spPr>
            <a:xfrm>
              <a:off x="7952087" y="3297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0" name="pt22460"/>
            <p:cNvSpPr/>
            <p:nvPr/>
          </p:nvSpPr>
          <p:spPr>
            <a:xfrm>
              <a:off x="7413602" y="3019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1" name="pt22461"/>
            <p:cNvSpPr/>
            <p:nvPr/>
          </p:nvSpPr>
          <p:spPr>
            <a:xfrm>
              <a:off x="7394229" y="29929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2" name="pt22462"/>
            <p:cNvSpPr/>
            <p:nvPr/>
          </p:nvSpPr>
          <p:spPr>
            <a:xfrm>
              <a:off x="7468648" y="3668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3" name="pt22463"/>
            <p:cNvSpPr/>
            <p:nvPr/>
          </p:nvSpPr>
          <p:spPr>
            <a:xfrm>
              <a:off x="7407552" y="3004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4" name="pt22464"/>
            <p:cNvSpPr/>
            <p:nvPr/>
          </p:nvSpPr>
          <p:spPr>
            <a:xfrm>
              <a:off x="7491741" y="3304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5" name="pt22465"/>
            <p:cNvSpPr/>
            <p:nvPr/>
          </p:nvSpPr>
          <p:spPr>
            <a:xfrm>
              <a:off x="7491160" y="1604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6" name="pt22466"/>
            <p:cNvSpPr/>
            <p:nvPr/>
          </p:nvSpPr>
          <p:spPr>
            <a:xfrm>
              <a:off x="7242176" y="3321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7" name="pt22467"/>
            <p:cNvSpPr/>
            <p:nvPr/>
          </p:nvSpPr>
          <p:spPr>
            <a:xfrm>
              <a:off x="7406644" y="33538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8" name="pt22468"/>
            <p:cNvSpPr/>
            <p:nvPr/>
          </p:nvSpPr>
          <p:spPr>
            <a:xfrm>
              <a:off x="7460720" y="3272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69" name="pt22469"/>
            <p:cNvSpPr/>
            <p:nvPr/>
          </p:nvSpPr>
          <p:spPr>
            <a:xfrm>
              <a:off x="7411998" y="34816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0" name="pt22470"/>
            <p:cNvSpPr/>
            <p:nvPr/>
          </p:nvSpPr>
          <p:spPr>
            <a:xfrm>
              <a:off x="7423173" y="3466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1" name="pt22471"/>
            <p:cNvSpPr/>
            <p:nvPr/>
          </p:nvSpPr>
          <p:spPr>
            <a:xfrm>
              <a:off x="7458169" y="3177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2" name="pt22472"/>
            <p:cNvSpPr/>
            <p:nvPr/>
          </p:nvSpPr>
          <p:spPr>
            <a:xfrm>
              <a:off x="7493705" y="32604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3" name="pt22473"/>
            <p:cNvSpPr/>
            <p:nvPr/>
          </p:nvSpPr>
          <p:spPr>
            <a:xfrm>
              <a:off x="7431279" y="32143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4" name="pt22474"/>
            <p:cNvSpPr/>
            <p:nvPr/>
          </p:nvSpPr>
          <p:spPr>
            <a:xfrm>
              <a:off x="7445337" y="3539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5" name="pt22475"/>
            <p:cNvSpPr/>
            <p:nvPr/>
          </p:nvSpPr>
          <p:spPr>
            <a:xfrm>
              <a:off x="7442282" y="38093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6" name="pt22476"/>
            <p:cNvSpPr/>
            <p:nvPr/>
          </p:nvSpPr>
          <p:spPr>
            <a:xfrm>
              <a:off x="7410790" y="3446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7" name="pt22477"/>
            <p:cNvSpPr/>
            <p:nvPr/>
          </p:nvSpPr>
          <p:spPr>
            <a:xfrm>
              <a:off x="7436106" y="3224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8" name="pt22478"/>
            <p:cNvSpPr/>
            <p:nvPr/>
          </p:nvSpPr>
          <p:spPr>
            <a:xfrm>
              <a:off x="7445349" y="3316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79" name="pt22479"/>
            <p:cNvSpPr/>
            <p:nvPr/>
          </p:nvSpPr>
          <p:spPr>
            <a:xfrm>
              <a:off x="7453182" y="35725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0" name="pt22480"/>
            <p:cNvSpPr/>
            <p:nvPr/>
          </p:nvSpPr>
          <p:spPr>
            <a:xfrm>
              <a:off x="7405914" y="3403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1" name="pt22481"/>
            <p:cNvSpPr/>
            <p:nvPr/>
          </p:nvSpPr>
          <p:spPr>
            <a:xfrm>
              <a:off x="7430065" y="3377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2" name="pt22482"/>
            <p:cNvSpPr/>
            <p:nvPr/>
          </p:nvSpPr>
          <p:spPr>
            <a:xfrm>
              <a:off x="7439752" y="32966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3" name="pt22483"/>
            <p:cNvSpPr/>
            <p:nvPr/>
          </p:nvSpPr>
          <p:spPr>
            <a:xfrm>
              <a:off x="7390141" y="3500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4" name="pt22484"/>
            <p:cNvSpPr/>
            <p:nvPr/>
          </p:nvSpPr>
          <p:spPr>
            <a:xfrm>
              <a:off x="7471627" y="3005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5" name="pt22485"/>
            <p:cNvSpPr/>
            <p:nvPr/>
          </p:nvSpPr>
          <p:spPr>
            <a:xfrm>
              <a:off x="7436484" y="2998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6" name="pt22486"/>
            <p:cNvSpPr/>
            <p:nvPr/>
          </p:nvSpPr>
          <p:spPr>
            <a:xfrm>
              <a:off x="7449324" y="3146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7" name="pt22487"/>
            <p:cNvSpPr/>
            <p:nvPr/>
          </p:nvSpPr>
          <p:spPr>
            <a:xfrm>
              <a:off x="7705975" y="3434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8" name="pt22488"/>
            <p:cNvSpPr/>
            <p:nvPr/>
          </p:nvSpPr>
          <p:spPr>
            <a:xfrm>
              <a:off x="9724151" y="3285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89" name="pt22489"/>
            <p:cNvSpPr/>
            <p:nvPr/>
          </p:nvSpPr>
          <p:spPr>
            <a:xfrm>
              <a:off x="7446059" y="34260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0" name="pt22490"/>
            <p:cNvSpPr/>
            <p:nvPr/>
          </p:nvSpPr>
          <p:spPr>
            <a:xfrm>
              <a:off x="7445545" y="3233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1" name="pt22491"/>
            <p:cNvSpPr/>
            <p:nvPr/>
          </p:nvSpPr>
          <p:spPr>
            <a:xfrm>
              <a:off x="7414907" y="3017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2" name="pt22492"/>
            <p:cNvSpPr/>
            <p:nvPr/>
          </p:nvSpPr>
          <p:spPr>
            <a:xfrm>
              <a:off x="7254944" y="2904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3" name="pt22493"/>
            <p:cNvSpPr/>
            <p:nvPr/>
          </p:nvSpPr>
          <p:spPr>
            <a:xfrm>
              <a:off x="7462734" y="3179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4" name="pt22494"/>
            <p:cNvSpPr/>
            <p:nvPr/>
          </p:nvSpPr>
          <p:spPr>
            <a:xfrm>
              <a:off x="7431961" y="3266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5" name="pt22495"/>
            <p:cNvSpPr/>
            <p:nvPr/>
          </p:nvSpPr>
          <p:spPr>
            <a:xfrm>
              <a:off x="7473845" y="3607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6" name="pt22496"/>
            <p:cNvSpPr/>
            <p:nvPr/>
          </p:nvSpPr>
          <p:spPr>
            <a:xfrm>
              <a:off x="7420895" y="3384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7" name="pt22497"/>
            <p:cNvSpPr/>
            <p:nvPr/>
          </p:nvSpPr>
          <p:spPr>
            <a:xfrm>
              <a:off x="7413134" y="3374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8" name="pt22498"/>
            <p:cNvSpPr/>
            <p:nvPr/>
          </p:nvSpPr>
          <p:spPr>
            <a:xfrm>
              <a:off x="7455213" y="3651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499" name="pt22499"/>
            <p:cNvSpPr/>
            <p:nvPr/>
          </p:nvSpPr>
          <p:spPr>
            <a:xfrm>
              <a:off x="7912882" y="357294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00" name="pt22500"/>
            <p:cNvSpPr/>
            <p:nvPr/>
          </p:nvSpPr>
          <p:spPr>
            <a:xfrm>
              <a:off x="7406135" y="3685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1" name="pt22501"/>
            <p:cNvSpPr/>
            <p:nvPr/>
          </p:nvSpPr>
          <p:spPr>
            <a:xfrm>
              <a:off x="8012817" y="359562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02" name="pt22502"/>
            <p:cNvSpPr/>
            <p:nvPr/>
          </p:nvSpPr>
          <p:spPr>
            <a:xfrm>
              <a:off x="7972771" y="279574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03" name="pt22503"/>
            <p:cNvSpPr/>
            <p:nvPr/>
          </p:nvSpPr>
          <p:spPr>
            <a:xfrm>
              <a:off x="7310309" y="3452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4" name="pt22504"/>
            <p:cNvSpPr/>
            <p:nvPr/>
          </p:nvSpPr>
          <p:spPr>
            <a:xfrm>
              <a:off x="7391774" y="32247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5" name="pt22505"/>
            <p:cNvSpPr/>
            <p:nvPr/>
          </p:nvSpPr>
          <p:spPr>
            <a:xfrm>
              <a:off x="7431910" y="3521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6" name="pt22506"/>
            <p:cNvSpPr/>
            <p:nvPr/>
          </p:nvSpPr>
          <p:spPr>
            <a:xfrm>
              <a:off x="7998046" y="348788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07" name="pt22507"/>
            <p:cNvSpPr/>
            <p:nvPr/>
          </p:nvSpPr>
          <p:spPr>
            <a:xfrm>
              <a:off x="7419047" y="2125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8" name="pt22508"/>
            <p:cNvSpPr/>
            <p:nvPr/>
          </p:nvSpPr>
          <p:spPr>
            <a:xfrm>
              <a:off x="7425185" y="31101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09" name="pt22509"/>
            <p:cNvSpPr/>
            <p:nvPr/>
          </p:nvSpPr>
          <p:spPr>
            <a:xfrm>
              <a:off x="7437313" y="31399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0" name="pt22510"/>
            <p:cNvSpPr/>
            <p:nvPr/>
          </p:nvSpPr>
          <p:spPr>
            <a:xfrm>
              <a:off x="6209750" y="3286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1" name="pt22511"/>
            <p:cNvSpPr/>
            <p:nvPr/>
          </p:nvSpPr>
          <p:spPr>
            <a:xfrm>
              <a:off x="7579250" y="3396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2" name="pt22512"/>
            <p:cNvSpPr/>
            <p:nvPr/>
          </p:nvSpPr>
          <p:spPr>
            <a:xfrm>
              <a:off x="7434307" y="3009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3" name="pt22513"/>
            <p:cNvSpPr/>
            <p:nvPr/>
          </p:nvSpPr>
          <p:spPr>
            <a:xfrm>
              <a:off x="5251755" y="33106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4" name="pt22514"/>
            <p:cNvSpPr/>
            <p:nvPr/>
          </p:nvSpPr>
          <p:spPr>
            <a:xfrm>
              <a:off x="7426788" y="3445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5" name="pt22515"/>
            <p:cNvSpPr/>
            <p:nvPr/>
          </p:nvSpPr>
          <p:spPr>
            <a:xfrm>
              <a:off x="7447582" y="3132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6" name="pt22516"/>
            <p:cNvSpPr/>
            <p:nvPr/>
          </p:nvSpPr>
          <p:spPr>
            <a:xfrm>
              <a:off x="7418624" y="3345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7" name="pt22517"/>
            <p:cNvSpPr/>
            <p:nvPr/>
          </p:nvSpPr>
          <p:spPr>
            <a:xfrm>
              <a:off x="7501206" y="3640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8" name="pt22518"/>
            <p:cNvSpPr/>
            <p:nvPr/>
          </p:nvSpPr>
          <p:spPr>
            <a:xfrm>
              <a:off x="7484487" y="35270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19" name="pt22519"/>
            <p:cNvSpPr/>
            <p:nvPr/>
          </p:nvSpPr>
          <p:spPr>
            <a:xfrm>
              <a:off x="7406291" y="3383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0" name="pt22520"/>
            <p:cNvSpPr/>
            <p:nvPr/>
          </p:nvSpPr>
          <p:spPr>
            <a:xfrm>
              <a:off x="7450444" y="3436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1" name="pt22521"/>
            <p:cNvSpPr/>
            <p:nvPr/>
          </p:nvSpPr>
          <p:spPr>
            <a:xfrm>
              <a:off x="8180532" y="3285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2" name="pt22522"/>
            <p:cNvSpPr/>
            <p:nvPr/>
          </p:nvSpPr>
          <p:spPr>
            <a:xfrm>
              <a:off x="7442819" y="3653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3" name="pt22523"/>
            <p:cNvSpPr/>
            <p:nvPr/>
          </p:nvSpPr>
          <p:spPr>
            <a:xfrm>
              <a:off x="7443418" y="3389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4" name="pt22524"/>
            <p:cNvSpPr/>
            <p:nvPr/>
          </p:nvSpPr>
          <p:spPr>
            <a:xfrm>
              <a:off x="7429639" y="3557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5" name="pt22525"/>
            <p:cNvSpPr/>
            <p:nvPr/>
          </p:nvSpPr>
          <p:spPr>
            <a:xfrm>
              <a:off x="7433349" y="32441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6" name="pt22526"/>
            <p:cNvSpPr/>
            <p:nvPr/>
          </p:nvSpPr>
          <p:spPr>
            <a:xfrm>
              <a:off x="7409408" y="3757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7" name="pt22527"/>
            <p:cNvSpPr/>
            <p:nvPr/>
          </p:nvSpPr>
          <p:spPr>
            <a:xfrm>
              <a:off x="5695357" y="3375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8" name="pt22528"/>
            <p:cNvSpPr/>
            <p:nvPr/>
          </p:nvSpPr>
          <p:spPr>
            <a:xfrm>
              <a:off x="7383456" y="31978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29" name="pt22529"/>
            <p:cNvSpPr/>
            <p:nvPr/>
          </p:nvSpPr>
          <p:spPr>
            <a:xfrm>
              <a:off x="7435539" y="3174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0" name="pt22530"/>
            <p:cNvSpPr/>
            <p:nvPr/>
          </p:nvSpPr>
          <p:spPr>
            <a:xfrm>
              <a:off x="7434408" y="3196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1" name="pt22531"/>
            <p:cNvSpPr/>
            <p:nvPr/>
          </p:nvSpPr>
          <p:spPr>
            <a:xfrm>
              <a:off x="7612762" y="3263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2" name="pt22532"/>
            <p:cNvSpPr/>
            <p:nvPr/>
          </p:nvSpPr>
          <p:spPr>
            <a:xfrm>
              <a:off x="7389989" y="34232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3" name="pt22533"/>
            <p:cNvSpPr/>
            <p:nvPr/>
          </p:nvSpPr>
          <p:spPr>
            <a:xfrm>
              <a:off x="7650399" y="3291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4" name="pt22534"/>
            <p:cNvSpPr/>
            <p:nvPr/>
          </p:nvSpPr>
          <p:spPr>
            <a:xfrm>
              <a:off x="7535856" y="3335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5" name="pt22535"/>
            <p:cNvSpPr/>
            <p:nvPr/>
          </p:nvSpPr>
          <p:spPr>
            <a:xfrm>
              <a:off x="7464757" y="3500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6" name="pt22536"/>
            <p:cNvSpPr/>
            <p:nvPr/>
          </p:nvSpPr>
          <p:spPr>
            <a:xfrm>
              <a:off x="7446190" y="3562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7" name="pt22537"/>
            <p:cNvSpPr/>
            <p:nvPr/>
          </p:nvSpPr>
          <p:spPr>
            <a:xfrm>
              <a:off x="6811190" y="3293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8" name="pt22538"/>
            <p:cNvSpPr/>
            <p:nvPr/>
          </p:nvSpPr>
          <p:spPr>
            <a:xfrm>
              <a:off x="7395203" y="3167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39" name="pt22539"/>
            <p:cNvSpPr/>
            <p:nvPr/>
          </p:nvSpPr>
          <p:spPr>
            <a:xfrm>
              <a:off x="7435015" y="3491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0" name="pt22540"/>
            <p:cNvSpPr/>
            <p:nvPr/>
          </p:nvSpPr>
          <p:spPr>
            <a:xfrm>
              <a:off x="7468133" y="2993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1" name="pt22541"/>
            <p:cNvSpPr/>
            <p:nvPr/>
          </p:nvSpPr>
          <p:spPr>
            <a:xfrm>
              <a:off x="7469673" y="3072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2" name="pt22542"/>
            <p:cNvSpPr/>
            <p:nvPr/>
          </p:nvSpPr>
          <p:spPr>
            <a:xfrm>
              <a:off x="7436257" y="3222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3" name="pt22543"/>
            <p:cNvSpPr/>
            <p:nvPr/>
          </p:nvSpPr>
          <p:spPr>
            <a:xfrm>
              <a:off x="7410666" y="2704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4" name="pt22544"/>
            <p:cNvSpPr/>
            <p:nvPr/>
          </p:nvSpPr>
          <p:spPr>
            <a:xfrm>
              <a:off x="7421425" y="2356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5" name="pt22545"/>
            <p:cNvSpPr/>
            <p:nvPr/>
          </p:nvSpPr>
          <p:spPr>
            <a:xfrm>
              <a:off x="7423146" y="2767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6" name="pt22546"/>
            <p:cNvSpPr/>
            <p:nvPr/>
          </p:nvSpPr>
          <p:spPr>
            <a:xfrm>
              <a:off x="7450622" y="3131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7" name="pt22547"/>
            <p:cNvSpPr/>
            <p:nvPr/>
          </p:nvSpPr>
          <p:spPr>
            <a:xfrm>
              <a:off x="7376494" y="2711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8" name="pt22548"/>
            <p:cNvSpPr/>
            <p:nvPr/>
          </p:nvSpPr>
          <p:spPr>
            <a:xfrm>
              <a:off x="7423758" y="31047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49" name="pt22549"/>
            <p:cNvSpPr/>
            <p:nvPr/>
          </p:nvSpPr>
          <p:spPr>
            <a:xfrm>
              <a:off x="7475451" y="3155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0" name="pt22550"/>
            <p:cNvSpPr/>
            <p:nvPr/>
          </p:nvSpPr>
          <p:spPr>
            <a:xfrm>
              <a:off x="7414585" y="3408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1" name="pt22551"/>
            <p:cNvSpPr/>
            <p:nvPr/>
          </p:nvSpPr>
          <p:spPr>
            <a:xfrm>
              <a:off x="7376267" y="3127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2" name="pt22552"/>
            <p:cNvSpPr/>
            <p:nvPr/>
          </p:nvSpPr>
          <p:spPr>
            <a:xfrm>
              <a:off x="7409713" y="32437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3" name="pt22553"/>
            <p:cNvSpPr/>
            <p:nvPr/>
          </p:nvSpPr>
          <p:spPr>
            <a:xfrm>
              <a:off x="7831940" y="304873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54" name="pt22554"/>
            <p:cNvSpPr/>
            <p:nvPr/>
          </p:nvSpPr>
          <p:spPr>
            <a:xfrm>
              <a:off x="7434935" y="3186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5" name="pt22555"/>
            <p:cNvSpPr/>
            <p:nvPr/>
          </p:nvSpPr>
          <p:spPr>
            <a:xfrm>
              <a:off x="7371863" y="3290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6" name="pt22556"/>
            <p:cNvSpPr/>
            <p:nvPr/>
          </p:nvSpPr>
          <p:spPr>
            <a:xfrm>
              <a:off x="7340968" y="3332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7" name="pt22557"/>
            <p:cNvSpPr/>
            <p:nvPr/>
          </p:nvSpPr>
          <p:spPr>
            <a:xfrm>
              <a:off x="7411220" y="3273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8" name="pt22558"/>
            <p:cNvSpPr/>
            <p:nvPr/>
          </p:nvSpPr>
          <p:spPr>
            <a:xfrm>
              <a:off x="7438448" y="3752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59" name="pt22559"/>
            <p:cNvSpPr/>
            <p:nvPr/>
          </p:nvSpPr>
          <p:spPr>
            <a:xfrm>
              <a:off x="7496112" y="3233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0" name="pt22560"/>
            <p:cNvSpPr/>
            <p:nvPr/>
          </p:nvSpPr>
          <p:spPr>
            <a:xfrm>
              <a:off x="7027887" y="33280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1" name="pt22561"/>
            <p:cNvSpPr/>
            <p:nvPr/>
          </p:nvSpPr>
          <p:spPr>
            <a:xfrm>
              <a:off x="6187346" y="32209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2" name="pt22562"/>
            <p:cNvSpPr/>
            <p:nvPr/>
          </p:nvSpPr>
          <p:spPr>
            <a:xfrm>
              <a:off x="5850521" y="359449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63" name="pt22563"/>
            <p:cNvSpPr/>
            <p:nvPr/>
          </p:nvSpPr>
          <p:spPr>
            <a:xfrm>
              <a:off x="7162300" y="32150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4" name="pt22564"/>
            <p:cNvSpPr/>
            <p:nvPr/>
          </p:nvSpPr>
          <p:spPr>
            <a:xfrm>
              <a:off x="7428605" y="3577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5" name="pt22565"/>
            <p:cNvSpPr/>
            <p:nvPr/>
          </p:nvSpPr>
          <p:spPr>
            <a:xfrm>
              <a:off x="7260833" y="33650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6" name="pt22566"/>
            <p:cNvSpPr/>
            <p:nvPr/>
          </p:nvSpPr>
          <p:spPr>
            <a:xfrm>
              <a:off x="7438987" y="3389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7" name="pt22567"/>
            <p:cNvSpPr/>
            <p:nvPr/>
          </p:nvSpPr>
          <p:spPr>
            <a:xfrm>
              <a:off x="7437833" y="3521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8" name="pt22568"/>
            <p:cNvSpPr/>
            <p:nvPr/>
          </p:nvSpPr>
          <p:spPr>
            <a:xfrm>
              <a:off x="7432358" y="3602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69" name="pt22569"/>
            <p:cNvSpPr/>
            <p:nvPr/>
          </p:nvSpPr>
          <p:spPr>
            <a:xfrm>
              <a:off x="7437885" y="33991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0" name="pt22570"/>
            <p:cNvSpPr/>
            <p:nvPr/>
          </p:nvSpPr>
          <p:spPr>
            <a:xfrm>
              <a:off x="7485683" y="3350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1" name="pt22571"/>
            <p:cNvSpPr/>
            <p:nvPr/>
          </p:nvSpPr>
          <p:spPr>
            <a:xfrm>
              <a:off x="7475083" y="3568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2" name="pt22572"/>
            <p:cNvSpPr/>
            <p:nvPr/>
          </p:nvSpPr>
          <p:spPr>
            <a:xfrm>
              <a:off x="7490210" y="37197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3" name="pt22573"/>
            <p:cNvSpPr/>
            <p:nvPr/>
          </p:nvSpPr>
          <p:spPr>
            <a:xfrm>
              <a:off x="7485920" y="33939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4" name="pt22574"/>
            <p:cNvSpPr/>
            <p:nvPr/>
          </p:nvSpPr>
          <p:spPr>
            <a:xfrm>
              <a:off x="7451503" y="3497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5" name="pt22575"/>
            <p:cNvSpPr/>
            <p:nvPr/>
          </p:nvSpPr>
          <p:spPr>
            <a:xfrm>
              <a:off x="7421499" y="3240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6" name="pt22576"/>
            <p:cNvSpPr/>
            <p:nvPr/>
          </p:nvSpPr>
          <p:spPr>
            <a:xfrm>
              <a:off x="7467114" y="3167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7" name="pt22577"/>
            <p:cNvSpPr/>
            <p:nvPr/>
          </p:nvSpPr>
          <p:spPr>
            <a:xfrm>
              <a:off x="7447223" y="3483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8" name="pt22578"/>
            <p:cNvSpPr/>
            <p:nvPr/>
          </p:nvSpPr>
          <p:spPr>
            <a:xfrm>
              <a:off x="7928269" y="3257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79" name="pt22579"/>
            <p:cNvSpPr/>
            <p:nvPr/>
          </p:nvSpPr>
          <p:spPr>
            <a:xfrm>
              <a:off x="7466340" y="3340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0" name="pt22580"/>
            <p:cNvSpPr/>
            <p:nvPr/>
          </p:nvSpPr>
          <p:spPr>
            <a:xfrm>
              <a:off x="6490881" y="3490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1" name="pt22581"/>
            <p:cNvSpPr/>
            <p:nvPr/>
          </p:nvSpPr>
          <p:spPr>
            <a:xfrm>
              <a:off x="7621008" y="3259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2" name="pt22582"/>
            <p:cNvSpPr/>
            <p:nvPr/>
          </p:nvSpPr>
          <p:spPr>
            <a:xfrm>
              <a:off x="7275747" y="313500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83" name="pt22583"/>
            <p:cNvSpPr/>
            <p:nvPr/>
          </p:nvSpPr>
          <p:spPr>
            <a:xfrm>
              <a:off x="7514515" y="3227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4" name="pt22584"/>
            <p:cNvSpPr/>
            <p:nvPr/>
          </p:nvSpPr>
          <p:spPr>
            <a:xfrm>
              <a:off x="7425628" y="35458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5" name="pt22585"/>
            <p:cNvSpPr/>
            <p:nvPr/>
          </p:nvSpPr>
          <p:spPr>
            <a:xfrm>
              <a:off x="7473424" y="3522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6" name="pt22586"/>
            <p:cNvSpPr/>
            <p:nvPr/>
          </p:nvSpPr>
          <p:spPr>
            <a:xfrm>
              <a:off x="7378588" y="3184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7" name="pt22587"/>
            <p:cNvSpPr/>
            <p:nvPr/>
          </p:nvSpPr>
          <p:spPr>
            <a:xfrm>
              <a:off x="7399279" y="4094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8" name="pt22588"/>
            <p:cNvSpPr/>
            <p:nvPr/>
          </p:nvSpPr>
          <p:spPr>
            <a:xfrm>
              <a:off x="7394503" y="34245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89" name="pt22589"/>
            <p:cNvSpPr/>
            <p:nvPr/>
          </p:nvSpPr>
          <p:spPr>
            <a:xfrm>
              <a:off x="7432709" y="3375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0" name="pt22590"/>
            <p:cNvSpPr/>
            <p:nvPr/>
          </p:nvSpPr>
          <p:spPr>
            <a:xfrm>
              <a:off x="7499602" y="3516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1" name="pt22591"/>
            <p:cNvSpPr/>
            <p:nvPr/>
          </p:nvSpPr>
          <p:spPr>
            <a:xfrm>
              <a:off x="7415301" y="34977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2" name="pt22592"/>
            <p:cNvSpPr/>
            <p:nvPr/>
          </p:nvSpPr>
          <p:spPr>
            <a:xfrm>
              <a:off x="7444228" y="34022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3" name="pt22593"/>
            <p:cNvSpPr/>
            <p:nvPr/>
          </p:nvSpPr>
          <p:spPr>
            <a:xfrm>
              <a:off x="7422858" y="3316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4" name="pt22594"/>
            <p:cNvSpPr/>
            <p:nvPr/>
          </p:nvSpPr>
          <p:spPr>
            <a:xfrm>
              <a:off x="7486841" y="3707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5" name="pt22595"/>
            <p:cNvSpPr/>
            <p:nvPr/>
          </p:nvSpPr>
          <p:spPr>
            <a:xfrm>
              <a:off x="7465314" y="34235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6" name="pt22596"/>
            <p:cNvSpPr/>
            <p:nvPr/>
          </p:nvSpPr>
          <p:spPr>
            <a:xfrm>
              <a:off x="7517638" y="3626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7" name="pt22597"/>
            <p:cNvSpPr/>
            <p:nvPr/>
          </p:nvSpPr>
          <p:spPr>
            <a:xfrm>
              <a:off x="7953434" y="287410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98" name="pt22598"/>
            <p:cNvSpPr/>
            <p:nvPr/>
          </p:nvSpPr>
          <p:spPr>
            <a:xfrm>
              <a:off x="7386148" y="3223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599" name="pt22599"/>
            <p:cNvSpPr/>
            <p:nvPr/>
          </p:nvSpPr>
          <p:spPr>
            <a:xfrm>
              <a:off x="7407169" y="2981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0" name="pt22600"/>
            <p:cNvSpPr/>
            <p:nvPr/>
          </p:nvSpPr>
          <p:spPr>
            <a:xfrm>
              <a:off x="7397393" y="3086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1" name="pt22601"/>
            <p:cNvSpPr/>
            <p:nvPr/>
          </p:nvSpPr>
          <p:spPr>
            <a:xfrm>
              <a:off x="7445173" y="3487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2" name="pt22602"/>
            <p:cNvSpPr/>
            <p:nvPr/>
          </p:nvSpPr>
          <p:spPr>
            <a:xfrm>
              <a:off x="7416331" y="3489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3" name="pt22603"/>
            <p:cNvSpPr/>
            <p:nvPr/>
          </p:nvSpPr>
          <p:spPr>
            <a:xfrm>
              <a:off x="7432595" y="31658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4" name="pt22604"/>
            <p:cNvSpPr/>
            <p:nvPr/>
          </p:nvSpPr>
          <p:spPr>
            <a:xfrm>
              <a:off x="7465212" y="3328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5" name="pt22605"/>
            <p:cNvSpPr/>
            <p:nvPr/>
          </p:nvSpPr>
          <p:spPr>
            <a:xfrm>
              <a:off x="6645110" y="186154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06" name="pt22606"/>
            <p:cNvSpPr/>
            <p:nvPr/>
          </p:nvSpPr>
          <p:spPr>
            <a:xfrm>
              <a:off x="7462524" y="3352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7" name="pt22607"/>
            <p:cNvSpPr/>
            <p:nvPr/>
          </p:nvSpPr>
          <p:spPr>
            <a:xfrm>
              <a:off x="7447197" y="3639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8" name="pt22608"/>
            <p:cNvSpPr/>
            <p:nvPr/>
          </p:nvSpPr>
          <p:spPr>
            <a:xfrm>
              <a:off x="7515909" y="3675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09" name="pt22609"/>
            <p:cNvSpPr/>
            <p:nvPr/>
          </p:nvSpPr>
          <p:spPr>
            <a:xfrm>
              <a:off x="7794835" y="294175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10" name="pt22610"/>
            <p:cNvSpPr/>
            <p:nvPr/>
          </p:nvSpPr>
          <p:spPr>
            <a:xfrm>
              <a:off x="7464371" y="3177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1" name="pt22611"/>
            <p:cNvSpPr/>
            <p:nvPr/>
          </p:nvSpPr>
          <p:spPr>
            <a:xfrm>
              <a:off x="7515346" y="3255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2" name="pt22612"/>
            <p:cNvSpPr/>
            <p:nvPr/>
          </p:nvSpPr>
          <p:spPr>
            <a:xfrm>
              <a:off x="7418206" y="34493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3" name="pt22613"/>
            <p:cNvSpPr/>
            <p:nvPr/>
          </p:nvSpPr>
          <p:spPr>
            <a:xfrm>
              <a:off x="7348233" y="3326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4" name="pt22614"/>
            <p:cNvSpPr/>
            <p:nvPr/>
          </p:nvSpPr>
          <p:spPr>
            <a:xfrm>
              <a:off x="8782511" y="303502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15" name="pt22615"/>
            <p:cNvSpPr/>
            <p:nvPr/>
          </p:nvSpPr>
          <p:spPr>
            <a:xfrm>
              <a:off x="7467095" y="3326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6" name="pt22616"/>
            <p:cNvSpPr/>
            <p:nvPr/>
          </p:nvSpPr>
          <p:spPr>
            <a:xfrm>
              <a:off x="7417622" y="3039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7" name="pt22617"/>
            <p:cNvSpPr/>
            <p:nvPr/>
          </p:nvSpPr>
          <p:spPr>
            <a:xfrm>
              <a:off x="7439145" y="3850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8" name="pt22618"/>
            <p:cNvSpPr/>
            <p:nvPr/>
          </p:nvSpPr>
          <p:spPr>
            <a:xfrm>
              <a:off x="7279678" y="3370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19" name="pt22619"/>
            <p:cNvSpPr/>
            <p:nvPr/>
          </p:nvSpPr>
          <p:spPr>
            <a:xfrm>
              <a:off x="7503274" y="37115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0" name="pt22620"/>
            <p:cNvSpPr/>
            <p:nvPr/>
          </p:nvSpPr>
          <p:spPr>
            <a:xfrm>
              <a:off x="7433367" y="3512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1" name="pt22621"/>
            <p:cNvSpPr/>
            <p:nvPr/>
          </p:nvSpPr>
          <p:spPr>
            <a:xfrm>
              <a:off x="7569745" y="35161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2" name="pt22622"/>
            <p:cNvSpPr/>
            <p:nvPr/>
          </p:nvSpPr>
          <p:spPr>
            <a:xfrm>
              <a:off x="7454281" y="3212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3" name="pt22623"/>
            <p:cNvSpPr/>
            <p:nvPr/>
          </p:nvSpPr>
          <p:spPr>
            <a:xfrm>
              <a:off x="7422852" y="3121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4" name="pt22624"/>
            <p:cNvSpPr/>
            <p:nvPr/>
          </p:nvSpPr>
          <p:spPr>
            <a:xfrm>
              <a:off x="6858529" y="3265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5" name="pt22625"/>
            <p:cNvSpPr/>
            <p:nvPr/>
          </p:nvSpPr>
          <p:spPr>
            <a:xfrm>
              <a:off x="7354707" y="3291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6" name="pt22626"/>
            <p:cNvSpPr/>
            <p:nvPr/>
          </p:nvSpPr>
          <p:spPr>
            <a:xfrm>
              <a:off x="7462355" y="3230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7" name="pt22627"/>
            <p:cNvSpPr/>
            <p:nvPr/>
          </p:nvSpPr>
          <p:spPr>
            <a:xfrm>
              <a:off x="7435158" y="32140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8" name="pt22628"/>
            <p:cNvSpPr/>
            <p:nvPr/>
          </p:nvSpPr>
          <p:spPr>
            <a:xfrm>
              <a:off x="7419423" y="3290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29" name="pt22629"/>
            <p:cNvSpPr/>
            <p:nvPr/>
          </p:nvSpPr>
          <p:spPr>
            <a:xfrm>
              <a:off x="7449206" y="3403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0" name="pt22630"/>
            <p:cNvSpPr/>
            <p:nvPr/>
          </p:nvSpPr>
          <p:spPr>
            <a:xfrm>
              <a:off x="7451760" y="3004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1" name="pt22631"/>
            <p:cNvSpPr/>
            <p:nvPr/>
          </p:nvSpPr>
          <p:spPr>
            <a:xfrm>
              <a:off x="7440226" y="3553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2" name="pt22632"/>
            <p:cNvSpPr/>
            <p:nvPr/>
          </p:nvSpPr>
          <p:spPr>
            <a:xfrm>
              <a:off x="7616183" y="30266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3" name="pt22633"/>
            <p:cNvSpPr/>
            <p:nvPr/>
          </p:nvSpPr>
          <p:spPr>
            <a:xfrm>
              <a:off x="7436089" y="3214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4" name="pt22634"/>
            <p:cNvSpPr/>
            <p:nvPr/>
          </p:nvSpPr>
          <p:spPr>
            <a:xfrm>
              <a:off x="7388251" y="3413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5" name="pt22635"/>
            <p:cNvSpPr/>
            <p:nvPr/>
          </p:nvSpPr>
          <p:spPr>
            <a:xfrm>
              <a:off x="7420114" y="31493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6" name="pt22636"/>
            <p:cNvSpPr/>
            <p:nvPr/>
          </p:nvSpPr>
          <p:spPr>
            <a:xfrm>
              <a:off x="7453008" y="3403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7" name="pt22637"/>
            <p:cNvSpPr/>
            <p:nvPr/>
          </p:nvSpPr>
          <p:spPr>
            <a:xfrm>
              <a:off x="7494250" y="3522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38" name="pt22638"/>
            <p:cNvSpPr/>
            <p:nvPr/>
          </p:nvSpPr>
          <p:spPr>
            <a:xfrm>
              <a:off x="7773126" y="358403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39" name="pt22639"/>
            <p:cNvSpPr/>
            <p:nvPr/>
          </p:nvSpPr>
          <p:spPr>
            <a:xfrm>
              <a:off x="7508846" y="2947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0" name="pt22640"/>
            <p:cNvSpPr/>
            <p:nvPr/>
          </p:nvSpPr>
          <p:spPr>
            <a:xfrm>
              <a:off x="7583020" y="3086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1" name="pt22641"/>
            <p:cNvSpPr/>
            <p:nvPr/>
          </p:nvSpPr>
          <p:spPr>
            <a:xfrm>
              <a:off x="7482160" y="35272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2" name="pt22642"/>
            <p:cNvSpPr/>
            <p:nvPr/>
          </p:nvSpPr>
          <p:spPr>
            <a:xfrm>
              <a:off x="7012534" y="3273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3" name="pt22643"/>
            <p:cNvSpPr/>
            <p:nvPr/>
          </p:nvSpPr>
          <p:spPr>
            <a:xfrm>
              <a:off x="7424391" y="3366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4" name="pt22644"/>
            <p:cNvSpPr/>
            <p:nvPr/>
          </p:nvSpPr>
          <p:spPr>
            <a:xfrm>
              <a:off x="7491008" y="3695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5" name="pt22645"/>
            <p:cNvSpPr/>
            <p:nvPr/>
          </p:nvSpPr>
          <p:spPr>
            <a:xfrm>
              <a:off x="7429735" y="3505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6" name="pt22646"/>
            <p:cNvSpPr/>
            <p:nvPr/>
          </p:nvSpPr>
          <p:spPr>
            <a:xfrm>
              <a:off x="7500438" y="3523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7" name="pt22647"/>
            <p:cNvSpPr/>
            <p:nvPr/>
          </p:nvSpPr>
          <p:spPr>
            <a:xfrm>
              <a:off x="7434185" y="32854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8" name="pt22648"/>
            <p:cNvSpPr/>
            <p:nvPr/>
          </p:nvSpPr>
          <p:spPr>
            <a:xfrm>
              <a:off x="7336496" y="3476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49" name="pt22649"/>
            <p:cNvSpPr/>
            <p:nvPr/>
          </p:nvSpPr>
          <p:spPr>
            <a:xfrm>
              <a:off x="7434313" y="3364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0" name="pt22650"/>
            <p:cNvSpPr/>
            <p:nvPr/>
          </p:nvSpPr>
          <p:spPr>
            <a:xfrm>
              <a:off x="7912145" y="349298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51" name="pt22651"/>
            <p:cNvSpPr/>
            <p:nvPr/>
          </p:nvSpPr>
          <p:spPr>
            <a:xfrm>
              <a:off x="7451109" y="3114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2" name="pt22652"/>
            <p:cNvSpPr/>
            <p:nvPr/>
          </p:nvSpPr>
          <p:spPr>
            <a:xfrm>
              <a:off x="7411872" y="3108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3" name="pt22653"/>
            <p:cNvSpPr/>
            <p:nvPr/>
          </p:nvSpPr>
          <p:spPr>
            <a:xfrm>
              <a:off x="7402723" y="3367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4" name="pt22654"/>
            <p:cNvSpPr/>
            <p:nvPr/>
          </p:nvSpPr>
          <p:spPr>
            <a:xfrm>
              <a:off x="7474081" y="3578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5" name="pt22655"/>
            <p:cNvSpPr/>
            <p:nvPr/>
          </p:nvSpPr>
          <p:spPr>
            <a:xfrm>
              <a:off x="7447251" y="3312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6" name="pt22656"/>
            <p:cNvSpPr/>
            <p:nvPr/>
          </p:nvSpPr>
          <p:spPr>
            <a:xfrm>
              <a:off x="7452276" y="3076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7" name="pt22657"/>
            <p:cNvSpPr/>
            <p:nvPr/>
          </p:nvSpPr>
          <p:spPr>
            <a:xfrm>
              <a:off x="7432116" y="2723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8" name="pt22658"/>
            <p:cNvSpPr/>
            <p:nvPr/>
          </p:nvSpPr>
          <p:spPr>
            <a:xfrm>
              <a:off x="7451399" y="32885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59" name="pt22659"/>
            <p:cNvSpPr/>
            <p:nvPr/>
          </p:nvSpPr>
          <p:spPr>
            <a:xfrm>
              <a:off x="7444261" y="3283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0" name="pt22660"/>
            <p:cNvSpPr/>
            <p:nvPr/>
          </p:nvSpPr>
          <p:spPr>
            <a:xfrm>
              <a:off x="7460253" y="3464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1" name="pt22661"/>
            <p:cNvSpPr/>
            <p:nvPr/>
          </p:nvSpPr>
          <p:spPr>
            <a:xfrm>
              <a:off x="7464687" y="33400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2" name="pt22662"/>
            <p:cNvSpPr/>
            <p:nvPr/>
          </p:nvSpPr>
          <p:spPr>
            <a:xfrm>
              <a:off x="7446958" y="3334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3" name="pt22663"/>
            <p:cNvSpPr/>
            <p:nvPr/>
          </p:nvSpPr>
          <p:spPr>
            <a:xfrm>
              <a:off x="7447561" y="3531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4" name="pt22664"/>
            <p:cNvSpPr/>
            <p:nvPr/>
          </p:nvSpPr>
          <p:spPr>
            <a:xfrm>
              <a:off x="7432658" y="3135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5" name="pt22665"/>
            <p:cNvSpPr/>
            <p:nvPr/>
          </p:nvSpPr>
          <p:spPr>
            <a:xfrm>
              <a:off x="7427166" y="3722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6" name="pt22666"/>
            <p:cNvSpPr/>
            <p:nvPr/>
          </p:nvSpPr>
          <p:spPr>
            <a:xfrm>
              <a:off x="7484089" y="3119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7" name="pt22667"/>
            <p:cNvSpPr/>
            <p:nvPr/>
          </p:nvSpPr>
          <p:spPr>
            <a:xfrm>
              <a:off x="7409438" y="33400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8" name="pt22668"/>
            <p:cNvSpPr/>
            <p:nvPr/>
          </p:nvSpPr>
          <p:spPr>
            <a:xfrm>
              <a:off x="7457760" y="3457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69" name="pt22669"/>
            <p:cNvSpPr/>
            <p:nvPr/>
          </p:nvSpPr>
          <p:spPr>
            <a:xfrm>
              <a:off x="7414374" y="3235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0" name="pt22670"/>
            <p:cNvSpPr/>
            <p:nvPr/>
          </p:nvSpPr>
          <p:spPr>
            <a:xfrm>
              <a:off x="7192332" y="362621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71" name="pt22671"/>
            <p:cNvSpPr/>
            <p:nvPr/>
          </p:nvSpPr>
          <p:spPr>
            <a:xfrm>
              <a:off x="7420410" y="3146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2" name="pt22672"/>
            <p:cNvSpPr/>
            <p:nvPr/>
          </p:nvSpPr>
          <p:spPr>
            <a:xfrm>
              <a:off x="7439369" y="31518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3" name="pt22673"/>
            <p:cNvSpPr/>
            <p:nvPr/>
          </p:nvSpPr>
          <p:spPr>
            <a:xfrm>
              <a:off x="7435198" y="3208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4" name="pt22674"/>
            <p:cNvSpPr/>
            <p:nvPr/>
          </p:nvSpPr>
          <p:spPr>
            <a:xfrm>
              <a:off x="7476479" y="3933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5" name="pt22675"/>
            <p:cNvSpPr/>
            <p:nvPr/>
          </p:nvSpPr>
          <p:spPr>
            <a:xfrm>
              <a:off x="7489553" y="33561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6" name="pt22676"/>
            <p:cNvSpPr/>
            <p:nvPr/>
          </p:nvSpPr>
          <p:spPr>
            <a:xfrm>
              <a:off x="8836787" y="3164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7" name="pt22677"/>
            <p:cNvSpPr/>
            <p:nvPr/>
          </p:nvSpPr>
          <p:spPr>
            <a:xfrm>
              <a:off x="7492917" y="32649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8" name="pt22678"/>
            <p:cNvSpPr/>
            <p:nvPr/>
          </p:nvSpPr>
          <p:spPr>
            <a:xfrm>
              <a:off x="7452721" y="3537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79" name="pt22679"/>
            <p:cNvSpPr/>
            <p:nvPr/>
          </p:nvSpPr>
          <p:spPr>
            <a:xfrm>
              <a:off x="7396894" y="2734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0" name="pt22680"/>
            <p:cNvSpPr/>
            <p:nvPr/>
          </p:nvSpPr>
          <p:spPr>
            <a:xfrm>
              <a:off x="7902092" y="302562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81" name="pt22681"/>
            <p:cNvSpPr/>
            <p:nvPr/>
          </p:nvSpPr>
          <p:spPr>
            <a:xfrm>
              <a:off x="7439600" y="3457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2" name="pt22682"/>
            <p:cNvSpPr/>
            <p:nvPr/>
          </p:nvSpPr>
          <p:spPr>
            <a:xfrm>
              <a:off x="7463120" y="3449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3" name="pt22683"/>
            <p:cNvSpPr/>
            <p:nvPr/>
          </p:nvSpPr>
          <p:spPr>
            <a:xfrm>
              <a:off x="7463496" y="34470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4" name="pt22684"/>
            <p:cNvSpPr/>
            <p:nvPr/>
          </p:nvSpPr>
          <p:spPr>
            <a:xfrm>
              <a:off x="7392271" y="3631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5" name="pt22685"/>
            <p:cNvSpPr/>
            <p:nvPr/>
          </p:nvSpPr>
          <p:spPr>
            <a:xfrm>
              <a:off x="7424080" y="32382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6" name="pt22686"/>
            <p:cNvSpPr/>
            <p:nvPr/>
          </p:nvSpPr>
          <p:spPr>
            <a:xfrm>
              <a:off x="7422112" y="3240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7" name="pt22687"/>
            <p:cNvSpPr/>
            <p:nvPr/>
          </p:nvSpPr>
          <p:spPr>
            <a:xfrm>
              <a:off x="7514071" y="3250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8" name="pt22688"/>
            <p:cNvSpPr/>
            <p:nvPr/>
          </p:nvSpPr>
          <p:spPr>
            <a:xfrm>
              <a:off x="7469758" y="3361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89" name="pt22689"/>
            <p:cNvSpPr/>
            <p:nvPr/>
          </p:nvSpPr>
          <p:spPr>
            <a:xfrm>
              <a:off x="7512294" y="32821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0" name="pt22690"/>
            <p:cNvSpPr/>
            <p:nvPr/>
          </p:nvSpPr>
          <p:spPr>
            <a:xfrm>
              <a:off x="7509022" y="3206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1" name="pt22691"/>
            <p:cNvSpPr/>
            <p:nvPr/>
          </p:nvSpPr>
          <p:spPr>
            <a:xfrm>
              <a:off x="7444571" y="3164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2" name="pt22692"/>
            <p:cNvSpPr/>
            <p:nvPr/>
          </p:nvSpPr>
          <p:spPr>
            <a:xfrm>
              <a:off x="7087487" y="32959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3" name="pt22693"/>
            <p:cNvSpPr/>
            <p:nvPr/>
          </p:nvSpPr>
          <p:spPr>
            <a:xfrm>
              <a:off x="7292176" y="3339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4" name="pt22694"/>
            <p:cNvSpPr/>
            <p:nvPr/>
          </p:nvSpPr>
          <p:spPr>
            <a:xfrm>
              <a:off x="7401119" y="3365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5" name="pt22695"/>
            <p:cNvSpPr/>
            <p:nvPr/>
          </p:nvSpPr>
          <p:spPr>
            <a:xfrm>
              <a:off x="7609154" y="32743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6" name="pt22696"/>
            <p:cNvSpPr/>
            <p:nvPr/>
          </p:nvSpPr>
          <p:spPr>
            <a:xfrm>
              <a:off x="7458758" y="3068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7" name="pt22697"/>
            <p:cNvSpPr/>
            <p:nvPr/>
          </p:nvSpPr>
          <p:spPr>
            <a:xfrm>
              <a:off x="7425770" y="3351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8" name="pt22698"/>
            <p:cNvSpPr/>
            <p:nvPr/>
          </p:nvSpPr>
          <p:spPr>
            <a:xfrm>
              <a:off x="7454809" y="32357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699" name="pt22699"/>
            <p:cNvSpPr/>
            <p:nvPr/>
          </p:nvSpPr>
          <p:spPr>
            <a:xfrm>
              <a:off x="6715529" y="443203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00" name="pt22700"/>
            <p:cNvSpPr/>
            <p:nvPr/>
          </p:nvSpPr>
          <p:spPr>
            <a:xfrm>
              <a:off x="7375967" y="3800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1" name="pt22701"/>
            <p:cNvSpPr/>
            <p:nvPr/>
          </p:nvSpPr>
          <p:spPr>
            <a:xfrm>
              <a:off x="7516356" y="3575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2" name="pt22702"/>
            <p:cNvSpPr/>
            <p:nvPr/>
          </p:nvSpPr>
          <p:spPr>
            <a:xfrm>
              <a:off x="7452688" y="3441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3" name="pt22703"/>
            <p:cNvSpPr/>
            <p:nvPr/>
          </p:nvSpPr>
          <p:spPr>
            <a:xfrm>
              <a:off x="7437848" y="3287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4" name="pt22704"/>
            <p:cNvSpPr/>
            <p:nvPr/>
          </p:nvSpPr>
          <p:spPr>
            <a:xfrm>
              <a:off x="7510935" y="3134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5" name="pt22705"/>
            <p:cNvSpPr/>
            <p:nvPr/>
          </p:nvSpPr>
          <p:spPr>
            <a:xfrm>
              <a:off x="7326516" y="2855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6" name="pt22706"/>
            <p:cNvSpPr/>
            <p:nvPr/>
          </p:nvSpPr>
          <p:spPr>
            <a:xfrm>
              <a:off x="7484912" y="32105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7" name="pt22707"/>
            <p:cNvSpPr/>
            <p:nvPr/>
          </p:nvSpPr>
          <p:spPr>
            <a:xfrm>
              <a:off x="7389095" y="3217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8" name="pt22708"/>
            <p:cNvSpPr/>
            <p:nvPr/>
          </p:nvSpPr>
          <p:spPr>
            <a:xfrm>
              <a:off x="7473908" y="29678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09" name="pt22709"/>
            <p:cNvSpPr/>
            <p:nvPr/>
          </p:nvSpPr>
          <p:spPr>
            <a:xfrm>
              <a:off x="7444998" y="2988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0" name="pt22710"/>
            <p:cNvSpPr/>
            <p:nvPr/>
          </p:nvSpPr>
          <p:spPr>
            <a:xfrm>
              <a:off x="7424945" y="3117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1" name="pt22711"/>
            <p:cNvSpPr/>
            <p:nvPr/>
          </p:nvSpPr>
          <p:spPr>
            <a:xfrm>
              <a:off x="7455865" y="3116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2" name="pt22712"/>
            <p:cNvSpPr/>
            <p:nvPr/>
          </p:nvSpPr>
          <p:spPr>
            <a:xfrm>
              <a:off x="7457585" y="3307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3" name="pt22713"/>
            <p:cNvSpPr/>
            <p:nvPr/>
          </p:nvSpPr>
          <p:spPr>
            <a:xfrm>
              <a:off x="7462266" y="30014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4" name="pt22714"/>
            <p:cNvSpPr/>
            <p:nvPr/>
          </p:nvSpPr>
          <p:spPr>
            <a:xfrm>
              <a:off x="7442777" y="36884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5" name="pt22715"/>
            <p:cNvSpPr/>
            <p:nvPr/>
          </p:nvSpPr>
          <p:spPr>
            <a:xfrm>
              <a:off x="7425770" y="3497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6" name="pt22716"/>
            <p:cNvSpPr/>
            <p:nvPr/>
          </p:nvSpPr>
          <p:spPr>
            <a:xfrm>
              <a:off x="7476818" y="3438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7" name="pt22717"/>
            <p:cNvSpPr/>
            <p:nvPr/>
          </p:nvSpPr>
          <p:spPr>
            <a:xfrm>
              <a:off x="7480440" y="3711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8" name="pt22718"/>
            <p:cNvSpPr/>
            <p:nvPr/>
          </p:nvSpPr>
          <p:spPr>
            <a:xfrm>
              <a:off x="7440514" y="3310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19" name="pt22719"/>
            <p:cNvSpPr/>
            <p:nvPr/>
          </p:nvSpPr>
          <p:spPr>
            <a:xfrm>
              <a:off x="7459065" y="35348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0" name="pt22720"/>
            <p:cNvSpPr/>
            <p:nvPr/>
          </p:nvSpPr>
          <p:spPr>
            <a:xfrm>
              <a:off x="7449068" y="3377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1" name="pt22721"/>
            <p:cNvSpPr/>
            <p:nvPr/>
          </p:nvSpPr>
          <p:spPr>
            <a:xfrm>
              <a:off x="7443761" y="30235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2" name="pt22722"/>
            <p:cNvSpPr/>
            <p:nvPr/>
          </p:nvSpPr>
          <p:spPr>
            <a:xfrm>
              <a:off x="7448829" y="3111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3" name="pt22723"/>
            <p:cNvSpPr/>
            <p:nvPr/>
          </p:nvSpPr>
          <p:spPr>
            <a:xfrm>
              <a:off x="7331923" y="30931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4" name="pt22724"/>
            <p:cNvSpPr/>
            <p:nvPr/>
          </p:nvSpPr>
          <p:spPr>
            <a:xfrm>
              <a:off x="7458904" y="32985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5" name="pt22725"/>
            <p:cNvSpPr/>
            <p:nvPr/>
          </p:nvSpPr>
          <p:spPr>
            <a:xfrm>
              <a:off x="7456548" y="33398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6" name="pt22726"/>
            <p:cNvSpPr/>
            <p:nvPr/>
          </p:nvSpPr>
          <p:spPr>
            <a:xfrm>
              <a:off x="7429806" y="3181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7" name="pt22727"/>
            <p:cNvSpPr/>
            <p:nvPr/>
          </p:nvSpPr>
          <p:spPr>
            <a:xfrm>
              <a:off x="7461586" y="1758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8" name="pt22728"/>
            <p:cNvSpPr/>
            <p:nvPr/>
          </p:nvSpPr>
          <p:spPr>
            <a:xfrm>
              <a:off x="7517798" y="3275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29" name="pt22729"/>
            <p:cNvSpPr/>
            <p:nvPr/>
          </p:nvSpPr>
          <p:spPr>
            <a:xfrm>
              <a:off x="7454756" y="35620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0" name="pt22730"/>
            <p:cNvSpPr/>
            <p:nvPr/>
          </p:nvSpPr>
          <p:spPr>
            <a:xfrm>
              <a:off x="7445452" y="3130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1" name="pt22731"/>
            <p:cNvSpPr/>
            <p:nvPr/>
          </p:nvSpPr>
          <p:spPr>
            <a:xfrm>
              <a:off x="7940566" y="3435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2" name="pt22732"/>
            <p:cNvSpPr/>
            <p:nvPr/>
          </p:nvSpPr>
          <p:spPr>
            <a:xfrm>
              <a:off x="7340042" y="3371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3" name="pt22733"/>
            <p:cNvSpPr/>
            <p:nvPr/>
          </p:nvSpPr>
          <p:spPr>
            <a:xfrm>
              <a:off x="7439224" y="3409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4" name="pt22734"/>
            <p:cNvSpPr/>
            <p:nvPr/>
          </p:nvSpPr>
          <p:spPr>
            <a:xfrm>
              <a:off x="7415471" y="3373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5" name="pt22735"/>
            <p:cNvSpPr/>
            <p:nvPr/>
          </p:nvSpPr>
          <p:spPr>
            <a:xfrm>
              <a:off x="7365877" y="2797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6" name="pt22736"/>
            <p:cNvSpPr/>
            <p:nvPr/>
          </p:nvSpPr>
          <p:spPr>
            <a:xfrm>
              <a:off x="7446252" y="3045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7" name="pt22737"/>
            <p:cNvSpPr/>
            <p:nvPr/>
          </p:nvSpPr>
          <p:spPr>
            <a:xfrm>
              <a:off x="7354295" y="3225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38" name="pt22738"/>
            <p:cNvSpPr/>
            <p:nvPr/>
          </p:nvSpPr>
          <p:spPr>
            <a:xfrm>
              <a:off x="7765626" y="377619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39" name="pt22739"/>
            <p:cNvSpPr/>
            <p:nvPr/>
          </p:nvSpPr>
          <p:spPr>
            <a:xfrm>
              <a:off x="7462115" y="3839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0" name="pt22740"/>
            <p:cNvSpPr/>
            <p:nvPr/>
          </p:nvSpPr>
          <p:spPr>
            <a:xfrm>
              <a:off x="7557630" y="37508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1" name="pt22741"/>
            <p:cNvSpPr/>
            <p:nvPr/>
          </p:nvSpPr>
          <p:spPr>
            <a:xfrm>
              <a:off x="7504579" y="3725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2" name="pt22742"/>
            <p:cNvSpPr/>
            <p:nvPr/>
          </p:nvSpPr>
          <p:spPr>
            <a:xfrm>
              <a:off x="7399761" y="2797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3" name="pt22743"/>
            <p:cNvSpPr/>
            <p:nvPr/>
          </p:nvSpPr>
          <p:spPr>
            <a:xfrm>
              <a:off x="7412740" y="3008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4" name="pt22744"/>
            <p:cNvSpPr/>
            <p:nvPr/>
          </p:nvSpPr>
          <p:spPr>
            <a:xfrm>
              <a:off x="7287821" y="3056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5" name="pt22745"/>
            <p:cNvSpPr/>
            <p:nvPr/>
          </p:nvSpPr>
          <p:spPr>
            <a:xfrm>
              <a:off x="7452118" y="3510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6" name="pt22746"/>
            <p:cNvSpPr/>
            <p:nvPr/>
          </p:nvSpPr>
          <p:spPr>
            <a:xfrm>
              <a:off x="7439594" y="3756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7" name="pt22747"/>
            <p:cNvSpPr/>
            <p:nvPr/>
          </p:nvSpPr>
          <p:spPr>
            <a:xfrm>
              <a:off x="7425299" y="31857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8" name="pt22748"/>
            <p:cNvSpPr/>
            <p:nvPr/>
          </p:nvSpPr>
          <p:spPr>
            <a:xfrm>
              <a:off x="7410840" y="33072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49" name="pt22749"/>
            <p:cNvSpPr/>
            <p:nvPr/>
          </p:nvSpPr>
          <p:spPr>
            <a:xfrm>
              <a:off x="7526353" y="3064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0" name="pt22750"/>
            <p:cNvSpPr/>
            <p:nvPr/>
          </p:nvSpPr>
          <p:spPr>
            <a:xfrm>
              <a:off x="7421209" y="3271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1" name="pt22751"/>
            <p:cNvSpPr/>
            <p:nvPr/>
          </p:nvSpPr>
          <p:spPr>
            <a:xfrm>
              <a:off x="7454766" y="3302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2" name="pt22752"/>
            <p:cNvSpPr/>
            <p:nvPr/>
          </p:nvSpPr>
          <p:spPr>
            <a:xfrm>
              <a:off x="7434442" y="3213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3" name="pt22753"/>
            <p:cNvSpPr/>
            <p:nvPr/>
          </p:nvSpPr>
          <p:spPr>
            <a:xfrm>
              <a:off x="7438986" y="3588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4" name="pt22754"/>
            <p:cNvSpPr/>
            <p:nvPr/>
          </p:nvSpPr>
          <p:spPr>
            <a:xfrm>
              <a:off x="7368885" y="3148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5" name="pt22755"/>
            <p:cNvSpPr/>
            <p:nvPr/>
          </p:nvSpPr>
          <p:spPr>
            <a:xfrm>
              <a:off x="8110800" y="3424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6" name="pt22756"/>
            <p:cNvSpPr/>
            <p:nvPr/>
          </p:nvSpPr>
          <p:spPr>
            <a:xfrm>
              <a:off x="7457939" y="33105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7" name="pt22757"/>
            <p:cNvSpPr/>
            <p:nvPr/>
          </p:nvSpPr>
          <p:spPr>
            <a:xfrm>
              <a:off x="7472034" y="3477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8" name="pt22758"/>
            <p:cNvSpPr/>
            <p:nvPr/>
          </p:nvSpPr>
          <p:spPr>
            <a:xfrm>
              <a:off x="7403890" y="3230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59" name="pt22759"/>
            <p:cNvSpPr/>
            <p:nvPr/>
          </p:nvSpPr>
          <p:spPr>
            <a:xfrm>
              <a:off x="7438956" y="30949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0" name="pt22760"/>
            <p:cNvSpPr/>
            <p:nvPr/>
          </p:nvSpPr>
          <p:spPr>
            <a:xfrm>
              <a:off x="7461344" y="41752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1" name="pt22761"/>
            <p:cNvSpPr/>
            <p:nvPr/>
          </p:nvSpPr>
          <p:spPr>
            <a:xfrm>
              <a:off x="7266688" y="3142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2" name="pt22762"/>
            <p:cNvSpPr/>
            <p:nvPr/>
          </p:nvSpPr>
          <p:spPr>
            <a:xfrm>
              <a:off x="7435927" y="3087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3" name="pt22763"/>
            <p:cNvSpPr/>
            <p:nvPr/>
          </p:nvSpPr>
          <p:spPr>
            <a:xfrm>
              <a:off x="7308122" y="3783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4" name="pt22764"/>
            <p:cNvSpPr/>
            <p:nvPr/>
          </p:nvSpPr>
          <p:spPr>
            <a:xfrm>
              <a:off x="7468659" y="3508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5" name="pt22765"/>
            <p:cNvSpPr/>
            <p:nvPr/>
          </p:nvSpPr>
          <p:spPr>
            <a:xfrm>
              <a:off x="7409025" y="3416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6" name="pt22766"/>
            <p:cNvSpPr/>
            <p:nvPr/>
          </p:nvSpPr>
          <p:spPr>
            <a:xfrm>
              <a:off x="7436825" y="2889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7" name="pt22767"/>
            <p:cNvSpPr/>
            <p:nvPr/>
          </p:nvSpPr>
          <p:spPr>
            <a:xfrm>
              <a:off x="7477561" y="3066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8" name="pt22768"/>
            <p:cNvSpPr/>
            <p:nvPr/>
          </p:nvSpPr>
          <p:spPr>
            <a:xfrm>
              <a:off x="7358277" y="3093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69" name="pt22769"/>
            <p:cNvSpPr/>
            <p:nvPr/>
          </p:nvSpPr>
          <p:spPr>
            <a:xfrm>
              <a:off x="7452025" y="31118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0" name="pt22770"/>
            <p:cNvSpPr/>
            <p:nvPr/>
          </p:nvSpPr>
          <p:spPr>
            <a:xfrm>
              <a:off x="7466216" y="34025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1" name="pt22771"/>
            <p:cNvSpPr/>
            <p:nvPr/>
          </p:nvSpPr>
          <p:spPr>
            <a:xfrm>
              <a:off x="7425481" y="32858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2" name="pt22772"/>
            <p:cNvSpPr/>
            <p:nvPr/>
          </p:nvSpPr>
          <p:spPr>
            <a:xfrm>
              <a:off x="7523718" y="3363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3" name="pt22773"/>
            <p:cNvSpPr/>
            <p:nvPr/>
          </p:nvSpPr>
          <p:spPr>
            <a:xfrm>
              <a:off x="7451615" y="33271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4" name="pt22774"/>
            <p:cNvSpPr/>
            <p:nvPr/>
          </p:nvSpPr>
          <p:spPr>
            <a:xfrm>
              <a:off x="7486178" y="3633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5" name="pt22775"/>
            <p:cNvSpPr/>
            <p:nvPr/>
          </p:nvSpPr>
          <p:spPr>
            <a:xfrm>
              <a:off x="7433156" y="3350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6" name="pt22776"/>
            <p:cNvSpPr/>
            <p:nvPr/>
          </p:nvSpPr>
          <p:spPr>
            <a:xfrm>
              <a:off x="7649532" y="3176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7" name="pt22777"/>
            <p:cNvSpPr/>
            <p:nvPr/>
          </p:nvSpPr>
          <p:spPr>
            <a:xfrm>
              <a:off x="7432121" y="3119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8" name="pt22778"/>
            <p:cNvSpPr/>
            <p:nvPr/>
          </p:nvSpPr>
          <p:spPr>
            <a:xfrm>
              <a:off x="7421215" y="3151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79" name="pt22779"/>
            <p:cNvSpPr/>
            <p:nvPr/>
          </p:nvSpPr>
          <p:spPr>
            <a:xfrm>
              <a:off x="7419856" y="33050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0" name="pt22780"/>
            <p:cNvSpPr/>
            <p:nvPr/>
          </p:nvSpPr>
          <p:spPr>
            <a:xfrm>
              <a:off x="7425569" y="3469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1" name="pt22781"/>
            <p:cNvSpPr/>
            <p:nvPr/>
          </p:nvSpPr>
          <p:spPr>
            <a:xfrm>
              <a:off x="7374005" y="3073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2" name="pt22782"/>
            <p:cNvSpPr/>
            <p:nvPr/>
          </p:nvSpPr>
          <p:spPr>
            <a:xfrm>
              <a:off x="7469679" y="3272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3" name="pt22783"/>
            <p:cNvSpPr/>
            <p:nvPr/>
          </p:nvSpPr>
          <p:spPr>
            <a:xfrm>
              <a:off x="7437232" y="3109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4" name="pt22784"/>
            <p:cNvSpPr/>
            <p:nvPr/>
          </p:nvSpPr>
          <p:spPr>
            <a:xfrm>
              <a:off x="7338740" y="3390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5" name="pt22785"/>
            <p:cNvSpPr/>
            <p:nvPr/>
          </p:nvSpPr>
          <p:spPr>
            <a:xfrm>
              <a:off x="7353090" y="30609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6" name="pt22786"/>
            <p:cNvSpPr/>
            <p:nvPr/>
          </p:nvSpPr>
          <p:spPr>
            <a:xfrm>
              <a:off x="7441436" y="3076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7" name="pt22787"/>
            <p:cNvSpPr/>
            <p:nvPr/>
          </p:nvSpPr>
          <p:spPr>
            <a:xfrm>
              <a:off x="7435083" y="3270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8" name="pt22788"/>
            <p:cNvSpPr/>
            <p:nvPr/>
          </p:nvSpPr>
          <p:spPr>
            <a:xfrm>
              <a:off x="7418004" y="3106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89" name="pt22789"/>
            <p:cNvSpPr/>
            <p:nvPr/>
          </p:nvSpPr>
          <p:spPr>
            <a:xfrm>
              <a:off x="7412750" y="32648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0" name="pt22790"/>
            <p:cNvSpPr/>
            <p:nvPr/>
          </p:nvSpPr>
          <p:spPr>
            <a:xfrm>
              <a:off x="7439914" y="3254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1" name="pt22791"/>
            <p:cNvSpPr/>
            <p:nvPr/>
          </p:nvSpPr>
          <p:spPr>
            <a:xfrm>
              <a:off x="7436075" y="3300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2" name="pt22792"/>
            <p:cNvSpPr/>
            <p:nvPr/>
          </p:nvSpPr>
          <p:spPr>
            <a:xfrm>
              <a:off x="7427512" y="3137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3" name="pt22793"/>
            <p:cNvSpPr/>
            <p:nvPr/>
          </p:nvSpPr>
          <p:spPr>
            <a:xfrm>
              <a:off x="7420849" y="2970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4" name="pt22794"/>
            <p:cNvSpPr/>
            <p:nvPr/>
          </p:nvSpPr>
          <p:spPr>
            <a:xfrm>
              <a:off x="7458816" y="3188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5" name="pt22795"/>
            <p:cNvSpPr/>
            <p:nvPr/>
          </p:nvSpPr>
          <p:spPr>
            <a:xfrm>
              <a:off x="7475024" y="3105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6" name="pt22796"/>
            <p:cNvSpPr/>
            <p:nvPr/>
          </p:nvSpPr>
          <p:spPr>
            <a:xfrm>
              <a:off x="7446277" y="32093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7" name="pt22797"/>
            <p:cNvSpPr/>
            <p:nvPr/>
          </p:nvSpPr>
          <p:spPr>
            <a:xfrm>
              <a:off x="7466228" y="2763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8" name="pt22798"/>
            <p:cNvSpPr/>
            <p:nvPr/>
          </p:nvSpPr>
          <p:spPr>
            <a:xfrm>
              <a:off x="7431667" y="34934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799" name="pt22799"/>
            <p:cNvSpPr/>
            <p:nvPr/>
          </p:nvSpPr>
          <p:spPr>
            <a:xfrm>
              <a:off x="7446742" y="2853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0" name="pt22800"/>
            <p:cNvSpPr/>
            <p:nvPr/>
          </p:nvSpPr>
          <p:spPr>
            <a:xfrm>
              <a:off x="7435387" y="23797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1" name="pt22801"/>
            <p:cNvSpPr/>
            <p:nvPr/>
          </p:nvSpPr>
          <p:spPr>
            <a:xfrm>
              <a:off x="7402219" y="3056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2" name="pt22802"/>
            <p:cNvSpPr/>
            <p:nvPr/>
          </p:nvSpPr>
          <p:spPr>
            <a:xfrm>
              <a:off x="7294751" y="3940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3" name="pt22803"/>
            <p:cNvSpPr/>
            <p:nvPr/>
          </p:nvSpPr>
          <p:spPr>
            <a:xfrm>
              <a:off x="7434351" y="30459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4" name="pt22804"/>
            <p:cNvSpPr/>
            <p:nvPr/>
          </p:nvSpPr>
          <p:spPr>
            <a:xfrm>
              <a:off x="7326573" y="3072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5" name="pt22805"/>
            <p:cNvSpPr/>
            <p:nvPr/>
          </p:nvSpPr>
          <p:spPr>
            <a:xfrm>
              <a:off x="7417051" y="2955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6" name="pt22806"/>
            <p:cNvSpPr/>
            <p:nvPr/>
          </p:nvSpPr>
          <p:spPr>
            <a:xfrm>
              <a:off x="7441731" y="3354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7" name="pt22807"/>
            <p:cNvSpPr/>
            <p:nvPr/>
          </p:nvSpPr>
          <p:spPr>
            <a:xfrm>
              <a:off x="7451542" y="29797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8" name="pt22808"/>
            <p:cNvSpPr/>
            <p:nvPr/>
          </p:nvSpPr>
          <p:spPr>
            <a:xfrm>
              <a:off x="7405216" y="3199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09" name="pt22809"/>
            <p:cNvSpPr/>
            <p:nvPr/>
          </p:nvSpPr>
          <p:spPr>
            <a:xfrm>
              <a:off x="7511834" y="2794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0" name="pt22810"/>
            <p:cNvSpPr/>
            <p:nvPr/>
          </p:nvSpPr>
          <p:spPr>
            <a:xfrm>
              <a:off x="7605445" y="3457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1" name="pt22811"/>
            <p:cNvSpPr/>
            <p:nvPr/>
          </p:nvSpPr>
          <p:spPr>
            <a:xfrm>
              <a:off x="7163636" y="353259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12" name="pt22812"/>
            <p:cNvSpPr/>
            <p:nvPr/>
          </p:nvSpPr>
          <p:spPr>
            <a:xfrm>
              <a:off x="7435570" y="3077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3" name="pt22813"/>
            <p:cNvSpPr/>
            <p:nvPr/>
          </p:nvSpPr>
          <p:spPr>
            <a:xfrm>
              <a:off x="7394042" y="30881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4" name="pt22814"/>
            <p:cNvSpPr/>
            <p:nvPr/>
          </p:nvSpPr>
          <p:spPr>
            <a:xfrm>
              <a:off x="7428701" y="3035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5" name="pt22815"/>
            <p:cNvSpPr/>
            <p:nvPr/>
          </p:nvSpPr>
          <p:spPr>
            <a:xfrm>
              <a:off x="7450890" y="3308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6" name="pt22816"/>
            <p:cNvSpPr/>
            <p:nvPr/>
          </p:nvSpPr>
          <p:spPr>
            <a:xfrm>
              <a:off x="7401771" y="3246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7" name="pt22817"/>
            <p:cNvSpPr/>
            <p:nvPr/>
          </p:nvSpPr>
          <p:spPr>
            <a:xfrm>
              <a:off x="7479899" y="34096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8" name="pt22818"/>
            <p:cNvSpPr/>
            <p:nvPr/>
          </p:nvSpPr>
          <p:spPr>
            <a:xfrm>
              <a:off x="7582530" y="3468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19" name="pt22819"/>
            <p:cNvSpPr/>
            <p:nvPr/>
          </p:nvSpPr>
          <p:spPr>
            <a:xfrm>
              <a:off x="7500614" y="3561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0" name="pt22820"/>
            <p:cNvSpPr/>
            <p:nvPr/>
          </p:nvSpPr>
          <p:spPr>
            <a:xfrm>
              <a:off x="7485706" y="3274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1" name="pt22821"/>
            <p:cNvSpPr/>
            <p:nvPr/>
          </p:nvSpPr>
          <p:spPr>
            <a:xfrm>
              <a:off x="7421127" y="3042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2" name="pt22822"/>
            <p:cNvSpPr/>
            <p:nvPr/>
          </p:nvSpPr>
          <p:spPr>
            <a:xfrm>
              <a:off x="7566335" y="3301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3" name="pt22823"/>
            <p:cNvSpPr/>
            <p:nvPr/>
          </p:nvSpPr>
          <p:spPr>
            <a:xfrm>
              <a:off x="7463749" y="3084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4" name="pt22824"/>
            <p:cNvSpPr/>
            <p:nvPr/>
          </p:nvSpPr>
          <p:spPr>
            <a:xfrm>
              <a:off x="7372161" y="21336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5" name="pt22825"/>
            <p:cNvSpPr/>
            <p:nvPr/>
          </p:nvSpPr>
          <p:spPr>
            <a:xfrm>
              <a:off x="7615129" y="308112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26" name="pt22826"/>
            <p:cNvSpPr/>
            <p:nvPr/>
          </p:nvSpPr>
          <p:spPr>
            <a:xfrm>
              <a:off x="7396724" y="3138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7" name="pt22827"/>
            <p:cNvSpPr/>
            <p:nvPr/>
          </p:nvSpPr>
          <p:spPr>
            <a:xfrm>
              <a:off x="7374409" y="37337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8" name="pt22828"/>
            <p:cNvSpPr/>
            <p:nvPr/>
          </p:nvSpPr>
          <p:spPr>
            <a:xfrm>
              <a:off x="7479501" y="3115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29" name="pt22829"/>
            <p:cNvSpPr/>
            <p:nvPr/>
          </p:nvSpPr>
          <p:spPr>
            <a:xfrm>
              <a:off x="7426095" y="3158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0" name="pt22830"/>
            <p:cNvSpPr/>
            <p:nvPr/>
          </p:nvSpPr>
          <p:spPr>
            <a:xfrm>
              <a:off x="7405421" y="3263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1" name="pt22831"/>
            <p:cNvSpPr/>
            <p:nvPr/>
          </p:nvSpPr>
          <p:spPr>
            <a:xfrm>
              <a:off x="7328113" y="309613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32" name="pt22832"/>
            <p:cNvSpPr/>
            <p:nvPr/>
          </p:nvSpPr>
          <p:spPr>
            <a:xfrm>
              <a:off x="7360656" y="30805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3" name="pt22833"/>
            <p:cNvSpPr/>
            <p:nvPr/>
          </p:nvSpPr>
          <p:spPr>
            <a:xfrm>
              <a:off x="7411987" y="3160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4" name="pt22834"/>
            <p:cNvSpPr/>
            <p:nvPr/>
          </p:nvSpPr>
          <p:spPr>
            <a:xfrm>
              <a:off x="7474066" y="3334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5" name="pt22835"/>
            <p:cNvSpPr/>
            <p:nvPr/>
          </p:nvSpPr>
          <p:spPr>
            <a:xfrm>
              <a:off x="7486686" y="33641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6" name="pt22836"/>
            <p:cNvSpPr/>
            <p:nvPr/>
          </p:nvSpPr>
          <p:spPr>
            <a:xfrm>
              <a:off x="7463325" y="32367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7" name="pt22837"/>
            <p:cNvSpPr/>
            <p:nvPr/>
          </p:nvSpPr>
          <p:spPr>
            <a:xfrm>
              <a:off x="7488026" y="3468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8" name="pt22838"/>
            <p:cNvSpPr/>
            <p:nvPr/>
          </p:nvSpPr>
          <p:spPr>
            <a:xfrm>
              <a:off x="7392517" y="3078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39" name="pt22839"/>
            <p:cNvSpPr/>
            <p:nvPr/>
          </p:nvSpPr>
          <p:spPr>
            <a:xfrm>
              <a:off x="7405844" y="3142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0" name="pt22840"/>
            <p:cNvSpPr/>
            <p:nvPr/>
          </p:nvSpPr>
          <p:spPr>
            <a:xfrm>
              <a:off x="7459271" y="3188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1" name="pt22841"/>
            <p:cNvSpPr/>
            <p:nvPr/>
          </p:nvSpPr>
          <p:spPr>
            <a:xfrm>
              <a:off x="7456333" y="3091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2" name="pt22842"/>
            <p:cNvSpPr/>
            <p:nvPr/>
          </p:nvSpPr>
          <p:spPr>
            <a:xfrm>
              <a:off x="7212802" y="3382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3" name="pt22843"/>
            <p:cNvSpPr/>
            <p:nvPr/>
          </p:nvSpPr>
          <p:spPr>
            <a:xfrm>
              <a:off x="7479478" y="3093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4" name="pt22844"/>
            <p:cNvSpPr/>
            <p:nvPr/>
          </p:nvSpPr>
          <p:spPr>
            <a:xfrm>
              <a:off x="7437520" y="31335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5" name="pt22845"/>
            <p:cNvSpPr/>
            <p:nvPr/>
          </p:nvSpPr>
          <p:spPr>
            <a:xfrm>
              <a:off x="7452731" y="29804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6" name="pt22846"/>
            <p:cNvSpPr/>
            <p:nvPr/>
          </p:nvSpPr>
          <p:spPr>
            <a:xfrm>
              <a:off x="7461625" y="3439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7" name="pt22847"/>
            <p:cNvSpPr/>
            <p:nvPr/>
          </p:nvSpPr>
          <p:spPr>
            <a:xfrm>
              <a:off x="5632683" y="3389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8" name="pt22848"/>
            <p:cNvSpPr/>
            <p:nvPr/>
          </p:nvSpPr>
          <p:spPr>
            <a:xfrm>
              <a:off x="7408415" y="3095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49" name="pt22849"/>
            <p:cNvSpPr/>
            <p:nvPr/>
          </p:nvSpPr>
          <p:spPr>
            <a:xfrm>
              <a:off x="7321494" y="2959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0" name="pt22850"/>
            <p:cNvSpPr/>
            <p:nvPr/>
          </p:nvSpPr>
          <p:spPr>
            <a:xfrm>
              <a:off x="7155118" y="305105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51" name="pt22851"/>
            <p:cNvSpPr/>
            <p:nvPr/>
          </p:nvSpPr>
          <p:spPr>
            <a:xfrm>
              <a:off x="7404654" y="3032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2" name="pt22852"/>
            <p:cNvSpPr/>
            <p:nvPr/>
          </p:nvSpPr>
          <p:spPr>
            <a:xfrm>
              <a:off x="7420721" y="3176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3" name="pt22853"/>
            <p:cNvSpPr/>
            <p:nvPr/>
          </p:nvSpPr>
          <p:spPr>
            <a:xfrm>
              <a:off x="7434127" y="3487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4" name="pt22854"/>
            <p:cNvSpPr/>
            <p:nvPr/>
          </p:nvSpPr>
          <p:spPr>
            <a:xfrm>
              <a:off x="7286571" y="32439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5" name="pt22855"/>
            <p:cNvSpPr/>
            <p:nvPr/>
          </p:nvSpPr>
          <p:spPr>
            <a:xfrm>
              <a:off x="7462508" y="3502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6" name="pt22856"/>
            <p:cNvSpPr/>
            <p:nvPr/>
          </p:nvSpPr>
          <p:spPr>
            <a:xfrm>
              <a:off x="7400968" y="3335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7" name="pt22857"/>
            <p:cNvSpPr/>
            <p:nvPr/>
          </p:nvSpPr>
          <p:spPr>
            <a:xfrm>
              <a:off x="7439574" y="34216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8" name="pt22858"/>
            <p:cNvSpPr/>
            <p:nvPr/>
          </p:nvSpPr>
          <p:spPr>
            <a:xfrm>
              <a:off x="7429583" y="3179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59" name="pt22859"/>
            <p:cNvSpPr/>
            <p:nvPr/>
          </p:nvSpPr>
          <p:spPr>
            <a:xfrm>
              <a:off x="6040506" y="468771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60" name="pt22860"/>
            <p:cNvSpPr/>
            <p:nvPr/>
          </p:nvSpPr>
          <p:spPr>
            <a:xfrm>
              <a:off x="8239807" y="3279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1" name="pt22861"/>
            <p:cNvSpPr/>
            <p:nvPr/>
          </p:nvSpPr>
          <p:spPr>
            <a:xfrm>
              <a:off x="7532269" y="30727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2" name="pt22862"/>
            <p:cNvSpPr/>
            <p:nvPr/>
          </p:nvSpPr>
          <p:spPr>
            <a:xfrm>
              <a:off x="7453662" y="3230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3" name="pt22863"/>
            <p:cNvSpPr/>
            <p:nvPr/>
          </p:nvSpPr>
          <p:spPr>
            <a:xfrm>
              <a:off x="8209227" y="349975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64" name="pt22864"/>
            <p:cNvSpPr/>
            <p:nvPr/>
          </p:nvSpPr>
          <p:spPr>
            <a:xfrm>
              <a:off x="7411377" y="3228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5" name="pt22865"/>
            <p:cNvSpPr/>
            <p:nvPr/>
          </p:nvSpPr>
          <p:spPr>
            <a:xfrm>
              <a:off x="7437028" y="32653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6" name="pt22866"/>
            <p:cNvSpPr/>
            <p:nvPr/>
          </p:nvSpPr>
          <p:spPr>
            <a:xfrm>
              <a:off x="7476063" y="34261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7" name="pt22867"/>
            <p:cNvSpPr/>
            <p:nvPr/>
          </p:nvSpPr>
          <p:spPr>
            <a:xfrm>
              <a:off x="7409799" y="3542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8" name="pt22868"/>
            <p:cNvSpPr/>
            <p:nvPr/>
          </p:nvSpPr>
          <p:spPr>
            <a:xfrm>
              <a:off x="7445790" y="3305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69" name="pt22869"/>
            <p:cNvSpPr/>
            <p:nvPr/>
          </p:nvSpPr>
          <p:spPr>
            <a:xfrm>
              <a:off x="7293242" y="32666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0" name="pt22870"/>
            <p:cNvSpPr/>
            <p:nvPr/>
          </p:nvSpPr>
          <p:spPr>
            <a:xfrm>
              <a:off x="7459504" y="35661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1" name="pt22871"/>
            <p:cNvSpPr/>
            <p:nvPr/>
          </p:nvSpPr>
          <p:spPr>
            <a:xfrm>
              <a:off x="7425329" y="31532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2" name="pt22872"/>
            <p:cNvSpPr/>
            <p:nvPr/>
          </p:nvSpPr>
          <p:spPr>
            <a:xfrm>
              <a:off x="7439664" y="3105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3" name="pt22873"/>
            <p:cNvSpPr/>
            <p:nvPr/>
          </p:nvSpPr>
          <p:spPr>
            <a:xfrm>
              <a:off x="7449764" y="3430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4" name="pt22874"/>
            <p:cNvSpPr/>
            <p:nvPr/>
          </p:nvSpPr>
          <p:spPr>
            <a:xfrm>
              <a:off x="7457177" y="3318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5" name="pt22875"/>
            <p:cNvSpPr/>
            <p:nvPr/>
          </p:nvSpPr>
          <p:spPr>
            <a:xfrm>
              <a:off x="7453125" y="31170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6" name="pt22876"/>
            <p:cNvSpPr/>
            <p:nvPr/>
          </p:nvSpPr>
          <p:spPr>
            <a:xfrm>
              <a:off x="7314168" y="3104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7" name="pt22877"/>
            <p:cNvSpPr/>
            <p:nvPr/>
          </p:nvSpPr>
          <p:spPr>
            <a:xfrm>
              <a:off x="7451341" y="3310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8" name="pt22878"/>
            <p:cNvSpPr/>
            <p:nvPr/>
          </p:nvSpPr>
          <p:spPr>
            <a:xfrm>
              <a:off x="7300124" y="3112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79" name="pt22879"/>
            <p:cNvSpPr/>
            <p:nvPr/>
          </p:nvSpPr>
          <p:spPr>
            <a:xfrm>
              <a:off x="7369676" y="3503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0" name="pt22880"/>
            <p:cNvSpPr/>
            <p:nvPr/>
          </p:nvSpPr>
          <p:spPr>
            <a:xfrm>
              <a:off x="7466612" y="35081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1" name="pt22881"/>
            <p:cNvSpPr/>
            <p:nvPr/>
          </p:nvSpPr>
          <p:spPr>
            <a:xfrm>
              <a:off x="7448917" y="3573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2" name="pt22882"/>
            <p:cNvSpPr/>
            <p:nvPr/>
          </p:nvSpPr>
          <p:spPr>
            <a:xfrm>
              <a:off x="7432289" y="1843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3" name="pt22883"/>
            <p:cNvSpPr/>
            <p:nvPr/>
          </p:nvSpPr>
          <p:spPr>
            <a:xfrm>
              <a:off x="6874334" y="31988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4" name="pt22884"/>
            <p:cNvSpPr/>
            <p:nvPr/>
          </p:nvSpPr>
          <p:spPr>
            <a:xfrm>
              <a:off x="7455523" y="2914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5" name="pt22885"/>
            <p:cNvSpPr/>
            <p:nvPr/>
          </p:nvSpPr>
          <p:spPr>
            <a:xfrm>
              <a:off x="7372983" y="33346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6" name="pt22886"/>
            <p:cNvSpPr/>
            <p:nvPr/>
          </p:nvSpPr>
          <p:spPr>
            <a:xfrm>
              <a:off x="7488036" y="3659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7" name="pt22887"/>
            <p:cNvSpPr/>
            <p:nvPr/>
          </p:nvSpPr>
          <p:spPr>
            <a:xfrm>
              <a:off x="7420710" y="3228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8" name="pt22888"/>
            <p:cNvSpPr/>
            <p:nvPr/>
          </p:nvSpPr>
          <p:spPr>
            <a:xfrm>
              <a:off x="7374997" y="3080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89" name="pt22889"/>
            <p:cNvSpPr/>
            <p:nvPr/>
          </p:nvSpPr>
          <p:spPr>
            <a:xfrm>
              <a:off x="7433196" y="3169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0" name="pt22890"/>
            <p:cNvSpPr/>
            <p:nvPr/>
          </p:nvSpPr>
          <p:spPr>
            <a:xfrm>
              <a:off x="7412065" y="3488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1" name="pt22891"/>
            <p:cNvSpPr/>
            <p:nvPr/>
          </p:nvSpPr>
          <p:spPr>
            <a:xfrm>
              <a:off x="7441493" y="3457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2" name="pt22892"/>
            <p:cNvSpPr/>
            <p:nvPr/>
          </p:nvSpPr>
          <p:spPr>
            <a:xfrm>
              <a:off x="7512692" y="3307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3" name="pt22893"/>
            <p:cNvSpPr/>
            <p:nvPr/>
          </p:nvSpPr>
          <p:spPr>
            <a:xfrm>
              <a:off x="7438813" y="3310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4" name="pt22894"/>
            <p:cNvSpPr/>
            <p:nvPr/>
          </p:nvSpPr>
          <p:spPr>
            <a:xfrm>
              <a:off x="7512707" y="34323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5" name="pt22895"/>
            <p:cNvSpPr/>
            <p:nvPr/>
          </p:nvSpPr>
          <p:spPr>
            <a:xfrm>
              <a:off x="7455804" y="31471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6" name="pt22896"/>
            <p:cNvSpPr/>
            <p:nvPr/>
          </p:nvSpPr>
          <p:spPr>
            <a:xfrm>
              <a:off x="7437997" y="3471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7" name="pt22897"/>
            <p:cNvSpPr/>
            <p:nvPr/>
          </p:nvSpPr>
          <p:spPr>
            <a:xfrm>
              <a:off x="7399550" y="3331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8" name="pt22898"/>
            <p:cNvSpPr/>
            <p:nvPr/>
          </p:nvSpPr>
          <p:spPr>
            <a:xfrm>
              <a:off x="7434467" y="3262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899" name="pt22899"/>
            <p:cNvSpPr/>
            <p:nvPr/>
          </p:nvSpPr>
          <p:spPr>
            <a:xfrm>
              <a:off x="7457917" y="3210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0" name="pt22900"/>
            <p:cNvSpPr/>
            <p:nvPr/>
          </p:nvSpPr>
          <p:spPr>
            <a:xfrm>
              <a:off x="7385875" y="2885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1" name="pt22901"/>
            <p:cNvSpPr/>
            <p:nvPr/>
          </p:nvSpPr>
          <p:spPr>
            <a:xfrm>
              <a:off x="7512693" y="3437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2" name="pt22902"/>
            <p:cNvSpPr/>
            <p:nvPr/>
          </p:nvSpPr>
          <p:spPr>
            <a:xfrm>
              <a:off x="7409412" y="32086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3" name="pt22903"/>
            <p:cNvSpPr/>
            <p:nvPr/>
          </p:nvSpPr>
          <p:spPr>
            <a:xfrm>
              <a:off x="7449269" y="3212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4" name="pt22904"/>
            <p:cNvSpPr/>
            <p:nvPr/>
          </p:nvSpPr>
          <p:spPr>
            <a:xfrm>
              <a:off x="7423623" y="1990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5" name="pt22905"/>
            <p:cNvSpPr/>
            <p:nvPr/>
          </p:nvSpPr>
          <p:spPr>
            <a:xfrm>
              <a:off x="7450642" y="3509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6" name="pt22906"/>
            <p:cNvSpPr/>
            <p:nvPr/>
          </p:nvSpPr>
          <p:spPr>
            <a:xfrm>
              <a:off x="7397179" y="2936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7" name="pt22907"/>
            <p:cNvSpPr/>
            <p:nvPr/>
          </p:nvSpPr>
          <p:spPr>
            <a:xfrm>
              <a:off x="7458967" y="30021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8" name="pt22908"/>
            <p:cNvSpPr/>
            <p:nvPr/>
          </p:nvSpPr>
          <p:spPr>
            <a:xfrm>
              <a:off x="7427794" y="32470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09" name="pt22909"/>
            <p:cNvSpPr/>
            <p:nvPr/>
          </p:nvSpPr>
          <p:spPr>
            <a:xfrm>
              <a:off x="7451747" y="3335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0" name="pt22910"/>
            <p:cNvSpPr/>
            <p:nvPr/>
          </p:nvSpPr>
          <p:spPr>
            <a:xfrm>
              <a:off x="7440306" y="29968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1" name="pt22911"/>
            <p:cNvSpPr/>
            <p:nvPr/>
          </p:nvSpPr>
          <p:spPr>
            <a:xfrm>
              <a:off x="7485710" y="31083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2" name="pt22912"/>
            <p:cNvSpPr/>
            <p:nvPr/>
          </p:nvSpPr>
          <p:spPr>
            <a:xfrm>
              <a:off x="7461382" y="3133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3" name="pt22913"/>
            <p:cNvSpPr/>
            <p:nvPr/>
          </p:nvSpPr>
          <p:spPr>
            <a:xfrm>
              <a:off x="7452727" y="33976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4" name="pt22914"/>
            <p:cNvSpPr/>
            <p:nvPr/>
          </p:nvSpPr>
          <p:spPr>
            <a:xfrm>
              <a:off x="7464592" y="35678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5" name="pt22915"/>
            <p:cNvSpPr/>
            <p:nvPr/>
          </p:nvSpPr>
          <p:spPr>
            <a:xfrm>
              <a:off x="7434758" y="3253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6" name="pt22916"/>
            <p:cNvSpPr/>
            <p:nvPr/>
          </p:nvSpPr>
          <p:spPr>
            <a:xfrm>
              <a:off x="7400330" y="3581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7" name="pt22917"/>
            <p:cNvSpPr/>
            <p:nvPr/>
          </p:nvSpPr>
          <p:spPr>
            <a:xfrm>
              <a:off x="7378665" y="3397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8" name="pt22918"/>
            <p:cNvSpPr/>
            <p:nvPr/>
          </p:nvSpPr>
          <p:spPr>
            <a:xfrm>
              <a:off x="7540334" y="3465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19" name="pt22919"/>
            <p:cNvSpPr/>
            <p:nvPr/>
          </p:nvSpPr>
          <p:spPr>
            <a:xfrm>
              <a:off x="7455378" y="3592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0" name="pt22920"/>
            <p:cNvSpPr/>
            <p:nvPr/>
          </p:nvSpPr>
          <p:spPr>
            <a:xfrm>
              <a:off x="7433837" y="3203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1" name="pt22921"/>
            <p:cNvSpPr/>
            <p:nvPr/>
          </p:nvSpPr>
          <p:spPr>
            <a:xfrm>
              <a:off x="6479633" y="3376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2" name="pt22922"/>
            <p:cNvSpPr/>
            <p:nvPr/>
          </p:nvSpPr>
          <p:spPr>
            <a:xfrm>
              <a:off x="7423749" y="4329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3" name="pt22923"/>
            <p:cNvSpPr/>
            <p:nvPr/>
          </p:nvSpPr>
          <p:spPr>
            <a:xfrm>
              <a:off x="7437085" y="3637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4" name="pt22924"/>
            <p:cNvSpPr/>
            <p:nvPr/>
          </p:nvSpPr>
          <p:spPr>
            <a:xfrm>
              <a:off x="7538901" y="32613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5" name="pt22925"/>
            <p:cNvSpPr/>
            <p:nvPr/>
          </p:nvSpPr>
          <p:spPr>
            <a:xfrm>
              <a:off x="7473326" y="35051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6" name="pt22926"/>
            <p:cNvSpPr/>
            <p:nvPr/>
          </p:nvSpPr>
          <p:spPr>
            <a:xfrm>
              <a:off x="8420445" y="351042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27" name="pt22927"/>
            <p:cNvSpPr/>
            <p:nvPr/>
          </p:nvSpPr>
          <p:spPr>
            <a:xfrm>
              <a:off x="7506325" y="31368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8" name="pt22928"/>
            <p:cNvSpPr/>
            <p:nvPr/>
          </p:nvSpPr>
          <p:spPr>
            <a:xfrm>
              <a:off x="7430912" y="3284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29" name="pt22929"/>
            <p:cNvSpPr/>
            <p:nvPr/>
          </p:nvSpPr>
          <p:spPr>
            <a:xfrm>
              <a:off x="7422948" y="35274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0" name="pt22930"/>
            <p:cNvSpPr/>
            <p:nvPr/>
          </p:nvSpPr>
          <p:spPr>
            <a:xfrm>
              <a:off x="7600062" y="295821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31" name="pt22931"/>
            <p:cNvSpPr/>
            <p:nvPr/>
          </p:nvSpPr>
          <p:spPr>
            <a:xfrm>
              <a:off x="7396429" y="3224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2" name="pt22932"/>
            <p:cNvSpPr/>
            <p:nvPr/>
          </p:nvSpPr>
          <p:spPr>
            <a:xfrm>
              <a:off x="8081588" y="338646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33" name="pt22933"/>
            <p:cNvSpPr/>
            <p:nvPr/>
          </p:nvSpPr>
          <p:spPr>
            <a:xfrm>
              <a:off x="7068065" y="352744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34" name="pt22934"/>
            <p:cNvSpPr/>
            <p:nvPr/>
          </p:nvSpPr>
          <p:spPr>
            <a:xfrm>
              <a:off x="7480107" y="3452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5" name="pt22935"/>
            <p:cNvSpPr/>
            <p:nvPr/>
          </p:nvSpPr>
          <p:spPr>
            <a:xfrm>
              <a:off x="7421503" y="3601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6" name="pt22936"/>
            <p:cNvSpPr/>
            <p:nvPr/>
          </p:nvSpPr>
          <p:spPr>
            <a:xfrm>
              <a:off x="7425029" y="3175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7" name="pt22937"/>
            <p:cNvSpPr/>
            <p:nvPr/>
          </p:nvSpPr>
          <p:spPr>
            <a:xfrm>
              <a:off x="7433846" y="3097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8" name="pt22938"/>
            <p:cNvSpPr/>
            <p:nvPr/>
          </p:nvSpPr>
          <p:spPr>
            <a:xfrm>
              <a:off x="7432892" y="31154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39" name="pt22939"/>
            <p:cNvSpPr/>
            <p:nvPr/>
          </p:nvSpPr>
          <p:spPr>
            <a:xfrm>
              <a:off x="7446471" y="31981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0" name="pt22940"/>
            <p:cNvSpPr/>
            <p:nvPr/>
          </p:nvSpPr>
          <p:spPr>
            <a:xfrm>
              <a:off x="7436057" y="3035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1" name="pt22941"/>
            <p:cNvSpPr/>
            <p:nvPr/>
          </p:nvSpPr>
          <p:spPr>
            <a:xfrm>
              <a:off x="7463706" y="31843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2" name="pt22942"/>
            <p:cNvSpPr/>
            <p:nvPr/>
          </p:nvSpPr>
          <p:spPr>
            <a:xfrm>
              <a:off x="7491787" y="34670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3" name="pt22943"/>
            <p:cNvSpPr/>
            <p:nvPr/>
          </p:nvSpPr>
          <p:spPr>
            <a:xfrm>
              <a:off x="7487695" y="34911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4" name="pt22944"/>
            <p:cNvSpPr/>
            <p:nvPr/>
          </p:nvSpPr>
          <p:spPr>
            <a:xfrm>
              <a:off x="7520517" y="34711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5" name="pt22945"/>
            <p:cNvSpPr/>
            <p:nvPr/>
          </p:nvSpPr>
          <p:spPr>
            <a:xfrm>
              <a:off x="7452484" y="3144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6" name="pt22946"/>
            <p:cNvSpPr/>
            <p:nvPr/>
          </p:nvSpPr>
          <p:spPr>
            <a:xfrm>
              <a:off x="7460409" y="32510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7" name="pt22947"/>
            <p:cNvSpPr/>
            <p:nvPr/>
          </p:nvSpPr>
          <p:spPr>
            <a:xfrm>
              <a:off x="7467075" y="3665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8" name="pt22948"/>
            <p:cNvSpPr/>
            <p:nvPr/>
          </p:nvSpPr>
          <p:spPr>
            <a:xfrm>
              <a:off x="7479961" y="2936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49" name="pt22949"/>
            <p:cNvSpPr/>
            <p:nvPr/>
          </p:nvSpPr>
          <p:spPr>
            <a:xfrm>
              <a:off x="7346198" y="3434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0" name="pt22950"/>
            <p:cNvSpPr/>
            <p:nvPr/>
          </p:nvSpPr>
          <p:spPr>
            <a:xfrm>
              <a:off x="7432701" y="3087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1" name="pt22951"/>
            <p:cNvSpPr/>
            <p:nvPr/>
          </p:nvSpPr>
          <p:spPr>
            <a:xfrm>
              <a:off x="7416395" y="3597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2" name="pt22952"/>
            <p:cNvSpPr/>
            <p:nvPr/>
          </p:nvSpPr>
          <p:spPr>
            <a:xfrm>
              <a:off x="7472896" y="3419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3" name="pt22953"/>
            <p:cNvSpPr/>
            <p:nvPr/>
          </p:nvSpPr>
          <p:spPr>
            <a:xfrm>
              <a:off x="6713163" y="3444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4" name="pt22954"/>
            <p:cNvSpPr/>
            <p:nvPr/>
          </p:nvSpPr>
          <p:spPr>
            <a:xfrm>
              <a:off x="6943295" y="3485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5" name="pt22955"/>
            <p:cNvSpPr/>
            <p:nvPr/>
          </p:nvSpPr>
          <p:spPr>
            <a:xfrm>
              <a:off x="7187897" y="3356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6" name="pt22956"/>
            <p:cNvSpPr/>
            <p:nvPr/>
          </p:nvSpPr>
          <p:spPr>
            <a:xfrm>
              <a:off x="7428775" y="3567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7" name="pt22957"/>
            <p:cNvSpPr/>
            <p:nvPr/>
          </p:nvSpPr>
          <p:spPr>
            <a:xfrm>
              <a:off x="7105260" y="3150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8" name="pt22958"/>
            <p:cNvSpPr/>
            <p:nvPr/>
          </p:nvSpPr>
          <p:spPr>
            <a:xfrm>
              <a:off x="7392322" y="30345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59" name="pt22959"/>
            <p:cNvSpPr/>
            <p:nvPr/>
          </p:nvSpPr>
          <p:spPr>
            <a:xfrm>
              <a:off x="7469336" y="3695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0" name="pt22960"/>
            <p:cNvSpPr/>
            <p:nvPr/>
          </p:nvSpPr>
          <p:spPr>
            <a:xfrm>
              <a:off x="7450072" y="3271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1" name="pt22961"/>
            <p:cNvSpPr/>
            <p:nvPr/>
          </p:nvSpPr>
          <p:spPr>
            <a:xfrm>
              <a:off x="7445125" y="3295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2" name="pt22962"/>
            <p:cNvSpPr/>
            <p:nvPr/>
          </p:nvSpPr>
          <p:spPr>
            <a:xfrm>
              <a:off x="7424740" y="3147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3" name="pt22963"/>
            <p:cNvSpPr/>
            <p:nvPr/>
          </p:nvSpPr>
          <p:spPr>
            <a:xfrm>
              <a:off x="7430428" y="32395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4" name="pt22964"/>
            <p:cNvSpPr/>
            <p:nvPr/>
          </p:nvSpPr>
          <p:spPr>
            <a:xfrm>
              <a:off x="7542262" y="3235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5" name="pt22965"/>
            <p:cNvSpPr/>
            <p:nvPr/>
          </p:nvSpPr>
          <p:spPr>
            <a:xfrm>
              <a:off x="7462567" y="33049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6" name="pt22966"/>
            <p:cNvSpPr/>
            <p:nvPr/>
          </p:nvSpPr>
          <p:spPr>
            <a:xfrm>
              <a:off x="7466162" y="34875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7" name="pt22967"/>
            <p:cNvSpPr/>
            <p:nvPr/>
          </p:nvSpPr>
          <p:spPr>
            <a:xfrm>
              <a:off x="7441064" y="31332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8" name="pt22968"/>
            <p:cNvSpPr/>
            <p:nvPr/>
          </p:nvSpPr>
          <p:spPr>
            <a:xfrm>
              <a:off x="7409752" y="3081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69" name="pt22969"/>
            <p:cNvSpPr/>
            <p:nvPr/>
          </p:nvSpPr>
          <p:spPr>
            <a:xfrm>
              <a:off x="7451239" y="3203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0" name="pt22970"/>
            <p:cNvSpPr/>
            <p:nvPr/>
          </p:nvSpPr>
          <p:spPr>
            <a:xfrm>
              <a:off x="7447814" y="3300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1" name="pt22971"/>
            <p:cNvSpPr/>
            <p:nvPr/>
          </p:nvSpPr>
          <p:spPr>
            <a:xfrm>
              <a:off x="7449020" y="3061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2" name="pt22972"/>
            <p:cNvSpPr/>
            <p:nvPr/>
          </p:nvSpPr>
          <p:spPr>
            <a:xfrm>
              <a:off x="7250132" y="23756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3" name="pt22973"/>
            <p:cNvSpPr/>
            <p:nvPr/>
          </p:nvSpPr>
          <p:spPr>
            <a:xfrm>
              <a:off x="7428975" y="3282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4" name="pt22974"/>
            <p:cNvSpPr/>
            <p:nvPr/>
          </p:nvSpPr>
          <p:spPr>
            <a:xfrm>
              <a:off x="7455530" y="3156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5" name="pt22975"/>
            <p:cNvSpPr/>
            <p:nvPr/>
          </p:nvSpPr>
          <p:spPr>
            <a:xfrm>
              <a:off x="7450208" y="34860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6" name="pt22976"/>
            <p:cNvSpPr/>
            <p:nvPr/>
          </p:nvSpPr>
          <p:spPr>
            <a:xfrm>
              <a:off x="7413998" y="30763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7" name="pt22977"/>
            <p:cNvSpPr/>
            <p:nvPr/>
          </p:nvSpPr>
          <p:spPr>
            <a:xfrm>
              <a:off x="7457551" y="3354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8" name="pt22978"/>
            <p:cNvSpPr/>
            <p:nvPr/>
          </p:nvSpPr>
          <p:spPr>
            <a:xfrm>
              <a:off x="7429890" y="3001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79" name="pt22979"/>
            <p:cNvSpPr/>
            <p:nvPr/>
          </p:nvSpPr>
          <p:spPr>
            <a:xfrm>
              <a:off x="7431545" y="3506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0" name="pt22980"/>
            <p:cNvSpPr/>
            <p:nvPr/>
          </p:nvSpPr>
          <p:spPr>
            <a:xfrm>
              <a:off x="7435488" y="3548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1" name="pt22981"/>
            <p:cNvSpPr/>
            <p:nvPr/>
          </p:nvSpPr>
          <p:spPr>
            <a:xfrm>
              <a:off x="6996038" y="3273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2" name="pt22982"/>
            <p:cNvSpPr/>
            <p:nvPr/>
          </p:nvSpPr>
          <p:spPr>
            <a:xfrm>
              <a:off x="7453000" y="3312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3" name="pt22983"/>
            <p:cNvSpPr/>
            <p:nvPr/>
          </p:nvSpPr>
          <p:spPr>
            <a:xfrm>
              <a:off x="7488544" y="3318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4" name="pt22984"/>
            <p:cNvSpPr/>
            <p:nvPr/>
          </p:nvSpPr>
          <p:spPr>
            <a:xfrm>
              <a:off x="7465027" y="37305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5" name="pt22985"/>
            <p:cNvSpPr/>
            <p:nvPr/>
          </p:nvSpPr>
          <p:spPr>
            <a:xfrm>
              <a:off x="7472960" y="3385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6" name="pt22986"/>
            <p:cNvSpPr/>
            <p:nvPr/>
          </p:nvSpPr>
          <p:spPr>
            <a:xfrm>
              <a:off x="7462740" y="3716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7" name="pt22987"/>
            <p:cNvSpPr/>
            <p:nvPr/>
          </p:nvSpPr>
          <p:spPr>
            <a:xfrm>
              <a:off x="8506658" y="3374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8" name="pt22988"/>
            <p:cNvSpPr/>
            <p:nvPr/>
          </p:nvSpPr>
          <p:spPr>
            <a:xfrm>
              <a:off x="7467280" y="3537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89" name="pt22989"/>
            <p:cNvSpPr/>
            <p:nvPr/>
          </p:nvSpPr>
          <p:spPr>
            <a:xfrm>
              <a:off x="7428977" y="3084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0" name="pt22990"/>
            <p:cNvSpPr/>
            <p:nvPr/>
          </p:nvSpPr>
          <p:spPr>
            <a:xfrm>
              <a:off x="7448474" y="32635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1" name="pt22991"/>
            <p:cNvSpPr/>
            <p:nvPr/>
          </p:nvSpPr>
          <p:spPr>
            <a:xfrm>
              <a:off x="7404219" y="3372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2" name="pt22992"/>
            <p:cNvSpPr/>
            <p:nvPr/>
          </p:nvSpPr>
          <p:spPr>
            <a:xfrm>
              <a:off x="7427424" y="3383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3" name="pt22993"/>
            <p:cNvSpPr/>
            <p:nvPr/>
          </p:nvSpPr>
          <p:spPr>
            <a:xfrm>
              <a:off x="7450310" y="3413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4" name="pt22994"/>
            <p:cNvSpPr/>
            <p:nvPr/>
          </p:nvSpPr>
          <p:spPr>
            <a:xfrm>
              <a:off x="7424542" y="3478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5" name="pt22995"/>
            <p:cNvSpPr/>
            <p:nvPr/>
          </p:nvSpPr>
          <p:spPr>
            <a:xfrm>
              <a:off x="7450863" y="3479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6" name="pt22996"/>
            <p:cNvSpPr/>
            <p:nvPr/>
          </p:nvSpPr>
          <p:spPr>
            <a:xfrm>
              <a:off x="7426691" y="3055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7" name="pt22997"/>
            <p:cNvSpPr/>
            <p:nvPr/>
          </p:nvSpPr>
          <p:spPr>
            <a:xfrm>
              <a:off x="7432375" y="3364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8" name="pt22998"/>
            <p:cNvSpPr/>
            <p:nvPr/>
          </p:nvSpPr>
          <p:spPr>
            <a:xfrm>
              <a:off x="7452091" y="3619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2999" name="pt22999"/>
            <p:cNvSpPr/>
            <p:nvPr/>
          </p:nvSpPr>
          <p:spPr>
            <a:xfrm>
              <a:off x="8414074" y="343113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00" name="pt23000"/>
            <p:cNvSpPr/>
            <p:nvPr/>
          </p:nvSpPr>
          <p:spPr>
            <a:xfrm>
              <a:off x="7356026" y="33095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1" name="pt23001"/>
            <p:cNvSpPr/>
            <p:nvPr/>
          </p:nvSpPr>
          <p:spPr>
            <a:xfrm>
              <a:off x="7439666" y="33591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2" name="pt23002"/>
            <p:cNvSpPr/>
            <p:nvPr/>
          </p:nvSpPr>
          <p:spPr>
            <a:xfrm>
              <a:off x="7413341" y="3442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3" name="pt23003"/>
            <p:cNvSpPr/>
            <p:nvPr/>
          </p:nvSpPr>
          <p:spPr>
            <a:xfrm>
              <a:off x="7419782" y="3557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4" name="pt23004"/>
            <p:cNvSpPr/>
            <p:nvPr/>
          </p:nvSpPr>
          <p:spPr>
            <a:xfrm>
              <a:off x="7448365" y="3393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5" name="pt23005"/>
            <p:cNvSpPr/>
            <p:nvPr/>
          </p:nvSpPr>
          <p:spPr>
            <a:xfrm>
              <a:off x="7390804" y="32557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6" name="pt23006"/>
            <p:cNvSpPr/>
            <p:nvPr/>
          </p:nvSpPr>
          <p:spPr>
            <a:xfrm>
              <a:off x="7456353" y="31195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7" name="pt23007"/>
            <p:cNvSpPr/>
            <p:nvPr/>
          </p:nvSpPr>
          <p:spPr>
            <a:xfrm>
              <a:off x="7445333" y="3186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8" name="pt23008"/>
            <p:cNvSpPr/>
            <p:nvPr/>
          </p:nvSpPr>
          <p:spPr>
            <a:xfrm>
              <a:off x="7535878" y="35549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09" name="pt23009"/>
            <p:cNvSpPr/>
            <p:nvPr/>
          </p:nvSpPr>
          <p:spPr>
            <a:xfrm>
              <a:off x="7469571" y="34873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0" name="pt23010"/>
            <p:cNvSpPr/>
            <p:nvPr/>
          </p:nvSpPr>
          <p:spPr>
            <a:xfrm>
              <a:off x="7449569" y="3518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1" name="pt23011"/>
            <p:cNvSpPr/>
            <p:nvPr/>
          </p:nvSpPr>
          <p:spPr>
            <a:xfrm>
              <a:off x="7454480" y="3373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2" name="pt23012"/>
            <p:cNvSpPr/>
            <p:nvPr/>
          </p:nvSpPr>
          <p:spPr>
            <a:xfrm>
              <a:off x="7388751" y="4509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3" name="pt23013"/>
            <p:cNvSpPr/>
            <p:nvPr/>
          </p:nvSpPr>
          <p:spPr>
            <a:xfrm>
              <a:off x="7426491" y="3612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4" name="pt23014"/>
            <p:cNvSpPr/>
            <p:nvPr/>
          </p:nvSpPr>
          <p:spPr>
            <a:xfrm>
              <a:off x="7432223" y="3660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5" name="pt23015"/>
            <p:cNvSpPr/>
            <p:nvPr/>
          </p:nvSpPr>
          <p:spPr>
            <a:xfrm>
              <a:off x="7448486" y="2713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6" name="pt23016"/>
            <p:cNvSpPr/>
            <p:nvPr/>
          </p:nvSpPr>
          <p:spPr>
            <a:xfrm>
              <a:off x="6003156" y="3402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7" name="pt23017"/>
            <p:cNvSpPr/>
            <p:nvPr/>
          </p:nvSpPr>
          <p:spPr>
            <a:xfrm>
              <a:off x="7460435" y="3108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8" name="pt23018"/>
            <p:cNvSpPr/>
            <p:nvPr/>
          </p:nvSpPr>
          <p:spPr>
            <a:xfrm>
              <a:off x="7427082" y="2769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19" name="pt23019"/>
            <p:cNvSpPr/>
            <p:nvPr/>
          </p:nvSpPr>
          <p:spPr>
            <a:xfrm>
              <a:off x="7475567" y="1458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0" name="pt23020"/>
            <p:cNvSpPr/>
            <p:nvPr/>
          </p:nvSpPr>
          <p:spPr>
            <a:xfrm>
              <a:off x="7438005" y="3424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1" name="pt23021"/>
            <p:cNvSpPr/>
            <p:nvPr/>
          </p:nvSpPr>
          <p:spPr>
            <a:xfrm>
              <a:off x="7443169" y="3035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2" name="pt23022"/>
            <p:cNvSpPr/>
            <p:nvPr/>
          </p:nvSpPr>
          <p:spPr>
            <a:xfrm>
              <a:off x="7438481" y="3402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3" name="pt23023"/>
            <p:cNvSpPr/>
            <p:nvPr/>
          </p:nvSpPr>
          <p:spPr>
            <a:xfrm>
              <a:off x="7442047" y="3387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4" name="pt23024"/>
            <p:cNvSpPr/>
            <p:nvPr/>
          </p:nvSpPr>
          <p:spPr>
            <a:xfrm>
              <a:off x="7438932" y="3473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5" name="pt23025"/>
            <p:cNvSpPr/>
            <p:nvPr/>
          </p:nvSpPr>
          <p:spPr>
            <a:xfrm>
              <a:off x="7397094" y="33332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6" name="pt23026"/>
            <p:cNvSpPr/>
            <p:nvPr/>
          </p:nvSpPr>
          <p:spPr>
            <a:xfrm>
              <a:off x="7465856" y="3412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7" name="pt23027"/>
            <p:cNvSpPr/>
            <p:nvPr/>
          </p:nvSpPr>
          <p:spPr>
            <a:xfrm>
              <a:off x="7496035" y="3532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8" name="pt23028"/>
            <p:cNvSpPr/>
            <p:nvPr/>
          </p:nvSpPr>
          <p:spPr>
            <a:xfrm>
              <a:off x="7441932" y="3547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29" name="pt23029"/>
            <p:cNvSpPr/>
            <p:nvPr/>
          </p:nvSpPr>
          <p:spPr>
            <a:xfrm>
              <a:off x="7498569" y="3260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0" name="pt23030"/>
            <p:cNvSpPr/>
            <p:nvPr/>
          </p:nvSpPr>
          <p:spPr>
            <a:xfrm>
              <a:off x="7455101" y="3211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1" name="pt23031"/>
            <p:cNvSpPr/>
            <p:nvPr/>
          </p:nvSpPr>
          <p:spPr>
            <a:xfrm>
              <a:off x="7440242" y="3090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2" name="pt23032"/>
            <p:cNvSpPr/>
            <p:nvPr/>
          </p:nvSpPr>
          <p:spPr>
            <a:xfrm>
              <a:off x="7458202" y="3395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3" name="pt23033"/>
            <p:cNvSpPr/>
            <p:nvPr/>
          </p:nvSpPr>
          <p:spPr>
            <a:xfrm>
              <a:off x="7430656" y="3579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4" name="pt23034"/>
            <p:cNvSpPr/>
            <p:nvPr/>
          </p:nvSpPr>
          <p:spPr>
            <a:xfrm>
              <a:off x="7413657" y="3669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5" name="pt23035"/>
            <p:cNvSpPr/>
            <p:nvPr/>
          </p:nvSpPr>
          <p:spPr>
            <a:xfrm>
              <a:off x="7457079" y="3528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6" name="pt23036"/>
            <p:cNvSpPr/>
            <p:nvPr/>
          </p:nvSpPr>
          <p:spPr>
            <a:xfrm>
              <a:off x="7435415" y="30154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7" name="pt23037"/>
            <p:cNvSpPr/>
            <p:nvPr/>
          </p:nvSpPr>
          <p:spPr>
            <a:xfrm>
              <a:off x="7440441" y="3548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8" name="pt23038"/>
            <p:cNvSpPr/>
            <p:nvPr/>
          </p:nvSpPr>
          <p:spPr>
            <a:xfrm>
              <a:off x="7420486" y="2804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39" name="pt23039"/>
            <p:cNvSpPr/>
            <p:nvPr/>
          </p:nvSpPr>
          <p:spPr>
            <a:xfrm>
              <a:off x="7421246" y="3009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0" name="pt23040"/>
            <p:cNvSpPr/>
            <p:nvPr/>
          </p:nvSpPr>
          <p:spPr>
            <a:xfrm>
              <a:off x="7365751" y="3606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1" name="pt23041"/>
            <p:cNvSpPr/>
            <p:nvPr/>
          </p:nvSpPr>
          <p:spPr>
            <a:xfrm>
              <a:off x="7397858" y="3211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2" name="pt23042"/>
            <p:cNvSpPr/>
            <p:nvPr/>
          </p:nvSpPr>
          <p:spPr>
            <a:xfrm>
              <a:off x="7466229" y="3342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3" name="pt23043"/>
            <p:cNvSpPr/>
            <p:nvPr/>
          </p:nvSpPr>
          <p:spPr>
            <a:xfrm>
              <a:off x="9343321" y="288870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44" name="pt23044"/>
            <p:cNvSpPr/>
            <p:nvPr/>
          </p:nvSpPr>
          <p:spPr>
            <a:xfrm>
              <a:off x="7480158" y="3056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5" name="pt23045"/>
            <p:cNvSpPr/>
            <p:nvPr/>
          </p:nvSpPr>
          <p:spPr>
            <a:xfrm>
              <a:off x="7441545" y="3239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6" name="pt23046"/>
            <p:cNvSpPr/>
            <p:nvPr/>
          </p:nvSpPr>
          <p:spPr>
            <a:xfrm>
              <a:off x="7454123" y="3264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7" name="pt23047"/>
            <p:cNvSpPr/>
            <p:nvPr/>
          </p:nvSpPr>
          <p:spPr>
            <a:xfrm>
              <a:off x="7488294" y="3418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8" name="pt23048"/>
            <p:cNvSpPr/>
            <p:nvPr/>
          </p:nvSpPr>
          <p:spPr>
            <a:xfrm>
              <a:off x="7512773" y="3339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49" name="pt23049"/>
            <p:cNvSpPr/>
            <p:nvPr/>
          </p:nvSpPr>
          <p:spPr>
            <a:xfrm>
              <a:off x="7380688" y="3194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0" name="pt23050"/>
            <p:cNvSpPr/>
            <p:nvPr/>
          </p:nvSpPr>
          <p:spPr>
            <a:xfrm>
              <a:off x="8534850" y="313627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51" name="pt23051"/>
            <p:cNvSpPr/>
            <p:nvPr/>
          </p:nvSpPr>
          <p:spPr>
            <a:xfrm>
              <a:off x="7444828" y="3505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2" name="pt23052"/>
            <p:cNvSpPr/>
            <p:nvPr/>
          </p:nvSpPr>
          <p:spPr>
            <a:xfrm>
              <a:off x="7425015" y="3084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3" name="pt23053"/>
            <p:cNvSpPr/>
            <p:nvPr/>
          </p:nvSpPr>
          <p:spPr>
            <a:xfrm>
              <a:off x="8106572" y="300484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54" name="pt23054"/>
            <p:cNvSpPr/>
            <p:nvPr/>
          </p:nvSpPr>
          <p:spPr>
            <a:xfrm>
              <a:off x="7439174" y="3645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5" name="pt23055"/>
            <p:cNvSpPr/>
            <p:nvPr/>
          </p:nvSpPr>
          <p:spPr>
            <a:xfrm>
              <a:off x="7457040" y="4143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6" name="pt23056"/>
            <p:cNvSpPr/>
            <p:nvPr/>
          </p:nvSpPr>
          <p:spPr>
            <a:xfrm>
              <a:off x="7469358" y="3685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7" name="pt23057"/>
            <p:cNvSpPr/>
            <p:nvPr/>
          </p:nvSpPr>
          <p:spPr>
            <a:xfrm>
              <a:off x="7456001" y="3727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8" name="pt23058"/>
            <p:cNvSpPr/>
            <p:nvPr/>
          </p:nvSpPr>
          <p:spPr>
            <a:xfrm>
              <a:off x="7451282" y="3564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59" name="pt23059"/>
            <p:cNvSpPr/>
            <p:nvPr/>
          </p:nvSpPr>
          <p:spPr>
            <a:xfrm>
              <a:off x="7464724" y="3265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0" name="pt23060"/>
            <p:cNvSpPr/>
            <p:nvPr/>
          </p:nvSpPr>
          <p:spPr>
            <a:xfrm>
              <a:off x="7462263" y="3308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1" name="pt23061"/>
            <p:cNvSpPr/>
            <p:nvPr/>
          </p:nvSpPr>
          <p:spPr>
            <a:xfrm>
              <a:off x="7476800" y="3817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2" name="pt23062"/>
            <p:cNvSpPr/>
            <p:nvPr/>
          </p:nvSpPr>
          <p:spPr>
            <a:xfrm>
              <a:off x="7413108" y="30582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3" name="pt23063"/>
            <p:cNvSpPr/>
            <p:nvPr/>
          </p:nvSpPr>
          <p:spPr>
            <a:xfrm>
              <a:off x="7409519" y="3306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4" name="pt23064"/>
            <p:cNvSpPr/>
            <p:nvPr/>
          </p:nvSpPr>
          <p:spPr>
            <a:xfrm>
              <a:off x="7472606" y="3145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5" name="pt23065"/>
            <p:cNvSpPr/>
            <p:nvPr/>
          </p:nvSpPr>
          <p:spPr>
            <a:xfrm>
              <a:off x="7433333" y="3044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6" name="pt23066"/>
            <p:cNvSpPr/>
            <p:nvPr/>
          </p:nvSpPr>
          <p:spPr>
            <a:xfrm>
              <a:off x="7443232" y="3152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7" name="pt23067"/>
            <p:cNvSpPr/>
            <p:nvPr/>
          </p:nvSpPr>
          <p:spPr>
            <a:xfrm>
              <a:off x="7792573" y="344727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68" name="pt23068"/>
            <p:cNvSpPr/>
            <p:nvPr/>
          </p:nvSpPr>
          <p:spPr>
            <a:xfrm>
              <a:off x="7252572" y="3170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69" name="pt23069"/>
            <p:cNvSpPr/>
            <p:nvPr/>
          </p:nvSpPr>
          <p:spPr>
            <a:xfrm>
              <a:off x="7392565" y="31407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0" name="pt23070"/>
            <p:cNvSpPr/>
            <p:nvPr/>
          </p:nvSpPr>
          <p:spPr>
            <a:xfrm>
              <a:off x="7403603" y="3384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1" name="pt23071"/>
            <p:cNvSpPr/>
            <p:nvPr/>
          </p:nvSpPr>
          <p:spPr>
            <a:xfrm>
              <a:off x="7447553" y="3442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2" name="pt23072"/>
            <p:cNvSpPr/>
            <p:nvPr/>
          </p:nvSpPr>
          <p:spPr>
            <a:xfrm>
              <a:off x="7489295" y="36193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3" name="pt23073"/>
            <p:cNvSpPr/>
            <p:nvPr/>
          </p:nvSpPr>
          <p:spPr>
            <a:xfrm>
              <a:off x="7451318" y="3239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4" name="pt23074"/>
            <p:cNvSpPr/>
            <p:nvPr/>
          </p:nvSpPr>
          <p:spPr>
            <a:xfrm>
              <a:off x="7465511" y="3306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5" name="pt23075"/>
            <p:cNvSpPr/>
            <p:nvPr/>
          </p:nvSpPr>
          <p:spPr>
            <a:xfrm>
              <a:off x="7461850" y="32717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6" name="pt23076"/>
            <p:cNvSpPr/>
            <p:nvPr/>
          </p:nvSpPr>
          <p:spPr>
            <a:xfrm>
              <a:off x="7441400" y="3299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7" name="pt23077"/>
            <p:cNvSpPr/>
            <p:nvPr/>
          </p:nvSpPr>
          <p:spPr>
            <a:xfrm>
              <a:off x="7432438" y="3248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8" name="pt23078"/>
            <p:cNvSpPr/>
            <p:nvPr/>
          </p:nvSpPr>
          <p:spPr>
            <a:xfrm>
              <a:off x="7455393" y="2961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79" name="pt23079"/>
            <p:cNvSpPr/>
            <p:nvPr/>
          </p:nvSpPr>
          <p:spPr>
            <a:xfrm>
              <a:off x="7433851" y="29475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0" name="pt23080"/>
            <p:cNvSpPr/>
            <p:nvPr/>
          </p:nvSpPr>
          <p:spPr>
            <a:xfrm>
              <a:off x="7356802" y="3514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1" name="pt23081"/>
            <p:cNvSpPr/>
            <p:nvPr/>
          </p:nvSpPr>
          <p:spPr>
            <a:xfrm>
              <a:off x="7450628" y="3262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2" name="pt23082"/>
            <p:cNvSpPr/>
            <p:nvPr/>
          </p:nvSpPr>
          <p:spPr>
            <a:xfrm>
              <a:off x="7438198" y="3468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3" name="pt23083"/>
            <p:cNvSpPr/>
            <p:nvPr/>
          </p:nvSpPr>
          <p:spPr>
            <a:xfrm>
              <a:off x="7440411" y="3399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4" name="pt23084"/>
            <p:cNvSpPr/>
            <p:nvPr/>
          </p:nvSpPr>
          <p:spPr>
            <a:xfrm>
              <a:off x="7394732" y="3156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5" name="pt23085"/>
            <p:cNvSpPr/>
            <p:nvPr/>
          </p:nvSpPr>
          <p:spPr>
            <a:xfrm>
              <a:off x="7491000" y="3145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6" name="pt23086"/>
            <p:cNvSpPr/>
            <p:nvPr/>
          </p:nvSpPr>
          <p:spPr>
            <a:xfrm>
              <a:off x="7459765" y="3255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7" name="pt23087"/>
            <p:cNvSpPr/>
            <p:nvPr/>
          </p:nvSpPr>
          <p:spPr>
            <a:xfrm>
              <a:off x="7355974" y="3042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8" name="pt23088"/>
            <p:cNvSpPr/>
            <p:nvPr/>
          </p:nvSpPr>
          <p:spPr>
            <a:xfrm>
              <a:off x="7374000" y="3439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89" name="pt23089"/>
            <p:cNvSpPr/>
            <p:nvPr/>
          </p:nvSpPr>
          <p:spPr>
            <a:xfrm>
              <a:off x="7420679" y="3489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0" name="pt23090"/>
            <p:cNvSpPr/>
            <p:nvPr/>
          </p:nvSpPr>
          <p:spPr>
            <a:xfrm>
              <a:off x="7601131" y="37280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1" name="pt23091"/>
            <p:cNvSpPr/>
            <p:nvPr/>
          </p:nvSpPr>
          <p:spPr>
            <a:xfrm>
              <a:off x="7510085" y="35882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2" name="pt23092"/>
            <p:cNvSpPr/>
            <p:nvPr/>
          </p:nvSpPr>
          <p:spPr>
            <a:xfrm>
              <a:off x="7449150" y="29092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3" name="pt23093"/>
            <p:cNvSpPr/>
            <p:nvPr/>
          </p:nvSpPr>
          <p:spPr>
            <a:xfrm>
              <a:off x="7455651" y="31891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4" name="pt23094"/>
            <p:cNvSpPr/>
            <p:nvPr/>
          </p:nvSpPr>
          <p:spPr>
            <a:xfrm>
              <a:off x="7438214" y="3045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5" name="pt23095"/>
            <p:cNvSpPr/>
            <p:nvPr/>
          </p:nvSpPr>
          <p:spPr>
            <a:xfrm>
              <a:off x="7424764" y="3127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6" name="pt23096"/>
            <p:cNvSpPr/>
            <p:nvPr/>
          </p:nvSpPr>
          <p:spPr>
            <a:xfrm>
              <a:off x="7443368" y="3092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7" name="pt23097"/>
            <p:cNvSpPr/>
            <p:nvPr/>
          </p:nvSpPr>
          <p:spPr>
            <a:xfrm>
              <a:off x="7460417" y="3324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8" name="pt23098"/>
            <p:cNvSpPr/>
            <p:nvPr/>
          </p:nvSpPr>
          <p:spPr>
            <a:xfrm>
              <a:off x="7456750" y="4125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099" name="pt23099"/>
            <p:cNvSpPr/>
            <p:nvPr/>
          </p:nvSpPr>
          <p:spPr>
            <a:xfrm>
              <a:off x="7426960" y="33465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0" name="pt23100"/>
            <p:cNvSpPr/>
            <p:nvPr/>
          </p:nvSpPr>
          <p:spPr>
            <a:xfrm>
              <a:off x="7441414" y="3280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1" name="pt23101"/>
            <p:cNvSpPr/>
            <p:nvPr/>
          </p:nvSpPr>
          <p:spPr>
            <a:xfrm>
              <a:off x="7407060" y="3138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2" name="pt23102"/>
            <p:cNvSpPr/>
            <p:nvPr/>
          </p:nvSpPr>
          <p:spPr>
            <a:xfrm>
              <a:off x="7368874" y="3137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3" name="pt23103"/>
            <p:cNvSpPr/>
            <p:nvPr/>
          </p:nvSpPr>
          <p:spPr>
            <a:xfrm>
              <a:off x="7480415" y="3236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4" name="pt23104"/>
            <p:cNvSpPr/>
            <p:nvPr/>
          </p:nvSpPr>
          <p:spPr>
            <a:xfrm>
              <a:off x="7686153" y="362890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05" name="pt23105"/>
            <p:cNvSpPr/>
            <p:nvPr/>
          </p:nvSpPr>
          <p:spPr>
            <a:xfrm>
              <a:off x="7416796" y="3330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6" name="pt23106"/>
            <p:cNvSpPr/>
            <p:nvPr/>
          </p:nvSpPr>
          <p:spPr>
            <a:xfrm>
              <a:off x="7202400" y="370679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07" name="pt23107"/>
            <p:cNvSpPr/>
            <p:nvPr/>
          </p:nvSpPr>
          <p:spPr>
            <a:xfrm>
              <a:off x="7453685" y="3144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8" name="pt23108"/>
            <p:cNvSpPr/>
            <p:nvPr/>
          </p:nvSpPr>
          <p:spPr>
            <a:xfrm>
              <a:off x="7427640" y="3178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09" name="pt23109"/>
            <p:cNvSpPr/>
            <p:nvPr/>
          </p:nvSpPr>
          <p:spPr>
            <a:xfrm>
              <a:off x="7435186" y="3560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0" name="pt23110"/>
            <p:cNvSpPr/>
            <p:nvPr/>
          </p:nvSpPr>
          <p:spPr>
            <a:xfrm>
              <a:off x="7452609" y="34830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1" name="pt23111"/>
            <p:cNvSpPr/>
            <p:nvPr/>
          </p:nvSpPr>
          <p:spPr>
            <a:xfrm>
              <a:off x="7441249" y="3358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2" name="pt23112"/>
            <p:cNvSpPr/>
            <p:nvPr/>
          </p:nvSpPr>
          <p:spPr>
            <a:xfrm>
              <a:off x="7414006" y="39042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3" name="pt23113"/>
            <p:cNvSpPr/>
            <p:nvPr/>
          </p:nvSpPr>
          <p:spPr>
            <a:xfrm>
              <a:off x="7442442" y="3201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4" name="pt23114"/>
            <p:cNvSpPr/>
            <p:nvPr/>
          </p:nvSpPr>
          <p:spPr>
            <a:xfrm>
              <a:off x="7431887" y="3127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5" name="pt23115"/>
            <p:cNvSpPr/>
            <p:nvPr/>
          </p:nvSpPr>
          <p:spPr>
            <a:xfrm>
              <a:off x="7430926" y="3146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6" name="pt23116"/>
            <p:cNvSpPr/>
            <p:nvPr/>
          </p:nvSpPr>
          <p:spPr>
            <a:xfrm>
              <a:off x="7079050" y="300885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17" name="pt23117"/>
            <p:cNvSpPr/>
            <p:nvPr/>
          </p:nvSpPr>
          <p:spPr>
            <a:xfrm>
              <a:off x="7506004" y="3541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8" name="pt23118"/>
            <p:cNvSpPr/>
            <p:nvPr/>
          </p:nvSpPr>
          <p:spPr>
            <a:xfrm>
              <a:off x="7494025" y="3312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19" name="pt23119"/>
            <p:cNvSpPr/>
            <p:nvPr/>
          </p:nvSpPr>
          <p:spPr>
            <a:xfrm>
              <a:off x="7508086" y="3875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0" name="pt23120"/>
            <p:cNvSpPr/>
            <p:nvPr/>
          </p:nvSpPr>
          <p:spPr>
            <a:xfrm>
              <a:off x="7180890" y="3252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1" name="pt23121"/>
            <p:cNvSpPr/>
            <p:nvPr/>
          </p:nvSpPr>
          <p:spPr>
            <a:xfrm>
              <a:off x="7318273" y="34117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2" name="pt23122"/>
            <p:cNvSpPr/>
            <p:nvPr/>
          </p:nvSpPr>
          <p:spPr>
            <a:xfrm>
              <a:off x="7447066" y="3398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3" name="pt23123"/>
            <p:cNvSpPr/>
            <p:nvPr/>
          </p:nvSpPr>
          <p:spPr>
            <a:xfrm>
              <a:off x="7475874" y="3497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4" name="pt23124"/>
            <p:cNvSpPr/>
            <p:nvPr/>
          </p:nvSpPr>
          <p:spPr>
            <a:xfrm>
              <a:off x="7453000" y="27721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5" name="pt23125"/>
            <p:cNvSpPr/>
            <p:nvPr/>
          </p:nvSpPr>
          <p:spPr>
            <a:xfrm>
              <a:off x="7464994" y="3302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6" name="pt23126"/>
            <p:cNvSpPr/>
            <p:nvPr/>
          </p:nvSpPr>
          <p:spPr>
            <a:xfrm>
              <a:off x="7443338" y="32310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7" name="pt23127"/>
            <p:cNvSpPr/>
            <p:nvPr/>
          </p:nvSpPr>
          <p:spPr>
            <a:xfrm>
              <a:off x="7380665" y="3132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8" name="pt23128"/>
            <p:cNvSpPr/>
            <p:nvPr/>
          </p:nvSpPr>
          <p:spPr>
            <a:xfrm>
              <a:off x="7446141" y="3195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29" name="pt23129"/>
            <p:cNvSpPr/>
            <p:nvPr/>
          </p:nvSpPr>
          <p:spPr>
            <a:xfrm>
              <a:off x="7437424" y="3276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0" name="pt23130"/>
            <p:cNvSpPr/>
            <p:nvPr/>
          </p:nvSpPr>
          <p:spPr>
            <a:xfrm>
              <a:off x="7419415" y="32574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1" name="pt23131"/>
            <p:cNvSpPr/>
            <p:nvPr/>
          </p:nvSpPr>
          <p:spPr>
            <a:xfrm>
              <a:off x="7403750" y="3304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2" name="pt23132"/>
            <p:cNvSpPr/>
            <p:nvPr/>
          </p:nvSpPr>
          <p:spPr>
            <a:xfrm>
              <a:off x="7440353" y="3280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3" name="pt23133"/>
            <p:cNvSpPr/>
            <p:nvPr/>
          </p:nvSpPr>
          <p:spPr>
            <a:xfrm>
              <a:off x="7345282" y="34715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4" name="pt23134"/>
            <p:cNvSpPr/>
            <p:nvPr/>
          </p:nvSpPr>
          <p:spPr>
            <a:xfrm>
              <a:off x="7452026" y="35316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5" name="pt23135"/>
            <p:cNvSpPr/>
            <p:nvPr/>
          </p:nvSpPr>
          <p:spPr>
            <a:xfrm>
              <a:off x="7336913" y="3296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6" name="pt23136"/>
            <p:cNvSpPr/>
            <p:nvPr/>
          </p:nvSpPr>
          <p:spPr>
            <a:xfrm>
              <a:off x="7496072" y="3479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7" name="pt23137"/>
            <p:cNvSpPr/>
            <p:nvPr/>
          </p:nvSpPr>
          <p:spPr>
            <a:xfrm>
              <a:off x="7422916" y="3306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8" name="pt23138"/>
            <p:cNvSpPr/>
            <p:nvPr/>
          </p:nvSpPr>
          <p:spPr>
            <a:xfrm>
              <a:off x="7420005" y="3243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39" name="pt23139"/>
            <p:cNvSpPr/>
            <p:nvPr/>
          </p:nvSpPr>
          <p:spPr>
            <a:xfrm>
              <a:off x="7473848" y="33528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0" name="pt23140"/>
            <p:cNvSpPr/>
            <p:nvPr/>
          </p:nvSpPr>
          <p:spPr>
            <a:xfrm>
              <a:off x="7458323" y="3317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1" name="pt23141"/>
            <p:cNvSpPr/>
            <p:nvPr/>
          </p:nvSpPr>
          <p:spPr>
            <a:xfrm>
              <a:off x="7485994" y="3319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2" name="pt23142"/>
            <p:cNvSpPr/>
            <p:nvPr/>
          </p:nvSpPr>
          <p:spPr>
            <a:xfrm>
              <a:off x="7476099" y="3569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3" name="pt23143"/>
            <p:cNvSpPr/>
            <p:nvPr/>
          </p:nvSpPr>
          <p:spPr>
            <a:xfrm>
              <a:off x="7491037" y="3563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4" name="pt23144"/>
            <p:cNvSpPr/>
            <p:nvPr/>
          </p:nvSpPr>
          <p:spPr>
            <a:xfrm>
              <a:off x="7452233" y="3182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5" name="pt23145"/>
            <p:cNvSpPr/>
            <p:nvPr/>
          </p:nvSpPr>
          <p:spPr>
            <a:xfrm>
              <a:off x="7436947" y="33401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6" name="pt23146"/>
            <p:cNvSpPr/>
            <p:nvPr/>
          </p:nvSpPr>
          <p:spPr>
            <a:xfrm>
              <a:off x="7705195" y="346025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47" name="pt23147"/>
            <p:cNvSpPr/>
            <p:nvPr/>
          </p:nvSpPr>
          <p:spPr>
            <a:xfrm>
              <a:off x="7578754" y="3495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8" name="pt23148"/>
            <p:cNvSpPr/>
            <p:nvPr/>
          </p:nvSpPr>
          <p:spPr>
            <a:xfrm>
              <a:off x="7441911" y="3389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49" name="pt23149"/>
            <p:cNvSpPr/>
            <p:nvPr/>
          </p:nvSpPr>
          <p:spPr>
            <a:xfrm>
              <a:off x="7475612" y="3491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0" name="pt23150"/>
            <p:cNvSpPr/>
            <p:nvPr/>
          </p:nvSpPr>
          <p:spPr>
            <a:xfrm>
              <a:off x="7491438" y="3222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1" name="pt23151"/>
            <p:cNvSpPr/>
            <p:nvPr/>
          </p:nvSpPr>
          <p:spPr>
            <a:xfrm>
              <a:off x="7491936" y="3487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2" name="pt23152"/>
            <p:cNvSpPr/>
            <p:nvPr/>
          </p:nvSpPr>
          <p:spPr>
            <a:xfrm>
              <a:off x="7442506" y="3413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3" name="pt23153"/>
            <p:cNvSpPr/>
            <p:nvPr/>
          </p:nvSpPr>
          <p:spPr>
            <a:xfrm>
              <a:off x="7565438" y="3103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4" name="pt23154"/>
            <p:cNvSpPr/>
            <p:nvPr/>
          </p:nvSpPr>
          <p:spPr>
            <a:xfrm>
              <a:off x="7466587" y="30835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5" name="pt23155"/>
            <p:cNvSpPr/>
            <p:nvPr/>
          </p:nvSpPr>
          <p:spPr>
            <a:xfrm>
              <a:off x="7450051" y="31916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6" name="pt23156"/>
            <p:cNvSpPr/>
            <p:nvPr/>
          </p:nvSpPr>
          <p:spPr>
            <a:xfrm>
              <a:off x="7499847" y="3272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7" name="pt23157"/>
            <p:cNvSpPr/>
            <p:nvPr/>
          </p:nvSpPr>
          <p:spPr>
            <a:xfrm>
              <a:off x="7430796" y="3117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8" name="pt23158"/>
            <p:cNvSpPr/>
            <p:nvPr/>
          </p:nvSpPr>
          <p:spPr>
            <a:xfrm>
              <a:off x="7453025" y="3473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59" name="pt23159"/>
            <p:cNvSpPr/>
            <p:nvPr/>
          </p:nvSpPr>
          <p:spPr>
            <a:xfrm>
              <a:off x="7480371" y="3025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0" name="pt23160"/>
            <p:cNvSpPr/>
            <p:nvPr/>
          </p:nvSpPr>
          <p:spPr>
            <a:xfrm>
              <a:off x="7800407" y="358920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61" name="pt23161"/>
            <p:cNvSpPr/>
            <p:nvPr/>
          </p:nvSpPr>
          <p:spPr>
            <a:xfrm>
              <a:off x="7404134" y="3535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2" name="pt23162"/>
            <p:cNvSpPr/>
            <p:nvPr/>
          </p:nvSpPr>
          <p:spPr>
            <a:xfrm>
              <a:off x="7464370" y="3514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3" name="pt23163"/>
            <p:cNvSpPr/>
            <p:nvPr/>
          </p:nvSpPr>
          <p:spPr>
            <a:xfrm>
              <a:off x="7481269" y="3515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4" name="pt23164"/>
            <p:cNvSpPr/>
            <p:nvPr/>
          </p:nvSpPr>
          <p:spPr>
            <a:xfrm>
              <a:off x="7492349" y="3404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5" name="pt23165"/>
            <p:cNvSpPr/>
            <p:nvPr/>
          </p:nvSpPr>
          <p:spPr>
            <a:xfrm>
              <a:off x="7469879" y="34441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6" name="pt23166"/>
            <p:cNvSpPr/>
            <p:nvPr/>
          </p:nvSpPr>
          <p:spPr>
            <a:xfrm>
              <a:off x="7445605" y="3204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7" name="pt23167"/>
            <p:cNvSpPr/>
            <p:nvPr/>
          </p:nvSpPr>
          <p:spPr>
            <a:xfrm>
              <a:off x="7427464" y="2938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8" name="pt23168"/>
            <p:cNvSpPr/>
            <p:nvPr/>
          </p:nvSpPr>
          <p:spPr>
            <a:xfrm>
              <a:off x="7457355" y="3240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69" name="pt23169"/>
            <p:cNvSpPr/>
            <p:nvPr/>
          </p:nvSpPr>
          <p:spPr>
            <a:xfrm>
              <a:off x="7468543" y="3388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0" name="pt23170"/>
            <p:cNvSpPr/>
            <p:nvPr/>
          </p:nvSpPr>
          <p:spPr>
            <a:xfrm>
              <a:off x="6561463" y="416041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71" name="pt23171"/>
            <p:cNvSpPr/>
            <p:nvPr/>
          </p:nvSpPr>
          <p:spPr>
            <a:xfrm>
              <a:off x="7442336" y="31879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2" name="pt23172"/>
            <p:cNvSpPr/>
            <p:nvPr/>
          </p:nvSpPr>
          <p:spPr>
            <a:xfrm>
              <a:off x="7445239" y="3506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3" name="pt23173"/>
            <p:cNvSpPr/>
            <p:nvPr/>
          </p:nvSpPr>
          <p:spPr>
            <a:xfrm>
              <a:off x="7372938" y="3379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4" name="pt23174"/>
            <p:cNvSpPr/>
            <p:nvPr/>
          </p:nvSpPr>
          <p:spPr>
            <a:xfrm>
              <a:off x="8027609" y="3336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5" name="pt23175"/>
            <p:cNvSpPr/>
            <p:nvPr/>
          </p:nvSpPr>
          <p:spPr>
            <a:xfrm>
              <a:off x="7439928" y="31560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6" name="pt23176"/>
            <p:cNvSpPr/>
            <p:nvPr/>
          </p:nvSpPr>
          <p:spPr>
            <a:xfrm>
              <a:off x="7441158" y="3326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7" name="pt23177"/>
            <p:cNvSpPr/>
            <p:nvPr/>
          </p:nvSpPr>
          <p:spPr>
            <a:xfrm>
              <a:off x="7442569" y="3381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8" name="pt23178"/>
            <p:cNvSpPr/>
            <p:nvPr/>
          </p:nvSpPr>
          <p:spPr>
            <a:xfrm>
              <a:off x="7443851" y="3234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79" name="pt23179"/>
            <p:cNvSpPr/>
            <p:nvPr/>
          </p:nvSpPr>
          <p:spPr>
            <a:xfrm>
              <a:off x="7401068" y="3546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0" name="pt23180"/>
            <p:cNvSpPr/>
            <p:nvPr/>
          </p:nvSpPr>
          <p:spPr>
            <a:xfrm>
              <a:off x="7443247" y="35366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1" name="pt23181"/>
            <p:cNvSpPr/>
            <p:nvPr/>
          </p:nvSpPr>
          <p:spPr>
            <a:xfrm>
              <a:off x="7414032" y="34902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2" name="pt23182"/>
            <p:cNvSpPr/>
            <p:nvPr/>
          </p:nvSpPr>
          <p:spPr>
            <a:xfrm>
              <a:off x="7457311" y="3353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3" name="pt23183"/>
            <p:cNvSpPr/>
            <p:nvPr/>
          </p:nvSpPr>
          <p:spPr>
            <a:xfrm>
              <a:off x="7436006" y="33396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4" name="pt23184"/>
            <p:cNvSpPr/>
            <p:nvPr/>
          </p:nvSpPr>
          <p:spPr>
            <a:xfrm>
              <a:off x="6558687" y="3277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5" name="pt23185"/>
            <p:cNvSpPr/>
            <p:nvPr/>
          </p:nvSpPr>
          <p:spPr>
            <a:xfrm>
              <a:off x="7450001" y="32397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6" name="pt23186"/>
            <p:cNvSpPr/>
            <p:nvPr/>
          </p:nvSpPr>
          <p:spPr>
            <a:xfrm>
              <a:off x="7217682" y="3443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7" name="pt23187"/>
            <p:cNvSpPr/>
            <p:nvPr/>
          </p:nvSpPr>
          <p:spPr>
            <a:xfrm>
              <a:off x="7377636" y="3223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8" name="pt23188"/>
            <p:cNvSpPr/>
            <p:nvPr/>
          </p:nvSpPr>
          <p:spPr>
            <a:xfrm>
              <a:off x="7393760" y="3120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89" name="pt23189"/>
            <p:cNvSpPr/>
            <p:nvPr/>
          </p:nvSpPr>
          <p:spPr>
            <a:xfrm>
              <a:off x="7451652" y="33070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0" name="pt23190"/>
            <p:cNvSpPr/>
            <p:nvPr/>
          </p:nvSpPr>
          <p:spPr>
            <a:xfrm>
              <a:off x="7449850" y="3749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1" name="pt23191"/>
            <p:cNvSpPr/>
            <p:nvPr/>
          </p:nvSpPr>
          <p:spPr>
            <a:xfrm>
              <a:off x="7430737" y="31135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2" name="pt23192"/>
            <p:cNvSpPr/>
            <p:nvPr/>
          </p:nvSpPr>
          <p:spPr>
            <a:xfrm>
              <a:off x="7450639" y="3384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3" name="pt23193"/>
            <p:cNvSpPr/>
            <p:nvPr/>
          </p:nvSpPr>
          <p:spPr>
            <a:xfrm>
              <a:off x="7463036" y="36127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4" name="pt23194"/>
            <p:cNvSpPr/>
            <p:nvPr/>
          </p:nvSpPr>
          <p:spPr>
            <a:xfrm>
              <a:off x="7497516" y="3261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5" name="pt23195"/>
            <p:cNvSpPr/>
            <p:nvPr/>
          </p:nvSpPr>
          <p:spPr>
            <a:xfrm>
              <a:off x="7925894" y="3375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6" name="pt23196"/>
            <p:cNvSpPr/>
            <p:nvPr/>
          </p:nvSpPr>
          <p:spPr>
            <a:xfrm>
              <a:off x="7428865" y="34689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7" name="pt23197"/>
            <p:cNvSpPr/>
            <p:nvPr/>
          </p:nvSpPr>
          <p:spPr>
            <a:xfrm>
              <a:off x="7406322" y="3199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8" name="pt23198"/>
            <p:cNvSpPr/>
            <p:nvPr/>
          </p:nvSpPr>
          <p:spPr>
            <a:xfrm>
              <a:off x="7489822" y="3484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199" name="pt23199"/>
            <p:cNvSpPr/>
            <p:nvPr/>
          </p:nvSpPr>
          <p:spPr>
            <a:xfrm>
              <a:off x="7432232" y="3724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0" name="pt23200"/>
            <p:cNvSpPr/>
            <p:nvPr/>
          </p:nvSpPr>
          <p:spPr>
            <a:xfrm>
              <a:off x="7449289" y="30185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1" name="pt23201"/>
            <p:cNvSpPr/>
            <p:nvPr/>
          </p:nvSpPr>
          <p:spPr>
            <a:xfrm>
              <a:off x="7458528" y="3404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2" name="pt23202"/>
            <p:cNvSpPr/>
            <p:nvPr/>
          </p:nvSpPr>
          <p:spPr>
            <a:xfrm>
              <a:off x="7418713" y="3458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3" name="pt23203"/>
            <p:cNvSpPr/>
            <p:nvPr/>
          </p:nvSpPr>
          <p:spPr>
            <a:xfrm>
              <a:off x="7416686" y="3307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4" name="pt23204"/>
            <p:cNvSpPr/>
            <p:nvPr/>
          </p:nvSpPr>
          <p:spPr>
            <a:xfrm>
              <a:off x="7472860" y="3542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5" name="pt23205"/>
            <p:cNvSpPr/>
            <p:nvPr/>
          </p:nvSpPr>
          <p:spPr>
            <a:xfrm>
              <a:off x="7425807" y="33072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6" name="pt23206"/>
            <p:cNvSpPr/>
            <p:nvPr/>
          </p:nvSpPr>
          <p:spPr>
            <a:xfrm>
              <a:off x="7436710" y="3109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7" name="pt23207"/>
            <p:cNvSpPr/>
            <p:nvPr/>
          </p:nvSpPr>
          <p:spPr>
            <a:xfrm>
              <a:off x="7441343" y="3171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08" name="pt23208"/>
            <p:cNvSpPr/>
            <p:nvPr/>
          </p:nvSpPr>
          <p:spPr>
            <a:xfrm>
              <a:off x="8969285" y="301421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09" name="pt23209"/>
            <p:cNvSpPr/>
            <p:nvPr/>
          </p:nvSpPr>
          <p:spPr>
            <a:xfrm>
              <a:off x="7462100" y="3003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0" name="pt23210"/>
            <p:cNvSpPr/>
            <p:nvPr/>
          </p:nvSpPr>
          <p:spPr>
            <a:xfrm>
              <a:off x="7429976" y="31853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1" name="pt23211"/>
            <p:cNvSpPr/>
            <p:nvPr/>
          </p:nvSpPr>
          <p:spPr>
            <a:xfrm>
              <a:off x="7383471" y="32373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2" name="pt23212"/>
            <p:cNvSpPr/>
            <p:nvPr/>
          </p:nvSpPr>
          <p:spPr>
            <a:xfrm>
              <a:off x="7489055" y="3331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3" name="pt23213"/>
            <p:cNvSpPr/>
            <p:nvPr/>
          </p:nvSpPr>
          <p:spPr>
            <a:xfrm>
              <a:off x="7381110" y="3291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4" name="pt23214"/>
            <p:cNvSpPr/>
            <p:nvPr/>
          </p:nvSpPr>
          <p:spPr>
            <a:xfrm>
              <a:off x="7447789" y="3338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5" name="pt23215"/>
            <p:cNvSpPr/>
            <p:nvPr/>
          </p:nvSpPr>
          <p:spPr>
            <a:xfrm>
              <a:off x="7436777" y="3215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6" name="pt23216"/>
            <p:cNvSpPr/>
            <p:nvPr/>
          </p:nvSpPr>
          <p:spPr>
            <a:xfrm>
              <a:off x="7481837" y="3211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7" name="pt23217"/>
            <p:cNvSpPr/>
            <p:nvPr/>
          </p:nvSpPr>
          <p:spPr>
            <a:xfrm>
              <a:off x="7412821" y="3611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8" name="pt23218"/>
            <p:cNvSpPr/>
            <p:nvPr/>
          </p:nvSpPr>
          <p:spPr>
            <a:xfrm>
              <a:off x="7430315" y="3719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19" name="pt23219"/>
            <p:cNvSpPr/>
            <p:nvPr/>
          </p:nvSpPr>
          <p:spPr>
            <a:xfrm>
              <a:off x="7411900" y="3472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0" name="pt23220"/>
            <p:cNvSpPr/>
            <p:nvPr/>
          </p:nvSpPr>
          <p:spPr>
            <a:xfrm>
              <a:off x="7456964" y="3620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1" name="pt23221"/>
            <p:cNvSpPr/>
            <p:nvPr/>
          </p:nvSpPr>
          <p:spPr>
            <a:xfrm>
              <a:off x="7418346" y="3077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2" name="pt23222"/>
            <p:cNvSpPr/>
            <p:nvPr/>
          </p:nvSpPr>
          <p:spPr>
            <a:xfrm>
              <a:off x="7452622" y="3337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3" name="pt23223"/>
            <p:cNvSpPr/>
            <p:nvPr/>
          </p:nvSpPr>
          <p:spPr>
            <a:xfrm>
              <a:off x="7457767" y="3126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4" name="pt23224"/>
            <p:cNvSpPr/>
            <p:nvPr/>
          </p:nvSpPr>
          <p:spPr>
            <a:xfrm>
              <a:off x="7413086" y="32398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5" name="pt23225"/>
            <p:cNvSpPr/>
            <p:nvPr/>
          </p:nvSpPr>
          <p:spPr>
            <a:xfrm>
              <a:off x="7444974" y="2998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6" name="pt23226"/>
            <p:cNvSpPr/>
            <p:nvPr/>
          </p:nvSpPr>
          <p:spPr>
            <a:xfrm>
              <a:off x="7434578" y="3289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7" name="pt23227"/>
            <p:cNvSpPr/>
            <p:nvPr/>
          </p:nvSpPr>
          <p:spPr>
            <a:xfrm>
              <a:off x="7452300" y="3517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8" name="pt23228"/>
            <p:cNvSpPr/>
            <p:nvPr/>
          </p:nvSpPr>
          <p:spPr>
            <a:xfrm>
              <a:off x="7882601" y="3155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29" name="pt23229"/>
            <p:cNvSpPr/>
            <p:nvPr/>
          </p:nvSpPr>
          <p:spPr>
            <a:xfrm>
              <a:off x="7466773" y="3055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0" name="pt23230"/>
            <p:cNvSpPr/>
            <p:nvPr/>
          </p:nvSpPr>
          <p:spPr>
            <a:xfrm>
              <a:off x="7450529" y="3073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1" name="pt23231"/>
            <p:cNvSpPr/>
            <p:nvPr/>
          </p:nvSpPr>
          <p:spPr>
            <a:xfrm>
              <a:off x="7487432" y="3454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2" name="pt23232"/>
            <p:cNvSpPr/>
            <p:nvPr/>
          </p:nvSpPr>
          <p:spPr>
            <a:xfrm>
              <a:off x="7440680" y="32963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3" name="pt23233"/>
            <p:cNvSpPr/>
            <p:nvPr/>
          </p:nvSpPr>
          <p:spPr>
            <a:xfrm>
              <a:off x="7369020" y="32008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4" name="pt23234"/>
            <p:cNvSpPr/>
            <p:nvPr/>
          </p:nvSpPr>
          <p:spPr>
            <a:xfrm>
              <a:off x="7496695" y="31683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5" name="pt23235"/>
            <p:cNvSpPr/>
            <p:nvPr/>
          </p:nvSpPr>
          <p:spPr>
            <a:xfrm>
              <a:off x="7443034" y="35016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6" name="pt23236"/>
            <p:cNvSpPr/>
            <p:nvPr/>
          </p:nvSpPr>
          <p:spPr>
            <a:xfrm>
              <a:off x="7442629" y="32001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7" name="pt23237"/>
            <p:cNvSpPr/>
            <p:nvPr/>
          </p:nvSpPr>
          <p:spPr>
            <a:xfrm>
              <a:off x="7395507" y="29981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8" name="pt23238"/>
            <p:cNvSpPr/>
            <p:nvPr/>
          </p:nvSpPr>
          <p:spPr>
            <a:xfrm>
              <a:off x="7416136" y="3100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39" name="pt23239"/>
            <p:cNvSpPr/>
            <p:nvPr/>
          </p:nvSpPr>
          <p:spPr>
            <a:xfrm>
              <a:off x="7366215" y="30778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0" name="pt23240"/>
            <p:cNvSpPr/>
            <p:nvPr/>
          </p:nvSpPr>
          <p:spPr>
            <a:xfrm>
              <a:off x="7440228" y="3055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1" name="pt23241"/>
            <p:cNvSpPr/>
            <p:nvPr/>
          </p:nvSpPr>
          <p:spPr>
            <a:xfrm>
              <a:off x="7431722" y="3109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2" name="pt23242"/>
            <p:cNvSpPr/>
            <p:nvPr/>
          </p:nvSpPr>
          <p:spPr>
            <a:xfrm>
              <a:off x="7447949" y="3420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3" name="pt23243"/>
            <p:cNvSpPr/>
            <p:nvPr/>
          </p:nvSpPr>
          <p:spPr>
            <a:xfrm>
              <a:off x="7466966" y="3588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4" name="pt23244"/>
            <p:cNvSpPr/>
            <p:nvPr/>
          </p:nvSpPr>
          <p:spPr>
            <a:xfrm>
              <a:off x="7401664" y="3537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5" name="pt23245"/>
            <p:cNvSpPr/>
            <p:nvPr/>
          </p:nvSpPr>
          <p:spPr>
            <a:xfrm>
              <a:off x="7474965" y="3431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6" name="pt23246"/>
            <p:cNvSpPr/>
            <p:nvPr/>
          </p:nvSpPr>
          <p:spPr>
            <a:xfrm>
              <a:off x="7470199" y="3375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7" name="pt23247"/>
            <p:cNvSpPr/>
            <p:nvPr/>
          </p:nvSpPr>
          <p:spPr>
            <a:xfrm>
              <a:off x="7435540" y="3143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8" name="pt23248"/>
            <p:cNvSpPr/>
            <p:nvPr/>
          </p:nvSpPr>
          <p:spPr>
            <a:xfrm>
              <a:off x="7451593" y="2668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49" name="pt23249"/>
            <p:cNvSpPr/>
            <p:nvPr/>
          </p:nvSpPr>
          <p:spPr>
            <a:xfrm>
              <a:off x="7425523" y="3391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0" name="pt23250"/>
            <p:cNvSpPr/>
            <p:nvPr/>
          </p:nvSpPr>
          <p:spPr>
            <a:xfrm>
              <a:off x="7387211" y="3059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1" name="pt23251"/>
            <p:cNvSpPr/>
            <p:nvPr/>
          </p:nvSpPr>
          <p:spPr>
            <a:xfrm>
              <a:off x="7430647" y="3466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2" name="pt23252"/>
            <p:cNvSpPr/>
            <p:nvPr/>
          </p:nvSpPr>
          <p:spPr>
            <a:xfrm>
              <a:off x="7461009" y="32824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3" name="pt23253"/>
            <p:cNvSpPr/>
            <p:nvPr/>
          </p:nvSpPr>
          <p:spPr>
            <a:xfrm>
              <a:off x="7439240" y="3117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4" name="pt23254"/>
            <p:cNvSpPr/>
            <p:nvPr/>
          </p:nvSpPr>
          <p:spPr>
            <a:xfrm>
              <a:off x="7450291" y="3244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5" name="pt23255"/>
            <p:cNvSpPr/>
            <p:nvPr/>
          </p:nvSpPr>
          <p:spPr>
            <a:xfrm>
              <a:off x="7423852" y="2991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6" name="pt23256"/>
            <p:cNvSpPr/>
            <p:nvPr/>
          </p:nvSpPr>
          <p:spPr>
            <a:xfrm>
              <a:off x="7487872" y="3228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7" name="pt23257"/>
            <p:cNvSpPr/>
            <p:nvPr/>
          </p:nvSpPr>
          <p:spPr>
            <a:xfrm>
              <a:off x="7475673" y="30545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8" name="pt23258"/>
            <p:cNvSpPr/>
            <p:nvPr/>
          </p:nvSpPr>
          <p:spPr>
            <a:xfrm>
              <a:off x="7400791" y="3106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59" name="pt23259"/>
            <p:cNvSpPr/>
            <p:nvPr/>
          </p:nvSpPr>
          <p:spPr>
            <a:xfrm>
              <a:off x="7481992" y="3149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0" name="pt23260"/>
            <p:cNvSpPr/>
            <p:nvPr/>
          </p:nvSpPr>
          <p:spPr>
            <a:xfrm>
              <a:off x="7401747" y="3197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1" name="pt23261"/>
            <p:cNvSpPr/>
            <p:nvPr/>
          </p:nvSpPr>
          <p:spPr>
            <a:xfrm>
              <a:off x="7436954" y="3406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2" name="pt23262"/>
            <p:cNvSpPr/>
            <p:nvPr/>
          </p:nvSpPr>
          <p:spPr>
            <a:xfrm>
              <a:off x="7476111" y="3402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3" name="pt23263"/>
            <p:cNvSpPr/>
            <p:nvPr/>
          </p:nvSpPr>
          <p:spPr>
            <a:xfrm>
              <a:off x="7555186" y="3427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4" name="pt23264"/>
            <p:cNvSpPr/>
            <p:nvPr/>
          </p:nvSpPr>
          <p:spPr>
            <a:xfrm>
              <a:off x="7440176" y="32287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5" name="pt23265"/>
            <p:cNvSpPr/>
            <p:nvPr/>
          </p:nvSpPr>
          <p:spPr>
            <a:xfrm>
              <a:off x="7433807" y="3419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6" name="pt23266"/>
            <p:cNvSpPr/>
            <p:nvPr/>
          </p:nvSpPr>
          <p:spPr>
            <a:xfrm>
              <a:off x="7444499" y="3440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7" name="pt23267"/>
            <p:cNvSpPr/>
            <p:nvPr/>
          </p:nvSpPr>
          <p:spPr>
            <a:xfrm>
              <a:off x="7252851" y="17936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8" name="pt23268"/>
            <p:cNvSpPr/>
            <p:nvPr/>
          </p:nvSpPr>
          <p:spPr>
            <a:xfrm>
              <a:off x="7466568" y="3164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69" name="pt23269"/>
            <p:cNvSpPr/>
            <p:nvPr/>
          </p:nvSpPr>
          <p:spPr>
            <a:xfrm>
              <a:off x="7460244" y="3027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0" name="pt23270"/>
            <p:cNvSpPr/>
            <p:nvPr/>
          </p:nvSpPr>
          <p:spPr>
            <a:xfrm>
              <a:off x="7241596" y="3501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1" name="pt23271"/>
            <p:cNvSpPr/>
            <p:nvPr/>
          </p:nvSpPr>
          <p:spPr>
            <a:xfrm>
              <a:off x="7374245" y="3086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2" name="pt23272"/>
            <p:cNvSpPr/>
            <p:nvPr/>
          </p:nvSpPr>
          <p:spPr>
            <a:xfrm>
              <a:off x="7462736" y="32804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3" name="pt23273"/>
            <p:cNvSpPr/>
            <p:nvPr/>
          </p:nvSpPr>
          <p:spPr>
            <a:xfrm>
              <a:off x="7573957" y="3116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4" name="pt23274"/>
            <p:cNvSpPr/>
            <p:nvPr/>
          </p:nvSpPr>
          <p:spPr>
            <a:xfrm>
              <a:off x="7436652" y="34656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5" name="pt23275"/>
            <p:cNvSpPr/>
            <p:nvPr/>
          </p:nvSpPr>
          <p:spPr>
            <a:xfrm>
              <a:off x="7461972" y="3541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6" name="pt23276"/>
            <p:cNvSpPr/>
            <p:nvPr/>
          </p:nvSpPr>
          <p:spPr>
            <a:xfrm>
              <a:off x="7434333" y="3011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7" name="pt23277"/>
            <p:cNvSpPr/>
            <p:nvPr/>
          </p:nvSpPr>
          <p:spPr>
            <a:xfrm>
              <a:off x="7484681" y="35436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8" name="pt23278"/>
            <p:cNvSpPr/>
            <p:nvPr/>
          </p:nvSpPr>
          <p:spPr>
            <a:xfrm>
              <a:off x="7432581" y="3193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79" name="pt23279"/>
            <p:cNvSpPr/>
            <p:nvPr/>
          </p:nvSpPr>
          <p:spPr>
            <a:xfrm>
              <a:off x="7392048" y="3654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0" name="pt23280"/>
            <p:cNvSpPr/>
            <p:nvPr/>
          </p:nvSpPr>
          <p:spPr>
            <a:xfrm>
              <a:off x="7364531" y="3380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1" name="pt23281"/>
            <p:cNvSpPr/>
            <p:nvPr/>
          </p:nvSpPr>
          <p:spPr>
            <a:xfrm>
              <a:off x="6644393" y="30971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2" name="pt23282"/>
            <p:cNvSpPr/>
            <p:nvPr/>
          </p:nvSpPr>
          <p:spPr>
            <a:xfrm>
              <a:off x="7452526" y="3251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3" name="pt23283"/>
            <p:cNvSpPr/>
            <p:nvPr/>
          </p:nvSpPr>
          <p:spPr>
            <a:xfrm>
              <a:off x="7473455" y="3179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4" name="pt23284"/>
            <p:cNvSpPr/>
            <p:nvPr/>
          </p:nvSpPr>
          <p:spPr>
            <a:xfrm>
              <a:off x="7455914" y="3446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5" name="pt23285"/>
            <p:cNvSpPr/>
            <p:nvPr/>
          </p:nvSpPr>
          <p:spPr>
            <a:xfrm>
              <a:off x="7389975" y="3095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6" name="pt23286"/>
            <p:cNvSpPr/>
            <p:nvPr/>
          </p:nvSpPr>
          <p:spPr>
            <a:xfrm>
              <a:off x="7369552" y="32257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7" name="pt23287"/>
            <p:cNvSpPr/>
            <p:nvPr/>
          </p:nvSpPr>
          <p:spPr>
            <a:xfrm>
              <a:off x="7473840" y="3439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8" name="pt23288"/>
            <p:cNvSpPr/>
            <p:nvPr/>
          </p:nvSpPr>
          <p:spPr>
            <a:xfrm>
              <a:off x="7392216" y="1962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89" name="pt23289"/>
            <p:cNvSpPr/>
            <p:nvPr/>
          </p:nvSpPr>
          <p:spPr>
            <a:xfrm>
              <a:off x="7443024" y="3380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0" name="pt23290"/>
            <p:cNvSpPr/>
            <p:nvPr/>
          </p:nvSpPr>
          <p:spPr>
            <a:xfrm>
              <a:off x="7446711" y="3149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1" name="pt23291"/>
            <p:cNvSpPr/>
            <p:nvPr/>
          </p:nvSpPr>
          <p:spPr>
            <a:xfrm>
              <a:off x="7496343" y="33644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2" name="pt23292"/>
            <p:cNvSpPr/>
            <p:nvPr/>
          </p:nvSpPr>
          <p:spPr>
            <a:xfrm>
              <a:off x="7466662" y="3111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3" name="pt23293"/>
            <p:cNvSpPr/>
            <p:nvPr/>
          </p:nvSpPr>
          <p:spPr>
            <a:xfrm>
              <a:off x="7483245" y="3338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4" name="pt23294"/>
            <p:cNvSpPr/>
            <p:nvPr/>
          </p:nvSpPr>
          <p:spPr>
            <a:xfrm>
              <a:off x="7470495" y="3306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5" name="pt23295"/>
            <p:cNvSpPr/>
            <p:nvPr/>
          </p:nvSpPr>
          <p:spPr>
            <a:xfrm>
              <a:off x="7348214" y="3272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6" name="pt23296"/>
            <p:cNvSpPr/>
            <p:nvPr/>
          </p:nvSpPr>
          <p:spPr>
            <a:xfrm>
              <a:off x="7431068" y="4089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7" name="pt23297"/>
            <p:cNvSpPr/>
            <p:nvPr/>
          </p:nvSpPr>
          <p:spPr>
            <a:xfrm>
              <a:off x="7457412" y="3137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8" name="pt23298"/>
            <p:cNvSpPr/>
            <p:nvPr/>
          </p:nvSpPr>
          <p:spPr>
            <a:xfrm>
              <a:off x="7448500" y="30656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299" name="pt23299"/>
            <p:cNvSpPr/>
            <p:nvPr/>
          </p:nvSpPr>
          <p:spPr>
            <a:xfrm>
              <a:off x="7485493" y="3545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0" name="pt23300"/>
            <p:cNvSpPr/>
            <p:nvPr/>
          </p:nvSpPr>
          <p:spPr>
            <a:xfrm>
              <a:off x="7489283" y="3162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1" name="pt23301"/>
            <p:cNvSpPr/>
            <p:nvPr/>
          </p:nvSpPr>
          <p:spPr>
            <a:xfrm>
              <a:off x="7452425" y="3196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2" name="pt23302"/>
            <p:cNvSpPr/>
            <p:nvPr/>
          </p:nvSpPr>
          <p:spPr>
            <a:xfrm>
              <a:off x="7328826" y="31320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3" name="pt23303"/>
            <p:cNvSpPr/>
            <p:nvPr/>
          </p:nvSpPr>
          <p:spPr>
            <a:xfrm>
              <a:off x="7666625" y="310258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04" name="pt23304"/>
            <p:cNvSpPr/>
            <p:nvPr/>
          </p:nvSpPr>
          <p:spPr>
            <a:xfrm>
              <a:off x="7512053" y="3332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5" name="pt23305"/>
            <p:cNvSpPr/>
            <p:nvPr/>
          </p:nvSpPr>
          <p:spPr>
            <a:xfrm>
              <a:off x="7639158" y="339605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06" name="pt23306"/>
            <p:cNvSpPr/>
            <p:nvPr/>
          </p:nvSpPr>
          <p:spPr>
            <a:xfrm>
              <a:off x="7432128" y="3162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7" name="pt23307"/>
            <p:cNvSpPr/>
            <p:nvPr/>
          </p:nvSpPr>
          <p:spPr>
            <a:xfrm>
              <a:off x="7523684" y="3452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8" name="pt23308"/>
            <p:cNvSpPr/>
            <p:nvPr/>
          </p:nvSpPr>
          <p:spPr>
            <a:xfrm>
              <a:off x="7376198" y="31047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09" name="pt23309"/>
            <p:cNvSpPr/>
            <p:nvPr/>
          </p:nvSpPr>
          <p:spPr>
            <a:xfrm>
              <a:off x="7481574" y="32632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0" name="pt23310"/>
            <p:cNvSpPr/>
            <p:nvPr/>
          </p:nvSpPr>
          <p:spPr>
            <a:xfrm>
              <a:off x="7471451" y="3314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1" name="pt23311"/>
            <p:cNvSpPr/>
            <p:nvPr/>
          </p:nvSpPr>
          <p:spPr>
            <a:xfrm>
              <a:off x="7392710" y="32362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2" name="pt23312"/>
            <p:cNvSpPr/>
            <p:nvPr/>
          </p:nvSpPr>
          <p:spPr>
            <a:xfrm>
              <a:off x="7450089" y="3078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3" name="pt23313"/>
            <p:cNvSpPr/>
            <p:nvPr/>
          </p:nvSpPr>
          <p:spPr>
            <a:xfrm>
              <a:off x="7493422" y="2867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4" name="pt23314"/>
            <p:cNvSpPr/>
            <p:nvPr/>
          </p:nvSpPr>
          <p:spPr>
            <a:xfrm>
              <a:off x="7844171" y="3168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5" name="pt23315"/>
            <p:cNvSpPr/>
            <p:nvPr/>
          </p:nvSpPr>
          <p:spPr>
            <a:xfrm>
              <a:off x="7404363" y="3143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6" name="pt23316"/>
            <p:cNvSpPr/>
            <p:nvPr/>
          </p:nvSpPr>
          <p:spPr>
            <a:xfrm>
              <a:off x="7475662" y="33266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7" name="pt23317"/>
            <p:cNvSpPr/>
            <p:nvPr/>
          </p:nvSpPr>
          <p:spPr>
            <a:xfrm>
              <a:off x="7421301" y="3426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8" name="pt23318"/>
            <p:cNvSpPr/>
            <p:nvPr/>
          </p:nvSpPr>
          <p:spPr>
            <a:xfrm>
              <a:off x="7417030" y="2902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19" name="pt23319"/>
            <p:cNvSpPr/>
            <p:nvPr/>
          </p:nvSpPr>
          <p:spPr>
            <a:xfrm>
              <a:off x="7400241" y="3096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0" name="pt23320"/>
            <p:cNvSpPr/>
            <p:nvPr/>
          </p:nvSpPr>
          <p:spPr>
            <a:xfrm>
              <a:off x="7405213" y="3165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1" name="pt23321"/>
            <p:cNvSpPr/>
            <p:nvPr/>
          </p:nvSpPr>
          <p:spPr>
            <a:xfrm>
              <a:off x="7396381" y="31310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2" name="pt23322"/>
            <p:cNvSpPr/>
            <p:nvPr/>
          </p:nvSpPr>
          <p:spPr>
            <a:xfrm>
              <a:off x="7428536" y="3368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3" name="pt23323"/>
            <p:cNvSpPr/>
            <p:nvPr/>
          </p:nvSpPr>
          <p:spPr>
            <a:xfrm>
              <a:off x="8017555" y="32354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4" name="pt23324"/>
            <p:cNvSpPr/>
            <p:nvPr/>
          </p:nvSpPr>
          <p:spPr>
            <a:xfrm>
              <a:off x="7409810" y="4379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5" name="pt23325"/>
            <p:cNvSpPr/>
            <p:nvPr/>
          </p:nvSpPr>
          <p:spPr>
            <a:xfrm>
              <a:off x="7354995" y="3160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6" name="pt23326"/>
            <p:cNvSpPr/>
            <p:nvPr/>
          </p:nvSpPr>
          <p:spPr>
            <a:xfrm>
              <a:off x="7514255" y="3325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7" name="pt23327"/>
            <p:cNvSpPr/>
            <p:nvPr/>
          </p:nvSpPr>
          <p:spPr>
            <a:xfrm>
              <a:off x="7408558" y="3512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8" name="pt23328"/>
            <p:cNvSpPr/>
            <p:nvPr/>
          </p:nvSpPr>
          <p:spPr>
            <a:xfrm>
              <a:off x="7411603" y="3549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29" name="pt23329"/>
            <p:cNvSpPr/>
            <p:nvPr/>
          </p:nvSpPr>
          <p:spPr>
            <a:xfrm>
              <a:off x="7423122" y="3072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0" name="pt23330"/>
            <p:cNvSpPr/>
            <p:nvPr/>
          </p:nvSpPr>
          <p:spPr>
            <a:xfrm>
              <a:off x="7530539" y="3174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1" name="pt23331"/>
            <p:cNvSpPr/>
            <p:nvPr/>
          </p:nvSpPr>
          <p:spPr>
            <a:xfrm>
              <a:off x="7255026" y="3318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2" name="pt23332"/>
            <p:cNvSpPr/>
            <p:nvPr/>
          </p:nvSpPr>
          <p:spPr>
            <a:xfrm>
              <a:off x="7447734" y="3401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3" name="pt23333"/>
            <p:cNvSpPr/>
            <p:nvPr/>
          </p:nvSpPr>
          <p:spPr>
            <a:xfrm>
              <a:off x="7421693" y="32918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4" name="pt23334"/>
            <p:cNvSpPr/>
            <p:nvPr/>
          </p:nvSpPr>
          <p:spPr>
            <a:xfrm>
              <a:off x="7343808" y="2891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5" name="pt23335"/>
            <p:cNvSpPr/>
            <p:nvPr/>
          </p:nvSpPr>
          <p:spPr>
            <a:xfrm>
              <a:off x="7470595" y="3388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6" name="pt23336"/>
            <p:cNvSpPr/>
            <p:nvPr/>
          </p:nvSpPr>
          <p:spPr>
            <a:xfrm>
              <a:off x="7479447" y="3429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7" name="pt23337"/>
            <p:cNvSpPr/>
            <p:nvPr/>
          </p:nvSpPr>
          <p:spPr>
            <a:xfrm>
              <a:off x="7516601" y="3163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8" name="pt23338"/>
            <p:cNvSpPr/>
            <p:nvPr/>
          </p:nvSpPr>
          <p:spPr>
            <a:xfrm>
              <a:off x="7378256" y="3043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39" name="pt23339"/>
            <p:cNvSpPr/>
            <p:nvPr/>
          </p:nvSpPr>
          <p:spPr>
            <a:xfrm>
              <a:off x="7434072" y="3333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0" name="pt23340"/>
            <p:cNvSpPr/>
            <p:nvPr/>
          </p:nvSpPr>
          <p:spPr>
            <a:xfrm>
              <a:off x="7484575" y="28956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1" name="pt23341"/>
            <p:cNvSpPr/>
            <p:nvPr/>
          </p:nvSpPr>
          <p:spPr>
            <a:xfrm>
              <a:off x="7523223" y="3381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2" name="pt23342"/>
            <p:cNvSpPr/>
            <p:nvPr/>
          </p:nvSpPr>
          <p:spPr>
            <a:xfrm>
              <a:off x="7401174" y="3234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3" name="pt23343"/>
            <p:cNvSpPr/>
            <p:nvPr/>
          </p:nvSpPr>
          <p:spPr>
            <a:xfrm>
              <a:off x="7464816" y="3268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4" name="pt23344"/>
            <p:cNvSpPr/>
            <p:nvPr/>
          </p:nvSpPr>
          <p:spPr>
            <a:xfrm>
              <a:off x="7454819" y="3271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5" name="pt23345"/>
            <p:cNvSpPr/>
            <p:nvPr/>
          </p:nvSpPr>
          <p:spPr>
            <a:xfrm>
              <a:off x="7465962" y="31541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6" name="pt23346"/>
            <p:cNvSpPr/>
            <p:nvPr/>
          </p:nvSpPr>
          <p:spPr>
            <a:xfrm>
              <a:off x="7416319" y="3151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7" name="pt23347"/>
            <p:cNvSpPr/>
            <p:nvPr/>
          </p:nvSpPr>
          <p:spPr>
            <a:xfrm>
              <a:off x="7383475" y="33623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8" name="pt23348"/>
            <p:cNvSpPr/>
            <p:nvPr/>
          </p:nvSpPr>
          <p:spPr>
            <a:xfrm>
              <a:off x="7446438" y="3140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49" name="pt23349"/>
            <p:cNvSpPr/>
            <p:nvPr/>
          </p:nvSpPr>
          <p:spPr>
            <a:xfrm>
              <a:off x="7554476" y="3620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0" name="pt23350"/>
            <p:cNvSpPr/>
            <p:nvPr/>
          </p:nvSpPr>
          <p:spPr>
            <a:xfrm>
              <a:off x="7395488" y="35453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1" name="pt23351"/>
            <p:cNvSpPr/>
            <p:nvPr/>
          </p:nvSpPr>
          <p:spPr>
            <a:xfrm>
              <a:off x="7462161" y="3250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2" name="pt23352"/>
            <p:cNvSpPr/>
            <p:nvPr/>
          </p:nvSpPr>
          <p:spPr>
            <a:xfrm>
              <a:off x="7479155" y="3224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3" name="pt23353"/>
            <p:cNvSpPr/>
            <p:nvPr/>
          </p:nvSpPr>
          <p:spPr>
            <a:xfrm>
              <a:off x="7431750" y="3501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4" name="pt23354"/>
            <p:cNvSpPr/>
            <p:nvPr/>
          </p:nvSpPr>
          <p:spPr>
            <a:xfrm>
              <a:off x="7446497" y="31341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5" name="pt23355"/>
            <p:cNvSpPr/>
            <p:nvPr/>
          </p:nvSpPr>
          <p:spPr>
            <a:xfrm>
              <a:off x="7395976" y="30433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6" name="pt23356"/>
            <p:cNvSpPr/>
            <p:nvPr/>
          </p:nvSpPr>
          <p:spPr>
            <a:xfrm>
              <a:off x="7414892" y="3242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7" name="pt23357"/>
            <p:cNvSpPr/>
            <p:nvPr/>
          </p:nvSpPr>
          <p:spPr>
            <a:xfrm>
              <a:off x="7483812" y="31688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8" name="pt23358"/>
            <p:cNvSpPr/>
            <p:nvPr/>
          </p:nvSpPr>
          <p:spPr>
            <a:xfrm>
              <a:off x="7458922" y="30159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59" name="pt23359"/>
            <p:cNvSpPr/>
            <p:nvPr/>
          </p:nvSpPr>
          <p:spPr>
            <a:xfrm>
              <a:off x="7430183" y="3273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0" name="pt23360"/>
            <p:cNvSpPr/>
            <p:nvPr/>
          </p:nvSpPr>
          <p:spPr>
            <a:xfrm>
              <a:off x="7409302" y="33519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1" name="pt23361"/>
            <p:cNvSpPr/>
            <p:nvPr/>
          </p:nvSpPr>
          <p:spPr>
            <a:xfrm>
              <a:off x="8158231" y="346620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62" name="pt23362"/>
            <p:cNvSpPr/>
            <p:nvPr/>
          </p:nvSpPr>
          <p:spPr>
            <a:xfrm>
              <a:off x="7434240" y="3396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3" name="pt23363"/>
            <p:cNvSpPr/>
            <p:nvPr/>
          </p:nvSpPr>
          <p:spPr>
            <a:xfrm>
              <a:off x="7446998" y="3037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4" name="pt23364"/>
            <p:cNvSpPr/>
            <p:nvPr/>
          </p:nvSpPr>
          <p:spPr>
            <a:xfrm>
              <a:off x="7416114" y="3490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5" name="pt23365"/>
            <p:cNvSpPr/>
            <p:nvPr/>
          </p:nvSpPr>
          <p:spPr>
            <a:xfrm>
              <a:off x="7392280" y="3113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6" name="pt23366"/>
            <p:cNvSpPr/>
            <p:nvPr/>
          </p:nvSpPr>
          <p:spPr>
            <a:xfrm>
              <a:off x="7421514" y="3424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7" name="pt23367"/>
            <p:cNvSpPr/>
            <p:nvPr/>
          </p:nvSpPr>
          <p:spPr>
            <a:xfrm>
              <a:off x="7419778" y="2994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8" name="pt23368"/>
            <p:cNvSpPr/>
            <p:nvPr/>
          </p:nvSpPr>
          <p:spPr>
            <a:xfrm>
              <a:off x="7454978" y="3399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69" name="pt23369"/>
            <p:cNvSpPr/>
            <p:nvPr/>
          </p:nvSpPr>
          <p:spPr>
            <a:xfrm>
              <a:off x="7484957" y="3507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0" name="pt23370"/>
            <p:cNvSpPr/>
            <p:nvPr/>
          </p:nvSpPr>
          <p:spPr>
            <a:xfrm>
              <a:off x="7476078" y="3487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1" name="pt23371"/>
            <p:cNvSpPr/>
            <p:nvPr/>
          </p:nvSpPr>
          <p:spPr>
            <a:xfrm>
              <a:off x="7414939" y="3237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2" name="pt23372"/>
            <p:cNvSpPr/>
            <p:nvPr/>
          </p:nvSpPr>
          <p:spPr>
            <a:xfrm>
              <a:off x="7436650" y="3358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3" name="pt23373"/>
            <p:cNvSpPr/>
            <p:nvPr/>
          </p:nvSpPr>
          <p:spPr>
            <a:xfrm>
              <a:off x="7429010" y="3043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4" name="pt23374"/>
            <p:cNvSpPr/>
            <p:nvPr/>
          </p:nvSpPr>
          <p:spPr>
            <a:xfrm>
              <a:off x="7445758" y="3255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5" name="pt23375"/>
            <p:cNvSpPr/>
            <p:nvPr/>
          </p:nvSpPr>
          <p:spPr>
            <a:xfrm>
              <a:off x="7457265" y="31811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6" name="pt23376"/>
            <p:cNvSpPr/>
            <p:nvPr/>
          </p:nvSpPr>
          <p:spPr>
            <a:xfrm>
              <a:off x="7430305" y="3170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7" name="pt23377"/>
            <p:cNvSpPr/>
            <p:nvPr/>
          </p:nvSpPr>
          <p:spPr>
            <a:xfrm>
              <a:off x="7443566" y="30322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78" name="pt23378"/>
            <p:cNvSpPr/>
            <p:nvPr/>
          </p:nvSpPr>
          <p:spPr>
            <a:xfrm>
              <a:off x="7365539" y="338945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79" name="pt23379"/>
            <p:cNvSpPr/>
            <p:nvPr/>
          </p:nvSpPr>
          <p:spPr>
            <a:xfrm>
              <a:off x="7438746" y="3122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0" name="pt23380"/>
            <p:cNvSpPr/>
            <p:nvPr/>
          </p:nvSpPr>
          <p:spPr>
            <a:xfrm>
              <a:off x="7404022" y="31203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1" name="pt23381"/>
            <p:cNvSpPr/>
            <p:nvPr/>
          </p:nvSpPr>
          <p:spPr>
            <a:xfrm>
              <a:off x="7447037" y="3303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2" name="pt23382"/>
            <p:cNvSpPr/>
            <p:nvPr/>
          </p:nvSpPr>
          <p:spPr>
            <a:xfrm>
              <a:off x="7401266" y="34055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3" name="pt23383"/>
            <p:cNvSpPr/>
            <p:nvPr/>
          </p:nvSpPr>
          <p:spPr>
            <a:xfrm>
              <a:off x="7392273" y="32743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4" name="pt23384"/>
            <p:cNvSpPr/>
            <p:nvPr/>
          </p:nvSpPr>
          <p:spPr>
            <a:xfrm>
              <a:off x="7399156" y="3059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5" name="pt23385"/>
            <p:cNvSpPr/>
            <p:nvPr/>
          </p:nvSpPr>
          <p:spPr>
            <a:xfrm>
              <a:off x="7425987" y="3349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6" name="pt23386"/>
            <p:cNvSpPr/>
            <p:nvPr/>
          </p:nvSpPr>
          <p:spPr>
            <a:xfrm>
              <a:off x="7491647" y="2894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7" name="pt23387"/>
            <p:cNvSpPr/>
            <p:nvPr/>
          </p:nvSpPr>
          <p:spPr>
            <a:xfrm>
              <a:off x="7426809" y="34817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8" name="pt23388"/>
            <p:cNvSpPr/>
            <p:nvPr/>
          </p:nvSpPr>
          <p:spPr>
            <a:xfrm>
              <a:off x="7489581" y="3145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89" name="pt23389"/>
            <p:cNvSpPr/>
            <p:nvPr/>
          </p:nvSpPr>
          <p:spPr>
            <a:xfrm>
              <a:off x="7451594" y="3149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0" name="pt23390"/>
            <p:cNvSpPr/>
            <p:nvPr/>
          </p:nvSpPr>
          <p:spPr>
            <a:xfrm>
              <a:off x="7439425" y="35038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1" name="pt23391"/>
            <p:cNvSpPr/>
            <p:nvPr/>
          </p:nvSpPr>
          <p:spPr>
            <a:xfrm>
              <a:off x="7398774" y="3189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2" name="pt23392"/>
            <p:cNvSpPr/>
            <p:nvPr/>
          </p:nvSpPr>
          <p:spPr>
            <a:xfrm>
              <a:off x="7318097" y="20532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3" name="pt23393"/>
            <p:cNvSpPr/>
            <p:nvPr/>
          </p:nvSpPr>
          <p:spPr>
            <a:xfrm>
              <a:off x="7462713" y="3181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4" name="pt23394"/>
            <p:cNvSpPr/>
            <p:nvPr/>
          </p:nvSpPr>
          <p:spPr>
            <a:xfrm>
              <a:off x="7352019" y="2876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5" name="pt23395"/>
            <p:cNvSpPr/>
            <p:nvPr/>
          </p:nvSpPr>
          <p:spPr>
            <a:xfrm>
              <a:off x="7387583" y="3109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6" name="pt23396"/>
            <p:cNvSpPr/>
            <p:nvPr/>
          </p:nvSpPr>
          <p:spPr>
            <a:xfrm>
              <a:off x="6828334" y="3152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7" name="pt23397"/>
            <p:cNvSpPr/>
            <p:nvPr/>
          </p:nvSpPr>
          <p:spPr>
            <a:xfrm>
              <a:off x="7762996" y="3284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8" name="pt23398"/>
            <p:cNvSpPr/>
            <p:nvPr/>
          </p:nvSpPr>
          <p:spPr>
            <a:xfrm>
              <a:off x="7462446" y="3154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399" name="pt23399"/>
            <p:cNvSpPr/>
            <p:nvPr/>
          </p:nvSpPr>
          <p:spPr>
            <a:xfrm>
              <a:off x="7423264" y="3113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0" name="pt23400"/>
            <p:cNvSpPr/>
            <p:nvPr/>
          </p:nvSpPr>
          <p:spPr>
            <a:xfrm>
              <a:off x="7416075" y="3048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1" name="pt23401"/>
            <p:cNvSpPr/>
            <p:nvPr/>
          </p:nvSpPr>
          <p:spPr>
            <a:xfrm>
              <a:off x="7495409" y="3090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2" name="pt23402"/>
            <p:cNvSpPr/>
            <p:nvPr/>
          </p:nvSpPr>
          <p:spPr>
            <a:xfrm>
              <a:off x="7448643" y="3119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3" name="pt23403"/>
            <p:cNvSpPr/>
            <p:nvPr/>
          </p:nvSpPr>
          <p:spPr>
            <a:xfrm>
              <a:off x="7411264" y="3346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4" name="pt23404"/>
            <p:cNvSpPr/>
            <p:nvPr/>
          </p:nvSpPr>
          <p:spPr>
            <a:xfrm>
              <a:off x="7728744" y="304915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05" name="pt23405"/>
            <p:cNvSpPr/>
            <p:nvPr/>
          </p:nvSpPr>
          <p:spPr>
            <a:xfrm>
              <a:off x="7412175" y="3389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6" name="pt23406"/>
            <p:cNvSpPr/>
            <p:nvPr/>
          </p:nvSpPr>
          <p:spPr>
            <a:xfrm>
              <a:off x="7447523" y="34283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7" name="pt23407"/>
            <p:cNvSpPr/>
            <p:nvPr/>
          </p:nvSpPr>
          <p:spPr>
            <a:xfrm>
              <a:off x="7427572" y="3271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8" name="pt23408"/>
            <p:cNvSpPr/>
            <p:nvPr/>
          </p:nvSpPr>
          <p:spPr>
            <a:xfrm>
              <a:off x="7461163" y="3325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09" name="pt23409"/>
            <p:cNvSpPr/>
            <p:nvPr/>
          </p:nvSpPr>
          <p:spPr>
            <a:xfrm>
              <a:off x="7467100" y="3258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0" name="pt23410"/>
            <p:cNvSpPr/>
            <p:nvPr/>
          </p:nvSpPr>
          <p:spPr>
            <a:xfrm>
              <a:off x="7447972" y="3673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1" name="pt23411"/>
            <p:cNvSpPr/>
            <p:nvPr/>
          </p:nvSpPr>
          <p:spPr>
            <a:xfrm>
              <a:off x="7435606" y="3465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2" name="pt23412"/>
            <p:cNvSpPr/>
            <p:nvPr/>
          </p:nvSpPr>
          <p:spPr>
            <a:xfrm>
              <a:off x="7423839" y="3114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3" name="pt23413"/>
            <p:cNvSpPr/>
            <p:nvPr/>
          </p:nvSpPr>
          <p:spPr>
            <a:xfrm>
              <a:off x="7461792" y="3321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4" name="pt23414"/>
            <p:cNvSpPr/>
            <p:nvPr/>
          </p:nvSpPr>
          <p:spPr>
            <a:xfrm>
              <a:off x="7453248" y="3153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5" name="pt23415"/>
            <p:cNvSpPr/>
            <p:nvPr/>
          </p:nvSpPr>
          <p:spPr>
            <a:xfrm>
              <a:off x="7540983" y="3676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6" name="pt23416"/>
            <p:cNvSpPr/>
            <p:nvPr/>
          </p:nvSpPr>
          <p:spPr>
            <a:xfrm>
              <a:off x="7536188" y="3480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7" name="pt23417"/>
            <p:cNvSpPr/>
            <p:nvPr/>
          </p:nvSpPr>
          <p:spPr>
            <a:xfrm>
              <a:off x="7581248" y="35110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8" name="pt23418"/>
            <p:cNvSpPr/>
            <p:nvPr/>
          </p:nvSpPr>
          <p:spPr>
            <a:xfrm>
              <a:off x="7466523" y="3585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19" name="pt23419"/>
            <p:cNvSpPr/>
            <p:nvPr/>
          </p:nvSpPr>
          <p:spPr>
            <a:xfrm>
              <a:off x="7413209" y="3142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0" name="pt23420"/>
            <p:cNvSpPr/>
            <p:nvPr/>
          </p:nvSpPr>
          <p:spPr>
            <a:xfrm>
              <a:off x="7436239" y="3357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1" name="pt23421"/>
            <p:cNvSpPr/>
            <p:nvPr/>
          </p:nvSpPr>
          <p:spPr>
            <a:xfrm>
              <a:off x="7446757" y="3034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2" name="pt23422"/>
            <p:cNvSpPr/>
            <p:nvPr/>
          </p:nvSpPr>
          <p:spPr>
            <a:xfrm>
              <a:off x="7518664" y="3529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3" name="pt23423"/>
            <p:cNvSpPr/>
            <p:nvPr/>
          </p:nvSpPr>
          <p:spPr>
            <a:xfrm>
              <a:off x="7455020" y="3409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4" name="pt23424"/>
            <p:cNvSpPr/>
            <p:nvPr/>
          </p:nvSpPr>
          <p:spPr>
            <a:xfrm>
              <a:off x="7440745" y="3532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5" name="pt23425"/>
            <p:cNvSpPr/>
            <p:nvPr/>
          </p:nvSpPr>
          <p:spPr>
            <a:xfrm>
              <a:off x="7612441" y="3334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6" name="pt23426"/>
            <p:cNvSpPr/>
            <p:nvPr/>
          </p:nvSpPr>
          <p:spPr>
            <a:xfrm>
              <a:off x="7471596" y="3362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7" name="pt23427"/>
            <p:cNvSpPr/>
            <p:nvPr/>
          </p:nvSpPr>
          <p:spPr>
            <a:xfrm>
              <a:off x="7415218" y="3006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8" name="pt23428"/>
            <p:cNvSpPr/>
            <p:nvPr/>
          </p:nvSpPr>
          <p:spPr>
            <a:xfrm>
              <a:off x="7420647" y="3182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29" name="pt23429"/>
            <p:cNvSpPr/>
            <p:nvPr/>
          </p:nvSpPr>
          <p:spPr>
            <a:xfrm>
              <a:off x="7419062" y="3069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0" name="pt23430"/>
            <p:cNvSpPr/>
            <p:nvPr/>
          </p:nvSpPr>
          <p:spPr>
            <a:xfrm>
              <a:off x="8002190" y="3426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1" name="pt23431"/>
            <p:cNvSpPr/>
            <p:nvPr/>
          </p:nvSpPr>
          <p:spPr>
            <a:xfrm>
              <a:off x="7451721" y="3239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2" name="pt23432"/>
            <p:cNvSpPr/>
            <p:nvPr/>
          </p:nvSpPr>
          <p:spPr>
            <a:xfrm>
              <a:off x="7446611" y="3223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3" name="pt23433"/>
            <p:cNvSpPr/>
            <p:nvPr/>
          </p:nvSpPr>
          <p:spPr>
            <a:xfrm>
              <a:off x="7484363" y="34551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4" name="pt23434"/>
            <p:cNvSpPr/>
            <p:nvPr/>
          </p:nvSpPr>
          <p:spPr>
            <a:xfrm>
              <a:off x="7502840" y="3538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5" name="pt23435"/>
            <p:cNvSpPr/>
            <p:nvPr/>
          </p:nvSpPr>
          <p:spPr>
            <a:xfrm>
              <a:off x="7503141" y="3296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6" name="pt23436"/>
            <p:cNvSpPr/>
            <p:nvPr/>
          </p:nvSpPr>
          <p:spPr>
            <a:xfrm>
              <a:off x="6861741" y="33242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7" name="pt23437"/>
            <p:cNvSpPr/>
            <p:nvPr/>
          </p:nvSpPr>
          <p:spPr>
            <a:xfrm>
              <a:off x="7383006" y="3139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8" name="pt23438"/>
            <p:cNvSpPr/>
            <p:nvPr/>
          </p:nvSpPr>
          <p:spPr>
            <a:xfrm>
              <a:off x="7476222" y="32709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39" name="pt23439"/>
            <p:cNvSpPr/>
            <p:nvPr/>
          </p:nvSpPr>
          <p:spPr>
            <a:xfrm>
              <a:off x="7417998" y="3388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0" name="pt23440"/>
            <p:cNvSpPr/>
            <p:nvPr/>
          </p:nvSpPr>
          <p:spPr>
            <a:xfrm>
              <a:off x="7434656" y="2988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1" name="pt23441"/>
            <p:cNvSpPr/>
            <p:nvPr/>
          </p:nvSpPr>
          <p:spPr>
            <a:xfrm>
              <a:off x="6893647" y="354266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42" name="pt23442"/>
            <p:cNvSpPr/>
            <p:nvPr/>
          </p:nvSpPr>
          <p:spPr>
            <a:xfrm>
              <a:off x="7373699" y="3189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3" name="pt23443"/>
            <p:cNvSpPr/>
            <p:nvPr/>
          </p:nvSpPr>
          <p:spPr>
            <a:xfrm>
              <a:off x="7460867" y="3304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4" name="pt23444"/>
            <p:cNvSpPr/>
            <p:nvPr/>
          </p:nvSpPr>
          <p:spPr>
            <a:xfrm>
              <a:off x="7460454" y="3181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5" name="pt23445"/>
            <p:cNvSpPr/>
            <p:nvPr/>
          </p:nvSpPr>
          <p:spPr>
            <a:xfrm>
              <a:off x="7418184" y="3454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6" name="pt23446"/>
            <p:cNvSpPr/>
            <p:nvPr/>
          </p:nvSpPr>
          <p:spPr>
            <a:xfrm>
              <a:off x="7807404" y="3163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7" name="pt23447"/>
            <p:cNvSpPr/>
            <p:nvPr/>
          </p:nvSpPr>
          <p:spPr>
            <a:xfrm>
              <a:off x="7419173" y="34461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8" name="pt23448"/>
            <p:cNvSpPr/>
            <p:nvPr/>
          </p:nvSpPr>
          <p:spPr>
            <a:xfrm>
              <a:off x="7479784" y="31250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49" name="pt23449"/>
            <p:cNvSpPr/>
            <p:nvPr/>
          </p:nvSpPr>
          <p:spPr>
            <a:xfrm>
              <a:off x="7367519" y="3148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0" name="pt23450"/>
            <p:cNvSpPr/>
            <p:nvPr/>
          </p:nvSpPr>
          <p:spPr>
            <a:xfrm>
              <a:off x="7440366" y="32540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1" name="pt23451"/>
            <p:cNvSpPr/>
            <p:nvPr/>
          </p:nvSpPr>
          <p:spPr>
            <a:xfrm>
              <a:off x="7363939" y="2901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2" name="pt23452"/>
            <p:cNvSpPr/>
            <p:nvPr/>
          </p:nvSpPr>
          <p:spPr>
            <a:xfrm>
              <a:off x="7441651" y="3596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3" name="pt23453"/>
            <p:cNvSpPr/>
            <p:nvPr/>
          </p:nvSpPr>
          <p:spPr>
            <a:xfrm>
              <a:off x="7492199" y="3442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4" name="pt23454"/>
            <p:cNvSpPr/>
            <p:nvPr/>
          </p:nvSpPr>
          <p:spPr>
            <a:xfrm>
              <a:off x="7461342" y="34889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5" name="pt23455"/>
            <p:cNvSpPr/>
            <p:nvPr/>
          </p:nvSpPr>
          <p:spPr>
            <a:xfrm>
              <a:off x="7565207" y="34752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6" name="pt23456"/>
            <p:cNvSpPr/>
            <p:nvPr/>
          </p:nvSpPr>
          <p:spPr>
            <a:xfrm>
              <a:off x="7409997" y="3204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7" name="pt23457"/>
            <p:cNvSpPr/>
            <p:nvPr/>
          </p:nvSpPr>
          <p:spPr>
            <a:xfrm>
              <a:off x="7327701" y="3152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8" name="pt23458"/>
            <p:cNvSpPr/>
            <p:nvPr/>
          </p:nvSpPr>
          <p:spPr>
            <a:xfrm>
              <a:off x="7429270" y="3083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59" name="pt23459"/>
            <p:cNvSpPr/>
            <p:nvPr/>
          </p:nvSpPr>
          <p:spPr>
            <a:xfrm>
              <a:off x="7438597" y="3027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0" name="pt23460"/>
            <p:cNvSpPr/>
            <p:nvPr/>
          </p:nvSpPr>
          <p:spPr>
            <a:xfrm>
              <a:off x="7437101" y="31921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1" name="pt23461"/>
            <p:cNvSpPr/>
            <p:nvPr/>
          </p:nvSpPr>
          <p:spPr>
            <a:xfrm>
              <a:off x="7305907" y="312717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62" name="pt23462"/>
            <p:cNvSpPr/>
            <p:nvPr/>
          </p:nvSpPr>
          <p:spPr>
            <a:xfrm>
              <a:off x="7451166" y="3142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3" name="pt23463"/>
            <p:cNvSpPr/>
            <p:nvPr/>
          </p:nvSpPr>
          <p:spPr>
            <a:xfrm>
              <a:off x="7429190" y="3084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4" name="pt23464"/>
            <p:cNvSpPr/>
            <p:nvPr/>
          </p:nvSpPr>
          <p:spPr>
            <a:xfrm>
              <a:off x="7453855" y="3131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5" name="pt23465"/>
            <p:cNvSpPr/>
            <p:nvPr/>
          </p:nvSpPr>
          <p:spPr>
            <a:xfrm>
              <a:off x="7454416" y="3575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6" name="pt23466"/>
            <p:cNvSpPr/>
            <p:nvPr/>
          </p:nvSpPr>
          <p:spPr>
            <a:xfrm>
              <a:off x="7423532" y="3060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7" name="pt23467"/>
            <p:cNvSpPr/>
            <p:nvPr/>
          </p:nvSpPr>
          <p:spPr>
            <a:xfrm>
              <a:off x="7477909" y="3560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8" name="pt23468"/>
            <p:cNvSpPr/>
            <p:nvPr/>
          </p:nvSpPr>
          <p:spPr>
            <a:xfrm>
              <a:off x="7377449" y="33782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69" name="pt23469"/>
            <p:cNvSpPr/>
            <p:nvPr/>
          </p:nvSpPr>
          <p:spPr>
            <a:xfrm>
              <a:off x="7474443" y="3049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0" name="pt23470"/>
            <p:cNvSpPr/>
            <p:nvPr/>
          </p:nvSpPr>
          <p:spPr>
            <a:xfrm>
              <a:off x="7444638" y="32261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1" name="pt23471"/>
            <p:cNvSpPr/>
            <p:nvPr/>
          </p:nvSpPr>
          <p:spPr>
            <a:xfrm>
              <a:off x="7428196" y="35770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2" name="pt23472"/>
            <p:cNvSpPr/>
            <p:nvPr/>
          </p:nvSpPr>
          <p:spPr>
            <a:xfrm>
              <a:off x="7522391" y="3494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3" name="pt23473"/>
            <p:cNvSpPr/>
            <p:nvPr/>
          </p:nvSpPr>
          <p:spPr>
            <a:xfrm>
              <a:off x="7491711" y="3289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4" name="pt23474"/>
            <p:cNvSpPr/>
            <p:nvPr/>
          </p:nvSpPr>
          <p:spPr>
            <a:xfrm>
              <a:off x="7434905" y="3409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5" name="pt23475"/>
            <p:cNvSpPr/>
            <p:nvPr/>
          </p:nvSpPr>
          <p:spPr>
            <a:xfrm>
              <a:off x="7423662" y="32108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6" name="pt23476"/>
            <p:cNvSpPr/>
            <p:nvPr/>
          </p:nvSpPr>
          <p:spPr>
            <a:xfrm>
              <a:off x="7495608" y="3463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7" name="pt23477"/>
            <p:cNvSpPr/>
            <p:nvPr/>
          </p:nvSpPr>
          <p:spPr>
            <a:xfrm>
              <a:off x="7454960" y="3201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8" name="pt23478"/>
            <p:cNvSpPr/>
            <p:nvPr/>
          </p:nvSpPr>
          <p:spPr>
            <a:xfrm>
              <a:off x="7464922" y="3122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79" name="pt23479"/>
            <p:cNvSpPr/>
            <p:nvPr/>
          </p:nvSpPr>
          <p:spPr>
            <a:xfrm>
              <a:off x="7437685" y="2979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0" name="pt23480"/>
            <p:cNvSpPr/>
            <p:nvPr/>
          </p:nvSpPr>
          <p:spPr>
            <a:xfrm>
              <a:off x="7430456" y="30944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1" name="pt23481"/>
            <p:cNvSpPr/>
            <p:nvPr/>
          </p:nvSpPr>
          <p:spPr>
            <a:xfrm>
              <a:off x="7491054" y="33313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2" name="pt23482"/>
            <p:cNvSpPr/>
            <p:nvPr/>
          </p:nvSpPr>
          <p:spPr>
            <a:xfrm>
              <a:off x="7461670" y="33667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3" name="pt23483"/>
            <p:cNvSpPr/>
            <p:nvPr/>
          </p:nvSpPr>
          <p:spPr>
            <a:xfrm>
              <a:off x="7469704" y="3153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4" name="pt23484"/>
            <p:cNvSpPr/>
            <p:nvPr/>
          </p:nvSpPr>
          <p:spPr>
            <a:xfrm>
              <a:off x="7327406" y="294092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85" name="pt23485"/>
            <p:cNvSpPr/>
            <p:nvPr/>
          </p:nvSpPr>
          <p:spPr>
            <a:xfrm>
              <a:off x="7377823" y="3146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6" name="pt23486"/>
            <p:cNvSpPr/>
            <p:nvPr/>
          </p:nvSpPr>
          <p:spPr>
            <a:xfrm>
              <a:off x="7489818" y="3229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7" name="pt23487"/>
            <p:cNvSpPr/>
            <p:nvPr/>
          </p:nvSpPr>
          <p:spPr>
            <a:xfrm>
              <a:off x="7449256" y="4172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8" name="pt23488"/>
            <p:cNvSpPr/>
            <p:nvPr/>
          </p:nvSpPr>
          <p:spPr>
            <a:xfrm>
              <a:off x="7480905" y="3238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89" name="pt23489"/>
            <p:cNvSpPr/>
            <p:nvPr/>
          </p:nvSpPr>
          <p:spPr>
            <a:xfrm>
              <a:off x="7378672" y="3190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0" name="pt23490"/>
            <p:cNvSpPr/>
            <p:nvPr/>
          </p:nvSpPr>
          <p:spPr>
            <a:xfrm>
              <a:off x="7436176" y="3122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1" name="pt23491"/>
            <p:cNvSpPr/>
            <p:nvPr/>
          </p:nvSpPr>
          <p:spPr>
            <a:xfrm>
              <a:off x="6357270" y="410283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92" name="pt23492"/>
            <p:cNvSpPr/>
            <p:nvPr/>
          </p:nvSpPr>
          <p:spPr>
            <a:xfrm>
              <a:off x="7511581" y="3630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3" name="pt23493"/>
            <p:cNvSpPr/>
            <p:nvPr/>
          </p:nvSpPr>
          <p:spPr>
            <a:xfrm>
              <a:off x="7445325" y="3135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4" name="pt23494"/>
            <p:cNvSpPr/>
            <p:nvPr/>
          </p:nvSpPr>
          <p:spPr>
            <a:xfrm>
              <a:off x="7515009" y="3237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5" name="pt23495"/>
            <p:cNvSpPr/>
            <p:nvPr/>
          </p:nvSpPr>
          <p:spPr>
            <a:xfrm>
              <a:off x="7528972" y="3319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6" name="pt23496"/>
            <p:cNvSpPr/>
            <p:nvPr/>
          </p:nvSpPr>
          <p:spPr>
            <a:xfrm>
              <a:off x="7456715" y="31370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7" name="pt23497"/>
            <p:cNvSpPr/>
            <p:nvPr/>
          </p:nvSpPr>
          <p:spPr>
            <a:xfrm>
              <a:off x="7428324" y="32985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8" name="pt23498"/>
            <p:cNvSpPr/>
            <p:nvPr/>
          </p:nvSpPr>
          <p:spPr>
            <a:xfrm>
              <a:off x="7486539" y="3381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499" name="pt23499"/>
            <p:cNvSpPr/>
            <p:nvPr/>
          </p:nvSpPr>
          <p:spPr>
            <a:xfrm>
              <a:off x="7511782" y="3392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0" name="pt23500"/>
            <p:cNvSpPr/>
            <p:nvPr/>
          </p:nvSpPr>
          <p:spPr>
            <a:xfrm>
              <a:off x="7468266" y="3181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1" name="pt23501"/>
            <p:cNvSpPr/>
            <p:nvPr/>
          </p:nvSpPr>
          <p:spPr>
            <a:xfrm>
              <a:off x="7402838" y="32637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2" name="pt23502"/>
            <p:cNvSpPr/>
            <p:nvPr/>
          </p:nvSpPr>
          <p:spPr>
            <a:xfrm>
              <a:off x="7406723" y="27259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3" name="pt23503"/>
            <p:cNvSpPr/>
            <p:nvPr/>
          </p:nvSpPr>
          <p:spPr>
            <a:xfrm>
              <a:off x="7408000" y="3129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4" name="pt23504"/>
            <p:cNvSpPr/>
            <p:nvPr/>
          </p:nvSpPr>
          <p:spPr>
            <a:xfrm>
              <a:off x="7410604" y="3118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5" name="pt23505"/>
            <p:cNvSpPr/>
            <p:nvPr/>
          </p:nvSpPr>
          <p:spPr>
            <a:xfrm>
              <a:off x="8224636" y="34358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6" name="pt23506"/>
            <p:cNvSpPr/>
            <p:nvPr/>
          </p:nvSpPr>
          <p:spPr>
            <a:xfrm>
              <a:off x="7431722" y="30791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7" name="pt23507"/>
            <p:cNvSpPr/>
            <p:nvPr/>
          </p:nvSpPr>
          <p:spPr>
            <a:xfrm>
              <a:off x="7463135" y="34430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8" name="pt23508"/>
            <p:cNvSpPr/>
            <p:nvPr/>
          </p:nvSpPr>
          <p:spPr>
            <a:xfrm>
              <a:off x="7427837" y="3255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09" name="pt23509"/>
            <p:cNvSpPr/>
            <p:nvPr/>
          </p:nvSpPr>
          <p:spPr>
            <a:xfrm>
              <a:off x="7462393" y="3412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0" name="pt23510"/>
            <p:cNvSpPr/>
            <p:nvPr/>
          </p:nvSpPr>
          <p:spPr>
            <a:xfrm>
              <a:off x="7959573" y="346949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11" name="pt23511"/>
            <p:cNvSpPr/>
            <p:nvPr/>
          </p:nvSpPr>
          <p:spPr>
            <a:xfrm>
              <a:off x="7406316" y="3368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2" name="pt23512"/>
            <p:cNvSpPr/>
            <p:nvPr/>
          </p:nvSpPr>
          <p:spPr>
            <a:xfrm>
              <a:off x="7492355" y="3434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3" name="pt23513"/>
            <p:cNvSpPr/>
            <p:nvPr/>
          </p:nvSpPr>
          <p:spPr>
            <a:xfrm>
              <a:off x="7527556" y="3394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4" name="pt23514"/>
            <p:cNvSpPr/>
            <p:nvPr/>
          </p:nvSpPr>
          <p:spPr>
            <a:xfrm>
              <a:off x="7384351" y="3441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5" name="pt23515"/>
            <p:cNvSpPr/>
            <p:nvPr/>
          </p:nvSpPr>
          <p:spPr>
            <a:xfrm>
              <a:off x="7425598" y="3079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6" name="pt23516"/>
            <p:cNvSpPr/>
            <p:nvPr/>
          </p:nvSpPr>
          <p:spPr>
            <a:xfrm>
              <a:off x="7402161" y="27925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7" name="pt23517"/>
            <p:cNvSpPr/>
            <p:nvPr/>
          </p:nvSpPr>
          <p:spPr>
            <a:xfrm>
              <a:off x="7446998" y="3376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8" name="pt23518"/>
            <p:cNvSpPr/>
            <p:nvPr/>
          </p:nvSpPr>
          <p:spPr>
            <a:xfrm>
              <a:off x="7406203" y="3389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19" name="pt23519"/>
            <p:cNvSpPr/>
            <p:nvPr/>
          </p:nvSpPr>
          <p:spPr>
            <a:xfrm>
              <a:off x="7491578" y="2994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0" name="pt23520"/>
            <p:cNvSpPr/>
            <p:nvPr/>
          </p:nvSpPr>
          <p:spPr>
            <a:xfrm>
              <a:off x="6867602" y="411830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21" name="pt23521"/>
            <p:cNvSpPr/>
            <p:nvPr/>
          </p:nvSpPr>
          <p:spPr>
            <a:xfrm>
              <a:off x="7424762" y="3137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2" name="pt23522"/>
            <p:cNvSpPr/>
            <p:nvPr/>
          </p:nvSpPr>
          <p:spPr>
            <a:xfrm>
              <a:off x="7443293" y="3149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3" name="pt23523"/>
            <p:cNvSpPr/>
            <p:nvPr/>
          </p:nvSpPr>
          <p:spPr>
            <a:xfrm>
              <a:off x="7409250" y="3211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4" name="pt23524"/>
            <p:cNvSpPr/>
            <p:nvPr/>
          </p:nvSpPr>
          <p:spPr>
            <a:xfrm>
              <a:off x="7480305" y="3553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5" name="pt23525"/>
            <p:cNvSpPr/>
            <p:nvPr/>
          </p:nvSpPr>
          <p:spPr>
            <a:xfrm>
              <a:off x="7472451" y="3371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6" name="pt23526"/>
            <p:cNvSpPr/>
            <p:nvPr/>
          </p:nvSpPr>
          <p:spPr>
            <a:xfrm>
              <a:off x="7405288" y="3169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7" name="pt23527"/>
            <p:cNvSpPr/>
            <p:nvPr/>
          </p:nvSpPr>
          <p:spPr>
            <a:xfrm>
              <a:off x="7390496" y="3066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8" name="pt23528"/>
            <p:cNvSpPr/>
            <p:nvPr/>
          </p:nvSpPr>
          <p:spPr>
            <a:xfrm>
              <a:off x="7512280" y="31948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29" name="pt23529"/>
            <p:cNvSpPr/>
            <p:nvPr/>
          </p:nvSpPr>
          <p:spPr>
            <a:xfrm>
              <a:off x="7476701" y="3188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0" name="pt23530"/>
            <p:cNvSpPr/>
            <p:nvPr/>
          </p:nvSpPr>
          <p:spPr>
            <a:xfrm>
              <a:off x="7404173" y="32012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1" name="pt23531"/>
            <p:cNvSpPr/>
            <p:nvPr/>
          </p:nvSpPr>
          <p:spPr>
            <a:xfrm>
              <a:off x="6269161" y="434122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32" name="pt23532"/>
            <p:cNvSpPr/>
            <p:nvPr/>
          </p:nvSpPr>
          <p:spPr>
            <a:xfrm>
              <a:off x="7635468" y="3172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3" name="pt23533"/>
            <p:cNvSpPr/>
            <p:nvPr/>
          </p:nvSpPr>
          <p:spPr>
            <a:xfrm>
              <a:off x="7441165" y="3215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4" name="pt23534"/>
            <p:cNvSpPr/>
            <p:nvPr/>
          </p:nvSpPr>
          <p:spPr>
            <a:xfrm>
              <a:off x="7435033" y="2807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5" name="pt23535"/>
            <p:cNvSpPr/>
            <p:nvPr/>
          </p:nvSpPr>
          <p:spPr>
            <a:xfrm>
              <a:off x="7381023" y="3329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6" name="pt23536"/>
            <p:cNvSpPr/>
            <p:nvPr/>
          </p:nvSpPr>
          <p:spPr>
            <a:xfrm>
              <a:off x="7394572" y="3025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7" name="pt23537"/>
            <p:cNvSpPr/>
            <p:nvPr/>
          </p:nvSpPr>
          <p:spPr>
            <a:xfrm>
              <a:off x="7449787" y="34940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8" name="pt23538"/>
            <p:cNvSpPr/>
            <p:nvPr/>
          </p:nvSpPr>
          <p:spPr>
            <a:xfrm>
              <a:off x="7490026" y="3278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39" name="pt23539"/>
            <p:cNvSpPr/>
            <p:nvPr/>
          </p:nvSpPr>
          <p:spPr>
            <a:xfrm>
              <a:off x="7508812" y="35053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0" name="pt23540"/>
            <p:cNvSpPr/>
            <p:nvPr/>
          </p:nvSpPr>
          <p:spPr>
            <a:xfrm>
              <a:off x="7411147" y="3044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1" name="pt23541"/>
            <p:cNvSpPr/>
            <p:nvPr/>
          </p:nvSpPr>
          <p:spPr>
            <a:xfrm>
              <a:off x="7421902" y="3255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2" name="pt23542"/>
            <p:cNvSpPr/>
            <p:nvPr/>
          </p:nvSpPr>
          <p:spPr>
            <a:xfrm>
              <a:off x="7795790" y="361061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43" name="pt23543"/>
            <p:cNvSpPr/>
            <p:nvPr/>
          </p:nvSpPr>
          <p:spPr>
            <a:xfrm>
              <a:off x="7493146" y="34091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4" name="pt23544"/>
            <p:cNvSpPr/>
            <p:nvPr/>
          </p:nvSpPr>
          <p:spPr>
            <a:xfrm>
              <a:off x="6654336" y="296018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45" name="pt23545"/>
            <p:cNvSpPr/>
            <p:nvPr/>
          </p:nvSpPr>
          <p:spPr>
            <a:xfrm>
              <a:off x="7424403" y="3179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6" name="pt23546"/>
            <p:cNvSpPr/>
            <p:nvPr/>
          </p:nvSpPr>
          <p:spPr>
            <a:xfrm>
              <a:off x="7453014" y="3235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7" name="pt23547"/>
            <p:cNvSpPr/>
            <p:nvPr/>
          </p:nvSpPr>
          <p:spPr>
            <a:xfrm>
              <a:off x="7458750" y="3314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8" name="pt23548"/>
            <p:cNvSpPr/>
            <p:nvPr/>
          </p:nvSpPr>
          <p:spPr>
            <a:xfrm>
              <a:off x="7472997" y="3247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49" name="pt23549"/>
            <p:cNvSpPr/>
            <p:nvPr/>
          </p:nvSpPr>
          <p:spPr>
            <a:xfrm>
              <a:off x="7417427" y="3543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0" name="pt23550"/>
            <p:cNvSpPr/>
            <p:nvPr/>
          </p:nvSpPr>
          <p:spPr>
            <a:xfrm>
              <a:off x="6684937" y="363808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51" name="pt23551"/>
            <p:cNvSpPr/>
            <p:nvPr/>
          </p:nvSpPr>
          <p:spPr>
            <a:xfrm>
              <a:off x="7490952" y="3361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2" name="pt23552"/>
            <p:cNvSpPr/>
            <p:nvPr/>
          </p:nvSpPr>
          <p:spPr>
            <a:xfrm>
              <a:off x="7469249" y="3209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3" name="pt23553"/>
            <p:cNvSpPr/>
            <p:nvPr/>
          </p:nvSpPr>
          <p:spPr>
            <a:xfrm>
              <a:off x="7437881" y="33075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4" name="pt23554"/>
            <p:cNvSpPr/>
            <p:nvPr/>
          </p:nvSpPr>
          <p:spPr>
            <a:xfrm>
              <a:off x="7422865" y="30800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5" name="pt23555"/>
            <p:cNvSpPr/>
            <p:nvPr/>
          </p:nvSpPr>
          <p:spPr>
            <a:xfrm>
              <a:off x="7444075" y="30973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6" name="pt23556"/>
            <p:cNvSpPr/>
            <p:nvPr/>
          </p:nvSpPr>
          <p:spPr>
            <a:xfrm>
              <a:off x="7447388" y="3146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7" name="pt23557"/>
            <p:cNvSpPr/>
            <p:nvPr/>
          </p:nvSpPr>
          <p:spPr>
            <a:xfrm>
              <a:off x="7453167" y="3054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8" name="pt23558"/>
            <p:cNvSpPr/>
            <p:nvPr/>
          </p:nvSpPr>
          <p:spPr>
            <a:xfrm>
              <a:off x="7411481" y="31028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59" name="pt23559"/>
            <p:cNvSpPr/>
            <p:nvPr/>
          </p:nvSpPr>
          <p:spPr>
            <a:xfrm>
              <a:off x="7456388" y="3124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0" name="pt23560"/>
            <p:cNvSpPr/>
            <p:nvPr/>
          </p:nvSpPr>
          <p:spPr>
            <a:xfrm>
              <a:off x="7423380" y="3094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1" name="pt23561"/>
            <p:cNvSpPr/>
            <p:nvPr/>
          </p:nvSpPr>
          <p:spPr>
            <a:xfrm>
              <a:off x="7443391" y="3378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2" name="pt23562"/>
            <p:cNvSpPr/>
            <p:nvPr/>
          </p:nvSpPr>
          <p:spPr>
            <a:xfrm>
              <a:off x="7414478" y="3532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3" name="pt23563"/>
            <p:cNvSpPr/>
            <p:nvPr/>
          </p:nvSpPr>
          <p:spPr>
            <a:xfrm>
              <a:off x="7419978" y="33419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4" name="pt23564"/>
            <p:cNvSpPr/>
            <p:nvPr/>
          </p:nvSpPr>
          <p:spPr>
            <a:xfrm>
              <a:off x="7444715" y="3131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5" name="pt23565"/>
            <p:cNvSpPr/>
            <p:nvPr/>
          </p:nvSpPr>
          <p:spPr>
            <a:xfrm>
              <a:off x="7457564" y="2358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6" name="pt23566"/>
            <p:cNvSpPr/>
            <p:nvPr/>
          </p:nvSpPr>
          <p:spPr>
            <a:xfrm>
              <a:off x="7432422" y="35467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7" name="pt23567"/>
            <p:cNvSpPr/>
            <p:nvPr/>
          </p:nvSpPr>
          <p:spPr>
            <a:xfrm>
              <a:off x="7382084" y="3145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8" name="pt23568"/>
            <p:cNvSpPr/>
            <p:nvPr/>
          </p:nvSpPr>
          <p:spPr>
            <a:xfrm>
              <a:off x="7366959" y="31253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69" name="pt23569"/>
            <p:cNvSpPr/>
            <p:nvPr/>
          </p:nvSpPr>
          <p:spPr>
            <a:xfrm>
              <a:off x="7424949" y="30287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0" name="pt23570"/>
            <p:cNvSpPr/>
            <p:nvPr/>
          </p:nvSpPr>
          <p:spPr>
            <a:xfrm>
              <a:off x="7519182" y="3139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1" name="pt23571"/>
            <p:cNvSpPr/>
            <p:nvPr/>
          </p:nvSpPr>
          <p:spPr>
            <a:xfrm>
              <a:off x="7349258" y="2642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2" name="pt23572"/>
            <p:cNvSpPr/>
            <p:nvPr/>
          </p:nvSpPr>
          <p:spPr>
            <a:xfrm>
              <a:off x="7450519" y="3190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3" name="pt23573"/>
            <p:cNvSpPr/>
            <p:nvPr/>
          </p:nvSpPr>
          <p:spPr>
            <a:xfrm>
              <a:off x="7413411" y="4722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4" name="pt23574"/>
            <p:cNvSpPr/>
            <p:nvPr/>
          </p:nvSpPr>
          <p:spPr>
            <a:xfrm>
              <a:off x="7424440" y="4853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5" name="pt23575"/>
            <p:cNvSpPr/>
            <p:nvPr/>
          </p:nvSpPr>
          <p:spPr>
            <a:xfrm>
              <a:off x="7445859" y="3378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6" name="pt23576"/>
            <p:cNvSpPr/>
            <p:nvPr/>
          </p:nvSpPr>
          <p:spPr>
            <a:xfrm>
              <a:off x="7392869" y="3185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7" name="pt23577"/>
            <p:cNvSpPr/>
            <p:nvPr/>
          </p:nvSpPr>
          <p:spPr>
            <a:xfrm>
              <a:off x="7442146" y="33405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8" name="pt23578"/>
            <p:cNvSpPr/>
            <p:nvPr/>
          </p:nvSpPr>
          <p:spPr>
            <a:xfrm>
              <a:off x="7510853" y="35371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79" name="pt23579"/>
            <p:cNvSpPr/>
            <p:nvPr/>
          </p:nvSpPr>
          <p:spPr>
            <a:xfrm>
              <a:off x="7404947" y="3265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0" name="pt23580"/>
            <p:cNvSpPr/>
            <p:nvPr/>
          </p:nvSpPr>
          <p:spPr>
            <a:xfrm>
              <a:off x="7505131" y="3448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1" name="pt23581"/>
            <p:cNvSpPr/>
            <p:nvPr/>
          </p:nvSpPr>
          <p:spPr>
            <a:xfrm>
              <a:off x="7445991" y="3931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2" name="pt23582"/>
            <p:cNvSpPr/>
            <p:nvPr/>
          </p:nvSpPr>
          <p:spPr>
            <a:xfrm>
              <a:off x="7404788" y="3099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3" name="pt23583"/>
            <p:cNvSpPr/>
            <p:nvPr/>
          </p:nvSpPr>
          <p:spPr>
            <a:xfrm>
              <a:off x="7432209" y="31313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4" name="pt23584"/>
            <p:cNvSpPr/>
            <p:nvPr/>
          </p:nvSpPr>
          <p:spPr>
            <a:xfrm>
              <a:off x="7437485" y="3290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5" name="pt23585"/>
            <p:cNvSpPr/>
            <p:nvPr/>
          </p:nvSpPr>
          <p:spPr>
            <a:xfrm>
              <a:off x="7465961" y="3165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6" name="pt23586"/>
            <p:cNvSpPr/>
            <p:nvPr/>
          </p:nvSpPr>
          <p:spPr>
            <a:xfrm>
              <a:off x="6330616" y="3286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7" name="pt23587"/>
            <p:cNvSpPr/>
            <p:nvPr/>
          </p:nvSpPr>
          <p:spPr>
            <a:xfrm>
              <a:off x="6633446" y="302574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88" name="pt23588"/>
            <p:cNvSpPr/>
            <p:nvPr/>
          </p:nvSpPr>
          <p:spPr>
            <a:xfrm>
              <a:off x="7443104" y="32346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89" name="pt23589"/>
            <p:cNvSpPr/>
            <p:nvPr/>
          </p:nvSpPr>
          <p:spPr>
            <a:xfrm>
              <a:off x="7038415" y="305752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90" name="pt23590"/>
            <p:cNvSpPr/>
            <p:nvPr/>
          </p:nvSpPr>
          <p:spPr>
            <a:xfrm>
              <a:off x="6702739" y="228637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91" name="pt23591"/>
            <p:cNvSpPr/>
            <p:nvPr/>
          </p:nvSpPr>
          <p:spPr>
            <a:xfrm>
              <a:off x="7452533" y="3400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2" name="pt23592"/>
            <p:cNvSpPr/>
            <p:nvPr/>
          </p:nvSpPr>
          <p:spPr>
            <a:xfrm>
              <a:off x="7497735" y="3524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3" name="pt23593"/>
            <p:cNvSpPr/>
            <p:nvPr/>
          </p:nvSpPr>
          <p:spPr>
            <a:xfrm>
              <a:off x="7436081" y="31704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4" name="pt23594"/>
            <p:cNvSpPr/>
            <p:nvPr/>
          </p:nvSpPr>
          <p:spPr>
            <a:xfrm>
              <a:off x="7393144" y="2929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5" name="pt23595"/>
            <p:cNvSpPr/>
            <p:nvPr/>
          </p:nvSpPr>
          <p:spPr>
            <a:xfrm>
              <a:off x="7427073" y="33356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6" name="pt23596"/>
            <p:cNvSpPr/>
            <p:nvPr/>
          </p:nvSpPr>
          <p:spPr>
            <a:xfrm>
              <a:off x="7361229" y="3055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7" name="pt23597"/>
            <p:cNvSpPr/>
            <p:nvPr/>
          </p:nvSpPr>
          <p:spPr>
            <a:xfrm>
              <a:off x="7379956" y="31000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8" name="pt23598"/>
            <p:cNvSpPr/>
            <p:nvPr/>
          </p:nvSpPr>
          <p:spPr>
            <a:xfrm>
              <a:off x="7409193" y="3052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599" name="pt23599"/>
            <p:cNvSpPr/>
            <p:nvPr/>
          </p:nvSpPr>
          <p:spPr>
            <a:xfrm>
              <a:off x="7455107" y="3291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0" name="pt23600"/>
            <p:cNvSpPr/>
            <p:nvPr/>
          </p:nvSpPr>
          <p:spPr>
            <a:xfrm>
              <a:off x="7435514" y="3397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1" name="pt23601"/>
            <p:cNvSpPr/>
            <p:nvPr/>
          </p:nvSpPr>
          <p:spPr>
            <a:xfrm>
              <a:off x="6688198" y="352218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02" name="pt23602"/>
            <p:cNvSpPr/>
            <p:nvPr/>
          </p:nvSpPr>
          <p:spPr>
            <a:xfrm>
              <a:off x="7442676" y="3435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3" name="pt23603"/>
            <p:cNvSpPr/>
            <p:nvPr/>
          </p:nvSpPr>
          <p:spPr>
            <a:xfrm>
              <a:off x="7630523" y="3313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4" name="pt23604"/>
            <p:cNvSpPr/>
            <p:nvPr/>
          </p:nvSpPr>
          <p:spPr>
            <a:xfrm>
              <a:off x="7418144" y="3075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5" name="pt23605"/>
            <p:cNvSpPr/>
            <p:nvPr/>
          </p:nvSpPr>
          <p:spPr>
            <a:xfrm>
              <a:off x="7371002" y="3511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6" name="pt23606"/>
            <p:cNvSpPr/>
            <p:nvPr/>
          </p:nvSpPr>
          <p:spPr>
            <a:xfrm>
              <a:off x="7180361" y="3336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7" name="pt23607"/>
            <p:cNvSpPr/>
            <p:nvPr/>
          </p:nvSpPr>
          <p:spPr>
            <a:xfrm>
              <a:off x="7122841" y="3343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8" name="pt23608"/>
            <p:cNvSpPr/>
            <p:nvPr/>
          </p:nvSpPr>
          <p:spPr>
            <a:xfrm>
              <a:off x="7363433" y="2950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09" name="pt23609"/>
            <p:cNvSpPr/>
            <p:nvPr/>
          </p:nvSpPr>
          <p:spPr>
            <a:xfrm>
              <a:off x="7429446" y="3532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0" name="pt23610"/>
            <p:cNvSpPr/>
            <p:nvPr/>
          </p:nvSpPr>
          <p:spPr>
            <a:xfrm>
              <a:off x="7389800" y="3602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1" name="pt23611"/>
            <p:cNvSpPr/>
            <p:nvPr/>
          </p:nvSpPr>
          <p:spPr>
            <a:xfrm>
              <a:off x="7388826" y="35506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2" name="pt23612"/>
            <p:cNvSpPr/>
            <p:nvPr/>
          </p:nvSpPr>
          <p:spPr>
            <a:xfrm>
              <a:off x="7483794" y="33789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3" name="pt23613"/>
            <p:cNvSpPr/>
            <p:nvPr/>
          </p:nvSpPr>
          <p:spPr>
            <a:xfrm>
              <a:off x="7438397" y="3242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4" name="pt23614"/>
            <p:cNvSpPr/>
            <p:nvPr/>
          </p:nvSpPr>
          <p:spPr>
            <a:xfrm>
              <a:off x="7400662" y="3527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5" name="pt23615"/>
            <p:cNvSpPr/>
            <p:nvPr/>
          </p:nvSpPr>
          <p:spPr>
            <a:xfrm>
              <a:off x="7441805" y="3594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6" name="pt23616"/>
            <p:cNvSpPr/>
            <p:nvPr/>
          </p:nvSpPr>
          <p:spPr>
            <a:xfrm>
              <a:off x="7468705" y="3475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7" name="pt23617"/>
            <p:cNvSpPr/>
            <p:nvPr/>
          </p:nvSpPr>
          <p:spPr>
            <a:xfrm>
              <a:off x="7475828" y="3230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8" name="pt23618"/>
            <p:cNvSpPr/>
            <p:nvPr/>
          </p:nvSpPr>
          <p:spPr>
            <a:xfrm>
              <a:off x="7409945" y="30830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19" name="pt23619"/>
            <p:cNvSpPr/>
            <p:nvPr/>
          </p:nvSpPr>
          <p:spPr>
            <a:xfrm>
              <a:off x="7419758" y="3074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0" name="pt23620"/>
            <p:cNvSpPr/>
            <p:nvPr/>
          </p:nvSpPr>
          <p:spPr>
            <a:xfrm>
              <a:off x="7361560" y="3133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1" name="pt23621"/>
            <p:cNvSpPr/>
            <p:nvPr/>
          </p:nvSpPr>
          <p:spPr>
            <a:xfrm>
              <a:off x="7414227" y="3046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2" name="pt23622"/>
            <p:cNvSpPr/>
            <p:nvPr/>
          </p:nvSpPr>
          <p:spPr>
            <a:xfrm>
              <a:off x="7435472" y="3635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3" name="pt23623"/>
            <p:cNvSpPr/>
            <p:nvPr/>
          </p:nvSpPr>
          <p:spPr>
            <a:xfrm>
              <a:off x="7421982" y="33682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4" name="pt23624"/>
            <p:cNvSpPr/>
            <p:nvPr/>
          </p:nvSpPr>
          <p:spPr>
            <a:xfrm>
              <a:off x="7384214" y="3328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5" name="pt23625"/>
            <p:cNvSpPr/>
            <p:nvPr/>
          </p:nvSpPr>
          <p:spPr>
            <a:xfrm>
              <a:off x="7307604" y="35486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6" name="pt23626"/>
            <p:cNvSpPr/>
            <p:nvPr/>
          </p:nvSpPr>
          <p:spPr>
            <a:xfrm>
              <a:off x="7452282" y="3391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7" name="pt23627"/>
            <p:cNvSpPr/>
            <p:nvPr/>
          </p:nvSpPr>
          <p:spPr>
            <a:xfrm>
              <a:off x="7421904" y="3124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8" name="pt23628"/>
            <p:cNvSpPr/>
            <p:nvPr/>
          </p:nvSpPr>
          <p:spPr>
            <a:xfrm>
              <a:off x="7461320" y="35231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29" name="pt23629"/>
            <p:cNvSpPr/>
            <p:nvPr/>
          </p:nvSpPr>
          <p:spPr>
            <a:xfrm>
              <a:off x="7446325" y="3456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0" name="pt23630"/>
            <p:cNvSpPr/>
            <p:nvPr/>
          </p:nvSpPr>
          <p:spPr>
            <a:xfrm>
              <a:off x="7470764" y="3495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1" name="pt23631"/>
            <p:cNvSpPr/>
            <p:nvPr/>
          </p:nvSpPr>
          <p:spPr>
            <a:xfrm>
              <a:off x="7364473" y="3263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2" name="pt23632"/>
            <p:cNvSpPr/>
            <p:nvPr/>
          </p:nvSpPr>
          <p:spPr>
            <a:xfrm>
              <a:off x="7453708" y="31141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3" name="pt23633"/>
            <p:cNvSpPr/>
            <p:nvPr/>
          </p:nvSpPr>
          <p:spPr>
            <a:xfrm>
              <a:off x="7451709" y="3208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4" name="pt23634"/>
            <p:cNvSpPr/>
            <p:nvPr/>
          </p:nvSpPr>
          <p:spPr>
            <a:xfrm>
              <a:off x="7418732" y="3267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5" name="pt23635"/>
            <p:cNvSpPr/>
            <p:nvPr/>
          </p:nvSpPr>
          <p:spPr>
            <a:xfrm>
              <a:off x="7513028" y="3439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6" name="pt23636"/>
            <p:cNvSpPr/>
            <p:nvPr/>
          </p:nvSpPr>
          <p:spPr>
            <a:xfrm>
              <a:off x="7521801" y="3390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7" name="pt23637"/>
            <p:cNvSpPr/>
            <p:nvPr/>
          </p:nvSpPr>
          <p:spPr>
            <a:xfrm>
              <a:off x="7326805" y="3017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8" name="pt23638"/>
            <p:cNvSpPr/>
            <p:nvPr/>
          </p:nvSpPr>
          <p:spPr>
            <a:xfrm>
              <a:off x="7516094" y="2937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39" name="pt23639"/>
            <p:cNvSpPr/>
            <p:nvPr/>
          </p:nvSpPr>
          <p:spPr>
            <a:xfrm>
              <a:off x="7441143" y="3607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0" name="pt23640"/>
            <p:cNvSpPr/>
            <p:nvPr/>
          </p:nvSpPr>
          <p:spPr>
            <a:xfrm>
              <a:off x="7467329" y="3043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1" name="pt23641"/>
            <p:cNvSpPr/>
            <p:nvPr/>
          </p:nvSpPr>
          <p:spPr>
            <a:xfrm>
              <a:off x="7456880" y="3258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2" name="pt23642"/>
            <p:cNvSpPr/>
            <p:nvPr/>
          </p:nvSpPr>
          <p:spPr>
            <a:xfrm>
              <a:off x="7421088" y="33064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3" name="pt23643"/>
            <p:cNvSpPr/>
            <p:nvPr/>
          </p:nvSpPr>
          <p:spPr>
            <a:xfrm>
              <a:off x="7422763" y="30551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4" name="pt23644"/>
            <p:cNvSpPr/>
            <p:nvPr/>
          </p:nvSpPr>
          <p:spPr>
            <a:xfrm>
              <a:off x="8071419" y="3211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5" name="pt23645"/>
            <p:cNvSpPr/>
            <p:nvPr/>
          </p:nvSpPr>
          <p:spPr>
            <a:xfrm>
              <a:off x="7595242" y="32005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6" name="pt23646"/>
            <p:cNvSpPr/>
            <p:nvPr/>
          </p:nvSpPr>
          <p:spPr>
            <a:xfrm>
              <a:off x="7412451" y="3169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7" name="pt23647"/>
            <p:cNvSpPr/>
            <p:nvPr/>
          </p:nvSpPr>
          <p:spPr>
            <a:xfrm>
              <a:off x="7404693" y="37044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8" name="pt23648"/>
            <p:cNvSpPr/>
            <p:nvPr/>
          </p:nvSpPr>
          <p:spPr>
            <a:xfrm>
              <a:off x="7390935" y="3213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49" name="pt23649"/>
            <p:cNvSpPr/>
            <p:nvPr/>
          </p:nvSpPr>
          <p:spPr>
            <a:xfrm>
              <a:off x="7461657" y="3170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0" name="pt23650"/>
            <p:cNvSpPr/>
            <p:nvPr/>
          </p:nvSpPr>
          <p:spPr>
            <a:xfrm>
              <a:off x="7465192" y="3076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1" name="pt23651"/>
            <p:cNvSpPr/>
            <p:nvPr/>
          </p:nvSpPr>
          <p:spPr>
            <a:xfrm>
              <a:off x="7449832" y="32460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2" name="pt23652"/>
            <p:cNvSpPr/>
            <p:nvPr/>
          </p:nvSpPr>
          <p:spPr>
            <a:xfrm>
              <a:off x="7420530" y="3091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3" name="pt23653"/>
            <p:cNvSpPr/>
            <p:nvPr/>
          </p:nvSpPr>
          <p:spPr>
            <a:xfrm>
              <a:off x="7700409" y="3212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4" name="pt23654"/>
            <p:cNvSpPr/>
            <p:nvPr/>
          </p:nvSpPr>
          <p:spPr>
            <a:xfrm>
              <a:off x="6572633" y="31714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5" name="pt23655"/>
            <p:cNvSpPr/>
            <p:nvPr/>
          </p:nvSpPr>
          <p:spPr>
            <a:xfrm>
              <a:off x="7401505" y="36141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6" name="pt23656"/>
            <p:cNvSpPr/>
            <p:nvPr/>
          </p:nvSpPr>
          <p:spPr>
            <a:xfrm>
              <a:off x="7423343" y="35442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7" name="pt23657"/>
            <p:cNvSpPr/>
            <p:nvPr/>
          </p:nvSpPr>
          <p:spPr>
            <a:xfrm>
              <a:off x="7436401" y="31824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8" name="pt23658"/>
            <p:cNvSpPr/>
            <p:nvPr/>
          </p:nvSpPr>
          <p:spPr>
            <a:xfrm>
              <a:off x="7377919" y="3277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59" name="pt23659"/>
            <p:cNvSpPr/>
            <p:nvPr/>
          </p:nvSpPr>
          <p:spPr>
            <a:xfrm>
              <a:off x="7484075" y="3433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0" name="pt23660"/>
            <p:cNvSpPr/>
            <p:nvPr/>
          </p:nvSpPr>
          <p:spPr>
            <a:xfrm>
              <a:off x="7473525" y="3442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1" name="pt23661"/>
            <p:cNvSpPr/>
            <p:nvPr/>
          </p:nvSpPr>
          <p:spPr>
            <a:xfrm>
              <a:off x="7451562" y="3181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2" name="pt23662"/>
            <p:cNvSpPr/>
            <p:nvPr/>
          </p:nvSpPr>
          <p:spPr>
            <a:xfrm>
              <a:off x="7443832" y="3169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3" name="pt23663"/>
            <p:cNvSpPr/>
            <p:nvPr/>
          </p:nvSpPr>
          <p:spPr>
            <a:xfrm>
              <a:off x="7432351" y="3154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4" name="pt23664"/>
            <p:cNvSpPr/>
            <p:nvPr/>
          </p:nvSpPr>
          <p:spPr>
            <a:xfrm>
              <a:off x="7470069" y="3088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5" name="pt23665"/>
            <p:cNvSpPr/>
            <p:nvPr/>
          </p:nvSpPr>
          <p:spPr>
            <a:xfrm>
              <a:off x="7428762" y="2937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6" name="pt23666"/>
            <p:cNvSpPr/>
            <p:nvPr/>
          </p:nvSpPr>
          <p:spPr>
            <a:xfrm>
              <a:off x="7465990" y="3305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7" name="pt23667"/>
            <p:cNvSpPr/>
            <p:nvPr/>
          </p:nvSpPr>
          <p:spPr>
            <a:xfrm>
              <a:off x="7464564" y="3138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8" name="pt23668"/>
            <p:cNvSpPr/>
            <p:nvPr/>
          </p:nvSpPr>
          <p:spPr>
            <a:xfrm>
              <a:off x="7428091" y="3049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69" name="pt23669"/>
            <p:cNvSpPr/>
            <p:nvPr/>
          </p:nvSpPr>
          <p:spPr>
            <a:xfrm>
              <a:off x="7450449" y="2744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0" name="pt23670"/>
            <p:cNvSpPr/>
            <p:nvPr/>
          </p:nvSpPr>
          <p:spPr>
            <a:xfrm>
              <a:off x="7463620" y="3408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1" name="pt23671"/>
            <p:cNvSpPr/>
            <p:nvPr/>
          </p:nvSpPr>
          <p:spPr>
            <a:xfrm>
              <a:off x="7408830" y="31394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2" name="pt23672"/>
            <p:cNvSpPr/>
            <p:nvPr/>
          </p:nvSpPr>
          <p:spPr>
            <a:xfrm>
              <a:off x="7428471" y="3120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3" name="pt23673"/>
            <p:cNvSpPr/>
            <p:nvPr/>
          </p:nvSpPr>
          <p:spPr>
            <a:xfrm>
              <a:off x="7451349" y="3395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4" name="pt23674"/>
            <p:cNvSpPr/>
            <p:nvPr/>
          </p:nvSpPr>
          <p:spPr>
            <a:xfrm>
              <a:off x="7724907" y="3419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5" name="pt23675"/>
            <p:cNvSpPr/>
            <p:nvPr/>
          </p:nvSpPr>
          <p:spPr>
            <a:xfrm>
              <a:off x="7440073" y="3299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6" name="pt23676"/>
            <p:cNvSpPr/>
            <p:nvPr/>
          </p:nvSpPr>
          <p:spPr>
            <a:xfrm>
              <a:off x="7443221" y="3554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7" name="pt23677"/>
            <p:cNvSpPr/>
            <p:nvPr/>
          </p:nvSpPr>
          <p:spPr>
            <a:xfrm>
              <a:off x="7496748" y="33481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8" name="pt23678"/>
            <p:cNvSpPr/>
            <p:nvPr/>
          </p:nvSpPr>
          <p:spPr>
            <a:xfrm>
              <a:off x="7468093" y="3186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79" name="pt23679"/>
            <p:cNvSpPr/>
            <p:nvPr/>
          </p:nvSpPr>
          <p:spPr>
            <a:xfrm>
              <a:off x="7414504" y="3415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0" name="pt23680"/>
            <p:cNvSpPr/>
            <p:nvPr/>
          </p:nvSpPr>
          <p:spPr>
            <a:xfrm>
              <a:off x="7422940" y="2913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1" name="pt23681"/>
            <p:cNvSpPr/>
            <p:nvPr/>
          </p:nvSpPr>
          <p:spPr>
            <a:xfrm>
              <a:off x="7428162" y="3099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2" name="pt23682"/>
            <p:cNvSpPr/>
            <p:nvPr/>
          </p:nvSpPr>
          <p:spPr>
            <a:xfrm>
              <a:off x="7433630" y="3540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3" name="pt23683"/>
            <p:cNvSpPr/>
            <p:nvPr/>
          </p:nvSpPr>
          <p:spPr>
            <a:xfrm>
              <a:off x="7460941" y="37796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4" name="pt23684"/>
            <p:cNvSpPr/>
            <p:nvPr/>
          </p:nvSpPr>
          <p:spPr>
            <a:xfrm>
              <a:off x="7383706" y="3741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5" name="pt23685"/>
            <p:cNvSpPr/>
            <p:nvPr/>
          </p:nvSpPr>
          <p:spPr>
            <a:xfrm>
              <a:off x="7393970" y="31045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6" name="pt23686"/>
            <p:cNvSpPr/>
            <p:nvPr/>
          </p:nvSpPr>
          <p:spPr>
            <a:xfrm>
              <a:off x="7430092" y="3097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7" name="pt23687"/>
            <p:cNvSpPr/>
            <p:nvPr/>
          </p:nvSpPr>
          <p:spPr>
            <a:xfrm>
              <a:off x="7843970" y="32585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8" name="pt23688"/>
            <p:cNvSpPr/>
            <p:nvPr/>
          </p:nvSpPr>
          <p:spPr>
            <a:xfrm>
              <a:off x="7463114" y="5127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89" name="pt23689"/>
            <p:cNvSpPr/>
            <p:nvPr/>
          </p:nvSpPr>
          <p:spPr>
            <a:xfrm>
              <a:off x="7435784" y="31190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0" name="pt23690"/>
            <p:cNvSpPr/>
            <p:nvPr/>
          </p:nvSpPr>
          <p:spPr>
            <a:xfrm>
              <a:off x="7442644" y="3210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1" name="pt23691"/>
            <p:cNvSpPr/>
            <p:nvPr/>
          </p:nvSpPr>
          <p:spPr>
            <a:xfrm>
              <a:off x="7516283" y="3437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2" name="pt23692"/>
            <p:cNvSpPr/>
            <p:nvPr/>
          </p:nvSpPr>
          <p:spPr>
            <a:xfrm>
              <a:off x="7449113" y="34765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3" name="pt23693"/>
            <p:cNvSpPr/>
            <p:nvPr/>
          </p:nvSpPr>
          <p:spPr>
            <a:xfrm>
              <a:off x="7476458" y="3573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4" name="pt23694"/>
            <p:cNvSpPr/>
            <p:nvPr/>
          </p:nvSpPr>
          <p:spPr>
            <a:xfrm>
              <a:off x="7409510" y="3112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5" name="pt23695"/>
            <p:cNvSpPr/>
            <p:nvPr/>
          </p:nvSpPr>
          <p:spPr>
            <a:xfrm>
              <a:off x="7464409" y="3164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6" name="pt23696"/>
            <p:cNvSpPr/>
            <p:nvPr/>
          </p:nvSpPr>
          <p:spPr>
            <a:xfrm>
              <a:off x="7424800" y="31182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7" name="pt23697"/>
            <p:cNvSpPr/>
            <p:nvPr/>
          </p:nvSpPr>
          <p:spPr>
            <a:xfrm>
              <a:off x="7488915" y="31013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8" name="pt23698"/>
            <p:cNvSpPr/>
            <p:nvPr/>
          </p:nvSpPr>
          <p:spPr>
            <a:xfrm>
              <a:off x="7443819" y="2889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699" name="pt23699"/>
            <p:cNvSpPr/>
            <p:nvPr/>
          </p:nvSpPr>
          <p:spPr>
            <a:xfrm>
              <a:off x="7475345" y="3249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0" name="pt23700"/>
            <p:cNvSpPr/>
            <p:nvPr/>
          </p:nvSpPr>
          <p:spPr>
            <a:xfrm>
              <a:off x="7514465" y="31914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1" name="pt23701"/>
            <p:cNvSpPr/>
            <p:nvPr/>
          </p:nvSpPr>
          <p:spPr>
            <a:xfrm>
              <a:off x="7411981" y="3290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2" name="pt23702"/>
            <p:cNvSpPr/>
            <p:nvPr/>
          </p:nvSpPr>
          <p:spPr>
            <a:xfrm>
              <a:off x="7274720" y="300415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03" name="pt23703"/>
            <p:cNvSpPr/>
            <p:nvPr/>
          </p:nvSpPr>
          <p:spPr>
            <a:xfrm>
              <a:off x="7418270" y="3336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4" name="pt23704"/>
            <p:cNvSpPr/>
            <p:nvPr/>
          </p:nvSpPr>
          <p:spPr>
            <a:xfrm>
              <a:off x="7414548" y="30564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5" name="pt23705"/>
            <p:cNvSpPr/>
            <p:nvPr/>
          </p:nvSpPr>
          <p:spPr>
            <a:xfrm>
              <a:off x="7456212" y="3696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6" name="pt23706"/>
            <p:cNvSpPr/>
            <p:nvPr/>
          </p:nvSpPr>
          <p:spPr>
            <a:xfrm>
              <a:off x="7442418" y="34059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7" name="pt23707"/>
            <p:cNvSpPr/>
            <p:nvPr/>
          </p:nvSpPr>
          <p:spPr>
            <a:xfrm>
              <a:off x="7461155" y="3712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8" name="pt23708"/>
            <p:cNvSpPr/>
            <p:nvPr/>
          </p:nvSpPr>
          <p:spPr>
            <a:xfrm>
              <a:off x="7462203" y="3446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09" name="pt23709"/>
            <p:cNvSpPr/>
            <p:nvPr/>
          </p:nvSpPr>
          <p:spPr>
            <a:xfrm>
              <a:off x="7414268" y="3214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0" name="pt23710"/>
            <p:cNvSpPr/>
            <p:nvPr/>
          </p:nvSpPr>
          <p:spPr>
            <a:xfrm>
              <a:off x="7177677" y="311818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11" name="pt23711"/>
            <p:cNvSpPr/>
            <p:nvPr/>
          </p:nvSpPr>
          <p:spPr>
            <a:xfrm>
              <a:off x="7440121" y="2766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2" name="pt23712"/>
            <p:cNvSpPr/>
            <p:nvPr/>
          </p:nvSpPr>
          <p:spPr>
            <a:xfrm>
              <a:off x="7407315" y="3549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3" name="pt23713"/>
            <p:cNvSpPr/>
            <p:nvPr/>
          </p:nvSpPr>
          <p:spPr>
            <a:xfrm>
              <a:off x="7341355" y="3129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4" name="pt23714"/>
            <p:cNvSpPr/>
            <p:nvPr/>
          </p:nvSpPr>
          <p:spPr>
            <a:xfrm>
              <a:off x="7412795" y="3028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5" name="pt23715"/>
            <p:cNvSpPr/>
            <p:nvPr/>
          </p:nvSpPr>
          <p:spPr>
            <a:xfrm>
              <a:off x="7410408" y="3112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6" name="pt23716"/>
            <p:cNvSpPr/>
            <p:nvPr/>
          </p:nvSpPr>
          <p:spPr>
            <a:xfrm>
              <a:off x="7438901" y="3110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7" name="pt23717"/>
            <p:cNvSpPr/>
            <p:nvPr/>
          </p:nvSpPr>
          <p:spPr>
            <a:xfrm>
              <a:off x="7464332" y="3258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8" name="pt23718"/>
            <p:cNvSpPr/>
            <p:nvPr/>
          </p:nvSpPr>
          <p:spPr>
            <a:xfrm>
              <a:off x="7455289" y="3278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19" name="pt23719"/>
            <p:cNvSpPr/>
            <p:nvPr/>
          </p:nvSpPr>
          <p:spPr>
            <a:xfrm>
              <a:off x="7617180" y="340773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20" name="pt23720"/>
            <p:cNvSpPr/>
            <p:nvPr/>
          </p:nvSpPr>
          <p:spPr>
            <a:xfrm>
              <a:off x="7453715" y="3382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1" name="pt23721"/>
            <p:cNvSpPr/>
            <p:nvPr/>
          </p:nvSpPr>
          <p:spPr>
            <a:xfrm>
              <a:off x="7464828" y="2935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2" name="pt23722"/>
            <p:cNvSpPr/>
            <p:nvPr/>
          </p:nvSpPr>
          <p:spPr>
            <a:xfrm>
              <a:off x="7455444" y="3251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3" name="pt23723"/>
            <p:cNvSpPr/>
            <p:nvPr/>
          </p:nvSpPr>
          <p:spPr>
            <a:xfrm>
              <a:off x="7424215" y="3082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4" name="pt23724"/>
            <p:cNvSpPr/>
            <p:nvPr/>
          </p:nvSpPr>
          <p:spPr>
            <a:xfrm>
              <a:off x="7461203" y="2729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5" name="pt23725"/>
            <p:cNvSpPr/>
            <p:nvPr/>
          </p:nvSpPr>
          <p:spPr>
            <a:xfrm>
              <a:off x="7638082" y="311390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26" name="pt23726"/>
            <p:cNvSpPr/>
            <p:nvPr/>
          </p:nvSpPr>
          <p:spPr>
            <a:xfrm>
              <a:off x="7461721" y="30190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7" name="pt23727"/>
            <p:cNvSpPr/>
            <p:nvPr/>
          </p:nvSpPr>
          <p:spPr>
            <a:xfrm>
              <a:off x="7446843" y="3457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8" name="pt23728"/>
            <p:cNvSpPr/>
            <p:nvPr/>
          </p:nvSpPr>
          <p:spPr>
            <a:xfrm>
              <a:off x="7418550" y="31454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29" name="pt23729"/>
            <p:cNvSpPr/>
            <p:nvPr/>
          </p:nvSpPr>
          <p:spPr>
            <a:xfrm>
              <a:off x="7416287" y="32524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0" name="pt23730"/>
            <p:cNvSpPr/>
            <p:nvPr/>
          </p:nvSpPr>
          <p:spPr>
            <a:xfrm>
              <a:off x="7396346" y="32492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1" name="pt23731"/>
            <p:cNvSpPr/>
            <p:nvPr/>
          </p:nvSpPr>
          <p:spPr>
            <a:xfrm>
              <a:off x="7448517" y="2880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2" name="pt23732"/>
            <p:cNvSpPr/>
            <p:nvPr/>
          </p:nvSpPr>
          <p:spPr>
            <a:xfrm>
              <a:off x="7385433" y="32069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3" name="pt23733"/>
            <p:cNvSpPr/>
            <p:nvPr/>
          </p:nvSpPr>
          <p:spPr>
            <a:xfrm>
              <a:off x="7432855" y="3338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4" name="pt23734"/>
            <p:cNvSpPr/>
            <p:nvPr/>
          </p:nvSpPr>
          <p:spPr>
            <a:xfrm>
              <a:off x="7470440" y="32828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5" name="pt23735"/>
            <p:cNvSpPr/>
            <p:nvPr/>
          </p:nvSpPr>
          <p:spPr>
            <a:xfrm>
              <a:off x="7381496" y="3511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6" name="pt23736"/>
            <p:cNvSpPr/>
            <p:nvPr/>
          </p:nvSpPr>
          <p:spPr>
            <a:xfrm>
              <a:off x="7455027" y="3619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7" name="pt23737"/>
            <p:cNvSpPr/>
            <p:nvPr/>
          </p:nvSpPr>
          <p:spPr>
            <a:xfrm>
              <a:off x="7438645" y="3242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8" name="pt23738"/>
            <p:cNvSpPr/>
            <p:nvPr/>
          </p:nvSpPr>
          <p:spPr>
            <a:xfrm>
              <a:off x="7496702" y="3136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39" name="pt23739"/>
            <p:cNvSpPr/>
            <p:nvPr/>
          </p:nvSpPr>
          <p:spPr>
            <a:xfrm>
              <a:off x="7517991" y="35086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0" name="pt23740"/>
            <p:cNvSpPr/>
            <p:nvPr/>
          </p:nvSpPr>
          <p:spPr>
            <a:xfrm>
              <a:off x="7489011" y="3484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1" name="pt23741"/>
            <p:cNvSpPr/>
            <p:nvPr/>
          </p:nvSpPr>
          <p:spPr>
            <a:xfrm>
              <a:off x="7409263" y="3614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2" name="pt23742"/>
            <p:cNvSpPr/>
            <p:nvPr/>
          </p:nvSpPr>
          <p:spPr>
            <a:xfrm>
              <a:off x="7541152" y="3429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3" name="pt23743"/>
            <p:cNvSpPr/>
            <p:nvPr/>
          </p:nvSpPr>
          <p:spPr>
            <a:xfrm>
              <a:off x="8626382" y="33149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4" name="pt23744"/>
            <p:cNvSpPr/>
            <p:nvPr/>
          </p:nvSpPr>
          <p:spPr>
            <a:xfrm>
              <a:off x="7894718" y="356972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5" name="pt23745"/>
            <p:cNvSpPr/>
            <p:nvPr/>
          </p:nvSpPr>
          <p:spPr>
            <a:xfrm>
              <a:off x="7957928" y="3220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6" name="pt23746"/>
            <p:cNvSpPr/>
            <p:nvPr/>
          </p:nvSpPr>
          <p:spPr>
            <a:xfrm>
              <a:off x="7435569" y="3194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7" name="pt23747"/>
            <p:cNvSpPr/>
            <p:nvPr/>
          </p:nvSpPr>
          <p:spPr>
            <a:xfrm>
              <a:off x="7613837" y="300283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8" name="pt23748"/>
            <p:cNvSpPr/>
            <p:nvPr/>
          </p:nvSpPr>
          <p:spPr>
            <a:xfrm>
              <a:off x="7351623" y="30595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49" name="pt23749"/>
            <p:cNvSpPr/>
            <p:nvPr/>
          </p:nvSpPr>
          <p:spPr>
            <a:xfrm>
              <a:off x="7382918" y="3526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0" name="pt23750"/>
            <p:cNvSpPr/>
            <p:nvPr/>
          </p:nvSpPr>
          <p:spPr>
            <a:xfrm>
              <a:off x="7470412" y="3032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1" name="pt23751"/>
            <p:cNvSpPr/>
            <p:nvPr/>
          </p:nvSpPr>
          <p:spPr>
            <a:xfrm>
              <a:off x="7461740" y="3534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2" name="pt23752"/>
            <p:cNvSpPr/>
            <p:nvPr/>
          </p:nvSpPr>
          <p:spPr>
            <a:xfrm>
              <a:off x="7664481" y="353276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53" name="pt23753"/>
            <p:cNvSpPr/>
            <p:nvPr/>
          </p:nvSpPr>
          <p:spPr>
            <a:xfrm>
              <a:off x="7437808" y="3032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4" name="pt23754"/>
            <p:cNvSpPr/>
            <p:nvPr/>
          </p:nvSpPr>
          <p:spPr>
            <a:xfrm>
              <a:off x="7440785" y="3064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5" name="pt23755"/>
            <p:cNvSpPr/>
            <p:nvPr/>
          </p:nvSpPr>
          <p:spPr>
            <a:xfrm>
              <a:off x="7487278" y="32952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6" name="pt23756"/>
            <p:cNvSpPr/>
            <p:nvPr/>
          </p:nvSpPr>
          <p:spPr>
            <a:xfrm>
              <a:off x="7545509" y="3344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7" name="pt23757"/>
            <p:cNvSpPr/>
            <p:nvPr/>
          </p:nvSpPr>
          <p:spPr>
            <a:xfrm>
              <a:off x="7468879" y="3408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8" name="pt23758"/>
            <p:cNvSpPr/>
            <p:nvPr/>
          </p:nvSpPr>
          <p:spPr>
            <a:xfrm>
              <a:off x="7483628" y="3007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59" name="pt23759"/>
            <p:cNvSpPr/>
            <p:nvPr/>
          </p:nvSpPr>
          <p:spPr>
            <a:xfrm>
              <a:off x="7442947" y="2040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0" name="pt23760"/>
            <p:cNvSpPr/>
            <p:nvPr/>
          </p:nvSpPr>
          <p:spPr>
            <a:xfrm>
              <a:off x="7558027" y="3516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1" name="pt23761"/>
            <p:cNvSpPr/>
            <p:nvPr/>
          </p:nvSpPr>
          <p:spPr>
            <a:xfrm>
              <a:off x="7524940" y="3448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2" name="pt23762"/>
            <p:cNvSpPr/>
            <p:nvPr/>
          </p:nvSpPr>
          <p:spPr>
            <a:xfrm>
              <a:off x="7454953" y="3397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3" name="pt23763"/>
            <p:cNvSpPr/>
            <p:nvPr/>
          </p:nvSpPr>
          <p:spPr>
            <a:xfrm>
              <a:off x="7411041" y="3119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4" name="pt23764"/>
            <p:cNvSpPr/>
            <p:nvPr/>
          </p:nvSpPr>
          <p:spPr>
            <a:xfrm>
              <a:off x="7469267" y="3381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5" name="pt23765"/>
            <p:cNvSpPr/>
            <p:nvPr/>
          </p:nvSpPr>
          <p:spPr>
            <a:xfrm>
              <a:off x="7455623" y="3180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6" name="pt23766"/>
            <p:cNvSpPr/>
            <p:nvPr/>
          </p:nvSpPr>
          <p:spPr>
            <a:xfrm>
              <a:off x="7412709" y="3327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7" name="pt23767"/>
            <p:cNvSpPr/>
            <p:nvPr/>
          </p:nvSpPr>
          <p:spPr>
            <a:xfrm>
              <a:off x="7463663" y="30092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8" name="pt23768"/>
            <p:cNvSpPr/>
            <p:nvPr/>
          </p:nvSpPr>
          <p:spPr>
            <a:xfrm>
              <a:off x="7374125" y="3317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69" name="pt23769"/>
            <p:cNvSpPr/>
            <p:nvPr/>
          </p:nvSpPr>
          <p:spPr>
            <a:xfrm>
              <a:off x="7484059" y="3468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0" name="pt23770"/>
            <p:cNvSpPr/>
            <p:nvPr/>
          </p:nvSpPr>
          <p:spPr>
            <a:xfrm>
              <a:off x="7448936" y="3416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1" name="pt23771"/>
            <p:cNvSpPr/>
            <p:nvPr/>
          </p:nvSpPr>
          <p:spPr>
            <a:xfrm>
              <a:off x="7423402" y="3466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2" name="pt23772"/>
            <p:cNvSpPr/>
            <p:nvPr/>
          </p:nvSpPr>
          <p:spPr>
            <a:xfrm>
              <a:off x="7486089" y="3314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3" name="pt23773"/>
            <p:cNvSpPr/>
            <p:nvPr/>
          </p:nvSpPr>
          <p:spPr>
            <a:xfrm>
              <a:off x="7360183" y="3421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4" name="pt23774"/>
            <p:cNvSpPr/>
            <p:nvPr/>
          </p:nvSpPr>
          <p:spPr>
            <a:xfrm>
              <a:off x="7578572" y="3162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5" name="pt23775"/>
            <p:cNvSpPr/>
            <p:nvPr/>
          </p:nvSpPr>
          <p:spPr>
            <a:xfrm>
              <a:off x="7476853" y="35918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6" name="pt23776"/>
            <p:cNvSpPr/>
            <p:nvPr/>
          </p:nvSpPr>
          <p:spPr>
            <a:xfrm>
              <a:off x="7401244" y="3979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7" name="pt23777"/>
            <p:cNvSpPr/>
            <p:nvPr/>
          </p:nvSpPr>
          <p:spPr>
            <a:xfrm>
              <a:off x="7466546" y="3215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8" name="pt23778"/>
            <p:cNvSpPr/>
            <p:nvPr/>
          </p:nvSpPr>
          <p:spPr>
            <a:xfrm>
              <a:off x="7443250" y="36146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79" name="pt23779"/>
            <p:cNvSpPr/>
            <p:nvPr/>
          </p:nvSpPr>
          <p:spPr>
            <a:xfrm>
              <a:off x="7436810" y="2957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0" name="pt23780"/>
            <p:cNvSpPr/>
            <p:nvPr/>
          </p:nvSpPr>
          <p:spPr>
            <a:xfrm>
              <a:off x="7411699" y="3245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1" name="pt23781"/>
            <p:cNvSpPr/>
            <p:nvPr/>
          </p:nvSpPr>
          <p:spPr>
            <a:xfrm>
              <a:off x="7517766" y="32464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2" name="pt23782"/>
            <p:cNvSpPr/>
            <p:nvPr/>
          </p:nvSpPr>
          <p:spPr>
            <a:xfrm>
              <a:off x="7465424" y="3409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3" name="pt23783"/>
            <p:cNvSpPr/>
            <p:nvPr/>
          </p:nvSpPr>
          <p:spPr>
            <a:xfrm>
              <a:off x="7941742" y="360523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84" name="pt23784"/>
            <p:cNvSpPr/>
            <p:nvPr/>
          </p:nvSpPr>
          <p:spPr>
            <a:xfrm>
              <a:off x="7415144" y="30293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5" name="pt23785"/>
            <p:cNvSpPr/>
            <p:nvPr/>
          </p:nvSpPr>
          <p:spPr>
            <a:xfrm>
              <a:off x="7415827" y="3364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6" name="pt23786"/>
            <p:cNvSpPr/>
            <p:nvPr/>
          </p:nvSpPr>
          <p:spPr>
            <a:xfrm>
              <a:off x="7415654" y="3115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7" name="pt23787"/>
            <p:cNvSpPr/>
            <p:nvPr/>
          </p:nvSpPr>
          <p:spPr>
            <a:xfrm>
              <a:off x="6626693" y="3130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8" name="pt23788"/>
            <p:cNvSpPr/>
            <p:nvPr/>
          </p:nvSpPr>
          <p:spPr>
            <a:xfrm>
              <a:off x="7438445" y="3315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89" name="pt23789"/>
            <p:cNvSpPr/>
            <p:nvPr/>
          </p:nvSpPr>
          <p:spPr>
            <a:xfrm>
              <a:off x="7467266" y="3351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0" name="pt23790"/>
            <p:cNvSpPr/>
            <p:nvPr/>
          </p:nvSpPr>
          <p:spPr>
            <a:xfrm>
              <a:off x="7465664" y="3375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1" name="pt23791"/>
            <p:cNvSpPr/>
            <p:nvPr/>
          </p:nvSpPr>
          <p:spPr>
            <a:xfrm>
              <a:off x="7515379" y="3460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2" name="pt23792"/>
            <p:cNvSpPr/>
            <p:nvPr/>
          </p:nvSpPr>
          <p:spPr>
            <a:xfrm>
              <a:off x="7290355" y="3659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3" name="pt23793"/>
            <p:cNvSpPr/>
            <p:nvPr/>
          </p:nvSpPr>
          <p:spPr>
            <a:xfrm>
              <a:off x="7425757" y="3353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4" name="pt23794"/>
            <p:cNvSpPr/>
            <p:nvPr/>
          </p:nvSpPr>
          <p:spPr>
            <a:xfrm>
              <a:off x="7460227" y="3496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5" name="pt23795"/>
            <p:cNvSpPr/>
            <p:nvPr/>
          </p:nvSpPr>
          <p:spPr>
            <a:xfrm>
              <a:off x="7419539" y="3150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6" name="pt23796"/>
            <p:cNvSpPr/>
            <p:nvPr/>
          </p:nvSpPr>
          <p:spPr>
            <a:xfrm>
              <a:off x="7439121" y="2472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7" name="pt23797"/>
            <p:cNvSpPr/>
            <p:nvPr/>
          </p:nvSpPr>
          <p:spPr>
            <a:xfrm>
              <a:off x="7366460" y="3332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8" name="pt23798"/>
            <p:cNvSpPr/>
            <p:nvPr/>
          </p:nvSpPr>
          <p:spPr>
            <a:xfrm>
              <a:off x="7433309" y="3574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799" name="pt23799"/>
            <p:cNvSpPr/>
            <p:nvPr/>
          </p:nvSpPr>
          <p:spPr>
            <a:xfrm>
              <a:off x="7585194" y="351603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00" name="pt23800"/>
            <p:cNvSpPr/>
            <p:nvPr/>
          </p:nvSpPr>
          <p:spPr>
            <a:xfrm>
              <a:off x="7489899" y="3373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1" name="pt23801"/>
            <p:cNvSpPr/>
            <p:nvPr/>
          </p:nvSpPr>
          <p:spPr>
            <a:xfrm>
              <a:off x="7420724" y="3430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2" name="pt23802"/>
            <p:cNvSpPr/>
            <p:nvPr/>
          </p:nvSpPr>
          <p:spPr>
            <a:xfrm>
              <a:off x="7449381" y="3235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3" name="pt23803"/>
            <p:cNvSpPr/>
            <p:nvPr/>
          </p:nvSpPr>
          <p:spPr>
            <a:xfrm>
              <a:off x="7299984" y="3107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4" name="pt23804"/>
            <p:cNvSpPr/>
            <p:nvPr/>
          </p:nvSpPr>
          <p:spPr>
            <a:xfrm>
              <a:off x="7464445" y="3073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5" name="pt23805"/>
            <p:cNvSpPr/>
            <p:nvPr/>
          </p:nvSpPr>
          <p:spPr>
            <a:xfrm>
              <a:off x="7389600" y="3257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6" name="pt23806"/>
            <p:cNvSpPr/>
            <p:nvPr/>
          </p:nvSpPr>
          <p:spPr>
            <a:xfrm>
              <a:off x="8006831" y="355342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07" name="pt23807"/>
            <p:cNvSpPr/>
            <p:nvPr/>
          </p:nvSpPr>
          <p:spPr>
            <a:xfrm>
              <a:off x="7413659" y="3033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8" name="pt23808"/>
            <p:cNvSpPr/>
            <p:nvPr/>
          </p:nvSpPr>
          <p:spPr>
            <a:xfrm>
              <a:off x="7367201" y="3417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09" name="pt23809"/>
            <p:cNvSpPr/>
            <p:nvPr/>
          </p:nvSpPr>
          <p:spPr>
            <a:xfrm>
              <a:off x="7440389" y="3383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0" name="pt23810"/>
            <p:cNvSpPr/>
            <p:nvPr/>
          </p:nvSpPr>
          <p:spPr>
            <a:xfrm>
              <a:off x="7437430" y="3084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1" name="pt23811"/>
            <p:cNvSpPr/>
            <p:nvPr/>
          </p:nvSpPr>
          <p:spPr>
            <a:xfrm>
              <a:off x="7427990" y="3629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2" name="pt23812"/>
            <p:cNvSpPr/>
            <p:nvPr/>
          </p:nvSpPr>
          <p:spPr>
            <a:xfrm>
              <a:off x="7428109" y="3076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3" name="pt23813"/>
            <p:cNvSpPr/>
            <p:nvPr/>
          </p:nvSpPr>
          <p:spPr>
            <a:xfrm>
              <a:off x="7407745" y="3436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4" name="pt23814"/>
            <p:cNvSpPr/>
            <p:nvPr/>
          </p:nvSpPr>
          <p:spPr>
            <a:xfrm>
              <a:off x="7433896" y="3215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5" name="pt23815"/>
            <p:cNvSpPr/>
            <p:nvPr/>
          </p:nvSpPr>
          <p:spPr>
            <a:xfrm>
              <a:off x="7483120" y="3520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6" name="pt23816"/>
            <p:cNvSpPr/>
            <p:nvPr/>
          </p:nvSpPr>
          <p:spPr>
            <a:xfrm>
              <a:off x="7456927" y="3562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7" name="pt23817"/>
            <p:cNvSpPr/>
            <p:nvPr/>
          </p:nvSpPr>
          <p:spPr>
            <a:xfrm>
              <a:off x="7476607" y="35160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8" name="pt23818"/>
            <p:cNvSpPr/>
            <p:nvPr/>
          </p:nvSpPr>
          <p:spPr>
            <a:xfrm>
              <a:off x="7390981" y="3174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19" name="pt23819"/>
            <p:cNvSpPr/>
            <p:nvPr/>
          </p:nvSpPr>
          <p:spPr>
            <a:xfrm>
              <a:off x="7427510" y="3122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0" name="pt23820"/>
            <p:cNvSpPr/>
            <p:nvPr/>
          </p:nvSpPr>
          <p:spPr>
            <a:xfrm>
              <a:off x="7474440" y="3165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1" name="pt23821"/>
            <p:cNvSpPr/>
            <p:nvPr/>
          </p:nvSpPr>
          <p:spPr>
            <a:xfrm>
              <a:off x="7441749" y="34290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2" name="pt23822"/>
            <p:cNvSpPr/>
            <p:nvPr/>
          </p:nvSpPr>
          <p:spPr>
            <a:xfrm>
              <a:off x="7487496" y="35364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3" name="pt23823"/>
            <p:cNvSpPr/>
            <p:nvPr/>
          </p:nvSpPr>
          <p:spPr>
            <a:xfrm>
              <a:off x="7460259" y="3137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4" name="pt23824"/>
            <p:cNvSpPr/>
            <p:nvPr/>
          </p:nvSpPr>
          <p:spPr>
            <a:xfrm>
              <a:off x="7396729" y="31375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5" name="pt23825"/>
            <p:cNvSpPr/>
            <p:nvPr/>
          </p:nvSpPr>
          <p:spPr>
            <a:xfrm>
              <a:off x="7467624" y="3342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6" name="pt23826"/>
            <p:cNvSpPr/>
            <p:nvPr/>
          </p:nvSpPr>
          <p:spPr>
            <a:xfrm>
              <a:off x="7110449" y="353877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27" name="pt23827"/>
            <p:cNvSpPr/>
            <p:nvPr/>
          </p:nvSpPr>
          <p:spPr>
            <a:xfrm>
              <a:off x="7411584" y="34534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8" name="pt23828"/>
            <p:cNvSpPr/>
            <p:nvPr/>
          </p:nvSpPr>
          <p:spPr>
            <a:xfrm>
              <a:off x="7468282" y="3119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29" name="pt23829"/>
            <p:cNvSpPr/>
            <p:nvPr/>
          </p:nvSpPr>
          <p:spPr>
            <a:xfrm>
              <a:off x="7453253" y="3321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0" name="pt23830"/>
            <p:cNvSpPr/>
            <p:nvPr/>
          </p:nvSpPr>
          <p:spPr>
            <a:xfrm>
              <a:off x="7433054" y="3246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1" name="pt23831"/>
            <p:cNvSpPr/>
            <p:nvPr/>
          </p:nvSpPr>
          <p:spPr>
            <a:xfrm>
              <a:off x="7431004" y="3178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2" name="pt23832"/>
            <p:cNvSpPr/>
            <p:nvPr/>
          </p:nvSpPr>
          <p:spPr>
            <a:xfrm>
              <a:off x="8330537" y="3459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3" name="pt23833"/>
            <p:cNvSpPr/>
            <p:nvPr/>
          </p:nvSpPr>
          <p:spPr>
            <a:xfrm>
              <a:off x="7499019" y="3493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4" name="pt23834"/>
            <p:cNvSpPr/>
            <p:nvPr/>
          </p:nvSpPr>
          <p:spPr>
            <a:xfrm>
              <a:off x="7463116" y="2953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5" name="pt23835"/>
            <p:cNvSpPr/>
            <p:nvPr/>
          </p:nvSpPr>
          <p:spPr>
            <a:xfrm>
              <a:off x="7404686" y="3024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6" name="pt23836"/>
            <p:cNvSpPr/>
            <p:nvPr/>
          </p:nvSpPr>
          <p:spPr>
            <a:xfrm>
              <a:off x="7476881" y="3356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7" name="pt23837"/>
            <p:cNvSpPr/>
            <p:nvPr/>
          </p:nvSpPr>
          <p:spPr>
            <a:xfrm>
              <a:off x="7474328" y="3412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8" name="pt23838"/>
            <p:cNvSpPr/>
            <p:nvPr/>
          </p:nvSpPr>
          <p:spPr>
            <a:xfrm>
              <a:off x="7431284" y="31704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39" name="pt23839"/>
            <p:cNvSpPr/>
            <p:nvPr/>
          </p:nvSpPr>
          <p:spPr>
            <a:xfrm>
              <a:off x="7449999" y="32972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0" name="pt23840"/>
            <p:cNvSpPr/>
            <p:nvPr/>
          </p:nvSpPr>
          <p:spPr>
            <a:xfrm>
              <a:off x="7492843" y="3479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1" name="pt23841"/>
            <p:cNvSpPr/>
            <p:nvPr/>
          </p:nvSpPr>
          <p:spPr>
            <a:xfrm>
              <a:off x="7437640" y="3370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2" name="pt23842"/>
            <p:cNvSpPr/>
            <p:nvPr/>
          </p:nvSpPr>
          <p:spPr>
            <a:xfrm>
              <a:off x="7432937" y="3087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3" name="pt23843"/>
            <p:cNvSpPr/>
            <p:nvPr/>
          </p:nvSpPr>
          <p:spPr>
            <a:xfrm>
              <a:off x="7495036" y="3280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4" name="pt23844"/>
            <p:cNvSpPr/>
            <p:nvPr/>
          </p:nvSpPr>
          <p:spPr>
            <a:xfrm>
              <a:off x="7426777" y="3061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5" name="pt23845"/>
            <p:cNvSpPr/>
            <p:nvPr/>
          </p:nvSpPr>
          <p:spPr>
            <a:xfrm>
              <a:off x="7396720" y="31358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6" name="pt23846"/>
            <p:cNvSpPr/>
            <p:nvPr/>
          </p:nvSpPr>
          <p:spPr>
            <a:xfrm>
              <a:off x="7386472" y="3116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7" name="pt23847"/>
            <p:cNvSpPr/>
            <p:nvPr/>
          </p:nvSpPr>
          <p:spPr>
            <a:xfrm>
              <a:off x="7401970" y="3161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8" name="pt23848"/>
            <p:cNvSpPr/>
            <p:nvPr/>
          </p:nvSpPr>
          <p:spPr>
            <a:xfrm>
              <a:off x="7419301" y="29472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49" name="pt23849"/>
            <p:cNvSpPr/>
            <p:nvPr/>
          </p:nvSpPr>
          <p:spPr>
            <a:xfrm>
              <a:off x="7415111" y="32813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0" name="pt23850"/>
            <p:cNvSpPr/>
            <p:nvPr/>
          </p:nvSpPr>
          <p:spPr>
            <a:xfrm>
              <a:off x="7455490" y="3408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1" name="pt23851"/>
            <p:cNvSpPr/>
            <p:nvPr/>
          </p:nvSpPr>
          <p:spPr>
            <a:xfrm>
              <a:off x="7465107" y="3229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2" name="pt23852"/>
            <p:cNvSpPr/>
            <p:nvPr/>
          </p:nvSpPr>
          <p:spPr>
            <a:xfrm>
              <a:off x="7425424" y="3254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3" name="pt23853"/>
            <p:cNvSpPr/>
            <p:nvPr/>
          </p:nvSpPr>
          <p:spPr>
            <a:xfrm>
              <a:off x="7447287" y="3194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4" name="pt23854"/>
            <p:cNvSpPr/>
            <p:nvPr/>
          </p:nvSpPr>
          <p:spPr>
            <a:xfrm>
              <a:off x="7403489" y="3233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5" name="pt23855"/>
            <p:cNvSpPr/>
            <p:nvPr/>
          </p:nvSpPr>
          <p:spPr>
            <a:xfrm>
              <a:off x="7397161" y="32232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6" name="pt23856"/>
            <p:cNvSpPr/>
            <p:nvPr/>
          </p:nvSpPr>
          <p:spPr>
            <a:xfrm>
              <a:off x="7427041" y="34100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7" name="pt23857"/>
            <p:cNvSpPr/>
            <p:nvPr/>
          </p:nvSpPr>
          <p:spPr>
            <a:xfrm>
              <a:off x="7430505" y="3609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8" name="pt23858"/>
            <p:cNvSpPr/>
            <p:nvPr/>
          </p:nvSpPr>
          <p:spPr>
            <a:xfrm>
              <a:off x="7421437" y="3159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59" name="pt23859"/>
            <p:cNvSpPr/>
            <p:nvPr/>
          </p:nvSpPr>
          <p:spPr>
            <a:xfrm>
              <a:off x="7450025" y="31809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0" name="pt23860"/>
            <p:cNvSpPr/>
            <p:nvPr/>
          </p:nvSpPr>
          <p:spPr>
            <a:xfrm>
              <a:off x="7439515" y="3067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1" name="pt23861"/>
            <p:cNvSpPr/>
            <p:nvPr/>
          </p:nvSpPr>
          <p:spPr>
            <a:xfrm>
              <a:off x="7418254" y="3627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2" name="pt23862"/>
            <p:cNvSpPr/>
            <p:nvPr/>
          </p:nvSpPr>
          <p:spPr>
            <a:xfrm>
              <a:off x="7447691" y="3185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3" name="pt23863"/>
            <p:cNvSpPr/>
            <p:nvPr/>
          </p:nvSpPr>
          <p:spPr>
            <a:xfrm>
              <a:off x="7497930" y="3433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4" name="pt23864"/>
            <p:cNvSpPr/>
            <p:nvPr/>
          </p:nvSpPr>
          <p:spPr>
            <a:xfrm>
              <a:off x="7439102" y="3309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5" name="pt23865"/>
            <p:cNvSpPr/>
            <p:nvPr/>
          </p:nvSpPr>
          <p:spPr>
            <a:xfrm>
              <a:off x="7444428" y="3519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6" name="pt23866"/>
            <p:cNvSpPr/>
            <p:nvPr/>
          </p:nvSpPr>
          <p:spPr>
            <a:xfrm>
              <a:off x="7434647" y="3378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7" name="pt23867"/>
            <p:cNvSpPr/>
            <p:nvPr/>
          </p:nvSpPr>
          <p:spPr>
            <a:xfrm>
              <a:off x="7458571" y="3301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8" name="pt23868"/>
            <p:cNvSpPr/>
            <p:nvPr/>
          </p:nvSpPr>
          <p:spPr>
            <a:xfrm>
              <a:off x="7497815" y="3672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69" name="pt23869"/>
            <p:cNvSpPr/>
            <p:nvPr/>
          </p:nvSpPr>
          <p:spPr>
            <a:xfrm>
              <a:off x="7460085" y="3329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0" name="pt23870"/>
            <p:cNvSpPr/>
            <p:nvPr/>
          </p:nvSpPr>
          <p:spPr>
            <a:xfrm>
              <a:off x="7415624" y="31576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1" name="pt23871"/>
            <p:cNvSpPr/>
            <p:nvPr/>
          </p:nvSpPr>
          <p:spPr>
            <a:xfrm>
              <a:off x="7488713" y="3613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2" name="pt23872"/>
            <p:cNvSpPr/>
            <p:nvPr/>
          </p:nvSpPr>
          <p:spPr>
            <a:xfrm>
              <a:off x="7501026" y="30823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3" name="pt23873"/>
            <p:cNvSpPr/>
            <p:nvPr/>
          </p:nvSpPr>
          <p:spPr>
            <a:xfrm>
              <a:off x="7460512" y="3142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4" name="pt23874"/>
            <p:cNvSpPr/>
            <p:nvPr/>
          </p:nvSpPr>
          <p:spPr>
            <a:xfrm>
              <a:off x="7515483" y="3307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5" name="pt23875"/>
            <p:cNvSpPr/>
            <p:nvPr/>
          </p:nvSpPr>
          <p:spPr>
            <a:xfrm>
              <a:off x="7451135" y="3271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6" name="pt23876"/>
            <p:cNvSpPr/>
            <p:nvPr/>
          </p:nvSpPr>
          <p:spPr>
            <a:xfrm>
              <a:off x="7457842" y="3395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7" name="pt23877"/>
            <p:cNvSpPr/>
            <p:nvPr/>
          </p:nvSpPr>
          <p:spPr>
            <a:xfrm>
              <a:off x="7453584" y="3559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8" name="pt23878"/>
            <p:cNvSpPr/>
            <p:nvPr/>
          </p:nvSpPr>
          <p:spPr>
            <a:xfrm>
              <a:off x="7413947" y="36161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79" name="pt23879"/>
            <p:cNvSpPr/>
            <p:nvPr/>
          </p:nvSpPr>
          <p:spPr>
            <a:xfrm>
              <a:off x="7417792" y="3462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0" name="pt23880"/>
            <p:cNvSpPr/>
            <p:nvPr/>
          </p:nvSpPr>
          <p:spPr>
            <a:xfrm>
              <a:off x="7429620" y="3454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1" name="pt23881"/>
            <p:cNvSpPr/>
            <p:nvPr/>
          </p:nvSpPr>
          <p:spPr>
            <a:xfrm>
              <a:off x="7461891" y="3646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2" name="pt23882"/>
            <p:cNvSpPr/>
            <p:nvPr/>
          </p:nvSpPr>
          <p:spPr>
            <a:xfrm>
              <a:off x="7458423" y="2842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3" name="pt23883"/>
            <p:cNvSpPr/>
            <p:nvPr/>
          </p:nvSpPr>
          <p:spPr>
            <a:xfrm>
              <a:off x="7392519" y="31427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4" name="pt23884"/>
            <p:cNvSpPr/>
            <p:nvPr/>
          </p:nvSpPr>
          <p:spPr>
            <a:xfrm>
              <a:off x="8595789" y="370484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85" name="pt23885"/>
            <p:cNvSpPr/>
            <p:nvPr/>
          </p:nvSpPr>
          <p:spPr>
            <a:xfrm>
              <a:off x="7432235" y="31556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6" name="pt23886"/>
            <p:cNvSpPr/>
            <p:nvPr/>
          </p:nvSpPr>
          <p:spPr>
            <a:xfrm>
              <a:off x="7419793" y="32627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7" name="pt23887"/>
            <p:cNvSpPr/>
            <p:nvPr/>
          </p:nvSpPr>
          <p:spPr>
            <a:xfrm>
              <a:off x="7396681" y="3297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8" name="pt23888"/>
            <p:cNvSpPr/>
            <p:nvPr/>
          </p:nvSpPr>
          <p:spPr>
            <a:xfrm>
              <a:off x="7374723" y="2439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89" name="pt23889"/>
            <p:cNvSpPr/>
            <p:nvPr/>
          </p:nvSpPr>
          <p:spPr>
            <a:xfrm>
              <a:off x="7406859" y="3143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0" name="pt23890"/>
            <p:cNvSpPr/>
            <p:nvPr/>
          </p:nvSpPr>
          <p:spPr>
            <a:xfrm>
              <a:off x="7462318" y="35000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1" name="pt23891"/>
            <p:cNvSpPr/>
            <p:nvPr/>
          </p:nvSpPr>
          <p:spPr>
            <a:xfrm>
              <a:off x="7564052" y="3017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2" name="pt23892"/>
            <p:cNvSpPr/>
            <p:nvPr/>
          </p:nvSpPr>
          <p:spPr>
            <a:xfrm>
              <a:off x="7471597" y="3356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3" name="pt23893"/>
            <p:cNvSpPr/>
            <p:nvPr/>
          </p:nvSpPr>
          <p:spPr>
            <a:xfrm>
              <a:off x="7130409" y="363904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94" name="pt23894"/>
            <p:cNvSpPr/>
            <p:nvPr/>
          </p:nvSpPr>
          <p:spPr>
            <a:xfrm>
              <a:off x="7447382" y="3332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5" name="pt23895"/>
            <p:cNvSpPr/>
            <p:nvPr/>
          </p:nvSpPr>
          <p:spPr>
            <a:xfrm>
              <a:off x="7433024" y="3519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6" name="pt23896"/>
            <p:cNvSpPr/>
            <p:nvPr/>
          </p:nvSpPr>
          <p:spPr>
            <a:xfrm>
              <a:off x="7521988" y="35687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7" name="pt23897"/>
            <p:cNvSpPr/>
            <p:nvPr/>
          </p:nvSpPr>
          <p:spPr>
            <a:xfrm>
              <a:off x="7415065" y="31515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8" name="pt23898"/>
            <p:cNvSpPr/>
            <p:nvPr/>
          </p:nvSpPr>
          <p:spPr>
            <a:xfrm>
              <a:off x="7471224" y="3304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899" name="pt23899"/>
            <p:cNvSpPr/>
            <p:nvPr/>
          </p:nvSpPr>
          <p:spPr>
            <a:xfrm>
              <a:off x="7453615" y="3304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0" name="pt23900"/>
            <p:cNvSpPr/>
            <p:nvPr/>
          </p:nvSpPr>
          <p:spPr>
            <a:xfrm>
              <a:off x="7439787" y="3097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1" name="pt23901"/>
            <p:cNvSpPr/>
            <p:nvPr/>
          </p:nvSpPr>
          <p:spPr>
            <a:xfrm>
              <a:off x="7447513" y="3474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2" name="pt23902"/>
            <p:cNvSpPr/>
            <p:nvPr/>
          </p:nvSpPr>
          <p:spPr>
            <a:xfrm>
              <a:off x="7449636" y="31188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3" name="pt23903"/>
            <p:cNvSpPr/>
            <p:nvPr/>
          </p:nvSpPr>
          <p:spPr>
            <a:xfrm>
              <a:off x="7454603" y="3414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4" name="pt23904"/>
            <p:cNvSpPr/>
            <p:nvPr/>
          </p:nvSpPr>
          <p:spPr>
            <a:xfrm>
              <a:off x="7442757" y="3146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5" name="pt23905"/>
            <p:cNvSpPr/>
            <p:nvPr/>
          </p:nvSpPr>
          <p:spPr>
            <a:xfrm>
              <a:off x="7484667" y="3704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6" name="pt23906"/>
            <p:cNvSpPr/>
            <p:nvPr/>
          </p:nvSpPr>
          <p:spPr>
            <a:xfrm>
              <a:off x="7430719" y="2978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7" name="pt23907"/>
            <p:cNvSpPr/>
            <p:nvPr/>
          </p:nvSpPr>
          <p:spPr>
            <a:xfrm>
              <a:off x="7383787" y="3091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8" name="pt23908"/>
            <p:cNvSpPr/>
            <p:nvPr/>
          </p:nvSpPr>
          <p:spPr>
            <a:xfrm>
              <a:off x="7468914" y="3587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09" name="pt23909"/>
            <p:cNvSpPr/>
            <p:nvPr/>
          </p:nvSpPr>
          <p:spPr>
            <a:xfrm>
              <a:off x="7426671" y="3158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0" name="pt23910"/>
            <p:cNvSpPr/>
            <p:nvPr/>
          </p:nvSpPr>
          <p:spPr>
            <a:xfrm>
              <a:off x="7477118" y="3100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1" name="pt23911"/>
            <p:cNvSpPr/>
            <p:nvPr/>
          </p:nvSpPr>
          <p:spPr>
            <a:xfrm>
              <a:off x="7474615" y="30955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2" name="pt23912"/>
            <p:cNvSpPr/>
            <p:nvPr/>
          </p:nvSpPr>
          <p:spPr>
            <a:xfrm>
              <a:off x="7435222" y="3169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3" name="pt23913"/>
            <p:cNvSpPr/>
            <p:nvPr/>
          </p:nvSpPr>
          <p:spPr>
            <a:xfrm>
              <a:off x="7449269" y="33370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4" name="pt23914"/>
            <p:cNvSpPr/>
            <p:nvPr/>
          </p:nvSpPr>
          <p:spPr>
            <a:xfrm>
              <a:off x="7422221" y="34716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5" name="pt23915"/>
            <p:cNvSpPr/>
            <p:nvPr/>
          </p:nvSpPr>
          <p:spPr>
            <a:xfrm>
              <a:off x="7422750" y="3123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6" name="pt23916"/>
            <p:cNvSpPr/>
            <p:nvPr/>
          </p:nvSpPr>
          <p:spPr>
            <a:xfrm>
              <a:off x="7438986" y="3153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7" name="pt23917"/>
            <p:cNvSpPr/>
            <p:nvPr/>
          </p:nvSpPr>
          <p:spPr>
            <a:xfrm>
              <a:off x="7491018" y="3135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8" name="pt23918"/>
            <p:cNvSpPr/>
            <p:nvPr/>
          </p:nvSpPr>
          <p:spPr>
            <a:xfrm>
              <a:off x="7443532" y="3072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19" name="pt23919"/>
            <p:cNvSpPr/>
            <p:nvPr/>
          </p:nvSpPr>
          <p:spPr>
            <a:xfrm>
              <a:off x="7437109" y="2958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0" name="pt23920"/>
            <p:cNvSpPr/>
            <p:nvPr/>
          </p:nvSpPr>
          <p:spPr>
            <a:xfrm>
              <a:off x="7509825" y="3504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1" name="pt23921"/>
            <p:cNvSpPr/>
            <p:nvPr/>
          </p:nvSpPr>
          <p:spPr>
            <a:xfrm>
              <a:off x="7459659" y="3377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2" name="pt23922"/>
            <p:cNvSpPr/>
            <p:nvPr/>
          </p:nvSpPr>
          <p:spPr>
            <a:xfrm>
              <a:off x="7398510" y="3015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3" name="pt23923"/>
            <p:cNvSpPr/>
            <p:nvPr/>
          </p:nvSpPr>
          <p:spPr>
            <a:xfrm>
              <a:off x="7454395" y="3112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4" name="pt23924"/>
            <p:cNvSpPr/>
            <p:nvPr/>
          </p:nvSpPr>
          <p:spPr>
            <a:xfrm>
              <a:off x="7465328" y="34310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5" name="pt23925"/>
            <p:cNvSpPr/>
            <p:nvPr/>
          </p:nvSpPr>
          <p:spPr>
            <a:xfrm>
              <a:off x="7406899" y="3255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6" name="pt23926"/>
            <p:cNvSpPr/>
            <p:nvPr/>
          </p:nvSpPr>
          <p:spPr>
            <a:xfrm>
              <a:off x="7407169" y="29659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7" name="pt23927"/>
            <p:cNvSpPr/>
            <p:nvPr/>
          </p:nvSpPr>
          <p:spPr>
            <a:xfrm>
              <a:off x="8440448" y="3115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8" name="pt23928"/>
            <p:cNvSpPr/>
            <p:nvPr/>
          </p:nvSpPr>
          <p:spPr>
            <a:xfrm>
              <a:off x="7408535" y="3118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29" name="pt23929"/>
            <p:cNvSpPr/>
            <p:nvPr/>
          </p:nvSpPr>
          <p:spPr>
            <a:xfrm>
              <a:off x="7465702" y="3507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0" name="pt23930"/>
            <p:cNvSpPr/>
            <p:nvPr/>
          </p:nvSpPr>
          <p:spPr>
            <a:xfrm>
              <a:off x="7470565" y="3111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1" name="pt23931"/>
            <p:cNvSpPr/>
            <p:nvPr/>
          </p:nvSpPr>
          <p:spPr>
            <a:xfrm>
              <a:off x="7421285" y="3122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2" name="pt23932"/>
            <p:cNvSpPr/>
            <p:nvPr/>
          </p:nvSpPr>
          <p:spPr>
            <a:xfrm>
              <a:off x="7485096" y="35945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3" name="pt23933"/>
            <p:cNvSpPr/>
            <p:nvPr/>
          </p:nvSpPr>
          <p:spPr>
            <a:xfrm>
              <a:off x="7442847" y="23257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4" name="pt23934"/>
            <p:cNvSpPr/>
            <p:nvPr/>
          </p:nvSpPr>
          <p:spPr>
            <a:xfrm>
              <a:off x="7431324" y="3201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5" name="pt23935"/>
            <p:cNvSpPr/>
            <p:nvPr/>
          </p:nvSpPr>
          <p:spPr>
            <a:xfrm>
              <a:off x="7383780" y="3220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6" name="pt23936"/>
            <p:cNvSpPr/>
            <p:nvPr/>
          </p:nvSpPr>
          <p:spPr>
            <a:xfrm>
              <a:off x="7403624" y="3094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7" name="pt23937"/>
            <p:cNvSpPr/>
            <p:nvPr/>
          </p:nvSpPr>
          <p:spPr>
            <a:xfrm>
              <a:off x="7515327" y="3443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8" name="pt23938"/>
            <p:cNvSpPr/>
            <p:nvPr/>
          </p:nvSpPr>
          <p:spPr>
            <a:xfrm>
              <a:off x="7431096" y="30977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39" name="pt23939"/>
            <p:cNvSpPr/>
            <p:nvPr/>
          </p:nvSpPr>
          <p:spPr>
            <a:xfrm>
              <a:off x="7493625" y="3365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0" name="pt23940"/>
            <p:cNvSpPr/>
            <p:nvPr/>
          </p:nvSpPr>
          <p:spPr>
            <a:xfrm>
              <a:off x="7450308" y="35489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1" name="pt23941"/>
            <p:cNvSpPr/>
            <p:nvPr/>
          </p:nvSpPr>
          <p:spPr>
            <a:xfrm>
              <a:off x="7454708" y="3697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2" name="pt23942"/>
            <p:cNvSpPr/>
            <p:nvPr/>
          </p:nvSpPr>
          <p:spPr>
            <a:xfrm>
              <a:off x="7502441" y="33227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3" name="pt23943"/>
            <p:cNvSpPr/>
            <p:nvPr/>
          </p:nvSpPr>
          <p:spPr>
            <a:xfrm>
              <a:off x="7510411" y="32193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4" name="pt23944"/>
            <p:cNvSpPr/>
            <p:nvPr/>
          </p:nvSpPr>
          <p:spPr>
            <a:xfrm>
              <a:off x="7429359" y="3583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5" name="pt23945"/>
            <p:cNvSpPr/>
            <p:nvPr/>
          </p:nvSpPr>
          <p:spPr>
            <a:xfrm>
              <a:off x="7465900" y="3303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6" name="pt23946"/>
            <p:cNvSpPr/>
            <p:nvPr/>
          </p:nvSpPr>
          <p:spPr>
            <a:xfrm>
              <a:off x="7430789" y="3140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7" name="pt23947"/>
            <p:cNvSpPr/>
            <p:nvPr/>
          </p:nvSpPr>
          <p:spPr>
            <a:xfrm>
              <a:off x="7397550" y="3432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8" name="pt23948"/>
            <p:cNvSpPr/>
            <p:nvPr/>
          </p:nvSpPr>
          <p:spPr>
            <a:xfrm>
              <a:off x="7446423" y="36414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49" name="pt23949"/>
            <p:cNvSpPr/>
            <p:nvPr/>
          </p:nvSpPr>
          <p:spPr>
            <a:xfrm>
              <a:off x="7712172" y="310219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50" name="pt23950"/>
            <p:cNvSpPr/>
            <p:nvPr/>
          </p:nvSpPr>
          <p:spPr>
            <a:xfrm>
              <a:off x="7438938" y="2947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1" name="pt23951"/>
            <p:cNvSpPr/>
            <p:nvPr/>
          </p:nvSpPr>
          <p:spPr>
            <a:xfrm>
              <a:off x="7463378" y="3539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2" name="pt23952"/>
            <p:cNvSpPr/>
            <p:nvPr/>
          </p:nvSpPr>
          <p:spPr>
            <a:xfrm>
              <a:off x="7513880" y="3120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3" name="pt23953"/>
            <p:cNvSpPr/>
            <p:nvPr/>
          </p:nvSpPr>
          <p:spPr>
            <a:xfrm>
              <a:off x="7387154" y="3181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4" name="pt23954"/>
            <p:cNvSpPr/>
            <p:nvPr/>
          </p:nvSpPr>
          <p:spPr>
            <a:xfrm>
              <a:off x="7427303" y="31544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5" name="pt23955"/>
            <p:cNvSpPr/>
            <p:nvPr/>
          </p:nvSpPr>
          <p:spPr>
            <a:xfrm>
              <a:off x="7446234" y="3131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6" name="pt23956"/>
            <p:cNvSpPr/>
            <p:nvPr/>
          </p:nvSpPr>
          <p:spPr>
            <a:xfrm>
              <a:off x="7451852" y="2960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7" name="pt23957"/>
            <p:cNvSpPr/>
            <p:nvPr/>
          </p:nvSpPr>
          <p:spPr>
            <a:xfrm>
              <a:off x="7485967" y="3505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8" name="pt23958"/>
            <p:cNvSpPr/>
            <p:nvPr/>
          </p:nvSpPr>
          <p:spPr>
            <a:xfrm>
              <a:off x="7451983" y="32875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59" name="pt23959"/>
            <p:cNvSpPr/>
            <p:nvPr/>
          </p:nvSpPr>
          <p:spPr>
            <a:xfrm>
              <a:off x="7542966" y="33516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0" name="pt23960"/>
            <p:cNvSpPr/>
            <p:nvPr/>
          </p:nvSpPr>
          <p:spPr>
            <a:xfrm>
              <a:off x="7511795" y="3478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1" name="pt23961"/>
            <p:cNvSpPr/>
            <p:nvPr/>
          </p:nvSpPr>
          <p:spPr>
            <a:xfrm>
              <a:off x="7425449" y="3060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2" name="pt23962"/>
            <p:cNvSpPr/>
            <p:nvPr/>
          </p:nvSpPr>
          <p:spPr>
            <a:xfrm>
              <a:off x="7485356" y="3532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3" name="pt23963"/>
            <p:cNvSpPr/>
            <p:nvPr/>
          </p:nvSpPr>
          <p:spPr>
            <a:xfrm>
              <a:off x="7443977" y="3525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4" name="pt23964"/>
            <p:cNvSpPr/>
            <p:nvPr/>
          </p:nvSpPr>
          <p:spPr>
            <a:xfrm>
              <a:off x="7487580" y="3337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5" name="pt23965"/>
            <p:cNvSpPr/>
            <p:nvPr/>
          </p:nvSpPr>
          <p:spPr>
            <a:xfrm>
              <a:off x="7454440" y="3228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6" name="pt23966"/>
            <p:cNvSpPr/>
            <p:nvPr/>
          </p:nvSpPr>
          <p:spPr>
            <a:xfrm>
              <a:off x="7455552" y="3334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7" name="pt23967"/>
            <p:cNvSpPr/>
            <p:nvPr/>
          </p:nvSpPr>
          <p:spPr>
            <a:xfrm>
              <a:off x="7437309" y="3266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8" name="pt23968"/>
            <p:cNvSpPr/>
            <p:nvPr/>
          </p:nvSpPr>
          <p:spPr>
            <a:xfrm>
              <a:off x="7445404" y="3473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69" name="pt23969"/>
            <p:cNvSpPr/>
            <p:nvPr/>
          </p:nvSpPr>
          <p:spPr>
            <a:xfrm>
              <a:off x="7415435" y="3369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0" name="pt23970"/>
            <p:cNvSpPr/>
            <p:nvPr/>
          </p:nvSpPr>
          <p:spPr>
            <a:xfrm>
              <a:off x="7435418" y="3342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1" name="pt23971"/>
            <p:cNvSpPr/>
            <p:nvPr/>
          </p:nvSpPr>
          <p:spPr>
            <a:xfrm>
              <a:off x="7414308" y="3560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2" name="pt23972"/>
            <p:cNvSpPr/>
            <p:nvPr/>
          </p:nvSpPr>
          <p:spPr>
            <a:xfrm>
              <a:off x="7450415" y="3194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3" name="pt23973"/>
            <p:cNvSpPr/>
            <p:nvPr/>
          </p:nvSpPr>
          <p:spPr>
            <a:xfrm>
              <a:off x="7364793" y="3909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4" name="pt23974"/>
            <p:cNvSpPr/>
            <p:nvPr/>
          </p:nvSpPr>
          <p:spPr>
            <a:xfrm>
              <a:off x="7486666" y="34101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5" name="pt23975"/>
            <p:cNvSpPr/>
            <p:nvPr/>
          </p:nvSpPr>
          <p:spPr>
            <a:xfrm>
              <a:off x="7660903" y="3475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6" name="pt23976"/>
            <p:cNvSpPr/>
            <p:nvPr/>
          </p:nvSpPr>
          <p:spPr>
            <a:xfrm>
              <a:off x="7432780" y="30235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7" name="pt23977"/>
            <p:cNvSpPr/>
            <p:nvPr/>
          </p:nvSpPr>
          <p:spPr>
            <a:xfrm>
              <a:off x="7446551" y="3478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8" name="pt23978"/>
            <p:cNvSpPr/>
            <p:nvPr/>
          </p:nvSpPr>
          <p:spPr>
            <a:xfrm>
              <a:off x="7442034" y="3354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79" name="pt23979"/>
            <p:cNvSpPr/>
            <p:nvPr/>
          </p:nvSpPr>
          <p:spPr>
            <a:xfrm>
              <a:off x="7406653" y="3234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0" name="pt23980"/>
            <p:cNvSpPr/>
            <p:nvPr/>
          </p:nvSpPr>
          <p:spPr>
            <a:xfrm>
              <a:off x="7451011" y="3526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1" name="pt23981"/>
            <p:cNvSpPr/>
            <p:nvPr/>
          </p:nvSpPr>
          <p:spPr>
            <a:xfrm>
              <a:off x="7472424" y="3660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2" name="pt23982"/>
            <p:cNvSpPr/>
            <p:nvPr/>
          </p:nvSpPr>
          <p:spPr>
            <a:xfrm>
              <a:off x="7476233" y="35703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3" name="pt23983"/>
            <p:cNvSpPr/>
            <p:nvPr/>
          </p:nvSpPr>
          <p:spPr>
            <a:xfrm>
              <a:off x="7467219" y="3606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4" name="pt23984"/>
            <p:cNvSpPr/>
            <p:nvPr/>
          </p:nvSpPr>
          <p:spPr>
            <a:xfrm>
              <a:off x="7435195" y="3218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5" name="pt23985"/>
            <p:cNvSpPr/>
            <p:nvPr/>
          </p:nvSpPr>
          <p:spPr>
            <a:xfrm>
              <a:off x="7487355" y="35223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6" name="pt23986"/>
            <p:cNvSpPr/>
            <p:nvPr/>
          </p:nvSpPr>
          <p:spPr>
            <a:xfrm>
              <a:off x="7444897" y="3050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7" name="pt23987"/>
            <p:cNvSpPr/>
            <p:nvPr/>
          </p:nvSpPr>
          <p:spPr>
            <a:xfrm>
              <a:off x="7471878" y="32612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8" name="pt23988"/>
            <p:cNvSpPr/>
            <p:nvPr/>
          </p:nvSpPr>
          <p:spPr>
            <a:xfrm>
              <a:off x="7412835" y="3331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89" name="pt23989"/>
            <p:cNvSpPr/>
            <p:nvPr/>
          </p:nvSpPr>
          <p:spPr>
            <a:xfrm>
              <a:off x="7457726" y="3551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0" name="pt23990"/>
            <p:cNvSpPr/>
            <p:nvPr/>
          </p:nvSpPr>
          <p:spPr>
            <a:xfrm>
              <a:off x="7477051" y="3193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1" name="pt23991"/>
            <p:cNvSpPr/>
            <p:nvPr/>
          </p:nvSpPr>
          <p:spPr>
            <a:xfrm>
              <a:off x="7454168" y="3614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2" name="pt23992"/>
            <p:cNvSpPr/>
            <p:nvPr/>
          </p:nvSpPr>
          <p:spPr>
            <a:xfrm>
              <a:off x="7422023" y="3402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3" name="pt23993"/>
            <p:cNvSpPr/>
            <p:nvPr/>
          </p:nvSpPr>
          <p:spPr>
            <a:xfrm>
              <a:off x="7560217" y="3583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4" name="pt23994"/>
            <p:cNvSpPr/>
            <p:nvPr/>
          </p:nvSpPr>
          <p:spPr>
            <a:xfrm>
              <a:off x="7514782" y="3482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5" name="pt23995"/>
            <p:cNvSpPr/>
            <p:nvPr/>
          </p:nvSpPr>
          <p:spPr>
            <a:xfrm>
              <a:off x="7459775" y="3248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6" name="pt23996"/>
            <p:cNvSpPr/>
            <p:nvPr/>
          </p:nvSpPr>
          <p:spPr>
            <a:xfrm>
              <a:off x="7545006" y="34764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7" name="pt23997"/>
            <p:cNvSpPr/>
            <p:nvPr/>
          </p:nvSpPr>
          <p:spPr>
            <a:xfrm>
              <a:off x="7496707" y="3281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3998" name="pt23998"/>
            <p:cNvSpPr/>
            <p:nvPr/>
          </p:nvSpPr>
          <p:spPr>
            <a:xfrm>
              <a:off x="7671856" y="351759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99" name="pt23999"/>
            <p:cNvSpPr/>
            <p:nvPr/>
          </p:nvSpPr>
          <p:spPr>
            <a:xfrm>
              <a:off x="7483919" y="3297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0" name="pt24000"/>
            <p:cNvSpPr/>
            <p:nvPr/>
          </p:nvSpPr>
          <p:spPr>
            <a:xfrm>
              <a:off x="7506184" y="3483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1" name="pt24001"/>
            <p:cNvSpPr/>
            <p:nvPr/>
          </p:nvSpPr>
          <p:spPr>
            <a:xfrm>
              <a:off x="7455130" y="3620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2" name="pt24002"/>
            <p:cNvSpPr/>
            <p:nvPr/>
          </p:nvSpPr>
          <p:spPr>
            <a:xfrm>
              <a:off x="7391402" y="3405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3" name="pt24003"/>
            <p:cNvSpPr/>
            <p:nvPr/>
          </p:nvSpPr>
          <p:spPr>
            <a:xfrm>
              <a:off x="7406744" y="30707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4" name="pt24004"/>
            <p:cNvSpPr/>
            <p:nvPr/>
          </p:nvSpPr>
          <p:spPr>
            <a:xfrm>
              <a:off x="7430766" y="30114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5" name="pt24005"/>
            <p:cNvSpPr/>
            <p:nvPr/>
          </p:nvSpPr>
          <p:spPr>
            <a:xfrm>
              <a:off x="7403586" y="3101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6" name="pt24006"/>
            <p:cNvSpPr/>
            <p:nvPr/>
          </p:nvSpPr>
          <p:spPr>
            <a:xfrm>
              <a:off x="7383802" y="3381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7" name="pt24007"/>
            <p:cNvSpPr/>
            <p:nvPr/>
          </p:nvSpPr>
          <p:spPr>
            <a:xfrm>
              <a:off x="7541603" y="3168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8" name="pt24008"/>
            <p:cNvSpPr/>
            <p:nvPr/>
          </p:nvSpPr>
          <p:spPr>
            <a:xfrm>
              <a:off x="7492460" y="3848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09" name="pt24009"/>
            <p:cNvSpPr/>
            <p:nvPr/>
          </p:nvSpPr>
          <p:spPr>
            <a:xfrm>
              <a:off x="7570463" y="3321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0" name="pt24010"/>
            <p:cNvSpPr/>
            <p:nvPr/>
          </p:nvSpPr>
          <p:spPr>
            <a:xfrm>
              <a:off x="7461623" y="33602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1" name="pt24011"/>
            <p:cNvSpPr/>
            <p:nvPr/>
          </p:nvSpPr>
          <p:spPr>
            <a:xfrm>
              <a:off x="7445708" y="3316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2" name="pt24012"/>
            <p:cNvSpPr/>
            <p:nvPr/>
          </p:nvSpPr>
          <p:spPr>
            <a:xfrm>
              <a:off x="7356010" y="3259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3" name="pt24013"/>
            <p:cNvSpPr/>
            <p:nvPr/>
          </p:nvSpPr>
          <p:spPr>
            <a:xfrm>
              <a:off x="7442827" y="3409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4" name="pt24014"/>
            <p:cNvSpPr/>
            <p:nvPr/>
          </p:nvSpPr>
          <p:spPr>
            <a:xfrm>
              <a:off x="7488096" y="36384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5" name="pt24015"/>
            <p:cNvSpPr/>
            <p:nvPr/>
          </p:nvSpPr>
          <p:spPr>
            <a:xfrm>
              <a:off x="7470995" y="3560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6" name="pt24016"/>
            <p:cNvSpPr/>
            <p:nvPr/>
          </p:nvSpPr>
          <p:spPr>
            <a:xfrm>
              <a:off x="7126588" y="262222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17" name="pt24017"/>
            <p:cNvSpPr/>
            <p:nvPr/>
          </p:nvSpPr>
          <p:spPr>
            <a:xfrm>
              <a:off x="7472379" y="3493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8" name="pt24018"/>
            <p:cNvSpPr/>
            <p:nvPr/>
          </p:nvSpPr>
          <p:spPr>
            <a:xfrm>
              <a:off x="7479902" y="35798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19" name="pt24019"/>
            <p:cNvSpPr/>
            <p:nvPr/>
          </p:nvSpPr>
          <p:spPr>
            <a:xfrm>
              <a:off x="7371227" y="3134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0" name="pt24020"/>
            <p:cNvSpPr/>
            <p:nvPr/>
          </p:nvSpPr>
          <p:spPr>
            <a:xfrm>
              <a:off x="7416845" y="3020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1" name="pt24021"/>
            <p:cNvSpPr/>
            <p:nvPr/>
          </p:nvSpPr>
          <p:spPr>
            <a:xfrm>
              <a:off x="7462513" y="33526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2" name="pt24022"/>
            <p:cNvSpPr/>
            <p:nvPr/>
          </p:nvSpPr>
          <p:spPr>
            <a:xfrm>
              <a:off x="7433639" y="34431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3" name="pt24023"/>
            <p:cNvSpPr/>
            <p:nvPr/>
          </p:nvSpPr>
          <p:spPr>
            <a:xfrm>
              <a:off x="7468745" y="3606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4" name="pt24024"/>
            <p:cNvSpPr/>
            <p:nvPr/>
          </p:nvSpPr>
          <p:spPr>
            <a:xfrm>
              <a:off x="7476199" y="3771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5" name="pt24025"/>
            <p:cNvSpPr/>
            <p:nvPr/>
          </p:nvSpPr>
          <p:spPr>
            <a:xfrm>
              <a:off x="7342542" y="33953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6" name="pt24026"/>
            <p:cNvSpPr/>
            <p:nvPr/>
          </p:nvSpPr>
          <p:spPr>
            <a:xfrm>
              <a:off x="7425378" y="3489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7" name="pt24027"/>
            <p:cNvSpPr/>
            <p:nvPr/>
          </p:nvSpPr>
          <p:spPr>
            <a:xfrm>
              <a:off x="7512583" y="3473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8" name="pt24028"/>
            <p:cNvSpPr/>
            <p:nvPr/>
          </p:nvSpPr>
          <p:spPr>
            <a:xfrm>
              <a:off x="7457247" y="1919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29" name="pt24029"/>
            <p:cNvSpPr/>
            <p:nvPr/>
          </p:nvSpPr>
          <p:spPr>
            <a:xfrm>
              <a:off x="7344887" y="32465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0" name="pt24030"/>
            <p:cNvSpPr/>
            <p:nvPr/>
          </p:nvSpPr>
          <p:spPr>
            <a:xfrm>
              <a:off x="7457791" y="31520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1" name="pt24031"/>
            <p:cNvSpPr/>
            <p:nvPr/>
          </p:nvSpPr>
          <p:spPr>
            <a:xfrm>
              <a:off x="7435585" y="3292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2" name="pt24032"/>
            <p:cNvSpPr/>
            <p:nvPr/>
          </p:nvSpPr>
          <p:spPr>
            <a:xfrm>
              <a:off x="7464534" y="3404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3" name="pt24033"/>
            <p:cNvSpPr/>
            <p:nvPr/>
          </p:nvSpPr>
          <p:spPr>
            <a:xfrm>
              <a:off x="7432652" y="3154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4" name="pt24034"/>
            <p:cNvSpPr/>
            <p:nvPr/>
          </p:nvSpPr>
          <p:spPr>
            <a:xfrm>
              <a:off x="7438893" y="34977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5" name="pt24035"/>
            <p:cNvSpPr/>
            <p:nvPr/>
          </p:nvSpPr>
          <p:spPr>
            <a:xfrm>
              <a:off x="7452451" y="3236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6" name="pt24036"/>
            <p:cNvSpPr/>
            <p:nvPr/>
          </p:nvSpPr>
          <p:spPr>
            <a:xfrm>
              <a:off x="7454101" y="3427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7" name="pt24037"/>
            <p:cNvSpPr/>
            <p:nvPr/>
          </p:nvSpPr>
          <p:spPr>
            <a:xfrm>
              <a:off x="7377865" y="2562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8" name="pt24038"/>
            <p:cNvSpPr/>
            <p:nvPr/>
          </p:nvSpPr>
          <p:spPr>
            <a:xfrm>
              <a:off x="7385526" y="3189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39" name="pt24039"/>
            <p:cNvSpPr/>
            <p:nvPr/>
          </p:nvSpPr>
          <p:spPr>
            <a:xfrm>
              <a:off x="7437482" y="3082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0" name="pt24040"/>
            <p:cNvSpPr/>
            <p:nvPr/>
          </p:nvSpPr>
          <p:spPr>
            <a:xfrm>
              <a:off x="7467076" y="3169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1" name="pt24041"/>
            <p:cNvSpPr/>
            <p:nvPr/>
          </p:nvSpPr>
          <p:spPr>
            <a:xfrm>
              <a:off x="7397711" y="3408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2" name="pt24042"/>
            <p:cNvSpPr/>
            <p:nvPr/>
          </p:nvSpPr>
          <p:spPr>
            <a:xfrm>
              <a:off x="7479309" y="3560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3" name="pt24043"/>
            <p:cNvSpPr/>
            <p:nvPr/>
          </p:nvSpPr>
          <p:spPr>
            <a:xfrm>
              <a:off x="7458848" y="3585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4" name="pt24044"/>
            <p:cNvSpPr/>
            <p:nvPr/>
          </p:nvSpPr>
          <p:spPr>
            <a:xfrm>
              <a:off x="6238513" y="30639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5" name="pt24045"/>
            <p:cNvSpPr/>
            <p:nvPr/>
          </p:nvSpPr>
          <p:spPr>
            <a:xfrm>
              <a:off x="7550369" y="3478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6" name="pt24046"/>
            <p:cNvSpPr/>
            <p:nvPr/>
          </p:nvSpPr>
          <p:spPr>
            <a:xfrm>
              <a:off x="7462374" y="3393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7" name="pt24047"/>
            <p:cNvSpPr/>
            <p:nvPr/>
          </p:nvSpPr>
          <p:spPr>
            <a:xfrm>
              <a:off x="7442410" y="31101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8" name="pt24048"/>
            <p:cNvSpPr/>
            <p:nvPr/>
          </p:nvSpPr>
          <p:spPr>
            <a:xfrm>
              <a:off x="7439938" y="3536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49" name="pt24049"/>
            <p:cNvSpPr/>
            <p:nvPr/>
          </p:nvSpPr>
          <p:spPr>
            <a:xfrm>
              <a:off x="7483829" y="3412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0" name="pt24050"/>
            <p:cNvSpPr/>
            <p:nvPr/>
          </p:nvSpPr>
          <p:spPr>
            <a:xfrm>
              <a:off x="7446690" y="34565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1" name="pt24051"/>
            <p:cNvSpPr/>
            <p:nvPr/>
          </p:nvSpPr>
          <p:spPr>
            <a:xfrm>
              <a:off x="7468687" y="3368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2" name="pt24052"/>
            <p:cNvSpPr/>
            <p:nvPr/>
          </p:nvSpPr>
          <p:spPr>
            <a:xfrm>
              <a:off x="7437766" y="3013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3" name="pt24053"/>
            <p:cNvSpPr/>
            <p:nvPr/>
          </p:nvSpPr>
          <p:spPr>
            <a:xfrm>
              <a:off x="7496224" y="3226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4" name="pt24054"/>
            <p:cNvSpPr/>
            <p:nvPr/>
          </p:nvSpPr>
          <p:spPr>
            <a:xfrm>
              <a:off x="7469363" y="3403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5" name="pt24055"/>
            <p:cNvSpPr/>
            <p:nvPr/>
          </p:nvSpPr>
          <p:spPr>
            <a:xfrm>
              <a:off x="7420675" y="3370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6" name="pt24056"/>
            <p:cNvSpPr/>
            <p:nvPr/>
          </p:nvSpPr>
          <p:spPr>
            <a:xfrm>
              <a:off x="7510941" y="3378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7" name="pt24057"/>
            <p:cNvSpPr/>
            <p:nvPr/>
          </p:nvSpPr>
          <p:spPr>
            <a:xfrm>
              <a:off x="7473818" y="3480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8" name="pt24058"/>
            <p:cNvSpPr/>
            <p:nvPr/>
          </p:nvSpPr>
          <p:spPr>
            <a:xfrm>
              <a:off x="7557665" y="3480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59" name="pt24059"/>
            <p:cNvSpPr/>
            <p:nvPr/>
          </p:nvSpPr>
          <p:spPr>
            <a:xfrm>
              <a:off x="7426159" y="2990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0" name="pt24060"/>
            <p:cNvSpPr/>
            <p:nvPr/>
          </p:nvSpPr>
          <p:spPr>
            <a:xfrm>
              <a:off x="7401958" y="33508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1" name="pt24061"/>
            <p:cNvSpPr/>
            <p:nvPr/>
          </p:nvSpPr>
          <p:spPr>
            <a:xfrm>
              <a:off x="7419205" y="3277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2" name="pt24062"/>
            <p:cNvSpPr/>
            <p:nvPr/>
          </p:nvSpPr>
          <p:spPr>
            <a:xfrm>
              <a:off x="7472255" y="3054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3" name="pt24063"/>
            <p:cNvSpPr/>
            <p:nvPr/>
          </p:nvSpPr>
          <p:spPr>
            <a:xfrm>
              <a:off x="7428363" y="3203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4" name="pt24064"/>
            <p:cNvSpPr/>
            <p:nvPr/>
          </p:nvSpPr>
          <p:spPr>
            <a:xfrm>
              <a:off x="7390324" y="28678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5" name="pt24065"/>
            <p:cNvSpPr/>
            <p:nvPr/>
          </p:nvSpPr>
          <p:spPr>
            <a:xfrm>
              <a:off x="7458325" y="34551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6" name="pt24066"/>
            <p:cNvSpPr/>
            <p:nvPr/>
          </p:nvSpPr>
          <p:spPr>
            <a:xfrm>
              <a:off x="7463829" y="36183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7" name="pt24067"/>
            <p:cNvSpPr/>
            <p:nvPr/>
          </p:nvSpPr>
          <p:spPr>
            <a:xfrm>
              <a:off x="7497408" y="3360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8" name="pt24068"/>
            <p:cNvSpPr/>
            <p:nvPr/>
          </p:nvSpPr>
          <p:spPr>
            <a:xfrm>
              <a:off x="7427432" y="3046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69" name="pt24069"/>
            <p:cNvSpPr/>
            <p:nvPr/>
          </p:nvSpPr>
          <p:spPr>
            <a:xfrm>
              <a:off x="7453118" y="3344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0" name="pt24070"/>
            <p:cNvSpPr/>
            <p:nvPr/>
          </p:nvSpPr>
          <p:spPr>
            <a:xfrm>
              <a:off x="7356111" y="33017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1" name="pt24071"/>
            <p:cNvSpPr/>
            <p:nvPr/>
          </p:nvSpPr>
          <p:spPr>
            <a:xfrm>
              <a:off x="7412784" y="3110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2" name="pt24072"/>
            <p:cNvSpPr/>
            <p:nvPr/>
          </p:nvSpPr>
          <p:spPr>
            <a:xfrm>
              <a:off x="7432065" y="3421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3" name="pt24073"/>
            <p:cNvSpPr/>
            <p:nvPr/>
          </p:nvSpPr>
          <p:spPr>
            <a:xfrm>
              <a:off x="7479397" y="31505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4" name="pt24074"/>
            <p:cNvSpPr/>
            <p:nvPr/>
          </p:nvSpPr>
          <p:spPr>
            <a:xfrm>
              <a:off x="7430325" y="3132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5" name="pt24075"/>
            <p:cNvSpPr/>
            <p:nvPr/>
          </p:nvSpPr>
          <p:spPr>
            <a:xfrm>
              <a:off x="7427346" y="34634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6" name="pt24076"/>
            <p:cNvSpPr/>
            <p:nvPr/>
          </p:nvSpPr>
          <p:spPr>
            <a:xfrm>
              <a:off x="7484525" y="35366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7" name="pt24077"/>
            <p:cNvSpPr/>
            <p:nvPr/>
          </p:nvSpPr>
          <p:spPr>
            <a:xfrm>
              <a:off x="7426880" y="3172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8" name="pt24078"/>
            <p:cNvSpPr/>
            <p:nvPr/>
          </p:nvSpPr>
          <p:spPr>
            <a:xfrm>
              <a:off x="7473594" y="34930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79" name="pt24079"/>
            <p:cNvSpPr/>
            <p:nvPr/>
          </p:nvSpPr>
          <p:spPr>
            <a:xfrm>
              <a:off x="7451508" y="3753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0" name="pt24080"/>
            <p:cNvSpPr/>
            <p:nvPr/>
          </p:nvSpPr>
          <p:spPr>
            <a:xfrm>
              <a:off x="7462037" y="3379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1" name="pt24081"/>
            <p:cNvSpPr/>
            <p:nvPr/>
          </p:nvSpPr>
          <p:spPr>
            <a:xfrm>
              <a:off x="7448277" y="33495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2" name="pt24082"/>
            <p:cNvSpPr/>
            <p:nvPr/>
          </p:nvSpPr>
          <p:spPr>
            <a:xfrm>
              <a:off x="7505394" y="3544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3" name="pt24083"/>
            <p:cNvSpPr/>
            <p:nvPr/>
          </p:nvSpPr>
          <p:spPr>
            <a:xfrm>
              <a:off x="7452720" y="3359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4" name="pt24084"/>
            <p:cNvSpPr/>
            <p:nvPr/>
          </p:nvSpPr>
          <p:spPr>
            <a:xfrm>
              <a:off x="7530424" y="3519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5" name="pt24085"/>
            <p:cNvSpPr/>
            <p:nvPr/>
          </p:nvSpPr>
          <p:spPr>
            <a:xfrm>
              <a:off x="7762002" y="358682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86" name="pt24086"/>
            <p:cNvSpPr/>
            <p:nvPr/>
          </p:nvSpPr>
          <p:spPr>
            <a:xfrm>
              <a:off x="7422877" y="3165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7" name="pt24087"/>
            <p:cNvSpPr/>
            <p:nvPr/>
          </p:nvSpPr>
          <p:spPr>
            <a:xfrm>
              <a:off x="7452002" y="36159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8" name="pt24088"/>
            <p:cNvSpPr/>
            <p:nvPr/>
          </p:nvSpPr>
          <p:spPr>
            <a:xfrm>
              <a:off x="7442357" y="3031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89" name="pt24089"/>
            <p:cNvSpPr/>
            <p:nvPr/>
          </p:nvSpPr>
          <p:spPr>
            <a:xfrm>
              <a:off x="7407043" y="3188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0" name="pt24090"/>
            <p:cNvSpPr/>
            <p:nvPr/>
          </p:nvSpPr>
          <p:spPr>
            <a:xfrm>
              <a:off x="7406684" y="3088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1" name="pt24091"/>
            <p:cNvSpPr/>
            <p:nvPr/>
          </p:nvSpPr>
          <p:spPr>
            <a:xfrm>
              <a:off x="7433560" y="3102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2" name="pt24092"/>
            <p:cNvSpPr/>
            <p:nvPr/>
          </p:nvSpPr>
          <p:spPr>
            <a:xfrm>
              <a:off x="7390337" y="3105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3" name="pt24093"/>
            <p:cNvSpPr/>
            <p:nvPr/>
          </p:nvSpPr>
          <p:spPr>
            <a:xfrm>
              <a:off x="7445179" y="29644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4" name="pt24094"/>
            <p:cNvSpPr/>
            <p:nvPr/>
          </p:nvSpPr>
          <p:spPr>
            <a:xfrm>
              <a:off x="7472467" y="31027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5" name="pt24095"/>
            <p:cNvSpPr/>
            <p:nvPr/>
          </p:nvSpPr>
          <p:spPr>
            <a:xfrm>
              <a:off x="7419811" y="3525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6" name="pt24096"/>
            <p:cNvSpPr/>
            <p:nvPr/>
          </p:nvSpPr>
          <p:spPr>
            <a:xfrm>
              <a:off x="7432220" y="3367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7" name="pt24097"/>
            <p:cNvSpPr/>
            <p:nvPr/>
          </p:nvSpPr>
          <p:spPr>
            <a:xfrm>
              <a:off x="7492641" y="3381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8" name="pt24098"/>
            <p:cNvSpPr/>
            <p:nvPr/>
          </p:nvSpPr>
          <p:spPr>
            <a:xfrm>
              <a:off x="7517776" y="3503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099" name="pt24099"/>
            <p:cNvSpPr/>
            <p:nvPr/>
          </p:nvSpPr>
          <p:spPr>
            <a:xfrm>
              <a:off x="7409047" y="3229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0" name="pt24100"/>
            <p:cNvSpPr/>
            <p:nvPr/>
          </p:nvSpPr>
          <p:spPr>
            <a:xfrm>
              <a:off x="7469775" y="32912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1" name="pt24101"/>
            <p:cNvSpPr/>
            <p:nvPr/>
          </p:nvSpPr>
          <p:spPr>
            <a:xfrm>
              <a:off x="7460043" y="3534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2" name="pt24102"/>
            <p:cNvSpPr/>
            <p:nvPr/>
          </p:nvSpPr>
          <p:spPr>
            <a:xfrm>
              <a:off x="7462534" y="3545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3" name="pt24103"/>
            <p:cNvSpPr/>
            <p:nvPr/>
          </p:nvSpPr>
          <p:spPr>
            <a:xfrm>
              <a:off x="7561172" y="3475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4" name="pt24104"/>
            <p:cNvSpPr/>
            <p:nvPr/>
          </p:nvSpPr>
          <p:spPr>
            <a:xfrm>
              <a:off x="7375248" y="3083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5" name="pt24105"/>
            <p:cNvSpPr/>
            <p:nvPr/>
          </p:nvSpPr>
          <p:spPr>
            <a:xfrm>
              <a:off x="7463742" y="31005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6" name="pt24106"/>
            <p:cNvSpPr/>
            <p:nvPr/>
          </p:nvSpPr>
          <p:spPr>
            <a:xfrm>
              <a:off x="7447107" y="32650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7" name="pt24107"/>
            <p:cNvSpPr/>
            <p:nvPr/>
          </p:nvSpPr>
          <p:spPr>
            <a:xfrm>
              <a:off x="7483597" y="32114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8" name="pt24108"/>
            <p:cNvSpPr/>
            <p:nvPr/>
          </p:nvSpPr>
          <p:spPr>
            <a:xfrm>
              <a:off x="6712467" y="33851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09" name="pt24109"/>
            <p:cNvSpPr/>
            <p:nvPr/>
          </p:nvSpPr>
          <p:spPr>
            <a:xfrm>
              <a:off x="7459348" y="3586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0" name="pt24110"/>
            <p:cNvSpPr/>
            <p:nvPr/>
          </p:nvSpPr>
          <p:spPr>
            <a:xfrm>
              <a:off x="7450002" y="3420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1" name="pt24111"/>
            <p:cNvSpPr/>
            <p:nvPr/>
          </p:nvSpPr>
          <p:spPr>
            <a:xfrm>
              <a:off x="7433154" y="3556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2" name="pt24112"/>
            <p:cNvSpPr/>
            <p:nvPr/>
          </p:nvSpPr>
          <p:spPr>
            <a:xfrm>
              <a:off x="7471006" y="3113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3" name="pt24113"/>
            <p:cNvSpPr/>
            <p:nvPr/>
          </p:nvSpPr>
          <p:spPr>
            <a:xfrm>
              <a:off x="7430621" y="3153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4" name="pt24114"/>
            <p:cNvSpPr/>
            <p:nvPr/>
          </p:nvSpPr>
          <p:spPr>
            <a:xfrm>
              <a:off x="7446921" y="3216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5" name="pt24115"/>
            <p:cNvSpPr/>
            <p:nvPr/>
          </p:nvSpPr>
          <p:spPr>
            <a:xfrm>
              <a:off x="7416277" y="36997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6" name="pt24116"/>
            <p:cNvSpPr/>
            <p:nvPr/>
          </p:nvSpPr>
          <p:spPr>
            <a:xfrm>
              <a:off x="7471238" y="3587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7" name="pt24117"/>
            <p:cNvSpPr/>
            <p:nvPr/>
          </p:nvSpPr>
          <p:spPr>
            <a:xfrm>
              <a:off x="7426317" y="3098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8" name="pt24118"/>
            <p:cNvSpPr/>
            <p:nvPr/>
          </p:nvSpPr>
          <p:spPr>
            <a:xfrm>
              <a:off x="7431685" y="33100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19" name="pt24119"/>
            <p:cNvSpPr/>
            <p:nvPr/>
          </p:nvSpPr>
          <p:spPr>
            <a:xfrm>
              <a:off x="7455422" y="3348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0" name="pt24120"/>
            <p:cNvSpPr/>
            <p:nvPr/>
          </p:nvSpPr>
          <p:spPr>
            <a:xfrm>
              <a:off x="7443841" y="3538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1" name="pt24121"/>
            <p:cNvSpPr/>
            <p:nvPr/>
          </p:nvSpPr>
          <p:spPr>
            <a:xfrm>
              <a:off x="7466651" y="3443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2" name="pt24122"/>
            <p:cNvSpPr/>
            <p:nvPr/>
          </p:nvSpPr>
          <p:spPr>
            <a:xfrm>
              <a:off x="7415342" y="3242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3" name="pt24123"/>
            <p:cNvSpPr/>
            <p:nvPr/>
          </p:nvSpPr>
          <p:spPr>
            <a:xfrm>
              <a:off x="7439965" y="32001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4" name="pt24124"/>
            <p:cNvSpPr/>
            <p:nvPr/>
          </p:nvSpPr>
          <p:spPr>
            <a:xfrm>
              <a:off x="7462602" y="3425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5" name="pt24125"/>
            <p:cNvSpPr/>
            <p:nvPr/>
          </p:nvSpPr>
          <p:spPr>
            <a:xfrm>
              <a:off x="7453548" y="3280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6" name="pt24126"/>
            <p:cNvSpPr/>
            <p:nvPr/>
          </p:nvSpPr>
          <p:spPr>
            <a:xfrm>
              <a:off x="7421480" y="3146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7" name="pt24127"/>
            <p:cNvSpPr/>
            <p:nvPr/>
          </p:nvSpPr>
          <p:spPr>
            <a:xfrm>
              <a:off x="7526280" y="3317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8" name="pt24128"/>
            <p:cNvSpPr/>
            <p:nvPr/>
          </p:nvSpPr>
          <p:spPr>
            <a:xfrm>
              <a:off x="7476008" y="3364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29" name="pt24129"/>
            <p:cNvSpPr/>
            <p:nvPr/>
          </p:nvSpPr>
          <p:spPr>
            <a:xfrm>
              <a:off x="7453617" y="3132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0" name="pt24130"/>
            <p:cNvSpPr/>
            <p:nvPr/>
          </p:nvSpPr>
          <p:spPr>
            <a:xfrm>
              <a:off x="7386897" y="30373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1" name="pt24131"/>
            <p:cNvSpPr/>
            <p:nvPr/>
          </p:nvSpPr>
          <p:spPr>
            <a:xfrm>
              <a:off x="7445401" y="33883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2" name="pt24132"/>
            <p:cNvSpPr/>
            <p:nvPr/>
          </p:nvSpPr>
          <p:spPr>
            <a:xfrm>
              <a:off x="7476693" y="3149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3" name="pt24133"/>
            <p:cNvSpPr/>
            <p:nvPr/>
          </p:nvSpPr>
          <p:spPr>
            <a:xfrm>
              <a:off x="7386944" y="33347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4" name="pt24134"/>
            <p:cNvSpPr/>
            <p:nvPr/>
          </p:nvSpPr>
          <p:spPr>
            <a:xfrm>
              <a:off x="7457735" y="3389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5" name="pt24135"/>
            <p:cNvSpPr/>
            <p:nvPr/>
          </p:nvSpPr>
          <p:spPr>
            <a:xfrm>
              <a:off x="7456677" y="3731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6" name="pt24136"/>
            <p:cNvSpPr/>
            <p:nvPr/>
          </p:nvSpPr>
          <p:spPr>
            <a:xfrm>
              <a:off x="7434925" y="35785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7" name="pt24137"/>
            <p:cNvSpPr/>
            <p:nvPr/>
          </p:nvSpPr>
          <p:spPr>
            <a:xfrm>
              <a:off x="7355305" y="34139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8" name="pt24138"/>
            <p:cNvSpPr/>
            <p:nvPr/>
          </p:nvSpPr>
          <p:spPr>
            <a:xfrm>
              <a:off x="7501058" y="3639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39" name="pt24139"/>
            <p:cNvSpPr/>
            <p:nvPr/>
          </p:nvSpPr>
          <p:spPr>
            <a:xfrm>
              <a:off x="7386728" y="3407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0" name="pt24140"/>
            <p:cNvSpPr/>
            <p:nvPr/>
          </p:nvSpPr>
          <p:spPr>
            <a:xfrm>
              <a:off x="7465081" y="33686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1" name="pt24141"/>
            <p:cNvSpPr/>
            <p:nvPr/>
          </p:nvSpPr>
          <p:spPr>
            <a:xfrm>
              <a:off x="7386045" y="3290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2" name="pt24142"/>
            <p:cNvSpPr/>
            <p:nvPr/>
          </p:nvSpPr>
          <p:spPr>
            <a:xfrm>
              <a:off x="7464635" y="31843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3" name="pt24143"/>
            <p:cNvSpPr/>
            <p:nvPr/>
          </p:nvSpPr>
          <p:spPr>
            <a:xfrm>
              <a:off x="7423805" y="3275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4" name="pt24144"/>
            <p:cNvSpPr/>
            <p:nvPr/>
          </p:nvSpPr>
          <p:spPr>
            <a:xfrm>
              <a:off x="7449982" y="3189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5" name="pt24145"/>
            <p:cNvSpPr/>
            <p:nvPr/>
          </p:nvSpPr>
          <p:spPr>
            <a:xfrm>
              <a:off x="7471277" y="34798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6" name="pt24146"/>
            <p:cNvSpPr/>
            <p:nvPr/>
          </p:nvSpPr>
          <p:spPr>
            <a:xfrm>
              <a:off x="7434895" y="3087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7" name="pt24147"/>
            <p:cNvSpPr/>
            <p:nvPr/>
          </p:nvSpPr>
          <p:spPr>
            <a:xfrm>
              <a:off x="7452982" y="3599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8" name="pt24148"/>
            <p:cNvSpPr/>
            <p:nvPr/>
          </p:nvSpPr>
          <p:spPr>
            <a:xfrm>
              <a:off x="7399363" y="32163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49" name="pt24149"/>
            <p:cNvSpPr/>
            <p:nvPr/>
          </p:nvSpPr>
          <p:spPr>
            <a:xfrm>
              <a:off x="7476602" y="3790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0" name="pt24150"/>
            <p:cNvSpPr/>
            <p:nvPr/>
          </p:nvSpPr>
          <p:spPr>
            <a:xfrm>
              <a:off x="7494197" y="3186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1" name="pt24151"/>
            <p:cNvSpPr/>
            <p:nvPr/>
          </p:nvSpPr>
          <p:spPr>
            <a:xfrm>
              <a:off x="7413767" y="33424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2" name="pt24152"/>
            <p:cNvSpPr/>
            <p:nvPr/>
          </p:nvSpPr>
          <p:spPr>
            <a:xfrm>
              <a:off x="7173739" y="3550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3" name="pt24153"/>
            <p:cNvSpPr/>
            <p:nvPr/>
          </p:nvSpPr>
          <p:spPr>
            <a:xfrm>
              <a:off x="7453769" y="3567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4" name="pt24154"/>
            <p:cNvSpPr/>
            <p:nvPr/>
          </p:nvSpPr>
          <p:spPr>
            <a:xfrm>
              <a:off x="7523310" y="3472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5" name="pt24155"/>
            <p:cNvSpPr/>
            <p:nvPr/>
          </p:nvSpPr>
          <p:spPr>
            <a:xfrm>
              <a:off x="7639928" y="35294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6" name="pt24156"/>
            <p:cNvSpPr/>
            <p:nvPr/>
          </p:nvSpPr>
          <p:spPr>
            <a:xfrm>
              <a:off x="7411056" y="30971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7" name="pt24157"/>
            <p:cNvSpPr/>
            <p:nvPr/>
          </p:nvSpPr>
          <p:spPr>
            <a:xfrm>
              <a:off x="7425831" y="3021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8" name="pt24158"/>
            <p:cNvSpPr/>
            <p:nvPr/>
          </p:nvSpPr>
          <p:spPr>
            <a:xfrm>
              <a:off x="7475151" y="3326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59" name="pt24159"/>
            <p:cNvSpPr/>
            <p:nvPr/>
          </p:nvSpPr>
          <p:spPr>
            <a:xfrm>
              <a:off x="7343797" y="343506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60" name="pt24160"/>
            <p:cNvSpPr/>
            <p:nvPr/>
          </p:nvSpPr>
          <p:spPr>
            <a:xfrm>
              <a:off x="7290519" y="3017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1" name="pt24161"/>
            <p:cNvSpPr/>
            <p:nvPr/>
          </p:nvSpPr>
          <p:spPr>
            <a:xfrm>
              <a:off x="6973584" y="180970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62" name="pt24162"/>
            <p:cNvSpPr/>
            <p:nvPr/>
          </p:nvSpPr>
          <p:spPr>
            <a:xfrm>
              <a:off x="7401954" y="3243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3" name="pt24163"/>
            <p:cNvSpPr/>
            <p:nvPr/>
          </p:nvSpPr>
          <p:spPr>
            <a:xfrm>
              <a:off x="7439371" y="3121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4" name="pt24164"/>
            <p:cNvSpPr/>
            <p:nvPr/>
          </p:nvSpPr>
          <p:spPr>
            <a:xfrm>
              <a:off x="7453334" y="3198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5" name="pt24165"/>
            <p:cNvSpPr/>
            <p:nvPr/>
          </p:nvSpPr>
          <p:spPr>
            <a:xfrm>
              <a:off x="7434630" y="3328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6" name="pt24166"/>
            <p:cNvSpPr/>
            <p:nvPr/>
          </p:nvSpPr>
          <p:spPr>
            <a:xfrm>
              <a:off x="7479047" y="3352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7" name="pt24167"/>
            <p:cNvSpPr/>
            <p:nvPr/>
          </p:nvSpPr>
          <p:spPr>
            <a:xfrm>
              <a:off x="7508252" y="34651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8" name="pt24168"/>
            <p:cNvSpPr/>
            <p:nvPr/>
          </p:nvSpPr>
          <p:spPr>
            <a:xfrm>
              <a:off x="7490165" y="3586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69" name="pt24169"/>
            <p:cNvSpPr/>
            <p:nvPr/>
          </p:nvSpPr>
          <p:spPr>
            <a:xfrm>
              <a:off x="7381339" y="3059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0" name="pt24170"/>
            <p:cNvSpPr/>
            <p:nvPr/>
          </p:nvSpPr>
          <p:spPr>
            <a:xfrm>
              <a:off x="7395837" y="3085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1" name="pt24171"/>
            <p:cNvSpPr/>
            <p:nvPr/>
          </p:nvSpPr>
          <p:spPr>
            <a:xfrm>
              <a:off x="7452499" y="31457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2" name="pt24172"/>
            <p:cNvSpPr/>
            <p:nvPr/>
          </p:nvSpPr>
          <p:spPr>
            <a:xfrm>
              <a:off x="7460351" y="3145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3" name="pt24173"/>
            <p:cNvSpPr/>
            <p:nvPr/>
          </p:nvSpPr>
          <p:spPr>
            <a:xfrm>
              <a:off x="7456809" y="3541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4" name="pt24174"/>
            <p:cNvSpPr/>
            <p:nvPr/>
          </p:nvSpPr>
          <p:spPr>
            <a:xfrm>
              <a:off x="7377843" y="3615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5" name="pt24175"/>
            <p:cNvSpPr/>
            <p:nvPr/>
          </p:nvSpPr>
          <p:spPr>
            <a:xfrm>
              <a:off x="7460832" y="3280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6" name="pt24176"/>
            <p:cNvSpPr/>
            <p:nvPr/>
          </p:nvSpPr>
          <p:spPr>
            <a:xfrm>
              <a:off x="7425448" y="32581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7" name="pt24177"/>
            <p:cNvSpPr/>
            <p:nvPr/>
          </p:nvSpPr>
          <p:spPr>
            <a:xfrm>
              <a:off x="7509228" y="35077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8" name="pt24178"/>
            <p:cNvSpPr/>
            <p:nvPr/>
          </p:nvSpPr>
          <p:spPr>
            <a:xfrm>
              <a:off x="7498478" y="3654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79" name="pt24179"/>
            <p:cNvSpPr/>
            <p:nvPr/>
          </p:nvSpPr>
          <p:spPr>
            <a:xfrm>
              <a:off x="7355356" y="32655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0" name="pt24180"/>
            <p:cNvSpPr/>
            <p:nvPr/>
          </p:nvSpPr>
          <p:spPr>
            <a:xfrm>
              <a:off x="7373037" y="3215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1" name="pt24181"/>
            <p:cNvSpPr/>
            <p:nvPr/>
          </p:nvSpPr>
          <p:spPr>
            <a:xfrm>
              <a:off x="7467155" y="3524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2" name="pt24182"/>
            <p:cNvSpPr/>
            <p:nvPr/>
          </p:nvSpPr>
          <p:spPr>
            <a:xfrm>
              <a:off x="7457392" y="3305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3" name="pt24183"/>
            <p:cNvSpPr/>
            <p:nvPr/>
          </p:nvSpPr>
          <p:spPr>
            <a:xfrm>
              <a:off x="7437967" y="34082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4" name="pt24184"/>
            <p:cNvSpPr/>
            <p:nvPr/>
          </p:nvSpPr>
          <p:spPr>
            <a:xfrm>
              <a:off x="7472167" y="35152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5" name="pt24185"/>
            <p:cNvSpPr/>
            <p:nvPr/>
          </p:nvSpPr>
          <p:spPr>
            <a:xfrm>
              <a:off x="7482527" y="3433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6" name="pt24186"/>
            <p:cNvSpPr/>
            <p:nvPr/>
          </p:nvSpPr>
          <p:spPr>
            <a:xfrm>
              <a:off x="7401828" y="3149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7" name="pt24187"/>
            <p:cNvSpPr/>
            <p:nvPr/>
          </p:nvSpPr>
          <p:spPr>
            <a:xfrm>
              <a:off x="7439558" y="3378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88" name="pt24188"/>
            <p:cNvSpPr/>
            <p:nvPr/>
          </p:nvSpPr>
          <p:spPr>
            <a:xfrm>
              <a:off x="6185837" y="414128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89" name="pt24189"/>
            <p:cNvSpPr/>
            <p:nvPr/>
          </p:nvSpPr>
          <p:spPr>
            <a:xfrm>
              <a:off x="7476578" y="34353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0" name="pt24190"/>
            <p:cNvSpPr/>
            <p:nvPr/>
          </p:nvSpPr>
          <p:spPr>
            <a:xfrm>
              <a:off x="7437844" y="3175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1" name="pt24191"/>
            <p:cNvSpPr/>
            <p:nvPr/>
          </p:nvSpPr>
          <p:spPr>
            <a:xfrm>
              <a:off x="7471184" y="3432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2" name="pt24192"/>
            <p:cNvSpPr/>
            <p:nvPr/>
          </p:nvSpPr>
          <p:spPr>
            <a:xfrm>
              <a:off x="7436173" y="3081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3" name="pt24193"/>
            <p:cNvSpPr/>
            <p:nvPr/>
          </p:nvSpPr>
          <p:spPr>
            <a:xfrm>
              <a:off x="7460832" y="3673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4" name="pt24194"/>
            <p:cNvSpPr/>
            <p:nvPr/>
          </p:nvSpPr>
          <p:spPr>
            <a:xfrm>
              <a:off x="7671886" y="379700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95" name="pt24195"/>
            <p:cNvSpPr/>
            <p:nvPr/>
          </p:nvSpPr>
          <p:spPr>
            <a:xfrm>
              <a:off x="7500009" y="3071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6" name="pt24196"/>
            <p:cNvSpPr/>
            <p:nvPr/>
          </p:nvSpPr>
          <p:spPr>
            <a:xfrm>
              <a:off x="7453688" y="3422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7" name="pt24197"/>
            <p:cNvSpPr/>
            <p:nvPr/>
          </p:nvSpPr>
          <p:spPr>
            <a:xfrm>
              <a:off x="7433839" y="35115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8" name="pt24198"/>
            <p:cNvSpPr/>
            <p:nvPr/>
          </p:nvSpPr>
          <p:spPr>
            <a:xfrm>
              <a:off x="7417834" y="3111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199" name="pt24199"/>
            <p:cNvSpPr/>
            <p:nvPr/>
          </p:nvSpPr>
          <p:spPr>
            <a:xfrm>
              <a:off x="7493845" y="34263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0" name="pt24200"/>
            <p:cNvSpPr/>
            <p:nvPr/>
          </p:nvSpPr>
          <p:spPr>
            <a:xfrm>
              <a:off x="7473910" y="35092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1" name="pt24201"/>
            <p:cNvSpPr/>
            <p:nvPr/>
          </p:nvSpPr>
          <p:spPr>
            <a:xfrm>
              <a:off x="7420451" y="32800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2" name="pt24202"/>
            <p:cNvSpPr/>
            <p:nvPr/>
          </p:nvSpPr>
          <p:spPr>
            <a:xfrm>
              <a:off x="7459889" y="2903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3" name="pt24203"/>
            <p:cNvSpPr/>
            <p:nvPr/>
          </p:nvSpPr>
          <p:spPr>
            <a:xfrm>
              <a:off x="7436822" y="3062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4" name="pt24204"/>
            <p:cNvSpPr/>
            <p:nvPr/>
          </p:nvSpPr>
          <p:spPr>
            <a:xfrm>
              <a:off x="7448725" y="2974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5" name="pt24205"/>
            <p:cNvSpPr/>
            <p:nvPr/>
          </p:nvSpPr>
          <p:spPr>
            <a:xfrm>
              <a:off x="7421916" y="3113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6" name="pt24206"/>
            <p:cNvSpPr/>
            <p:nvPr/>
          </p:nvSpPr>
          <p:spPr>
            <a:xfrm>
              <a:off x="7439939" y="3613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7" name="pt24207"/>
            <p:cNvSpPr/>
            <p:nvPr/>
          </p:nvSpPr>
          <p:spPr>
            <a:xfrm>
              <a:off x="7259947" y="311691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08" name="pt24208"/>
            <p:cNvSpPr/>
            <p:nvPr/>
          </p:nvSpPr>
          <p:spPr>
            <a:xfrm>
              <a:off x="7444496" y="3076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09" name="pt24209"/>
            <p:cNvSpPr/>
            <p:nvPr/>
          </p:nvSpPr>
          <p:spPr>
            <a:xfrm>
              <a:off x="7453627" y="3448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0" name="pt24210"/>
            <p:cNvSpPr/>
            <p:nvPr/>
          </p:nvSpPr>
          <p:spPr>
            <a:xfrm>
              <a:off x="7538574" y="35565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1" name="pt24211"/>
            <p:cNvSpPr/>
            <p:nvPr/>
          </p:nvSpPr>
          <p:spPr>
            <a:xfrm>
              <a:off x="7519028" y="3095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2" name="pt24212"/>
            <p:cNvSpPr/>
            <p:nvPr/>
          </p:nvSpPr>
          <p:spPr>
            <a:xfrm>
              <a:off x="7470247" y="3259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3" name="pt24213"/>
            <p:cNvSpPr/>
            <p:nvPr/>
          </p:nvSpPr>
          <p:spPr>
            <a:xfrm>
              <a:off x="7442670" y="32972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4" name="pt24214"/>
            <p:cNvSpPr/>
            <p:nvPr/>
          </p:nvSpPr>
          <p:spPr>
            <a:xfrm>
              <a:off x="7539274" y="35133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5" name="pt24215"/>
            <p:cNvSpPr/>
            <p:nvPr/>
          </p:nvSpPr>
          <p:spPr>
            <a:xfrm>
              <a:off x="7426063" y="3100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6" name="pt24216"/>
            <p:cNvSpPr/>
            <p:nvPr/>
          </p:nvSpPr>
          <p:spPr>
            <a:xfrm>
              <a:off x="8385527" y="349784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17" name="pt24217"/>
            <p:cNvSpPr/>
            <p:nvPr/>
          </p:nvSpPr>
          <p:spPr>
            <a:xfrm>
              <a:off x="7447702" y="3092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8" name="pt24218"/>
            <p:cNvSpPr/>
            <p:nvPr/>
          </p:nvSpPr>
          <p:spPr>
            <a:xfrm>
              <a:off x="7416115" y="36333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19" name="pt24219"/>
            <p:cNvSpPr/>
            <p:nvPr/>
          </p:nvSpPr>
          <p:spPr>
            <a:xfrm>
              <a:off x="7442637" y="3296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0" name="pt24220"/>
            <p:cNvSpPr/>
            <p:nvPr/>
          </p:nvSpPr>
          <p:spPr>
            <a:xfrm>
              <a:off x="7475214" y="2910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1" name="pt24221"/>
            <p:cNvSpPr/>
            <p:nvPr/>
          </p:nvSpPr>
          <p:spPr>
            <a:xfrm>
              <a:off x="7418089" y="30994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2" name="pt24222"/>
            <p:cNvSpPr/>
            <p:nvPr/>
          </p:nvSpPr>
          <p:spPr>
            <a:xfrm>
              <a:off x="7457017" y="34520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3" name="pt24223"/>
            <p:cNvSpPr/>
            <p:nvPr/>
          </p:nvSpPr>
          <p:spPr>
            <a:xfrm>
              <a:off x="7424527" y="3417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4" name="pt24224"/>
            <p:cNvSpPr/>
            <p:nvPr/>
          </p:nvSpPr>
          <p:spPr>
            <a:xfrm>
              <a:off x="7499073" y="3093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5" name="pt24225"/>
            <p:cNvSpPr/>
            <p:nvPr/>
          </p:nvSpPr>
          <p:spPr>
            <a:xfrm>
              <a:off x="7405591" y="32191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6" name="pt24226"/>
            <p:cNvSpPr/>
            <p:nvPr/>
          </p:nvSpPr>
          <p:spPr>
            <a:xfrm>
              <a:off x="7432976" y="32494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7" name="pt24227"/>
            <p:cNvSpPr/>
            <p:nvPr/>
          </p:nvSpPr>
          <p:spPr>
            <a:xfrm>
              <a:off x="7427007" y="3284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8" name="pt24228"/>
            <p:cNvSpPr/>
            <p:nvPr/>
          </p:nvSpPr>
          <p:spPr>
            <a:xfrm>
              <a:off x="7382589" y="3316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29" name="pt24229"/>
            <p:cNvSpPr/>
            <p:nvPr/>
          </p:nvSpPr>
          <p:spPr>
            <a:xfrm>
              <a:off x="7474130" y="3586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0" name="pt24230"/>
            <p:cNvSpPr/>
            <p:nvPr/>
          </p:nvSpPr>
          <p:spPr>
            <a:xfrm>
              <a:off x="7476128" y="3685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1" name="pt24231"/>
            <p:cNvSpPr/>
            <p:nvPr/>
          </p:nvSpPr>
          <p:spPr>
            <a:xfrm>
              <a:off x="7466654" y="3612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2" name="pt24232"/>
            <p:cNvSpPr/>
            <p:nvPr/>
          </p:nvSpPr>
          <p:spPr>
            <a:xfrm>
              <a:off x="7472742" y="35493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3" name="pt24233"/>
            <p:cNvSpPr/>
            <p:nvPr/>
          </p:nvSpPr>
          <p:spPr>
            <a:xfrm>
              <a:off x="7480717" y="3558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4" name="pt24234"/>
            <p:cNvSpPr/>
            <p:nvPr/>
          </p:nvSpPr>
          <p:spPr>
            <a:xfrm>
              <a:off x="7387945" y="3585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5" name="pt24235"/>
            <p:cNvSpPr/>
            <p:nvPr/>
          </p:nvSpPr>
          <p:spPr>
            <a:xfrm>
              <a:off x="7434404" y="32839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6" name="pt24236"/>
            <p:cNvSpPr/>
            <p:nvPr/>
          </p:nvSpPr>
          <p:spPr>
            <a:xfrm>
              <a:off x="7473855" y="3391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7" name="pt24237"/>
            <p:cNvSpPr/>
            <p:nvPr/>
          </p:nvSpPr>
          <p:spPr>
            <a:xfrm>
              <a:off x="7450218" y="3691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8" name="pt24238"/>
            <p:cNvSpPr/>
            <p:nvPr/>
          </p:nvSpPr>
          <p:spPr>
            <a:xfrm>
              <a:off x="7484877" y="3560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39" name="pt24239"/>
            <p:cNvSpPr/>
            <p:nvPr/>
          </p:nvSpPr>
          <p:spPr>
            <a:xfrm>
              <a:off x="7449091" y="35354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0" name="pt24240"/>
            <p:cNvSpPr/>
            <p:nvPr/>
          </p:nvSpPr>
          <p:spPr>
            <a:xfrm>
              <a:off x="7425199" y="3250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1" name="pt24241"/>
            <p:cNvSpPr/>
            <p:nvPr/>
          </p:nvSpPr>
          <p:spPr>
            <a:xfrm>
              <a:off x="7437787" y="3178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2" name="pt24242"/>
            <p:cNvSpPr/>
            <p:nvPr/>
          </p:nvSpPr>
          <p:spPr>
            <a:xfrm>
              <a:off x="7484037" y="3797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3" name="pt24243"/>
            <p:cNvSpPr/>
            <p:nvPr/>
          </p:nvSpPr>
          <p:spPr>
            <a:xfrm>
              <a:off x="7437626" y="34161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4" name="pt24244"/>
            <p:cNvSpPr/>
            <p:nvPr/>
          </p:nvSpPr>
          <p:spPr>
            <a:xfrm>
              <a:off x="7427628" y="31234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5" name="pt24245"/>
            <p:cNvSpPr/>
            <p:nvPr/>
          </p:nvSpPr>
          <p:spPr>
            <a:xfrm>
              <a:off x="7451646" y="3165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6" name="pt24246"/>
            <p:cNvSpPr/>
            <p:nvPr/>
          </p:nvSpPr>
          <p:spPr>
            <a:xfrm>
              <a:off x="7415615" y="3073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7" name="pt24247"/>
            <p:cNvSpPr/>
            <p:nvPr/>
          </p:nvSpPr>
          <p:spPr>
            <a:xfrm>
              <a:off x="7479202" y="3579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8" name="pt24248"/>
            <p:cNvSpPr/>
            <p:nvPr/>
          </p:nvSpPr>
          <p:spPr>
            <a:xfrm>
              <a:off x="7462585" y="3346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49" name="pt24249"/>
            <p:cNvSpPr/>
            <p:nvPr/>
          </p:nvSpPr>
          <p:spPr>
            <a:xfrm>
              <a:off x="7463260" y="34842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0" name="pt24250"/>
            <p:cNvSpPr/>
            <p:nvPr/>
          </p:nvSpPr>
          <p:spPr>
            <a:xfrm>
              <a:off x="7464165" y="36160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1" name="pt24251"/>
            <p:cNvSpPr/>
            <p:nvPr/>
          </p:nvSpPr>
          <p:spPr>
            <a:xfrm>
              <a:off x="7415815" y="3144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2" name="pt24252"/>
            <p:cNvSpPr/>
            <p:nvPr/>
          </p:nvSpPr>
          <p:spPr>
            <a:xfrm>
              <a:off x="7475220" y="31843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3" name="pt24253"/>
            <p:cNvSpPr/>
            <p:nvPr/>
          </p:nvSpPr>
          <p:spPr>
            <a:xfrm>
              <a:off x="7427741" y="3434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4" name="pt24254"/>
            <p:cNvSpPr/>
            <p:nvPr/>
          </p:nvSpPr>
          <p:spPr>
            <a:xfrm>
              <a:off x="7438714" y="3584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5" name="pt24255"/>
            <p:cNvSpPr/>
            <p:nvPr/>
          </p:nvSpPr>
          <p:spPr>
            <a:xfrm>
              <a:off x="7405949" y="31414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6" name="pt24256"/>
            <p:cNvSpPr/>
            <p:nvPr/>
          </p:nvSpPr>
          <p:spPr>
            <a:xfrm>
              <a:off x="7448979" y="33963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7" name="pt24257"/>
            <p:cNvSpPr/>
            <p:nvPr/>
          </p:nvSpPr>
          <p:spPr>
            <a:xfrm>
              <a:off x="7472680" y="3456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8" name="pt24258"/>
            <p:cNvSpPr/>
            <p:nvPr/>
          </p:nvSpPr>
          <p:spPr>
            <a:xfrm>
              <a:off x="7475745" y="3097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59" name="pt24259"/>
            <p:cNvSpPr/>
            <p:nvPr/>
          </p:nvSpPr>
          <p:spPr>
            <a:xfrm>
              <a:off x="7466301" y="3261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0" name="pt24260"/>
            <p:cNvSpPr/>
            <p:nvPr/>
          </p:nvSpPr>
          <p:spPr>
            <a:xfrm>
              <a:off x="7437148" y="3486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1" name="pt24261"/>
            <p:cNvSpPr/>
            <p:nvPr/>
          </p:nvSpPr>
          <p:spPr>
            <a:xfrm>
              <a:off x="7474939" y="3450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2" name="pt24262"/>
            <p:cNvSpPr/>
            <p:nvPr/>
          </p:nvSpPr>
          <p:spPr>
            <a:xfrm>
              <a:off x="7463434" y="3501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3" name="pt24263"/>
            <p:cNvSpPr/>
            <p:nvPr/>
          </p:nvSpPr>
          <p:spPr>
            <a:xfrm>
              <a:off x="7485820" y="3561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4" name="pt24264"/>
            <p:cNvSpPr/>
            <p:nvPr/>
          </p:nvSpPr>
          <p:spPr>
            <a:xfrm>
              <a:off x="7467571" y="3487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5" name="pt24265"/>
            <p:cNvSpPr/>
            <p:nvPr/>
          </p:nvSpPr>
          <p:spPr>
            <a:xfrm>
              <a:off x="7468153" y="3391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6" name="pt24266"/>
            <p:cNvSpPr/>
            <p:nvPr/>
          </p:nvSpPr>
          <p:spPr>
            <a:xfrm>
              <a:off x="7456711" y="3240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7" name="pt24267"/>
            <p:cNvSpPr/>
            <p:nvPr/>
          </p:nvSpPr>
          <p:spPr>
            <a:xfrm>
              <a:off x="7373517" y="35148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8" name="pt24268"/>
            <p:cNvSpPr/>
            <p:nvPr/>
          </p:nvSpPr>
          <p:spPr>
            <a:xfrm>
              <a:off x="7416244" y="3441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69" name="pt24269"/>
            <p:cNvSpPr/>
            <p:nvPr/>
          </p:nvSpPr>
          <p:spPr>
            <a:xfrm>
              <a:off x="7457698" y="3386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0" name="pt24270"/>
            <p:cNvSpPr/>
            <p:nvPr/>
          </p:nvSpPr>
          <p:spPr>
            <a:xfrm>
              <a:off x="7429586" y="3151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1" name="pt24271"/>
            <p:cNvSpPr/>
            <p:nvPr/>
          </p:nvSpPr>
          <p:spPr>
            <a:xfrm>
              <a:off x="7567797" y="345943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72" name="pt24272"/>
            <p:cNvSpPr/>
            <p:nvPr/>
          </p:nvSpPr>
          <p:spPr>
            <a:xfrm>
              <a:off x="7452805" y="32388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3" name="pt24273"/>
            <p:cNvSpPr/>
            <p:nvPr/>
          </p:nvSpPr>
          <p:spPr>
            <a:xfrm>
              <a:off x="7471143" y="3343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4" name="pt24274"/>
            <p:cNvSpPr/>
            <p:nvPr/>
          </p:nvSpPr>
          <p:spPr>
            <a:xfrm>
              <a:off x="7490497" y="30077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5" name="pt24275"/>
            <p:cNvSpPr/>
            <p:nvPr/>
          </p:nvSpPr>
          <p:spPr>
            <a:xfrm>
              <a:off x="7621700" y="346045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76" name="pt24276"/>
            <p:cNvSpPr/>
            <p:nvPr/>
          </p:nvSpPr>
          <p:spPr>
            <a:xfrm>
              <a:off x="7453133" y="3161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7" name="pt24277"/>
            <p:cNvSpPr/>
            <p:nvPr/>
          </p:nvSpPr>
          <p:spPr>
            <a:xfrm>
              <a:off x="7415620" y="3258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8" name="pt24278"/>
            <p:cNvSpPr/>
            <p:nvPr/>
          </p:nvSpPr>
          <p:spPr>
            <a:xfrm>
              <a:off x="7478659" y="3186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79" name="pt24279"/>
            <p:cNvSpPr/>
            <p:nvPr/>
          </p:nvSpPr>
          <p:spPr>
            <a:xfrm>
              <a:off x="7455027" y="2882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0" name="pt24280"/>
            <p:cNvSpPr/>
            <p:nvPr/>
          </p:nvSpPr>
          <p:spPr>
            <a:xfrm>
              <a:off x="7455783" y="3352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1" name="pt24281"/>
            <p:cNvSpPr/>
            <p:nvPr/>
          </p:nvSpPr>
          <p:spPr>
            <a:xfrm>
              <a:off x="7452975" y="33390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2" name="pt24282"/>
            <p:cNvSpPr/>
            <p:nvPr/>
          </p:nvSpPr>
          <p:spPr>
            <a:xfrm>
              <a:off x="7432005" y="35302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3" name="pt24283"/>
            <p:cNvSpPr/>
            <p:nvPr/>
          </p:nvSpPr>
          <p:spPr>
            <a:xfrm>
              <a:off x="7451480" y="3397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4" name="pt24284"/>
            <p:cNvSpPr/>
            <p:nvPr/>
          </p:nvSpPr>
          <p:spPr>
            <a:xfrm>
              <a:off x="7507417" y="3483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5" name="pt24285"/>
            <p:cNvSpPr/>
            <p:nvPr/>
          </p:nvSpPr>
          <p:spPr>
            <a:xfrm>
              <a:off x="8536996" y="354872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86" name="pt24286"/>
            <p:cNvSpPr/>
            <p:nvPr/>
          </p:nvSpPr>
          <p:spPr>
            <a:xfrm>
              <a:off x="7451554" y="3126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7" name="pt24287"/>
            <p:cNvSpPr/>
            <p:nvPr/>
          </p:nvSpPr>
          <p:spPr>
            <a:xfrm>
              <a:off x="7453786" y="3533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8" name="pt24288"/>
            <p:cNvSpPr/>
            <p:nvPr/>
          </p:nvSpPr>
          <p:spPr>
            <a:xfrm>
              <a:off x="7481181" y="3547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89" name="pt24289"/>
            <p:cNvSpPr/>
            <p:nvPr/>
          </p:nvSpPr>
          <p:spPr>
            <a:xfrm>
              <a:off x="7467943" y="34790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0" name="pt24290"/>
            <p:cNvSpPr/>
            <p:nvPr/>
          </p:nvSpPr>
          <p:spPr>
            <a:xfrm>
              <a:off x="7434662" y="33166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1" name="pt24291"/>
            <p:cNvSpPr/>
            <p:nvPr/>
          </p:nvSpPr>
          <p:spPr>
            <a:xfrm>
              <a:off x="7441704" y="3548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2" name="pt24292"/>
            <p:cNvSpPr/>
            <p:nvPr/>
          </p:nvSpPr>
          <p:spPr>
            <a:xfrm>
              <a:off x="7379126" y="3077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3" name="pt24293"/>
            <p:cNvSpPr/>
            <p:nvPr/>
          </p:nvSpPr>
          <p:spPr>
            <a:xfrm>
              <a:off x="7459543" y="3429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4" name="pt24294"/>
            <p:cNvSpPr/>
            <p:nvPr/>
          </p:nvSpPr>
          <p:spPr>
            <a:xfrm>
              <a:off x="7473280" y="3620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5" name="pt24295"/>
            <p:cNvSpPr/>
            <p:nvPr/>
          </p:nvSpPr>
          <p:spPr>
            <a:xfrm>
              <a:off x="7550645" y="3516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6" name="pt24296"/>
            <p:cNvSpPr/>
            <p:nvPr/>
          </p:nvSpPr>
          <p:spPr>
            <a:xfrm>
              <a:off x="7462336" y="34639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7" name="pt24297"/>
            <p:cNvSpPr/>
            <p:nvPr/>
          </p:nvSpPr>
          <p:spPr>
            <a:xfrm>
              <a:off x="7459810" y="3473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8" name="pt24298"/>
            <p:cNvSpPr/>
            <p:nvPr/>
          </p:nvSpPr>
          <p:spPr>
            <a:xfrm>
              <a:off x="7412697" y="3334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299" name="pt24299"/>
            <p:cNvSpPr/>
            <p:nvPr/>
          </p:nvSpPr>
          <p:spPr>
            <a:xfrm>
              <a:off x="7446526" y="3202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0" name="pt24300"/>
            <p:cNvSpPr/>
            <p:nvPr/>
          </p:nvSpPr>
          <p:spPr>
            <a:xfrm>
              <a:off x="7500545" y="3256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1" name="pt24301"/>
            <p:cNvSpPr/>
            <p:nvPr/>
          </p:nvSpPr>
          <p:spPr>
            <a:xfrm>
              <a:off x="7460088" y="3287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2" name="pt24302"/>
            <p:cNvSpPr/>
            <p:nvPr/>
          </p:nvSpPr>
          <p:spPr>
            <a:xfrm>
              <a:off x="7472278" y="3149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3" name="pt24303"/>
            <p:cNvSpPr/>
            <p:nvPr/>
          </p:nvSpPr>
          <p:spPr>
            <a:xfrm>
              <a:off x="7445896" y="33429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4" name="pt24304"/>
            <p:cNvSpPr/>
            <p:nvPr/>
          </p:nvSpPr>
          <p:spPr>
            <a:xfrm>
              <a:off x="7462219" y="32347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5" name="pt24305"/>
            <p:cNvSpPr/>
            <p:nvPr/>
          </p:nvSpPr>
          <p:spPr>
            <a:xfrm>
              <a:off x="7480573" y="3466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6" name="pt24306"/>
            <p:cNvSpPr/>
            <p:nvPr/>
          </p:nvSpPr>
          <p:spPr>
            <a:xfrm>
              <a:off x="7462533" y="3524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7" name="pt24307"/>
            <p:cNvSpPr/>
            <p:nvPr/>
          </p:nvSpPr>
          <p:spPr>
            <a:xfrm>
              <a:off x="7463755" y="31732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8" name="pt24308"/>
            <p:cNvSpPr/>
            <p:nvPr/>
          </p:nvSpPr>
          <p:spPr>
            <a:xfrm>
              <a:off x="7433443" y="34642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09" name="pt24309"/>
            <p:cNvSpPr/>
            <p:nvPr/>
          </p:nvSpPr>
          <p:spPr>
            <a:xfrm>
              <a:off x="7442572" y="3412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0" name="pt24310"/>
            <p:cNvSpPr/>
            <p:nvPr/>
          </p:nvSpPr>
          <p:spPr>
            <a:xfrm>
              <a:off x="7453998" y="31740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1" name="pt24311"/>
            <p:cNvSpPr/>
            <p:nvPr/>
          </p:nvSpPr>
          <p:spPr>
            <a:xfrm>
              <a:off x="7432147" y="3428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2" name="pt24312"/>
            <p:cNvSpPr/>
            <p:nvPr/>
          </p:nvSpPr>
          <p:spPr>
            <a:xfrm>
              <a:off x="7527655" y="3415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3" name="pt24313"/>
            <p:cNvSpPr/>
            <p:nvPr/>
          </p:nvSpPr>
          <p:spPr>
            <a:xfrm>
              <a:off x="7435610" y="3081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4" name="pt24314"/>
            <p:cNvSpPr/>
            <p:nvPr/>
          </p:nvSpPr>
          <p:spPr>
            <a:xfrm>
              <a:off x="7389203" y="3466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5" name="pt24315"/>
            <p:cNvSpPr/>
            <p:nvPr/>
          </p:nvSpPr>
          <p:spPr>
            <a:xfrm>
              <a:off x="7488373" y="2994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6" name="pt24316"/>
            <p:cNvSpPr/>
            <p:nvPr/>
          </p:nvSpPr>
          <p:spPr>
            <a:xfrm>
              <a:off x="7421835" y="31445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7" name="pt24317"/>
            <p:cNvSpPr/>
            <p:nvPr/>
          </p:nvSpPr>
          <p:spPr>
            <a:xfrm>
              <a:off x="7412662" y="34269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8" name="pt24318"/>
            <p:cNvSpPr/>
            <p:nvPr/>
          </p:nvSpPr>
          <p:spPr>
            <a:xfrm>
              <a:off x="7439067" y="3307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19" name="pt24319"/>
            <p:cNvSpPr/>
            <p:nvPr/>
          </p:nvSpPr>
          <p:spPr>
            <a:xfrm>
              <a:off x="7448159" y="3330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0" name="pt24320"/>
            <p:cNvSpPr/>
            <p:nvPr/>
          </p:nvSpPr>
          <p:spPr>
            <a:xfrm>
              <a:off x="7438613" y="3133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1" name="pt24321"/>
            <p:cNvSpPr/>
            <p:nvPr/>
          </p:nvSpPr>
          <p:spPr>
            <a:xfrm>
              <a:off x="7460381" y="30935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2" name="pt24322"/>
            <p:cNvSpPr/>
            <p:nvPr/>
          </p:nvSpPr>
          <p:spPr>
            <a:xfrm>
              <a:off x="7444501" y="3273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3" name="pt24323"/>
            <p:cNvSpPr/>
            <p:nvPr/>
          </p:nvSpPr>
          <p:spPr>
            <a:xfrm>
              <a:off x="7515554" y="3480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4" name="pt24324"/>
            <p:cNvSpPr/>
            <p:nvPr/>
          </p:nvSpPr>
          <p:spPr>
            <a:xfrm>
              <a:off x="7526143" y="3125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5" name="pt24325"/>
            <p:cNvSpPr/>
            <p:nvPr/>
          </p:nvSpPr>
          <p:spPr>
            <a:xfrm>
              <a:off x="7511112" y="30095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6" name="pt24326"/>
            <p:cNvSpPr/>
            <p:nvPr/>
          </p:nvSpPr>
          <p:spPr>
            <a:xfrm>
              <a:off x="7430580" y="32856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7" name="pt24327"/>
            <p:cNvSpPr/>
            <p:nvPr/>
          </p:nvSpPr>
          <p:spPr>
            <a:xfrm>
              <a:off x="7401488" y="3094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8" name="pt24328"/>
            <p:cNvSpPr/>
            <p:nvPr/>
          </p:nvSpPr>
          <p:spPr>
            <a:xfrm>
              <a:off x="7453994" y="3329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29" name="pt24329"/>
            <p:cNvSpPr/>
            <p:nvPr/>
          </p:nvSpPr>
          <p:spPr>
            <a:xfrm>
              <a:off x="7457825" y="3416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0" name="pt24330"/>
            <p:cNvSpPr/>
            <p:nvPr/>
          </p:nvSpPr>
          <p:spPr>
            <a:xfrm>
              <a:off x="7371760" y="3409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1" name="pt24331"/>
            <p:cNvSpPr/>
            <p:nvPr/>
          </p:nvSpPr>
          <p:spPr>
            <a:xfrm>
              <a:off x="7436053" y="3344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2" name="pt24332"/>
            <p:cNvSpPr/>
            <p:nvPr/>
          </p:nvSpPr>
          <p:spPr>
            <a:xfrm>
              <a:off x="7446960" y="3197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3" name="pt24333"/>
            <p:cNvSpPr/>
            <p:nvPr/>
          </p:nvSpPr>
          <p:spPr>
            <a:xfrm>
              <a:off x="7462641" y="3192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4" name="pt24334"/>
            <p:cNvSpPr/>
            <p:nvPr/>
          </p:nvSpPr>
          <p:spPr>
            <a:xfrm>
              <a:off x="7159120" y="365422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35" name="pt24335"/>
            <p:cNvSpPr/>
            <p:nvPr/>
          </p:nvSpPr>
          <p:spPr>
            <a:xfrm>
              <a:off x="7442754" y="3077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6" name="pt24336"/>
            <p:cNvSpPr/>
            <p:nvPr/>
          </p:nvSpPr>
          <p:spPr>
            <a:xfrm>
              <a:off x="7436433" y="30956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7" name="pt24337"/>
            <p:cNvSpPr/>
            <p:nvPr/>
          </p:nvSpPr>
          <p:spPr>
            <a:xfrm>
              <a:off x="7406388" y="3249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8" name="pt24338"/>
            <p:cNvSpPr/>
            <p:nvPr/>
          </p:nvSpPr>
          <p:spPr>
            <a:xfrm>
              <a:off x="7418574" y="3357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39" name="pt24339"/>
            <p:cNvSpPr/>
            <p:nvPr/>
          </p:nvSpPr>
          <p:spPr>
            <a:xfrm>
              <a:off x="7446554" y="3353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0" name="pt24340"/>
            <p:cNvSpPr/>
            <p:nvPr/>
          </p:nvSpPr>
          <p:spPr>
            <a:xfrm>
              <a:off x="7447914" y="3295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1" name="pt24341"/>
            <p:cNvSpPr/>
            <p:nvPr/>
          </p:nvSpPr>
          <p:spPr>
            <a:xfrm>
              <a:off x="7452327" y="3422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2" name="pt24342"/>
            <p:cNvSpPr/>
            <p:nvPr/>
          </p:nvSpPr>
          <p:spPr>
            <a:xfrm>
              <a:off x="7654751" y="3314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3" name="pt24343"/>
            <p:cNvSpPr/>
            <p:nvPr/>
          </p:nvSpPr>
          <p:spPr>
            <a:xfrm>
              <a:off x="7453279" y="3380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4" name="pt24344"/>
            <p:cNvSpPr/>
            <p:nvPr/>
          </p:nvSpPr>
          <p:spPr>
            <a:xfrm>
              <a:off x="7501644" y="3177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5" name="pt24345"/>
            <p:cNvSpPr/>
            <p:nvPr/>
          </p:nvSpPr>
          <p:spPr>
            <a:xfrm>
              <a:off x="7403110" y="31706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6" name="pt24346"/>
            <p:cNvSpPr/>
            <p:nvPr/>
          </p:nvSpPr>
          <p:spPr>
            <a:xfrm>
              <a:off x="7447464" y="3392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7" name="pt24347"/>
            <p:cNvSpPr/>
            <p:nvPr/>
          </p:nvSpPr>
          <p:spPr>
            <a:xfrm>
              <a:off x="7527466" y="3398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8" name="pt24348"/>
            <p:cNvSpPr/>
            <p:nvPr/>
          </p:nvSpPr>
          <p:spPr>
            <a:xfrm>
              <a:off x="7449100" y="3623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49" name="pt24349"/>
            <p:cNvSpPr/>
            <p:nvPr/>
          </p:nvSpPr>
          <p:spPr>
            <a:xfrm>
              <a:off x="7864992" y="346601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50" name="pt24350"/>
            <p:cNvSpPr/>
            <p:nvPr/>
          </p:nvSpPr>
          <p:spPr>
            <a:xfrm>
              <a:off x="7468813" y="3627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1" name="pt24351"/>
            <p:cNvSpPr/>
            <p:nvPr/>
          </p:nvSpPr>
          <p:spPr>
            <a:xfrm>
              <a:off x="7472716" y="3481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2" name="pt24352"/>
            <p:cNvSpPr/>
            <p:nvPr/>
          </p:nvSpPr>
          <p:spPr>
            <a:xfrm>
              <a:off x="7423004" y="33297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3" name="pt24353"/>
            <p:cNvSpPr/>
            <p:nvPr/>
          </p:nvSpPr>
          <p:spPr>
            <a:xfrm>
              <a:off x="7267477" y="3567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4" name="pt24354"/>
            <p:cNvSpPr/>
            <p:nvPr/>
          </p:nvSpPr>
          <p:spPr>
            <a:xfrm>
              <a:off x="7429763" y="3017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5" name="pt24355"/>
            <p:cNvSpPr/>
            <p:nvPr/>
          </p:nvSpPr>
          <p:spPr>
            <a:xfrm>
              <a:off x="7451319" y="3488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6" name="pt24356"/>
            <p:cNvSpPr/>
            <p:nvPr/>
          </p:nvSpPr>
          <p:spPr>
            <a:xfrm>
              <a:off x="7452440" y="31549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7" name="pt24357"/>
            <p:cNvSpPr/>
            <p:nvPr/>
          </p:nvSpPr>
          <p:spPr>
            <a:xfrm>
              <a:off x="7454571" y="34976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8" name="pt24358"/>
            <p:cNvSpPr/>
            <p:nvPr/>
          </p:nvSpPr>
          <p:spPr>
            <a:xfrm>
              <a:off x="7599161" y="3401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59" name="pt24359"/>
            <p:cNvSpPr/>
            <p:nvPr/>
          </p:nvSpPr>
          <p:spPr>
            <a:xfrm>
              <a:off x="7507723" y="34732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0" name="pt24360"/>
            <p:cNvSpPr/>
            <p:nvPr/>
          </p:nvSpPr>
          <p:spPr>
            <a:xfrm>
              <a:off x="7416653" y="3653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1" name="pt24361"/>
            <p:cNvSpPr/>
            <p:nvPr/>
          </p:nvSpPr>
          <p:spPr>
            <a:xfrm>
              <a:off x="7193007" y="3497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2" name="pt24362"/>
            <p:cNvSpPr/>
            <p:nvPr/>
          </p:nvSpPr>
          <p:spPr>
            <a:xfrm>
              <a:off x="7432642" y="3483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3" name="pt24363"/>
            <p:cNvSpPr/>
            <p:nvPr/>
          </p:nvSpPr>
          <p:spPr>
            <a:xfrm>
              <a:off x="7448611" y="3429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4" name="pt24364"/>
            <p:cNvSpPr/>
            <p:nvPr/>
          </p:nvSpPr>
          <p:spPr>
            <a:xfrm>
              <a:off x="7903798" y="311258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65" name="pt24365"/>
            <p:cNvSpPr/>
            <p:nvPr/>
          </p:nvSpPr>
          <p:spPr>
            <a:xfrm>
              <a:off x="7467503" y="3306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6" name="pt24366"/>
            <p:cNvSpPr/>
            <p:nvPr/>
          </p:nvSpPr>
          <p:spPr>
            <a:xfrm>
              <a:off x="7444691" y="3333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7" name="pt24367"/>
            <p:cNvSpPr/>
            <p:nvPr/>
          </p:nvSpPr>
          <p:spPr>
            <a:xfrm>
              <a:off x="7437313" y="3165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8" name="pt24368"/>
            <p:cNvSpPr/>
            <p:nvPr/>
          </p:nvSpPr>
          <p:spPr>
            <a:xfrm>
              <a:off x="7518137" y="3651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69" name="pt24369"/>
            <p:cNvSpPr/>
            <p:nvPr/>
          </p:nvSpPr>
          <p:spPr>
            <a:xfrm>
              <a:off x="7421969" y="38354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0" name="pt24370"/>
            <p:cNvSpPr/>
            <p:nvPr/>
          </p:nvSpPr>
          <p:spPr>
            <a:xfrm>
              <a:off x="7451335" y="3269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1" name="pt24371"/>
            <p:cNvSpPr/>
            <p:nvPr/>
          </p:nvSpPr>
          <p:spPr>
            <a:xfrm>
              <a:off x="7456826" y="3083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2" name="pt24372"/>
            <p:cNvSpPr/>
            <p:nvPr/>
          </p:nvSpPr>
          <p:spPr>
            <a:xfrm>
              <a:off x="7474919" y="3387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3" name="pt24373"/>
            <p:cNvSpPr/>
            <p:nvPr/>
          </p:nvSpPr>
          <p:spPr>
            <a:xfrm>
              <a:off x="7320704" y="3249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4" name="pt24374"/>
            <p:cNvSpPr/>
            <p:nvPr/>
          </p:nvSpPr>
          <p:spPr>
            <a:xfrm>
              <a:off x="7478617" y="3310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5" name="pt24375"/>
            <p:cNvSpPr/>
            <p:nvPr/>
          </p:nvSpPr>
          <p:spPr>
            <a:xfrm>
              <a:off x="7412196" y="30049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6" name="pt24376"/>
            <p:cNvSpPr/>
            <p:nvPr/>
          </p:nvSpPr>
          <p:spPr>
            <a:xfrm>
              <a:off x="7469015" y="3335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7" name="pt24377"/>
            <p:cNvSpPr/>
            <p:nvPr/>
          </p:nvSpPr>
          <p:spPr>
            <a:xfrm>
              <a:off x="7418475" y="3030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8" name="pt24378"/>
            <p:cNvSpPr/>
            <p:nvPr/>
          </p:nvSpPr>
          <p:spPr>
            <a:xfrm>
              <a:off x="7462120" y="3225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79" name="pt24379"/>
            <p:cNvSpPr/>
            <p:nvPr/>
          </p:nvSpPr>
          <p:spPr>
            <a:xfrm>
              <a:off x="7459475" y="3196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0" name="pt24380"/>
            <p:cNvSpPr/>
            <p:nvPr/>
          </p:nvSpPr>
          <p:spPr>
            <a:xfrm>
              <a:off x="7474195" y="3215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1" name="pt24381"/>
            <p:cNvSpPr/>
            <p:nvPr/>
          </p:nvSpPr>
          <p:spPr>
            <a:xfrm>
              <a:off x="7497050" y="3369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2" name="pt24382"/>
            <p:cNvSpPr/>
            <p:nvPr/>
          </p:nvSpPr>
          <p:spPr>
            <a:xfrm>
              <a:off x="7443450" y="3025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3" name="pt24383"/>
            <p:cNvSpPr/>
            <p:nvPr/>
          </p:nvSpPr>
          <p:spPr>
            <a:xfrm>
              <a:off x="7455458" y="3415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4" name="pt24384"/>
            <p:cNvSpPr/>
            <p:nvPr/>
          </p:nvSpPr>
          <p:spPr>
            <a:xfrm>
              <a:off x="7410711" y="30834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5" name="pt24385"/>
            <p:cNvSpPr/>
            <p:nvPr/>
          </p:nvSpPr>
          <p:spPr>
            <a:xfrm>
              <a:off x="7469951" y="34534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6" name="pt24386"/>
            <p:cNvSpPr/>
            <p:nvPr/>
          </p:nvSpPr>
          <p:spPr>
            <a:xfrm>
              <a:off x="7414890" y="3274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7" name="pt24387"/>
            <p:cNvSpPr/>
            <p:nvPr/>
          </p:nvSpPr>
          <p:spPr>
            <a:xfrm>
              <a:off x="7467600" y="3227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8" name="pt24388"/>
            <p:cNvSpPr/>
            <p:nvPr/>
          </p:nvSpPr>
          <p:spPr>
            <a:xfrm>
              <a:off x="7504210" y="3506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89" name="pt24389"/>
            <p:cNvSpPr/>
            <p:nvPr/>
          </p:nvSpPr>
          <p:spPr>
            <a:xfrm>
              <a:off x="7479290" y="3242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0" name="pt24390"/>
            <p:cNvSpPr/>
            <p:nvPr/>
          </p:nvSpPr>
          <p:spPr>
            <a:xfrm>
              <a:off x="7550912" y="3324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1" name="pt24391"/>
            <p:cNvSpPr/>
            <p:nvPr/>
          </p:nvSpPr>
          <p:spPr>
            <a:xfrm>
              <a:off x="7462158" y="3109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2" name="pt24392"/>
            <p:cNvSpPr/>
            <p:nvPr/>
          </p:nvSpPr>
          <p:spPr>
            <a:xfrm>
              <a:off x="7459890" y="2951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3" name="pt24393"/>
            <p:cNvSpPr/>
            <p:nvPr/>
          </p:nvSpPr>
          <p:spPr>
            <a:xfrm>
              <a:off x="7897286" y="3259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4" name="pt24394"/>
            <p:cNvSpPr/>
            <p:nvPr/>
          </p:nvSpPr>
          <p:spPr>
            <a:xfrm>
              <a:off x="7483723" y="3269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5" name="pt24395"/>
            <p:cNvSpPr/>
            <p:nvPr/>
          </p:nvSpPr>
          <p:spPr>
            <a:xfrm>
              <a:off x="7405429" y="31794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6" name="pt24396"/>
            <p:cNvSpPr/>
            <p:nvPr/>
          </p:nvSpPr>
          <p:spPr>
            <a:xfrm>
              <a:off x="7430025" y="3270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7" name="pt24397"/>
            <p:cNvSpPr/>
            <p:nvPr/>
          </p:nvSpPr>
          <p:spPr>
            <a:xfrm>
              <a:off x="7462501" y="3588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8" name="pt24398"/>
            <p:cNvSpPr/>
            <p:nvPr/>
          </p:nvSpPr>
          <p:spPr>
            <a:xfrm>
              <a:off x="7484656" y="3390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399" name="pt24399"/>
            <p:cNvSpPr/>
            <p:nvPr/>
          </p:nvSpPr>
          <p:spPr>
            <a:xfrm>
              <a:off x="7473578" y="3119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0" name="pt24400"/>
            <p:cNvSpPr/>
            <p:nvPr/>
          </p:nvSpPr>
          <p:spPr>
            <a:xfrm>
              <a:off x="7262536" y="3362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1" name="pt24401"/>
            <p:cNvSpPr/>
            <p:nvPr/>
          </p:nvSpPr>
          <p:spPr>
            <a:xfrm>
              <a:off x="7442623" y="3152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2" name="pt24402"/>
            <p:cNvSpPr/>
            <p:nvPr/>
          </p:nvSpPr>
          <p:spPr>
            <a:xfrm>
              <a:off x="7417995" y="3303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3" name="pt24403"/>
            <p:cNvSpPr/>
            <p:nvPr/>
          </p:nvSpPr>
          <p:spPr>
            <a:xfrm>
              <a:off x="7372801" y="3269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4" name="pt24404"/>
            <p:cNvSpPr/>
            <p:nvPr/>
          </p:nvSpPr>
          <p:spPr>
            <a:xfrm>
              <a:off x="7424999" y="3323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5" name="pt24405"/>
            <p:cNvSpPr/>
            <p:nvPr/>
          </p:nvSpPr>
          <p:spPr>
            <a:xfrm>
              <a:off x="7436267" y="33832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6" name="pt24406"/>
            <p:cNvSpPr/>
            <p:nvPr/>
          </p:nvSpPr>
          <p:spPr>
            <a:xfrm>
              <a:off x="7478547" y="35010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7" name="pt24407"/>
            <p:cNvSpPr/>
            <p:nvPr/>
          </p:nvSpPr>
          <p:spPr>
            <a:xfrm>
              <a:off x="7442227" y="3559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8" name="pt24408"/>
            <p:cNvSpPr/>
            <p:nvPr/>
          </p:nvSpPr>
          <p:spPr>
            <a:xfrm>
              <a:off x="7421194" y="2895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09" name="pt24409"/>
            <p:cNvSpPr/>
            <p:nvPr/>
          </p:nvSpPr>
          <p:spPr>
            <a:xfrm>
              <a:off x="7436091" y="3105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0" name="pt24410"/>
            <p:cNvSpPr/>
            <p:nvPr/>
          </p:nvSpPr>
          <p:spPr>
            <a:xfrm>
              <a:off x="7532404" y="3036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1" name="pt24411"/>
            <p:cNvSpPr/>
            <p:nvPr/>
          </p:nvSpPr>
          <p:spPr>
            <a:xfrm>
              <a:off x="7475975" y="3207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2" name="pt24412"/>
            <p:cNvSpPr/>
            <p:nvPr/>
          </p:nvSpPr>
          <p:spPr>
            <a:xfrm>
              <a:off x="7477231" y="33724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3" name="pt24413"/>
            <p:cNvSpPr/>
            <p:nvPr/>
          </p:nvSpPr>
          <p:spPr>
            <a:xfrm>
              <a:off x="7366255" y="3430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4" name="pt24414"/>
            <p:cNvSpPr/>
            <p:nvPr/>
          </p:nvSpPr>
          <p:spPr>
            <a:xfrm>
              <a:off x="7465661" y="3576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5" name="pt24415"/>
            <p:cNvSpPr/>
            <p:nvPr/>
          </p:nvSpPr>
          <p:spPr>
            <a:xfrm>
              <a:off x="7372628" y="31139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6" name="pt24416"/>
            <p:cNvSpPr/>
            <p:nvPr/>
          </p:nvSpPr>
          <p:spPr>
            <a:xfrm>
              <a:off x="7472156" y="3257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7" name="pt24417"/>
            <p:cNvSpPr/>
            <p:nvPr/>
          </p:nvSpPr>
          <p:spPr>
            <a:xfrm>
              <a:off x="7465328" y="3430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8" name="pt24418"/>
            <p:cNvSpPr/>
            <p:nvPr/>
          </p:nvSpPr>
          <p:spPr>
            <a:xfrm>
              <a:off x="7364737" y="31972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19" name="pt24419"/>
            <p:cNvSpPr/>
            <p:nvPr/>
          </p:nvSpPr>
          <p:spPr>
            <a:xfrm>
              <a:off x="7441354" y="3500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0" name="pt24420"/>
            <p:cNvSpPr/>
            <p:nvPr/>
          </p:nvSpPr>
          <p:spPr>
            <a:xfrm>
              <a:off x="7359266" y="3149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1" name="pt24421"/>
            <p:cNvSpPr/>
            <p:nvPr/>
          </p:nvSpPr>
          <p:spPr>
            <a:xfrm>
              <a:off x="7442286" y="3320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2" name="pt24422"/>
            <p:cNvSpPr/>
            <p:nvPr/>
          </p:nvSpPr>
          <p:spPr>
            <a:xfrm>
              <a:off x="7446534" y="3142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3" name="pt24423"/>
            <p:cNvSpPr/>
            <p:nvPr/>
          </p:nvSpPr>
          <p:spPr>
            <a:xfrm>
              <a:off x="7477665" y="3372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4" name="pt24424"/>
            <p:cNvSpPr/>
            <p:nvPr/>
          </p:nvSpPr>
          <p:spPr>
            <a:xfrm>
              <a:off x="7443700" y="3292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5" name="pt24425"/>
            <p:cNvSpPr/>
            <p:nvPr/>
          </p:nvSpPr>
          <p:spPr>
            <a:xfrm>
              <a:off x="7478302" y="3383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6" name="pt24426"/>
            <p:cNvSpPr/>
            <p:nvPr/>
          </p:nvSpPr>
          <p:spPr>
            <a:xfrm>
              <a:off x="7485744" y="3461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7" name="pt24427"/>
            <p:cNvSpPr/>
            <p:nvPr/>
          </p:nvSpPr>
          <p:spPr>
            <a:xfrm>
              <a:off x="7321838" y="307398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28" name="pt24428"/>
            <p:cNvSpPr/>
            <p:nvPr/>
          </p:nvSpPr>
          <p:spPr>
            <a:xfrm>
              <a:off x="7475558" y="2949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29" name="pt24429"/>
            <p:cNvSpPr/>
            <p:nvPr/>
          </p:nvSpPr>
          <p:spPr>
            <a:xfrm>
              <a:off x="7440280" y="3169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0" name="pt24430"/>
            <p:cNvSpPr/>
            <p:nvPr/>
          </p:nvSpPr>
          <p:spPr>
            <a:xfrm>
              <a:off x="7362306" y="3144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1" name="pt24431"/>
            <p:cNvSpPr/>
            <p:nvPr/>
          </p:nvSpPr>
          <p:spPr>
            <a:xfrm>
              <a:off x="7478144" y="3619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2" name="pt24432"/>
            <p:cNvSpPr/>
            <p:nvPr/>
          </p:nvSpPr>
          <p:spPr>
            <a:xfrm>
              <a:off x="7426842" y="3264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3" name="pt24433"/>
            <p:cNvSpPr/>
            <p:nvPr/>
          </p:nvSpPr>
          <p:spPr>
            <a:xfrm>
              <a:off x="7478098" y="34078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4" name="pt24434"/>
            <p:cNvSpPr/>
            <p:nvPr/>
          </p:nvSpPr>
          <p:spPr>
            <a:xfrm>
              <a:off x="7428902" y="3292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5" name="pt24435"/>
            <p:cNvSpPr/>
            <p:nvPr/>
          </p:nvSpPr>
          <p:spPr>
            <a:xfrm>
              <a:off x="7591412" y="33712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6" name="pt24436"/>
            <p:cNvSpPr/>
            <p:nvPr/>
          </p:nvSpPr>
          <p:spPr>
            <a:xfrm>
              <a:off x="7380366" y="34319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7" name="pt24437"/>
            <p:cNvSpPr/>
            <p:nvPr/>
          </p:nvSpPr>
          <p:spPr>
            <a:xfrm>
              <a:off x="7547612" y="33561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8" name="pt24438"/>
            <p:cNvSpPr/>
            <p:nvPr/>
          </p:nvSpPr>
          <p:spPr>
            <a:xfrm>
              <a:off x="7462044" y="3172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39" name="pt24439"/>
            <p:cNvSpPr/>
            <p:nvPr/>
          </p:nvSpPr>
          <p:spPr>
            <a:xfrm>
              <a:off x="7420112" y="33689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0" name="pt24440"/>
            <p:cNvSpPr/>
            <p:nvPr/>
          </p:nvSpPr>
          <p:spPr>
            <a:xfrm>
              <a:off x="7505399" y="3560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1" name="pt24441"/>
            <p:cNvSpPr/>
            <p:nvPr/>
          </p:nvSpPr>
          <p:spPr>
            <a:xfrm>
              <a:off x="7487467" y="34055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2" name="pt24442"/>
            <p:cNvSpPr/>
            <p:nvPr/>
          </p:nvSpPr>
          <p:spPr>
            <a:xfrm>
              <a:off x="7442771" y="3443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3" name="pt24443"/>
            <p:cNvSpPr/>
            <p:nvPr/>
          </p:nvSpPr>
          <p:spPr>
            <a:xfrm>
              <a:off x="7464346" y="3384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4" name="pt24444"/>
            <p:cNvSpPr/>
            <p:nvPr/>
          </p:nvSpPr>
          <p:spPr>
            <a:xfrm>
              <a:off x="7403660" y="3311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5" name="pt24445"/>
            <p:cNvSpPr/>
            <p:nvPr/>
          </p:nvSpPr>
          <p:spPr>
            <a:xfrm>
              <a:off x="7431793" y="3732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6" name="pt24446"/>
            <p:cNvSpPr/>
            <p:nvPr/>
          </p:nvSpPr>
          <p:spPr>
            <a:xfrm>
              <a:off x="7550974" y="3546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7" name="pt24447"/>
            <p:cNvSpPr/>
            <p:nvPr/>
          </p:nvSpPr>
          <p:spPr>
            <a:xfrm>
              <a:off x="7402344" y="3114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8" name="pt24448"/>
            <p:cNvSpPr/>
            <p:nvPr/>
          </p:nvSpPr>
          <p:spPr>
            <a:xfrm>
              <a:off x="7460134" y="29408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49" name="pt24449"/>
            <p:cNvSpPr/>
            <p:nvPr/>
          </p:nvSpPr>
          <p:spPr>
            <a:xfrm>
              <a:off x="7512652" y="3670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0" name="pt24450"/>
            <p:cNvSpPr/>
            <p:nvPr/>
          </p:nvSpPr>
          <p:spPr>
            <a:xfrm>
              <a:off x="7416641" y="3379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1" name="pt24451"/>
            <p:cNvSpPr/>
            <p:nvPr/>
          </p:nvSpPr>
          <p:spPr>
            <a:xfrm>
              <a:off x="7481314" y="3467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2" name="pt24452"/>
            <p:cNvSpPr/>
            <p:nvPr/>
          </p:nvSpPr>
          <p:spPr>
            <a:xfrm>
              <a:off x="6874154" y="3315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3" name="pt24453"/>
            <p:cNvSpPr/>
            <p:nvPr/>
          </p:nvSpPr>
          <p:spPr>
            <a:xfrm>
              <a:off x="7399903" y="33109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4" name="pt24454"/>
            <p:cNvSpPr/>
            <p:nvPr/>
          </p:nvSpPr>
          <p:spPr>
            <a:xfrm>
              <a:off x="7450465" y="3115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5" name="pt24455"/>
            <p:cNvSpPr/>
            <p:nvPr/>
          </p:nvSpPr>
          <p:spPr>
            <a:xfrm>
              <a:off x="7464021" y="3636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6" name="pt24456"/>
            <p:cNvSpPr/>
            <p:nvPr/>
          </p:nvSpPr>
          <p:spPr>
            <a:xfrm>
              <a:off x="7552305" y="3353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7" name="pt24457"/>
            <p:cNvSpPr/>
            <p:nvPr/>
          </p:nvSpPr>
          <p:spPr>
            <a:xfrm>
              <a:off x="7489621" y="3451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8" name="pt24458"/>
            <p:cNvSpPr/>
            <p:nvPr/>
          </p:nvSpPr>
          <p:spPr>
            <a:xfrm>
              <a:off x="7457636" y="3289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59" name="pt24459"/>
            <p:cNvSpPr/>
            <p:nvPr/>
          </p:nvSpPr>
          <p:spPr>
            <a:xfrm>
              <a:off x="7694007" y="32239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0" name="pt24460"/>
            <p:cNvSpPr/>
            <p:nvPr/>
          </p:nvSpPr>
          <p:spPr>
            <a:xfrm>
              <a:off x="7610589" y="3327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1" name="pt24461"/>
            <p:cNvSpPr/>
            <p:nvPr/>
          </p:nvSpPr>
          <p:spPr>
            <a:xfrm>
              <a:off x="7635890" y="2899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2" name="pt24462"/>
            <p:cNvSpPr/>
            <p:nvPr/>
          </p:nvSpPr>
          <p:spPr>
            <a:xfrm>
              <a:off x="7464677" y="3234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3" name="pt24463"/>
            <p:cNvSpPr/>
            <p:nvPr/>
          </p:nvSpPr>
          <p:spPr>
            <a:xfrm>
              <a:off x="7422021" y="3421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4" name="pt24464"/>
            <p:cNvSpPr/>
            <p:nvPr/>
          </p:nvSpPr>
          <p:spPr>
            <a:xfrm>
              <a:off x="7673721" y="294926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65" name="pt24465"/>
            <p:cNvSpPr/>
            <p:nvPr/>
          </p:nvSpPr>
          <p:spPr>
            <a:xfrm>
              <a:off x="7473074" y="3385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6" name="pt24466"/>
            <p:cNvSpPr/>
            <p:nvPr/>
          </p:nvSpPr>
          <p:spPr>
            <a:xfrm>
              <a:off x="7460857" y="3519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7" name="pt24467"/>
            <p:cNvSpPr/>
            <p:nvPr/>
          </p:nvSpPr>
          <p:spPr>
            <a:xfrm>
              <a:off x="7341980" y="3251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8" name="pt24468"/>
            <p:cNvSpPr/>
            <p:nvPr/>
          </p:nvSpPr>
          <p:spPr>
            <a:xfrm>
              <a:off x="7528205" y="3222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69" name="pt24469"/>
            <p:cNvSpPr/>
            <p:nvPr/>
          </p:nvSpPr>
          <p:spPr>
            <a:xfrm>
              <a:off x="7403393" y="32292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0" name="pt24470"/>
            <p:cNvSpPr/>
            <p:nvPr/>
          </p:nvSpPr>
          <p:spPr>
            <a:xfrm>
              <a:off x="7449900" y="3461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1" name="pt24471"/>
            <p:cNvSpPr/>
            <p:nvPr/>
          </p:nvSpPr>
          <p:spPr>
            <a:xfrm>
              <a:off x="7442156" y="3230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2" name="pt24472"/>
            <p:cNvSpPr/>
            <p:nvPr/>
          </p:nvSpPr>
          <p:spPr>
            <a:xfrm>
              <a:off x="7446470" y="3210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3" name="pt24473"/>
            <p:cNvSpPr/>
            <p:nvPr/>
          </p:nvSpPr>
          <p:spPr>
            <a:xfrm>
              <a:off x="7463726" y="3400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4" name="pt24474"/>
            <p:cNvSpPr/>
            <p:nvPr/>
          </p:nvSpPr>
          <p:spPr>
            <a:xfrm>
              <a:off x="7427766" y="3119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5" name="pt24475"/>
            <p:cNvSpPr/>
            <p:nvPr/>
          </p:nvSpPr>
          <p:spPr>
            <a:xfrm>
              <a:off x="7369791" y="2977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6" name="pt24476"/>
            <p:cNvSpPr/>
            <p:nvPr/>
          </p:nvSpPr>
          <p:spPr>
            <a:xfrm>
              <a:off x="7446818" y="31125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7" name="pt24477"/>
            <p:cNvSpPr/>
            <p:nvPr/>
          </p:nvSpPr>
          <p:spPr>
            <a:xfrm>
              <a:off x="7453497" y="3089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8" name="pt24478"/>
            <p:cNvSpPr/>
            <p:nvPr/>
          </p:nvSpPr>
          <p:spPr>
            <a:xfrm>
              <a:off x="8678730" y="33743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79" name="pt24479"/>
            <p:cNvSpPr/>
            <p:nvPr/>
          </p:nvSpPr>
          <p:spPr>
            <a:xfrm>
              <a:off x="7511702" y="33915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0" name="pt24480"/>
            <p:cNvSpPr/>
            <p:nvPr/>
          </p:nvSpPr>
          <p:spPr>
            <a:xfrm>
              <a:off x="7457094" y="3405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1" name="pt24481"/>
            <p:cNvSpPr/>
            <p:nvPr/>
          </p:nvSpPr>
          <p:spPr>
            <a:xfrm>
              <a:off x="7462101" y="3100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2" name="pt24482"/>
            <p:cNvSpPr/>
            <p:nvPr/>
          </p:nvSpPr>
          <p:spPr>
            <a:xfrm>
              <a:off x="7398025" y="3237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3" name="pt24483"/>
            <p:cNvSpPr/>
            <p:nvPr/>
          </p:nvSpPr>
          <p:spPr>
            <a:xfrm>
              <a:off x="7466539" y="3445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4" name="pt24484"/>
            <p:cNvSpPr/>
            <p:nvPr/>
          </p:nvSpPr>
          <p:spPr>
            <a:xfrm>
              <a:off x="7462930" y="2944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5" name="pt24485"/>
            <p:cNvSpPr/>
            <p:nvPr/>
          </p:nvSpPr>
          <p:spPr>
            <a:xfrm>
              <a:off x="7479569" y="3435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6" name="pt24486"/>
            <p:cNvSpPr/>
            <p:nvPr/>
          </p:nvSpPr>
          <p:spPr>
            <a:xfrm>
              <a:off x="7403065" y="3503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7" name="pt24487"/>
            <p:cNvSpPr/>
            <p:nvPr/>
          </p:nvSpPr>
          <p:spPr>
            <a:xfrm>
              <a:off x="7452098" y="35493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8" name="pt24488"/>
            <p:cNvSpPr/>
            <p:nvPr/>
          </p:nvSpPr>
          <p:spPr>
            <a:xfrm>
              <a:off x="7429532" y="31343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89" name="pt24489"/>
            <p:cNvSpPr/>
            <p:nvPr/>
          </p:nvSpPr>
          <p:spPr>
            <a:xfrm>
              <a:off x="7383330" y="33926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0" name="pt24490"/>
            <p:cNvSpPr/>
            <p:nvPr/>
          </p:nvSpPr>
          <p:spPr>
            <a:xfrm>
              <a:off x="7419763" y="3027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1" name="pt24491"/>
            <p:cNvSpPr/>
            <p:nvPr/>
          </p:nvSpPr>
          <p:spPr>
            <a:xfrm>
              <a:off x="7447855" y="3319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2" name="pt24492"/>
            <p:cNvSpPr/>
            <p:nvPr/>
          </p:nvSpPr>
          <p:spPr>
            <a:xfrm>
              <a:off x="7459787" y="3500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3" name="pt24493"/>
            <p:cNvSpPr/>
            <p:nvPr/>
          </p:nvSpPr>
          <p:spPr>
            <a:xfrm>
              <a:off x="7478302" y="3093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4" name="pt24494"/>
            <p:cNvSpPr/>
            <p:nvPr/>
          </p:nvSpPr>
          <p:spPr>
            <a:xfrm>
              <a:off x="7394491" y="3082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5" name="pt24495"/>
            <p:cNvSpPr/>
            <p:nvPr/>
          </p:nvSpPr>
          <p:spPr>
            <a:xfrm>
              <a:off x="7457676" y="33434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6" name="pt24496"/>
            <p:cNvSpPr/>
            <p:nvPr/>
          </p:nvSpPr>
          <p:spPr>
            <a:xfrm>
              <a:off x="7491467" y="34740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7" name="pt24497"/>
            <p:cNvSpPr/>
            <p:nvPr/>
          </p:nvSpPr>
          <p:spPr>
            <a:xfrm>
              <a:off x="7473535" y="3477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8" name="pt24498"/>
            <p:cNvSpPr/>
            <p:nvPr/>
          </p:nvSpPr>
          <p:spPr>
            <a:xfrm>
              <a:off x="7421283" y="3116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499" name="pt24499"/>
            <p:cNvSpPr/>
            <p:nvPr/>
          </p:nvSpPr>
          <p:spPr>
            <a:xfrm>
              <a:off x="7324793" y="5105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0" name="pt24500"/>
            <p:cNvSpPr/>
            <p:nvPr/>
          </p:nvSpPr>
          <p:spPr>
            <a:xfrm>
              <a:off x="7443345" y="32645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1" name="pt24501"/>
            <p:cNvSpPr/>
            <p:nvPr/>
          </p:nvSpPr>
          <p:spPr>
            <a:xfrm>
              <a:off x="7434990" y="3361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2" name="pt24502"/>
            <p:cNvSpPr/>
            <p:nvPr/>
          </p:nvSpPr>
          <p:spPr>
            <a:xfrm>
              <a:off x="7434634" y="30231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3" name="pt24503"/>
            <p:cNvSpPr/>
            <p:nvPr/>
          </p:nvSpPr>
          <p:spPr>
            <a:xfrm>
              <a:off x="7434519" y="34202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4" name="pt24504"/>
            <p:cNvSpPr/>
            <p:nvPr/>
          </p:nvSpPr>
          <p:spPr>
            <a:xfrm>
              <a:off x="7440928" y="3219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5" name="pt24505"/>
            <p:cNvSpPr/>
            <p:nvPr/>
          </p:nvSpPr>
          <p:spPr>
            <a:xfrm>
              <a:off x="7469617" y="3460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6" name="pt24506"/>
            <p:cNvSpPr/>
            <p:nvPr/>
          </p:nvSpPr>
          <p:spPr>
            <a:xfrm>
              <a:off x="7411667" y="3184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7" name="pt24507"/>
            <p:cNvSpPr/>
            <p:nvPr/>
          </p:nvSpPr>
          <p:spPr>
            <a:xfrm>
              <a:off x="7478623" y="3161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8" name="pt24508"/>
            <p:cNvSpPr/>
            <p:nvPr/>
          </p:nvSpPr>
          <p:spPr>
            <a:xfrm>
              <a:off x="7463384" y="3511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09" name="pt24509"/>
            <p:cNvSpPr/>
            <p:nvPr/>
          </p:nvSpPr>
          <p:spPr>
            <a:xfrm>
              <a:off x="7508987" y="31181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0" name="pt24510"/>
            <p:cNvSpPr/>
            <p:nvPr/>
          </p:nvSpPr>
          <p:spPr>
            <a:xfrm>
              <a:off x="7442256" y="37394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1" name="pt24511"/>
            <p:cNvSpPr/>
            <p:nvPr/>
          </p:nvSpPr>
          <p:spPr>
            <a:xfrm>
              <a:off x="7469903" y="37196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2" name="pt24512"/>
            <p:cNvSpPr/>
            <p:nvPr/>
          </p:nvSpPr>
          <p:spPr>
            <a:xfrm>
              <a:off x="7396915" y="3323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3" name="pt24513"/>
            <p:cNvSpPr/>
            <p:nvPr/>
          </p:nvSpPr>
          <p:spPr>
            <a:xfrm>
              <a:off x="7472450" y="3528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4" name="pt24514"/>
            <p:cNvSpPr/>
            <p:nvPr/>
          </p:nvSpPr>
          <p:spPr>
            <a:xfrm>
              <a:off x="7355042" y="3337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5" name="pt24515"/>
            <p:cNvSpPr/>
            <p:nvPr/>
          </p:nvSpPr>
          <p:spPr>
            <a:xfrm>
              <a:off x="7449009" y="3084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6" name="pt24516"/>
            <p:cNvSpPr/>
            <p:nvPr/>
          </p:nvSpPr>
          <p:spPr>
            <a:xfrm>
              <a:off x="7540633" y="35977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7" name="pt24517"/>
            <p:cNvSpPr/>
            <p:nvPr/>
          </p:nvSpPr>
          <p:spPr>
            <a:xfrm>
              <a:off x="7418760" y="3243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8" name="pt24518"/>
            <p:cNvSpPr/>
            <p:nvPr/>
          </p:nvSpPr>
          <p:spPr>
            <a:xfrm>
              <a:off x="7450917" y="32658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19" name="pt24519"/>
            <p:cNvSpPr/>
            <p:nvPr/>
          </p:nvSpPr>
          <p:spPr>
            <a:xfrm>
              <a:off x="7471045" y="3539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0" name="pt24520"/>
            <p:cNvSpPr/>
            <p:nvPr/>
          </p:nvSpPr>
          <p:spPr>
            <a:xfrm>
              <a:off x="7440812" y="3329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1" name="pt24521"/>
            <p:cNvSpPr/>
            <p:nvPr/>
          </p:nvSpPr>
          <p:spPr>
            <a:xfrm>
              <a:off x="7456536" y="3293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2" name="pt24522"/>
            <p:cNvSpPr/>
            <p:nvPr/>
          </p:nvSpPr>
          <p:spPr>
            <a:xfrm>
              <a:off x="7502561" y="3152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3" name="pt24523"/>
            <p:cNvSpPr/>
            <p:nvPr/>
          </p:nvSpPr>
          <p:spPr>
            <a:xfrm>
              <a:off x="7464672" y="37024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4" name="pt24524"/>
            <p:cNvSpPr/>
            <p:nvPr/>
          </p:nvSpPr>
          <p:spPr>
            <a:xfrm>
              <a:off x="7506767" y="3417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5" name="pt24525"/>
            <p:cNvSpPr/>
            <p:nvPr/>
          </p:nvSpPr>
          <p:spPr>
            <a:xfrm>
              <a:off x="7450790" y="3571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6" name="pt24526"/>
            <p:cNvSpPr/>
            <p:nvPr/>
          </p:nvSpPr>
          <p:spPr>
            <a:xfrm>
              <a:off x="7486576" y="3262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7" name="pt24527"/>
            <p:cNvSpPr/>
            <p:nvPr/>
          </p:nvSpPr>
          <p:spPr>
            <a:xfrm>
              <a:off x="7454667" y="3499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8" name="pt24528"/>
            <p:cNvSpPr/>
            <p:nvPr/>
          </p:nvSpPr>
          <p:spPr>
            <a:xfrm>
              <a:off x="7350302" y="3434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29" name="pt24529"/>
            <p:cNvSpPr/>
            <p:nvPr/>
          </p:nvSpPr>
          <p:spPr>
            <a:xfrm>
              <a:off x="7424242" y="33114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0" name="pt24530"/>
            <p:cNvSpPr/>
            <p:nvPr/>
          </p:nvSpPr>
          <p:spPr>
            <a:xfrm>
              <a:off x="7486394" y="3157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1" name="pt24531"/>
            <p:cNvSpPr/>
            <p:nvPr/>
          </p:nvSpPr>
          <p:spPr>
            <a:xfrm>
              <a:off x="7374400" y="3282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2" name="pt24532"/>
            <p:cNvSpPr/>
            <p:nvPr/>
          </p:nvSpPr>
          <p:spPr>
            <a:xfrm>
              <a:off x="7498168" y="3318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3" name="pt24533"/>
            <p:cNvSpPr/>
            <p:nvPr/>
          </p:nvSpPr>
          <p:spPr>
            <a:xfrm>
              <a:off x="7430615" y="3194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4" name="pt24534"/>
            <p:cNvSpPr/>
            <p:nvPr/>
          </p:nvSpPr>
          <p:spPr>
            <a:xfrm>
              <a:off x="7342487" y="3218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5" name="pt24535"/>
            <p:cNvSpPr/>
            <p:nvPr/>
          </p:nvSpPr>
          <p:spPr>
            <a:xfrm>
              <a:off x="7462398" y="3508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6" name="pt24536"/>
            <p:cNvSpPr/>
            <p:nvPr/>
          </p:nvSpPr>
          <p:spPr>
            <a:xfrm>
              <a:off x="7433837" y="3098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7" name="pt24537"/>
            <p:cNvSpPr/>
            <p:nvPr/>
          </p:nvSpPr>
          <p:spPr>
            <a:xfrm>
              <a:off x="7544677" y="3422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8" name="pt24538"/>
            <p:cNvSpPr/>
            <p:nvPr/>
          </p:nvSpPr>
          <p:spPr>
            <a:xfrm>
              <a:off x="7470640" y="3132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39" name="pt24539"/>
            <p:cNvSpPr/>
            <p:nvPr/>
          </p:nvSpPr>
          <p:spPr>
            <a:xfrm>
              <a:off x="7407931" y="3821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0" name="pt24540"/>
            <p:cNvSpPr/>
            <p:nvPr/>
          </p:nvSpPr>
          <p:spPr>
            <a:xfrm>
              <a:off x="7528937" y="3079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1" name="pt24541"/>
            <p:cNvSpPr/>
            <p:nvPr/>
          </p:nvSpPr>
          <p:spPr>
            <a:xfrm>
              <a:off x="7450234" y="32669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2" name="pt24542"/>
            <p:cNvSpPr/>
            <p:nvPr/>
          </p:nvSpPr>
          <p:spPr>
            <a:xfrm>
              <a:off x="7477591" y="3563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3" name="pt24543"/>
            <p:cNvSpPr/>
            <p:nvPr/>
          </p:nvSpPr>
          <p:spPr>
            <a:xfrm>
              <a:off x="7467613" y="35958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4" name="pt24544"/>
            <p:cNvSpPr/>
            <p:nvPr/>
          </p:nvSpPr>
          <p:spPr>
            <a:xfrm>
              <a:off x="7488403" y="35489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5" name="pt24545"/>
            <p:cNvSpPr/>
            <p:nvPr/>
          </p:nvSpPr>
          <p:spPr>
            <a:xfrm>
              <a:off x="7410256" y="3177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6" name="pt24546"/>
            <p:cNvSpPr/>
            <p:nvPr/>
          </p:nvSpPr>
          <p:spPr>
            <a:xfrm>
              <a:off x="8000362" y="3275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7" name="pt24547"/>
            <p:cNvSpPr/>
            <p:nvPr/>
          </p:nvSpPr>
          <p:spPr>
            <a:xfrm>
              <a:off x="7430587" y="3146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8" name="pt24548"/>
            <p:cNvSpPr/>
            <p:nvPr/>
          </p:nvSpPr>
          <p:spPr>
            <a:xfrm>
              <a:off x="8010071" y="3341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49" name="pt24549"/>
            <p:cNvSpPr/>
            <p:nvPr/>
          </p:nvSpPr>
          <p:spPr>
            <a:xfrm>
              <a:off x="7486840" y="35975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0" name="pt24550"/>
            <p:cNvSpPr/>
            <p:nvPr/>
          </p:nvSpPr>
          <p:spPr>
            <a:xfrm>
              <a:off x="7502559" y="3622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1" name="pt24551"/>
            <p:cNvSpPr/>
            <p:nvPr/>
          </p:nvSpPr>
          <p:spPr>
            <a:xfrm>
              <a:off x="7449065" y="3425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2" name="pt24552"/>
            <p:cNvSpPr/>
            <p:nvPr/>
          </p:nvSpPr>
          <p:spPr>
            <a:xfrm>
              <a:off x="7442883" y="3720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3" name="pt24553"/>
            <p:cNvSpPr/>
            <p:nvPr/>
          </p:nvSpPr>
          <p:spPr>
            <a:xfrm>
              <a:off x="7424422" y="3424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4" name="pt24554"/>
            <p:cNvSpPr/>
            <p:nvPr/>
          </p:nvSpPr>
          <p:spPr>
            <a:xfrm>
              <a:off x="7410862" y="2998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5" name="pt24555"/>
            <p:cNvSpPr/>
            <p:nvPr/>
          </p:nvSpPr>
          <p:spPr>
            <a:xfrm>
              <a:off x="7409945" y="3484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6" name="pt24556"/>
            <p:cNvSpPr/>
            <p:nvPr/>
          </p:nvSpPr>
          <p:spPr>
            <a:xfrm>
              <a:off x="7434537" y="3317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7" name="pt24557"/>
            <p:cNvSpPr/>
            <p:nvPr/>
          </p:nvSpPr>
          <p:spPr>
            <a:xfrm>
              <a:off x="7433229" y="3468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8" name="pt24558"/>
            <p:cNvSpPr/>
            <p:nvPr/>
          </p:nvSpPr>
          <p:spPr>
            <a:xfrm>
              <a:off x="7443567" y="3478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59" name="pt24559"/>
            <p:cNvSpPr/>
            <p:nvPr/>
          </p:nvSpPr>
          <p:spPr>
            <a:xfrm>
              <a:off x="7453228" y="3249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0" name="pt24560"/>
            <p:cNvSpPr/>
            <p:nvPr/>
          </p:nvSpPr>
          <p:spPr>
            <a:xfrm>
              <a:off x="7351946" y="2751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1" name="pt24561"/>
            <p:cNvSpPr/>
            <p:nvPr/>
          </p:nvSpPr>
          <p:spPr>
            <a:xfrm>
              <a:off x="7826238" y="33166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2" name="pt24562"/>
            <p:cNvSpPr/>
            <p:nvPr/>
          </p:nvSpPr>
          <p:spPr>
            <a:xfrm>
              <a:off x="7442654" y="3062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3" name="pt24563"/>
            <p:cNvSpPr/>
            <p:nvPr/>
          </p:nvSpPr>
          <p:spPr>
            <a:xfrm>
              <a:off x="7429128" y="3277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4" name="pt24564"/>
            <p:cNvSpPr/>
            <p:nvPr/>
          </p:nvSpPr>
          <p:spPr>
            <a:xfrm>
              <a:off x="7407616" y="3282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5" name="pt24565"/>
            <p:cNvSpPr/>
            <p:nvPr/>
          </p:nvSpPr>
          <p:spPr>
            <a:xfrm>
              <a:off x="7443906" y="2782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6" name="pt24566"/>
            <p:cNvSpPr/>
            <p:nvPr/>
          </p:nvSpPr>
          <p:spPr>
            <a:xfrm>
              <a:off x="7382448" y="31069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7" name="pt24567"/>
            <p:cNvSpPr/>
            <p:nvPr/>
          </p:nvSpPr>
          <p:spPr>
            <a:xfrm>
              <a:off x="7457035" y="3484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8" name="pt24568"/>
            <p:cNvSpPr/>
            <p:nvPr/>
          </p:nvSpPr>
          <p:spPr>
            <a:xfrm>
              <a:off x="7468076" y="3416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69" name="pt24569"/>
            <p:cNvSpPr/>
            <p:nvPr/>
          </p:nvSpPr>
          <p:spPr>
            <a:xfrm>
              <a:off x="7454107" y="3427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0" name="pt24570"/>
            <p:cNvSpPr/>
            <p:nvPr/>
          </p:nvSpPr>
          <p:spPr>
            <a:xfrm>
              <a:off x="7474728" y="3158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1" name="pt24571"/>
            <p:cNvSpPr/>
            <p:nvPr/>
          </p:nvSpPr>
          <p:spPr>
            <a:xfrm>
              <a:off x="7408349" y="34823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2" name="pt24572"/>
            <p:cNvSpPr/>
            <p:nvPr/>
          </p:nvSpPr>
          <p:spPr>
            <a:xfrm>
              <a:off x="7435550" y="29879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3" name="pt24573"/>
            <p:cNvSpPr/>
            <p:nvPr/>
          </p:nvSpPr>
          <p:spPr>
            <a:xfrm>
              <a:off x="7430766" y="3404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4" name="pt24574"/>
            <p:cNvSpPr/>
            <p:nvPr/>
          </p:nvSpPr>
          <p:spPr>
            <a:xfrm>
              <a:off x="7501620" y="3188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5" name="pt24575"/>
            <p:cNvSpPr/>
            <p:nvPr/>
          </p:nvSpPr>
          <p:spPr>
            <a:xfrm>
              <a:off x="7457021" y="3315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6" name="pt24576"/>
            <p:cNvSpPr/>
            <p:nvPr/>
          </p:nvSpPr>
          <p:spPr>
            <a:xfrm>
              <a:off x="7416729" y="30099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7" name="pt24577"/>
            <p:cNvSpPr/>
            <p:nvPr/>
          </p:nvSpPr>
          <p:spPr>
            <a:xfrm>
              <a:off x="7443604" y="30870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8" name="pt24578"/>
            <p:cNvSpPr/>
            <p:nvPr/>
          </p:nvSpPr>
          <p:spPr>
            <a:xfrm>
              <a:off x="7442864" y="3420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79" name="pt24579"/>
            <p:cNvSpPr/>
            <p:nvPr/>
          </p:nvSpPr>
          <p:spPr>
            <a:xfrm>
              <a:off x="7499742" y="3443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0" name="pt24580"/>
            <p:cNvSpPr/>
            <p:nvPr/>
          </p:nvSpPr>
          <p:spPr>
            <a:xfrm>
              <a:off x="7446794" y="3763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1" name="pt24581"/>
            <p:cNvSpPr/>
            <p:nvPr/>
          </p:nvSpPr>
          <p:spPr>
            <a:xfrm>
              <a:off x="7357371" y="3208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2" name="pt24582"/>
            <p:cNvSpPr/>
            <p:nvPr/>
          </p:nvSpPr>
          <p:spPr>
            <a:xfrm>
              <a:off x="7469105" y="3597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3" name="pt24583"/>
            <p:cNvSpPr/>
            <p:nvPr/>
          </p:nvSpPr>
          <p:spPr>
            <a:xfrm>
              <a:off x="7467345" y="3476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4" name="pt24584"/>
            <p:cNvSpPr/>
            <p:nvPr/>
          </p:nvSpPr>
          <p:spPr>
            <a:xfrm>
              <a:off x="7441885" y="3477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5" name="pt24585"/>
            <p:cNvSpPr/>
            <p:nvPr/>
          </p:nvSpPr>
          <p:spPr>
            <a:xfrm>
              <a:off x="7422520" y="3057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6" name="pt24586"/>
            <p:cNvSpPr/>
            <p:nvPr/>
          </p:nvSpPr>
          <p:spPr>
            <a:xfrm>
              <a:off x="7459676" y="3362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7" name="pt24587"/>
            <p:cNvSpPr/>
            <p:nvPr/>
          </p:nvSpPr>
          <p:spPr>
            <a:xfrm>
              <a:off x="7438038" y="3275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8" name="pt24588"/>
            <p:cNvSpPr/>
            <p:nvPr/>
          </p:nvSpPr>
          <p:spPr>
            <a:xfrm>
              <a:off x="7466833" y="3382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89" name="pt24589"/>
            <p:cNvSpPr/>
            <p:nvPr/>
          </p:nvSpPr>
          <p:spPr>
            <a:xfrm>
              <a:off x="7436430" y="3407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0" name="pt24590"/>
            <p:cNvSpPr/>
            <p:nvPr/>
          </p:nvSpPr>
          <p:spPr>
            <a:xfrm>
              <a:off x="7453126" y="34713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1" name="pt24591"/>
            <p:cNvSpPr/>
            <p:nvPr/>
          </p:nvSpPr>
          <p:spPr>
            <a:xfrm>
              <a:off x="7435414" y="36515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2" name="pt24592"/>
            <p:cNvSpPr/>
            <p:nvPr/>
          </p:nvSpPr>
          <p:spPr>
            <a:xfrm>
              <a:off x="7481307" y="35028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3" name="pt24593"/>
            <p:cNvSpPr/>
            <p:nvPr/>
          </p:nvSpPr>
          <p:spPr>
            <a:xfrm>
              <a:off x="7438165" y="34721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4" name="pt24594"/>
            <p:cNvSpPr/>
            <p:nvPr/>
          </p:nvSpPr>
          <p:spPr>
            <a:xfrm>
              <a:off x="7295057" y="314002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95" name="pt24595"/>
            <p:cNvSpPr/>
            <p:nvPr/>
          </p:nvSpPr>
          <p:spPr>
            <a:xfrm>
              <a:off x="7414710" y="3348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6" name="pt24596"/>
            <p:cNvSpPr/>
            <p:nvPr/>
          </p:nvSpPr>
          <p:spPr>
            <a:xfrm>
              <a:off x="7475816" y="32478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7" name="pt24597"/>
            <p:cNvSpPr/>
            <p:nvPr/>
          </p:nvSpPr>
          <p:spPr>
            <a:xfrm>
              <a:off x="7446524" y="3027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8" name="pt24598"/>
            <p:cNvSpPr/>
            <p:nvPr/>
          </p:nvSpPr>
          <p:spPr>
            <a:xfrm>
              <a:off x="7432120" y="3111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599" name="pt24599"/>
            <p:cNvSpPr/>
            <p:nvPr/>
          </p:nvSpPr>
          <p:spPr>
            <a:xfrm>
              <a:off x="7444619" y="3222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0" name="pt24600"/>
            <p:cNvSpPr/>
            <p:nvPr/>
          </p:nvSpPr>
          <p:spPr>
            <a:xfrm>
              <a:off x="7420980" y="3079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1" name="pt24601"/>
            <p:cNvSpPr/>
            <p:nvPr/>
          </p:nvSpPr>
          <p:spPr>
            <a:xfrm>
              <a:off x="7473606" y="3473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2" name="pt24602"/>
            <p:cNvSpPr/>
            <p:nvPr/>
          </p:nvSpPr>
          <p:spPr>
            <a:xfrm>
              <a:off x="7456603" y="3222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3" name="pt24603"/>
            <p:cNvSpPr/>
            <p:nvPr/>
          </p:nvSpPr>
          <p:spPr>
            <a:xfrm>
              <a:off x="7524660" y="3623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4" name="pt24604"/>
            <p:cNvSpPr/>
            <p:nvPr/>
          </p:nvSpPr>
          <p:spPr>
            <a:xfrm>
              <a:off x="7456367" y="32486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5" name="pt24605"/>
            <p:cNvSpPr/>
            <p:nvPr/>
          </p:nvSpPr>
          <p:spPr>
            <a:xfrm>
              <a:off x="7448577" y="3322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6" name="pt24606"/>
            <p:cNvSpPr/>
            <p:nvPr/>
          </p:nvSpPr>
          <p:spPr>
            <a:xfrm>
              <a:off x="7431527" y="3498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7" name="pt24607"/>
            <p:cNvSpPr/>
            <p:nvPr/>
          </p:nvSpPr>
          <p:spPr>
            <a:xfrm>
              <a:off x="7367492" y="31682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8" name="pt24608"/>
            <p:cNvSpPr/>
            <p:nvPr/>
          </p:nvSpPr>
          <p:spPr>
            <a:xfrm>
              <a:off x="7487351" y="3592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09" name="pt24609"/>
            <p:cNvSpPr/>
            <p:nvPr/>
          </p:nvSpPr>
          <p:spPr>
            <a:xfrm>
              <a:off x="7424922" y="3398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0" name="pt24610"/>
            <p:cNvSpPr/>
            <p:nvPr/>
          </p:nvSpPr>
          <p:spPr>
            <a:xfrm>
              <a:off x="7447456" y="34015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1" name="pt24611"/>
            <p:cNvSpPr/>
            <p:nvPr/>
          </p:nvSpPr>
          <p:spPr>
            <a:xfrm>
              <a:off x="7475099" y="3206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2" name="pt24612"/>
            <p:cNvSpPr/>
            <p:nvPr/>
          </p:nvSpPr>
          <p:spPr>
            <a:xfrm>
              <a:off x="7434003" y="32751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3" name="pt24613"/>
            <p:cNvSpPr/>
            <p:nvPr/>
          </p:nvSpPr>
          <p:spPr>
            <a:xfrm>
              <a:off x="7419765" y="30530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4" name="pt24614"/>
            <p:cNvSpPr/>
            <p:nvPr/>
          </p:nvSpPr>
          <p:spPr>
            <a:xfrm>
              <a:off x="7352873" y="3207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5" name="pt24615"/>
            <p:cNvSpPr/>
            <p:nvPr/>
          </p:nvSpPr>
          <p:spPr>
            <a:xfrm>
              <a:off x="7438001" y="3272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6" name="pt24616"/>
            <p:cNvSpPr/>
            <p:nvPr/>
          </p:nvSpPr>
          <p:spPr>
            <a:xfrm>
              <a:off x="7469944" y="3523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7" name="pt24617"/>
            <p:cNvSpPr/>
            <p:nvPr/>
          </p:nvSpPr>
          <p:spPr>
            <a:xfrm>
              <a:off x="7434292" y="3446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8" name="pt24618"/>
            <p:cNvSpPr/>
            <p:nvPr/>
          </p:nvSpPr>
          <p:spPr>
            <a:xfrm>
              <a:off x="7425099" y="3505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19" name="pt24619"/>
            <p:cNvSpPr/>
            <p:nvPr/>
          </p:nvSpPr>
          <p:spPr>
            <a:xfrm>
              <a:off x="7450968" y="3768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0" name="pt24620"/>
            <p:cNvSpPr/>
            <p:nvPr/>
          </p:nvSpPr>
          <p:spPr>
            <a:xfrm>
              <a:off x="7477800" y="3420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1" name="pt24621"/>
            <p:cNvSpPr/>
            <p:nvPr/>
          </p:nvSpPr>
          <p:spPr>
            <a:xfrm>
              <a:off x="7468488" y="3402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2" name="pt24622"/>
            <p:cNvSpPr/>
            <p:nvPr/>
          </p:nvSpPr>
          <p:spPr>
            <a:xfrm>
              <a:off x="7454936" y="3278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3" name="pt24623"/>
            <p:cNvSpPr/>
            <p:nvPr/>
          </p:nvSpPr>
          <p:spPr>
            <a:xfrm>
              <a:off x="7951480" y="33845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4" name="pt24624"/>
            <p:cNvSpPr/>
            <p:nvPr/>
          </p:nvSpPr>
          <p:spPr>
            <a:xfrm>
              <a:off x="7439868" y="3469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5" name="pt24625"/>
            <p:cNvSpPr/>
            <p:nvPr/>
          </p:nvSpPr>
          <p:spPr>
            <a:xfrm>
              <a:off x="7487875" y="3327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6" name="pt24626"/>
            <p:cNvSpPr/>
            <p:nvPr/>
          </p:nvSpPr>
          <p:spPr>
            <a:xfrm>
              <a:off x="7017865" y="3346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7" name="pt24627"/>
            <p:cNvSpPr/>
            <p:nvPr/>
          </p:nvSpPr>
          <p:spPr>
            <a:xfrm>
              <a:off x="7420803" y="33113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8" name="pt24628"/>
            <p:cNvSpPr/>
            <p:nvPr/>
          </p:nvSpPr>
          <p:spPr>
            <a:xfrm>
              <a:off x="7467464" y="3392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29" name="pt24629"/>
            <p:cNvSpPr/>
            <p:nvPr/>
          </p:nvSpPr>
          <p:spPr>
            <a:xfrm>
              <a:off x="7424908" y="31459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0" name="pt24630"/>
            <p:cNvSpPr/>
            <p:nvPr/>
          </p:nvSpPr>
          <p:spPr>
            <a:xfrm>
              <a:off x="7445533" y="3439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1" name="pt24631"/>
            <p:cNvSpPr/>
            <p:nvPr/>
          </p:nvSpPr>
          <p:spPr>
            <a:xfrm>
              <a:off x="7755629" y="3220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2" name="pt24632"/>
            <p:cNvSpPr/>
            <p:nvPr/>
          </p:nvSpPr>
          <p:spPr>
            <a:xfrm>
              <a:off x="7499002" y="3334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3" name="pt24633"/>
            <p:cNvSpPr/>
            <p:nvPr/>
          </p:nvSpPr>
          <p:spPr>
            <a:xfrm>
              <a:off x="7505470" y="3634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4" name="pt24634"/>
            <p:cNvSpPr/>
            <p:nvPr/>
          </p:nvSpPr>
          <p:spPr>
            <a:xfrm>
              <a:off x="7459605" y="3063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5" name="pt24635"/>
            <p:cNvSpPr/>
            <p:nvPr/>
          </p:nvSpPr>
          <p:spPr>
            <a:xfrm>
              <a:off x="7454817" y="3526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6" name="pt24636"/>
            <p:cNvSpPr/>
            <p:nvPr/>
          </p:nvSpPr>
          <p:spPr>
            <a:xfrm>
              <a:off x="7398229" y="3086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7" name="pt24637"/>
            <p:cNvSpPr/>
            <p:nvPr/>
          </p:nvSpPr>
          <p:spPr>
            <a:xfrm>
              <a:off x="7432898" y="3346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8" name="pt24638"/>
            <p:cNvSpPr/>
            <p:nvPr/>
          </p:nvSpPr>
          <p:spPr>
            <a:xfrm>
              <a:off x="7475323" y="3384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39" name="pt24639"/>
            <p:cNvSpPr/>
            <p:nvPr/>
          </p:nvSpPr>
          <p:spPr>
            <a:xfrm>
              <a:off x="7433160" y="3381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0" name="pt24640"/>
            <p:cNvSpPr/>
            <p:nvPr/>
          </p:nvSpPr>
          <p:spPr>
            <a:xfrm>
              <a:off x="7513620" y="3293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1" name="pt24641"/>
            <p:cNvSpPr/>
            <p:nvPr/>
          </p:nvSpPr>
          <p:spPr>
            <a:xfrm>
              <a:off x="7413648" y="3206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2" name="pt24642"/>
            <p:cNvSpPr/>
            <p:nvPr/>
          </p:nvSpPr>
          <p:spPr>
            <a:xfrm>
              <a:off x="7427449" y="3047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3" name="pt24643"/>
            <p:cNvSpPr/>
            <p:nvPr/>
          </p:nvSpPr>
          <p:spPr>
            <a:xfrm>
              <a:off x="7474815" y="3441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4" name="pt24644"/>
            <p:cNvSpPr/>
            <p:nvPr/>
          </p:nvSpPr>
          <p:spPr>
            <a:xfrm>
              <a:off x="7600419" y="338672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45" name="pt24645"/>
            <p:cNvSpPr/>
            <p:nvPr/>
          </p:nvSpPr>
          <p:spPr>
            <a:xfrm>
              <a:off x="7466915" y="3640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6" name="pt24646"/>
            <p:cNvSpPr/>
            <p:nvPr/>
          </p:nvSpPr>
          <p:spPr>
            <a:xfrm>
              <a:off x="7435352" y="3525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7" name="pt24647"/>
            <p:cNvSpPr/>
            <p:nvPr/>
          </p:nvSpPr>
          <p:spPr>
            <a:xfrm>
              <a:off x="7519084" y="3666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8" name="pt24648"/>
            <p:cNvSpPr/>
            <p:nvPr/>
          </p:nvSpPr>
          <p:spPr>
            <a:xfrm>
              <a:off x="7432979" y="32685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49" name="pt24649"/>
            <p:cNvSpPr/>
            <p:nvPr/>
          </p:nvSpPr>
          <p:spPr>
            <a:xfrm>
              <a:off x="6687201" y="3448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0" name="pt24650"/>
            <p:cNvSpPr/>
            <p:nvPr/>
          </p:nvSpPr>
          <p:spPr>
            <a:xfrm>
              <a:off x="7542866" y="35471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1" name="pt24651"/>
            <p:cNvSpPr/>
            <p:nvPr/>
          </p:nvSpPr>
          <p:spPr>
            <a:xfrm>
              <a:off x="7491904" y="35974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2" name="pt24652"/>
            <p:cNvSpPr/>
            <p:nvPr/>
          </p:nvSpPr>
          <p:spPr>
            <a:xfrm>
              <a:off x="7377131" y="3106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3" name="pt24653"/>
            <p:cNvSpPr/>
            <p:nvPr/>
          </p:nvSpPr>
          <p:spPr>
            <a:xfrm>
              <a:off x="7428084" y="3092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4" name="pt24654"/>
            <p:cNvSpPr/>
            <p:nvPr/>
          </p:nvSpPr>
          <p:spPr>
            <a:xfrm>
              <a:off x="7496882" y="3560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5" name="pt24655"/>
            <p:cNvSpPr/>
            <p:nvPr/>
          </p:nvSpPr>
          <p:spPr>
            <a:xfrm>
              <a:off x="7464378" y="3687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6" name="pt24656"/>
            <p:cNvSpPr/>
            <p:nvPr/>
          </p:nvSpPr>
          <p:spPr>
            <a:xfrm>
              <a:off x="7439987" y="3163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7" name="pt24657"/>
            <p:cNvSpPr/>
            <p:nvPr/>
          </p:nvSpPr>
          <p:spPr>
            <a:xfrm>
              <a:off x="7473115" y="3385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8" name="pt24658"/>
            <p:cNvSpPr/>
            <p:nvPr/>
          </p:nvSpPr>
          <p:spPr>
            <a:xfrm>
              <a:off x="7465983" y="3419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59" name="pt24659"/>
            <p:cNvSpPr/>
            <p:nvPr/>
          </p:nvSpPr>
          <p:spPr>
            <a:xfrm>
              <a:off x="7475911" y="3603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0" name="pt24660"/>
            <p:cNvSpPr/>
            <p:nvPr/>
          </p:nvSpPr>
          <p:spPr>
            <a:xfrm>
              <a:off x="7430665" y="32079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1" name="pt24661"/>
            <p:cNvSpPr/>
            <p:nvPr/>
          </p:nvSpPr>
          <p:spPr>
            <a:xfrm>
              <a:off x="7461972" y="34367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2" name="pt24662"/>
            <p:cNvSpPr/>
            <p:nvPr/>
          </p:nvSpPr>
          <p:spPr>
            <a:xfrm>
              <a:off x="7453502" y="3532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3" name="pt24663"/>
            <p:cNvSpPr/>
            <p:nvPr/>
          </p:nvSpPr>
          <p:spPr>
            <a:xfrm>
              <a:off x="7667231" y="33793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4" name="pt24664"/>
            <p:cNvSpPr/>
            <p:nvPr/>
          </p:nvSpPr>
          <p:spPr>
            <a:xfrm>
              <a:off x="7435644" y="3497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5" name="pt24665"/>
            <p:cNvSpPr/>
            <p:nvPr/>
          </p:nvSpPr>
          <p:spPr>
            <a:xfrm>
              <a:off x="7455108" y="34287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6" name="pt24666"/>
            <p:cNvSpPr/>
            <p:nvPr/>
          </p:nvSpPr>
          <p:spPr>
            <a:xfrm>
              <a:off x="7458651" y="3673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7" name="pt24667"/>
            <p:cNvSpPr/>
            <p:nvPr/>
          </p:nvSpPr>
          <p:spPr>
            <a:xfrm>
              <a:off x="7432792" y="3228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8" name="pt24668"/>
            <p:cNvSpPr/>
            <p:nvPr/>
          </p:nvSpPr>
          <p:spPr>
            <a:xfrm>
              <a:off x="7423389" y="3208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69" name="pt24669"/>
            <p:cNvSpPr/>
            <p:nvPr/>
          </p:nvSpPr>
          <p:spPr>
            <a:xfrm>
              <a:off x="7480946" y="3354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0" name="pt24670"/>
            <p:cNvSpPr/>
            <p:nvPr/>
          </p:nvSpPr>
          <p:spPr>
            <a:xfrm>
              <a:off x="7476929" y="34681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1" name="pt24671"/>
            <p:cNvSpPr/>
            <p:nvPr/>
          </p:nvSpPr>
          <p:spPr>
            <a:xfrm>
              <a:off x="7418197" y="31580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2" name="pt24672"/>
            <p:cNvSpPr/>
            <p:nvPr/>
          </p:nvSpPr>
          <p:spPr>
            <a:xfrm>
              <a:off x="7413515" y="3324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3" name="pt24673"/>
            <p:cNvSpPr/>
            <p:nvPr/>
          </p:nvSpPr>
          <p:spPr>
            <a:xfrm>
              <a:off x="7420319" y="3137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4" name="pt24674"/>
            <p:cNvSpPr/>
            <p:nvPr/>
          </p:nvSpPr>
          <p:spPr>
            <a:xfrm>
              <a:off x="7431427" y="3309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5" name="pt24675"/>
            <p:cNvSpPr/>
            <p:nvPr/>
          </p:nvSpPr>
          <p:spPr>
            <a:xfrm>
              <a:off x="7432701" y="31516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6" name="pt24676"/>
            <p:cNvSpPr/>
            <p:nvPr/>
          </p:nvSpPr>
          <p:spPr>
            <a:xfrm>
              <a:off x="7430931" y="3128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7" name="pt24677"/>
            <p:cNvSpPr/>
            <p:nvPr/>
          </p:nvSpPr>
          <p:spPr>
            <a:xfrm>
              <a:off x="7468895" y="3561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8" name="pt24678"/>
            <p:cNvSpPr/>
            <p:nvPr/>
          </p:nvSpPr>
          <p:spPr>
            <a:xfrm>
              <a:off x="7454794" y="33152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79" name="pt24679"/>
            <p:cNvSpPr/>
            <p:nvPr/>
          </p:nvSpPr>
          <p:spPr>
            <a:xfrm>
              <a:off x="7438626" y="3299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0" name="pt24680"/>
            <p:cNvSpPr/>
            <p:nvPr/>
          </p:nvSpPr>
          <p:spPr>
            <a:xfrm>
              <a:off x="7473230" y="3379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1" name="pt24681"/>
            <p:cNvSpPr/>
            <p:nvPr/>
          </p:nvSpPr>
          <p:spPr>
            <a:xfrm>
              <a:off x="7461327" y="3515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2" name="pt24682"/>
            <p:cNvSpPr/>
            <p:nvPr/>
          </p:nvSpPr>
          <p:spPr>
            <a:xfrm>
              <a:off x="7537730" y="35667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3" name="pt24683"/>
            <p:cNvSpPr/>
            <p:nvPr/>
          </p:nvSpPr>
          <p:spPr>
            <a:xfrm>
              <a:off x="7420343" y="3055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4" name="pt24684"/>
            <p:cNvSpPr/>
            <p:nvPr/>
          </p:nvSpPr>
          <p:spPr>
            <a:xfrm>
              <a:off x="7326717" y="307820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85" name="pt24685"/>
            <p:cNvSpPr/>
            <p:nvPr/>
          </p:nvSpPr>
          <p:spPr>
            <a:xfrm>
              <a:off x="8558980" y="277240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86" name="pt24686"/>
            <p:cNvSpPr/>
            <p:nvPr/>
          </p:nvSpPr>
          <p:spPr>
            <a:xfrm>
              <a:off x="7423639" y="3187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7" name="pt24687"/>
            <p:cNvSpPr/>
            <p:nvPr/>
          </p:nvSpPr>
          <p:spPr>
            <a:xfrm>
              <a:off x="7445013" y="3009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8" name="pt24688"/>
            <p:cNvSpPr/>
            <p:nvPr/>
          </p:nvSpPr>
          <p:spPr>
            <a:xfrm>
              <a:off x="7476079" y="3483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89" name="pt24689"/>
            <p:cNvSpPr/>
            <p:nvPr/>
          </p:nvSpPr>
          <p:spPr>
            <a:xfrm>
              <a:off x="7459935" y="3514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0" name="pt24690"/>
            <p:cNvSpPr/>
            <p:nvPr/>
          </p:nvSpPr>
          <p:spPr>
            <a:xfrm>
              <a:off x="7447364" y="3484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1" name="pt24691"/>
            <p:cNvSpPr/>
            <p:nvPr/>
          </p:nvSpPr>
          <p:spPr>
            <a:xfrm>
              <a:off x="7458456" y="3525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2" name="pt24692"/>
            <p:cNvSpPr/>
            <p:nvPr/>
          </p:nvSpPr>
          <p:spPr>
            <a:xfrm>
              <a:off x="7407150" y="3402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3" name="pt24693"/>
            <p:cNvSpPr/>
            <p:nvPr/>
          </p:nvSpPr>
          <p:spPr>
            <a:xfrm>
              <a:off x="7434708" y="3180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4" name="pt24694"/>
            <p:cNvSpPr/>
            <p:nvPr/>
          </p:nvSpPr>
          <p:spPr>
            <a:xfrm>
              <a:off x="7443854" y="3496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5" name="pt24695"/>
            <p:cNvSpPr/>
            <p:nvPr/>
          </p:nvSpPr>
          <p:spPr>
            <a:xfrm>
              <a:off x="7461183" y="3197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6" name="pt24696"/>
            <p:cNvSpPr/>
            <p:nvPr/>
          </p:nvSpPr>
          <p:spPr>
            <a:xfrm>
              <a:off x="7330490" y="317076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97" name="pt24697"/>
            <p:cNvSpPr/>
            <p:nvPr/>
          </p:nvSpPr>
          <p:spPr>
            <a:xfrm>
              <a:off x="7424487" y="3271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8" name="pt24698"/>
            <p:cNvSpPr/>
            <p:nvPr/>
          </p:nvSpPr>
          <p:spPr>
            <a:xfrm>
              <a:off x="7443844" y="3014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699" name="pt24699"/>
            <p:cNvSpPr/>
            <p:nvPr/>
          </p:nvSpPr>
          <p:spPr>
            <a:xfrm>
              <a:off x="7464695" y="2924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0" name="pt24700"/>
            <p:cNvSpPr/>
            <p:nvPr/>
          </p:nvSpPr>
          <p:spPr>
            <a:xfrm>
              <a:off x="7462581" y="3130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1" name="pt24701"/>
            <p:cNvSpPr/>
            <p:nvPr/>
          </p:nvSpPr>
          <p:spPr>
            <a:xfrm>
              <a:off x="7468926" y="3338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2" name="pt24702"/>
            <p:cNvSpPr/>
            <p:nvPr/>
          </p:nvSpPr>
          <p:spPr>
            <a:xfrm>
              <a:off x="7537214" y="3580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3" name="pt24703"/>
            <p:cNvSpPr/>
            <p:nvPr/>
          </p:nvSpPr>
          <p:spPr>
            <a:xfrm>
              <a:off x="7421902" y="3272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4" name="pt24704"/>
            <p:cNvSpPr/>
            <p:nvPr/>
          </p:nvSpPr>
          <p:spPr>
            <a:xfrm>
              <a:off x="7384518" y="3334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5" name="pt24705"/>
            <p:cNvSpPr/>
            <p:nvPr/>
          </p:nvSpPr>
          <p:spPr>
            <a:xfrm>
              <a:off x="7286707" y="311442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06" name="pt24706"/>
            <p:cNvSpPr/>
            <p:nvPr/>
          </p:nvSpPr>
          <p:spPr>
            <a:xfrm>
              <a:off x="7466816" y="3616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7" name="pt24707"/>
            <p:cNvSpPr/>
            <p:nvPr/>
          </p:nvSpPr>
          <p:spPr>
            <a:xfrm>
              <a:off x="7234957" y="3225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8" name="pt24708"/>
            <p:cNvSpPr/>
            <p:nvPr/>
          </p:nvSpPr>
          <p:spPr>
            <a:xfrm>
              <a:off x="7399738" y="3045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09" name="pt24709"/>
            <p:cNvSpPr/>
            <p:nvPr/>
          </p:nvSpPr>
          <p:spPr>
            <a:xfrm>
              <a:off x="7448963" y="3599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0" name="pt24710"/>
            <p:cNvSpPr/>
            <p:nvPr/>
          </p:nvSpPr>
          <p:spPr>
            <a:xfrm>
              <a:off x="7390028" y="30995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1" name="pt24711"/>
            <p:cNvSpPr/>
            <p:nvPr/>
          </p:nvSpPr>
          <p:spPr>
            <a:xfrm>
              <a:off x="7500007" y="3477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2" name="pt24712"/>
            <p:cNvSpPr/>
            <p:nvPr/>
          </p:nvSpPr>
          <p:spPr>
            <a:xfrm>
              <a:off x="7420136" y="3208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3" name="pt24713"/>
            <p:cNvSpPr/>
            <p:nvPr/>
          </p:nvSpPr>
          <p:spPr>
            <a:xfrm>
              <a:off x="7454350" y="3311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4" name="pt24714"/>
            <p:cNvSpPr/>
            <p:nvPr/>
          </p:nvSpPr>
          <p:spPr>
            <a:xfrm>
              <a:off x="7464755" y="3199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5" name="pt24715"/>
            <p:cNvSpPr/>
            <p:nvPr/>
          </p:nvSpPr>
          <p:spPr>
            <a:xfrm>
              <a:off x="7498507" y="3446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6" name="pt24716"/>
            <p:cNvSpPr/>
            <p:nvPr/>
          </p:nvSpPr>
          <p:spPr>
            <a:xfrm>
              <a:off x="7479383" y="28368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7" name="pt24717"/>
            <p:cNvSpPr/>
            <p:nvPr/>
          </p:nvSpPr>
          <p:spPr>
            <a:xfrm>
              <a:off x="7401957" y="3289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8" name="pt24718"/>
            <p:cNvSpPr/>
            <p:nvPr/>
          </p:nvSpPr>
          <p:spPr>
            <a:xfrm>
              <a:off x="7438278" y="29975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19" name="pt24719"/>
            <p:cNvSpPr/>
            <p:nvPr/>
          </p:nvSpPr>
          <p:spPr>
            <a:xfrm>
              <a:off x="7420769" y="3098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0" name="pt24720"/>
            <p:cNvSpPr/>
            <p:nvPr/>
          </p:nvSpPr>
          <p:spPr>
            <a:xfrm>
              <a:off x="7454489" y="3241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1" name="pt24721"/>
            <p:cNvSpPr/>
            <p:nvPr/>
          </p:nvSpPr>
          <p:spPr>
            <a:xfrm>
              <a:off x="7506180" y="35287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2" name="pt24722"/>
            <p:cNvSpPr/>
            <p:nvPr/>
          </p:nvSpPr>
          <p:spPr>
            <a:xfrm>
              <a:off x="7454877" y="34330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3" name="pt24723"/>
            <p:cNvSpPr/>
            <p:nvPr/>
          </p:nvSpPr>
          <p:spPr>
            <a:xfrm>
              <a:off x="7447361" y="3287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4" name="pt24724"/>
            <p:cNvSpPr/>
            <p:nvPr/>
          </p:nvSpPr>
          <p:spPr>
            <a:xfrm>
              <a:off x="7513444" y="3451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5" name="pt24725"/>
            <p:cNvSpPr/>
            <p:nvPr/>
          </p:nvSpPr>
          <p:spPr>
            <a:xfrm>
              <a:off x="7302655" y="27905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6" name="pt24726"/>
            <p:cNvSpPr/>
            <p:nvPr/>
          </p:nvSpPr>
          <p:spPr>
            <a:xfrm>
              <a:off x="7434839" y="33957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7" name="pt24727"/>
            <p:cNvSpPr/>
            <p:nvPr/>
          </p:nvSpPr>
          <p:spPr>
            <a:xfrm>
              <a:off x="7478461" y="31588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8" name="pt24728"/>
            <p:cNvSpPr/>
            <p:nvPr/>
          </p:nvSpPr>
          <p:spPr>
            <a:xfrm>
              <a:off x="7428360" y="35399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29" name="pt24729"/>
            <p:cNvSpPr/>
            <p:nvPr/>
          </p:nvSpPr>
          <p:spPr>
            <a:xfrm>
              <a:off x="7467454" y="3654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0" name="pt24730"/>
            <p:cNvSpPr/>
            <p:nvPr/>
          </p:nvSpPr>
          <p:spPr>
            <a:xfrm>
              <a:off x="7517580" y="3494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1" name="pt24731"/>
            <p:cNvSpPr/>
            <p:nvPr/>
          </p:nvSpPr>
          <p:spPr>
            <a:xfrm>
              <a:off x="7433017" y="3480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2" name="pt24732"/>
            <p:cNvSpPr/>
            <p:nvPr/>
          </p:nvSpPr>
          <p:spPr>
            <a:xfrm>
              <a:off x="7596081" y="348555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33" name="pt24733"/>
            <p:cNvSpPr/>
            <p:nvPr/>
          </p:nvSpPr>
          <p:spPr>
            <a:xfrm>
              <a:off x="7500340" y="3604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4" name="pt24734"/>
            <p:cNvSpPr/>
            <p:nvPr/>
          </p:nvSpPr>
          <p:spPr>
            <a:xfrm>
              <a:off x="7420403" y="3079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5" name="pt24735"/>
            <p:cNvSpPr/>
            <p:nvPr/>
          </p:nvSpPr>
          <p:spPr>
            <a:xfrm>
              <a:off x="7401587" y="3841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6" name="pt24736"/>
            <p:cNvSpPr/>
            <p:nvPr/>
          </p:nvSpPr>
          <p:spPr>
            <a:xfrm>
              <a:off x="7504324" y="3360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7" name="pt24737"/>
            <p:cNvSpPr/>
            <p:nvPr/>
          </p:nvSpPr>
          <p:spPr>
            <a:xfrm>
              <a:off x="7444376" y="3489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8" name="pt24738"/>
            <p:cNvSpPr/>
            <p:nvPr/>
          </p:nvSpPr>
          <p:spPr>
            <a:xfrm>
              <a:off x="7530260" y="31146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39" name="pt24739"/>
            <p:cNvSpPr/>
            <p:nvPr/>
          </p:nvSpPr>
          <p:spPr>
            <a:xfrm>
              <a:off x="7425542" y="3036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0" name="pt24740"/>
            <p:cNvSpPr/>
            <p:nvPr/>
          </p:nvSpPr>
          <p:spPr>
            <a:xfrm>
              <a:off x="7435278" y="32029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1" name="pt24741"/>
            <p:cNvSpPr/>
            <p:nvPr/>
          </p:nvSpPr>
          <p:spPr>
            <a:xfrm>
              <a:off x="7422086" y="31135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2" name="pt24742"/>
            <p:cNvSpPr/>
            <p:nvPr/>
          </p:nvSpPr>
          <p:spPr>
            <a:xfrm>
              <a:off x="7474156" y="3557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3" name="pt24743"/>
            <p:cNvSpPr/>
            <p:nvPr/>
          </p:nvSpPr>
          <p:spPr>
            <a:xfrm>
              <a:off x="7451426" y="3391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4" name="pt24744"/>
            <p:cNvSpPr/>
            <p:nvPr/>
          </p:nvSpPr>
          <p:spPr>
            <a:xfrm>
              <a:off x="7346382" y="30239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5" name="pt24745"/>
            <p:cNvSpPr/>
            <p:nvPr/>
          </p:nvSpPr>
          <p:spPr>
            <a:xfrm>
              <a:off x="7406863" y="2866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6" name="pt24746"/>
            <p:cNvSpPr/>
            <p:nvPr/>
          </p:nvSpPr>
          <p:spPr>
            <a:xfrm>
              <a:off x="7487453" y="3282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7" name="pt24747"/>
            <p:cNvSpPr/>
            <p:nvPr/>
          </p:nvSpPr>
          <p:spPr>
            <a:xfrm>
              <a:off x="7469586" y="34214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8" name="pt24748"/>
            <p:cNvSpPr/>
            <p:nvPr/>
          </p:nvSpPr>
          <p:spPr>
            <a:xfrm>
              <a:off x="7481639" y="3499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49" name="pt24749"/>
            <p:cNvSpPr/>
            <p:nvPr/>
          </p:nvSpPr>
          <p:spPr>
            <a:xfrm>
              <a:off x="7475480" y="3388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0" name="pt24750"/>
            <p:cNvSpPr/>
            <p:nvPr/>
          </p:nvSpPr>
          <p:spPr>
            <a:xfrm>
              <a:off x="7442485" y="2967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1" name="pt24751"/>
            <p:cNvSpPr/>
            <p:nvPr/>
          </p:nvSpPr>
          <p:spPr>
            <a:xfrm>
              <a:off x="7508417" y="3466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2" name="pt24752"/>
            <p:cNvSpPr/>
            <p:nvPr/>
          </p:nvSpPr>
          <p:spPr>
            <a:xfrm>
              <a:off x="7438126" y="35769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3" name="pt24753"/>
            <p:cNvSpPr/>
            <p:nvPr/>
          </p:nvSpPr>
          <p:spPr>
            <a:xfrm>
              <a:off x="7456280" y="3141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4" name="pt24754"/>
            <p:cNvSpPr/>
            <p:nvPr/>
          </p:nvSpPr>
          <p:spPr>
            <a:xfrm>
              <a:off x="7422034" y="3000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5" name="pt24755"/>
            <p:cNvSpPr/>
            <p:nvPr/>
          </p:nvSpPr>
          <p:spPr>
            <a:xfrm>
              <a:off x="7471593" y="3406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6" name="pt24756"/>
            <p:cNvSpPr/>
            <p:nvPr/>
          </p:nvSpPr>
          <p:spPr>
            <a:xfrm>
              <a:off x="7401621" y="3055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7" name="pt24757"/>
            <p:cNvSpPr/>
            <p:nvPr/>
          </p:nvSpPr>
          <p:spPr>
            <a:xfrm>
              <a:off x="7389437" y="3208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8" name="pt24758"/>
            <p:cNvSpPr/>
            <p:nvPr/>
          </p:nvSpPr>
          <p:spPr>
            <a:xfrm>
              <a:off x="7970170" y="33876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59" name="pt24759"/>
            <p:cNvSpPr/>
            <p:nvPr/>
          </p:nvSpPr>
          <p:spPr>
            <a:xfrm>
              <a:off x="7429539" y="30500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0" name="pt24760"/>
            <p:cNvSpPr/>
            <p:nvPr/>
          </p:nvSpPr>
          <p:spPr>
            <a:xfrm>
              <a:off x="7450432" y="30994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1" name="pt24761"/>
            <p:cNvSpPr/>
            <p:nvPr/>
          </p:nvSpPr>
          <p:spPr>
            <a:xfrm>
              <a:off x="7415161" y="3385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2" name="pt24762"/>
            <p:cNvSpPr/>
            <p:nvPr/>
          </p:nvSpPr>
          <p:spPr>
            <a:xfrm>
              <a:off x="7444027" y="32306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3" name="pt24763"/>
            <p:cNvSpPr/>
            <p:nvPr/>
          </p:nvSpPr>
          <p:spPr>
            <a:xfrm>
              <a:off x="7400134" y="3037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4" name="pt24764"/>
            <p:cNvSpPr/>
            <p:nvPr/>
          </p:nvSpPr>
          <p:spPr>
            <a:xfrm>
              <a:off x="7439203" y="40026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5" name="pt24765"/>
            <p:cNvSpPr/>
            <p:nvPr/>
          </p:nvSpPr>
          <p:spPr>
            <a:xfrm>
              <a:off x="7445866" y="3412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6" name="pt24766"/>
            <p:cNvSpPr/>
            <p:nvPr/>
          </p:nvSpPr>
          <p:spPr>
            <a:xfrm>
              <a:off x="7433184" y="3110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7" name="pt24767"/>
            <p:cNvSpPr/>
            <p:nvPr/>
          </p:nvSpPr>
          <p:spPr>
            <a:xfrm>
              <a:off x="7408340" y="3349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8" name="pt24768"/>
            <p:cNvSpPr/>
            <p:nvPr/>
          </p:nvSpPr>
          <p:spPr>
            <a:xfrm>
              <a:off x="7447953" y="3286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69" name="pt24769"/>
            <p:cNvSpPr/>
            <p:nvPr/>
          </p:nvSpPr>
          <p:spPr>
            <a:xfrm>
              <a:off x="7453815" y="3327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0" name="pt24770"/>
            <p:cNvSpPr/>
            <p:nvPr/>
          </p:nvSpPr>
          <p:spPr>
            <a:xfrm>
              <a:off x="7482342" y="35708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1" name="pt24771"/>
            <p:cNvSpPr/>
            <p:nvPr/>
          </p:nvSpPr>
          <p:spPr>
            <a:xfrm>
              <a:off x="7530131" y="3555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2" name="pt24772"/>
            <p:cNvSpPr/>
            <p:nvPr/>
          </p:nvSpPr>
          <p:spPr>
            <a:xfrm>
              <a:off x="7432731" y="3055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3" name="pt24773"/>
            <p:cNvSpPr/>
            <p:nvPr/>
          </p:nvSpPr>
          <p:spPr>
            <a:xfrm>
              <a:off x="7484530" y="3142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4" name="pt24774"/>
            <p:cNvSpPr/>
            <p:nvPr/>
          </p:nvSpPr>
          <p:spPr>
            <a:xfrm>
              <a:off x="7406944" y="3081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5" name="pt24775"/>
            <p:cNvSpPr/>
            <p:nvPr/>
          </p:nvSpPr>
          <p:spPr>
            <a:xfrm>
              <a:off x="7454528" y="3566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6" name="pt24776"/>
            <p:cNvSpPr/>
            <p:nvPr/>
          </p:nvSpPr>
          <p:spPr>
            <a:xfrm>
              <a:off x="7584689" y="3509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7" name="pt24777"/>
            <p:cNvSpPr/>
            <p:nvPr/>
          </p:nvSpPr>
          <p:spPr>
            <a:xfrm>
              <a:off x="7430813" y="35419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8" name="pt24778"/>
            <p:cNvSpPr/>
            <p:nvPr/>
          </p:nvSpPr>
          <p:spPr>
            <a:xfrm>
              <a:off x="7460364" y="35325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79" name="pt24779"/>
            <p:cNvSpPr/>
            <p:nvPr/>
          </p:nvSpPr>
          <p:spPr>
            <a:xfrm>
              <a:off x="7460625" y="32368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0" name="pt24780"/>
            <p:cNvSpPr/>
            <p:nvPr/>
          </p:nvSpPr>
          <p:spPr>
            <a:xfrm>
              <a:off x="7474954" y="3512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1" name="pt24781"/>
            <p:cNvSpPr/>
            <p:nvPr/>
          </p:nvSpPr>
          <p:spPr>
            <a:xfrm>
              <a:off x="7459629" y="3390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2" name="pt24782"/>
            <p:cNvSpPr/>
            <p:nvPr/>
          </p:nvSpPr>
          <p:spPr>
            <a:xfrm>
              <a:off x="7435041" y="31363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3" name="pt24783"/>
            <p:cNvSpPr/>
            <p:nvPr/>
          </p:nvSpPr>
          <p:spPr>
            <a:xfrm>
              <a:off x="7415957" y="3263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4" name="pt24784"/>
            <p:cNvSpPr/>
            <p:nvPr/>
          </p:nvSpPr>
          <p:spPr>
            <a:xfrm>
              <a:off x="7497248" y="3115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5" name="pt24785"/>
            <p:cNvSpPr/>
            <p:nvPr/>
          </p:nvSpPr>
          <p:spPr>
            <a:xfrm>
              <a:off x="7497405" y="3273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6" name="pt24786"/>
            <p:cNvSpPr/>
            <p:nvPr/>
          </p:nvSpPr>
          <p:spPr>
            <a:xfrm>
              <a:off x="7429582" y="3155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7" name="pt24787"/>
            <p:cNvSpPr/>
            <p:nvPr/>
          </p:nvSpPr>
          <p:spPr>
            <a:xfrm>
              <a:off x="7438175" y="3169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8" name="pt24788"/>
            <p:cNvSpPr/>
            <p:nvPr/>
          </p:nvSpPr>
          <p:spPr>
            <a:xfrm>
              <a:off x="7414406" y="3079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89" name="pt24789"/>
            <p:cNvSpPr/>
            <p:nvPr/>
          </p:nvSpPr>
          <p:spPr>
            <a:xfrm>
              <a:off x="7473527" y="36120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0" name="pt24790"/>
            <p:cNvSpPr/>
            <p:nvPr/>
          </p:nvSpPr>
          <p:spPr>
            <a:xfrm>
              <a:off x="7424345" y="2952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1" name="pt24791"/>
            <p:cNvSpPr/>
            <p:nvPr/>
          </p:nvSpPr>
          <p:spPr>
            <a:xfrm>
              <a:off x="7424085" y="3189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2" name="pt24792"/>
            <p:cNvSpPr/>
            <p:nvPr/>
          </p:nvSpPr>
          <p:spPr>
            <a:xfrm>
              <a:off x="7398698" y="3167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3" name="pt24793"/>
            <p:cNvSpPr/>
            <p:nvPr/>
          </p:nvSpPr>
          <p:spPr>
            <a:xfrm>
              <a:off x="7441318" y="3193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4" name="pt24794"/>
            <p:cNvSpPr/>
            <p:nvPr/>
          </p:nvSpPr>
          <p:spPr>
            <a:xfrm>
              <a:off x="7452265" y="3304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5" name="pt24795"/>
            <p:cNvSpPr/>
            <p:nvPr/>
          </p:nvSpPr>
          <p:spPr>
            <a:xfrm>
              <a:off x="7456431" y="32500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6" name="pt24796"/>
            <p:cNvSpPr/>
            <p:nvPr/>
          </p:nvSpPr>
          <p:spPr>
            <a:xfrm>
              <a:off x="7446632" y="3004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7" name="pt24797"/>
            <p:cNvSpPr/>
            <p:nvPr/>
          </p:nvSpPr>
          <p:spPr>
            <a:xfrm>
              <a:off x="7288823" y="3529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8" name="pt24798"/>
            <p:cNvSpPr/>
            <p:nvPr/>
          </p:nvSpPr>
          <p:spPr>
            <a:xfrm>
              <a:off x="7492003" y="3375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799" name="pt24799"/>
            <p:cNvSpPr/>
            <p:nvPr/>
          </p:nvSpPr>
          <p:spPr>
            <a:xfrm>
              <a:off x="7336792" y="3276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0" name="pt24800"/>
            <p:cNvSpPr/>
            <p:nvPr/>
          </p:nvSpPr>
          <p:spPr>
            <a:xfrm>
              <a:off x="7467484" y="34652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1" name="pt24801"/>
            <p:cNvSpPr/>
            <p:nvPr/>
          </p:nvSpPr>
          <p:spPr>
            <a:xfrm>
              <a:off x="7471590" y="3408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2" name="pt24802"/>
            <p:cNvSpPr/>
            <p:nvPr/>
          </p:nvSpPr>
          <p:spPr>
            <a:xfrm>
              <a:off x="7477109" y="3086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3" name="pt24803"/>
            <p:cNvSpPr/>
            <p:nvPr/>
          </p:nvSpPr>
          <p:spPr>
            <a:xfrm>
              <a:off x="7494328" y="31219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4" name="pt24804"/>
            <p:cNvSpPr/>
            <p:nvPr/>
          </p:nvSpPr>
          <p:spPr>
            <a:xfrm>
              <a:off x="7425937" y="3475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5" name="pt24805"/>
            <p:cNvSpPr/>
            <p:nvPr/>
          </p:nvSpPr>
          <p:spPr>
            <a:xfrm>
              <a:off x="7437202" y="3213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6" name="pt24806"/>
            <p:cNvSpPr/>
            <p:nvPr/>
          </p:nvSpPr>
          <p:spPr>
            <a:xfrm>
              <a:off x="7493457" y="3374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7" name="pt24807"/>
            <p:cNvSpPr/>
            <p:nvPr/>
          </p:nvSpPr>
          <p:spPr>
            <a:xfrm>
              <a:off x="7445530" y="30757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8" name="pt24808"/>
            <p:cNvSpPr/>
            <p:nvPr/>
          </p:nvSpPr>
          <p:spPr>
            <a:xfrm>
              <a:off x="7413407" y="3324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09" name="pt24809"/>
            <p:cNvSpPr/>
            <p:nvPr/>
          </p:nvSpPr>
          <p:spPr>
            <a:xfrm>
              <a:off x="7450951" y="3260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0" name="pt24810"/>
            <p:cNvSpPr/>
            <p:nvPr/>
          </p:nvSpPr>
          <p:spPr>
            <a:xfrm>
              <a:off x="7440150" y="3094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1" name="pt24811"/>
            <p:cNvSpPr/>
            <p:nvPr/>
          </p:nvSpPr>
          <p:spPr>
            <a:xfrm>
              <a:off x="7449958" y="3270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2" name="pt24812"/>
            <p:cNvSpPr/>
            <p:nvPr/>
          </p:nvSpPr>
          <p:spPr>
            <a:xfrm>
              <a:off x="7615788" y="33535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3" name="pt24813"/>
            <p:cNvSpPr/>
            <p:nvPr/>
          </p:nvSpPr>
          <p:spPr>
            <a:xfrm>
              <a:off x="7501831" y="32505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4" name="pt24814"/>
            <p:cNvSpPr/>
            <p:nvPr/>
          </p:nvSpPr>
          <p:spPr>
            <a:xfrm>
              <a:off x="7425841" y="3200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5" name="pt24815"/>
            <p:cNvSpPr/>
            <p:nvPr/>
          </p:nvSpPr>
          <p:spPr>
            <a:xfrm>
              <a:off x="7429462" y="3006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6" name="pt24816"/>
            <p:cNvSpPr/>
            <p:nvPr/>
          </p:nvSpPr>
          <p:spPr>
            <a:xfrm>
              <a:off x="7489865" y="34038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7" name="pt24817"/>
            <p:cNvSpPr/>
            <p:nvPr/>
          </p:nvSpPr>
          <p:spPr>
            <a:xfrm>
              <a:off x="7432403" y="3151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8" name="pt24818"/>
            <p:cNvSpPr/>
            <p:nvPr/>
          </p:nvSpPr>
          <p:spPr>
            <a:xfrm>
              <a:off x="7426170" y="3008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19" name="pt24819"/>
            <p:cNvSpPr/>
            <p:nvPr/>
          </p:nvSpPr>
          <p:spPr>
            <a:xfrm>
              <a:off x="7465803" y="3493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0" name="pt24820"/>
            <p:cNvSpPr/>
            <p:nvPr/>
          </p:nvSpPr>
          <p:spPr>
            <a:xfrm>
              <a:off x="7475194" y="35364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1" name="pt24821"/>
            <p:cNvSpPr/>
            <p:nvPr/>
          </p:nvSpPr>
          <p:spPr>
            <a:xfrm>
              <a:off x="7446452" y="3309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2" name="pt24822"/>
            <p:cNvSpPr/>
            <p:nvPr/>
          </p:nvSpPr>
          <p:spPr>
            <a:xfrm>
              <a:off x="7500990" y="34430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3" name="pt24823"/>
            <p:cNvSpPr/>
            <p:nvPr/>
          </p:nvSpPr>
          <p:spPr>
            <a:xfrm>
              <a:off x="7385740" y="3399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4" name="pt24824"/>
            <p:cNvSpPr/>
            <p:nvPr/>
          </p:nvSpPr>
          <p:spPr>
            <a:xfrm>
              <a:off x="7448666" y="3207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5" name="pt24825"/>
            <p:cNvSpPr/>
            <p:nvPr/>
          </p:nvSpPr>
          <p:spPr>
            <a:xfrm>
              <a:off x="7419873" y="2994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6" name="pt24826"/>
            <p:cNvSpPr/>
            <p:nvPr/>
          </p:nvSpPr>
          <p:spPr>
            <a:xfrm>
              <a:off x="7446852" y="3130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7" name="pt24827"/>
            <p:cNvSpPr/>
            <p:nvPr/>
          </p:nvSpPr>
          <p:spPr>
            <a:xfrm>
              <a:off x="7427649" y="3165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8" name="pt24828"/>
            <p:cNvSpPr/>
            <p:nvPr/>
          </p:nvSpPr>
          <p:spPr>
            <a:xfrm>
              <a:off x="7412394" y="3222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29" name="pt24829"/>
            <p:cNvSpPr/>
            <p:nvPr/>
          </p:nvSpPr>
          <p:spPr>
            <a:xfrm>
              <a:off x="7448755" y="3702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0" name="pt24830"/>
            <p:cNvSpPr/>
            <p:nvPr/>
          </p:nvSpPr>
          <p:spPr>
            <a:xfrm>
              <a:off x="7469090" y="3488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1" name="pt24831"/>
            <p:cNvSpPr/>
            <p:nvPr/>
          </p:nvSpPr>
          <p:spPr>
            <a:xfrm>
              <a:off x="7471479" y="3574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2" name="pt24832"/>
            <p:cNvSpPr/>
            <p:nvPr/>
          </p:nvSpPr>
          <p:spPr>
            <a:xfrm>
              <a:off x="7465838" y="30901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3" name="pt24833"/>
            <p:cNvSpPr/>
            <p:nvPr/>
          </p:nvSpPr>
          <p:spPr>
            <a:xfrm>
              <a:off x="7508148" y="3432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4" name="pt24834"/>
            <p:cNvSpPr/>
            <p:nvPr/>
          </p:nvSpPr>
          <p:spPr>
            <a:xfrm>
              <a:off x="7460375" y="35776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5" name="pt24835"/>
            <p:cNvSpPr/>
            <p:nvPr/>
          </p:nvSpPr>
          <p:spPr>
            <a:xfrm>
              <a:off x="7464909" y="3397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6" name="pt24836"/>
            <p:cNvSpPr/>
            <p:nvPr/>
          </p:nvSpPr>
          <p:spPr>
            <a:xfrm>
              <a:off x="7495843" y="3490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7" name="pt24837"/>
            <p:cNvSpPr/>
            <p:nvPr/>
          </p:nvSpPr>
          <p:spPr>
            <a:xfrm>
              <a:off x="7451045" y="34655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8" name="pt24838"/>
            <p:cNvSpPr/>
            <p:nvPr/>
          </p:nvSpPr>
          <p:spPr>
            <a:xfrm>
              <a:off x="7461481" y="34947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39" name="pt24839"/>
            <p:cNvSpPr/>
            <p:nvPr/>
          </p:nvSpPr>
          <p:spPr>
            <a:xfrm>
              <a:off x="7453804" y="3352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0" name="pt24840"/>
            <p:cNvSpPr/>
            <p:nvPr/>
          </p:nvSpPr>
          <p:spPr>
            <a:xfrm>
              <a:off x="7409489" y="3271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1" name="pt24841"/>
            <p:cNvSpPr/>
            <p:nvPr/>
          </p:nvSpPr>
          <p:spPr>
            <a:xfrm>
              <a:off x="7447962" y="31127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2" name="pt24842"/>
            <p:cNvSpPr/>
            <p:nvPr/>
          </p:nvSpPr>
          <p:spPr>
            <a:xfrm>
              <a:off x="7462558" y="3304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3" name="pt24843"/>
            <p:cNvSpPr/>
            <p:nvPr/>
          </p:nvSpPr>
          <p:spPr>
            <a:xfrm>
              <a:off x="7361359" y="3073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4" name="pt24844"/>
            <p:cNvSpPr/>
            <p:nvPr/>
          </p:nvSpPr>
          <p:spPr>
            <a:xfrm>
              <a:off x="7425027" y="3502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5" name="pt24845"/>
            <p:cNvSpPr/>
            <p:nvPr/>
          </p:nvSpPr>
          <p:spPr>
            <a:xfrm>
              <a:off x="7420120" y="3062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6" name="pt24846"/>
            <p:cNvSpPr/>
            <p:nvPr/>
          </p:nvSpPr>
          <p:spPr>
            <a:xfrm>
              <a:off x="7440854" y="3419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7" name="pt24847"/>
            <p:cNvSpPr/>
            <p:nvPr/>
          </p:nvSpPr>
          <p:spPr>
            <a:xfrm>
              <a:off x="7452401" y="30501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8" name="pt24848"/>
            <p:cNvSpPr/>
            <p:nvPr/>
          </p:nvSpPr>
          <p:spPr>
            <a:xfrm>
              <a:off x="7423540" y="3096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49" name="pt24849"/>
            <p:cNvSpPr/>
            <p:nvPr/>
          </p:nvSpPr>
          <p:spPr>
            <a:xfrm>
              <a:off x="7442945" y="3444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0" name="pt24850"/>
            <p:cNvSpPr/>
            <p:nvPr/>
          </p:nvSpPr>
          <p:spPr>
            <a:xfrm>
              <a:off x="7380525" y="3039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1" name="pt24851"/>
            <p:cNvSpPr/>
            <p:nvPr/>
          </p:nvSpPr>
          <p:spPr>
            <a:xfrm>
              <a:off x="7372437" y="3031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2" name="pt24852"/>
            <p:cNvSpPr/>
            <p:nvPr/>
          </p:nvSpPr>
          <p:spPr>
            <a:xfrm>
              <a:off x="7431837" y="3164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3" name="pt24853"/>
            <p:cNvSpPr/>
            <p:nvPr/>
          </p:nvSpPr>
          <p:spPr>
            <a:xfrm>
              <a:off x="7431173" y="3274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4" name="pt24854"/>
            <p:cNvSpPr/>
            <p:nvPr/>
          </p:nvSpPr>
          <p:spPr>
            <a:xfrm>
              <a:off x="7402322" y="3155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5" name="pt24855"/>
            <p:cNvSpPr/>
            <p:nvPr/>
          </p:nvSpPr>
          <p:spPr>
            <a:xfrm>
              <a:off x="7439639" y="3126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6" name="pt24856"/>
            <p:cNvSpPr/>
            <p:nvPr/>
          </p:nvSpPr>
          <p:spPr>
            <a:xfrm>
              <a:off x="7466229" y="3460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7" name="pt24857"/>
            <p:cNvSpPr/>
            <p:nvPr/>
          </p:nvSpPr>
          <p:spPr>
            <a:xfrm>
              <a:off x="7433197" y="32298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8" name="pt24858"/>
            <p:cNvSpPr/>
            <p:nvPr/>
          </p:nvSpPr>
          <p:spPr>
            <a:xfrm>
              <a:off x="7413361" y="3145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59" name="pt24859"/>
            <p:cNvSpPr/>
            <p:nvPr/>
          </p:nvSpPr>
          <p:spPr>
            <a:xfrm>
              <a:off x="7397137" y="32964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0" name="pt24860"/>
            <p:cNvSpPr/>
            <p:nvPr/>
          </p:nvSpPr>
          <p:spPr>
            <a:xfrm>
              <a:off x="7438652" y="32762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1" name="pt24861"/>
            <p:cNvSpPr/>
            <p:nvPr/>
          </p:nvSpPr>
          <p:spPr>
            <a:xfrm>
              <a:off x="7475187" y="34895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2" name="pt24862"/>
            <p:cNvSpPr/>
            <p:nvPr/>
          </p:nvSpPr>
          <p:spPr>
            <a:xfrm>
              <a:off x="7416491" y="3369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3" name="pt24863"/>
            <p:cNvSpPr/>
            <p:nvPr/>
          </p:nvSpPr>
          <p:spPr>
            <a:xfrm>
              <a:off x="7417668" y="30572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4" name="pt24864"/>
            <p:cNvSpPr/>
            <p:nvPr/>
          </p:nvSpPr>
          <p:spPr>
            <a:xfrm>
              <a:off x="7487438" y="3381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5" name="pt24865"/>
            <p:cNvSpPr/>
            <p:nvPr/>
          </p:nvSpPr>
          <p:spPr>
            <a:xfrm>
              <a:off x="7437349" y="3267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6" name="pt24866"/>
            <p:cNvSpPr/>
            <p:nvPr/>
          </p:nvSpPr>
          <p:spPr>
            <a:xfrm>
              <a:off x="7317710" y="315681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67" name="pt24867"/>
            <p:cNvSpPr/>
            <p:nvPr/>
          </p:nvSpPr>
          <p:spPr>
            <a:xfrm>
              <a:off x="7440403" y="30107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8" name="pt24868"/>
            <p:cNvSpPr/>
            <p:nvPr/>
          </p:nvSpPr>
          <p:spPr>
            <a:xfrm>
              <a:off x="7452332" y="3001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69" name="pt24869"/>
            <p:cNvSpPr/>
            <p:nvPr/>
          </p:nvSpPr>
          <p:spPr>
            <a:xfrm>
              <a:off x="7452930" y="3180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0" name="pt24870"/>
            <p:cNvSpPr/>
            <p:nvPr/>
          </p:nvSpPr>
          <p:spPr>
            <a:xfrm>
              <a:off x="7771810" y="33055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1" name="pt24871"/>
            <p:cNvSpPr/>
            <p:nvPr/>
          </p:nvSpPr>
          <p:spPr>
            <a:xfrm>
              <a:off x="7476686" y="3317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2" name="pt24872"/>
            <p:cNvSpPr/>
            <p:nvPr/>
          </p:nvSpPr>
          <p:spPr>
            <a:xfrm>
              <a:off x="7201820" y="3304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3" name="pt24873"/>
            <p:cNvSpPr/>
            <p:nvPr/>
          </p:nvSpPr>
          <p:spPr>
            <a:xfrm>
              <a:off x="7443165" y="32056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4" name="pt24874"/>
            <p:cNvSpPr/>
            <p:nvPr/>
          </p:nvSpPr>
          <p:spPr>
            <a:xfrm>
              <a:off x="7250762" y="3345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5" name="pt24875"/>
            <p:cNvSpPr/>
            <p:nvPr/>
          </p:nvSpPr>
          <p:spPr>
            <a:xfrm>
              <a:off x="7418138" y="30735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6" name="pt24876"/>
            <p:cNvSpPr/>
            <p:nvPr/>
          </p:nvSpPr>
          <p:spPr>
            <a:xfrm>
              <a:off x="7428425" y="35406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7" name="pt24877"/>
            <p:cNvSpPr/>
            <p:nvPr/>
          </p:nvSpPr>
          <p:spPr>
            <a:xfrm>
              <a:off x="7451832" y="32604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8" name="pt24878"/>
            <p:cNvSpPr/>
            <p:nvPr/>
          </p:nvSpPr>
          <p:spPr>
            <a:xfrm>
              <a:off x="7417419" y="3265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79" name="pt24879"/>
            <p:cNvSpPr/>
            <p:nvPr/>
          </p:nvSpPr>
          <p:spPr>
            <a:xfrm>
              <a:off x="7475283" y="3426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0" name="pt24880"/>
            <p:cNvSpPr/>
            <p:nvPr/>
          </p:nvSpPr>
          <p:spPr>
            <a:xfrm>
              <a:off x="7405957" y="3220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1" name="pt24881"/>
            <p:cNvSpPr/>
            <p:nvPr/>
          </p:nvSpPr>
          <p:spPr>
            <a:xfrm>
              <a:off x="7446034" y="3519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2" name="pt24882"/>
            <p:cNvSpPr/>
            <p:nvPr/>
          </p:nvSpPr>
          <p:spPr>
            <a:xfrm>
              <a:off x="7424609" y="3111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3" name="pt24883"/>
            <p:cNvSpPr/>
            <p:nvPr/>
          </p:nvSpPr>
          <p:spPr>
            <a:xfrm>
              <a:off x="7457339" y="3425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4" name="pt24884"/>
            <p:cNvSpPr/>
            <p:nvPr/>
          </p:nvSpPr>
          <p:spPr>
            <a:xfrm>
              <a:off x="7427779" y="31043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5" name="pt24885"/>
            <p:cNvSpPr/>
            <p:nvPr/>
          </p:nvSpPr>
          <p:spPr>
            <a:xfrm>
              <a:off x="7477425" y="33291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6" name="pt24886"/>
            <p:cNvSpPr/>
            <p:nvPr/>
          </p:nvSpPr>
          <p:spPr>
            <a:xfrm>
              <a:off x="7364957" y="3097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7" name="pt24887"/>
            <p:cNvSpPr/>
            <p:nvPr/>
          </p:nvSpPr>
          <p:spPr>
            <a:xfrm>
              <a:off x="7415367" y="3158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8" name="pt24888"/>
            <p:cNvSpPr/>
            <p:nvPr/>
          </p:nvSpPr>
          <p:spPr>
            <a:xfrm>
              <a:off x="7511795" y="33653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89" name="pt24889"/>
            <p:cNvSpPr/>
            <p:nvPr/>
          </p:nvSpPr>
          <p:spPr>
            <a:xfrm>
              <a:off x="7469091" y="3184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0" name="pt24890"/>
            <p:cNvSpPr/>
            <p:nvPr/>
          </p:nvSpPr>
          <p:spPr>
            <a:xfrm>
              <a:off x="7469200" y="34338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1" name="pt24891"/>
            <p:cNvSpPr/>
            <p:nvPr/>
          </p:nvSpPr>
          <p:spPr>
            <a:xfrm>
              <a:off x="7440829" y="33307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2" name="pt24892"/>
            <p:cNvSpPr/>
            <p:nvPr/>
          </p:nvSpPr>
          <p:spPr>
            <a:xfrm>
              <a:off x="7414158" y="31401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3" name="pt24893"/>
            <p:cNvSpPr/>
            <p:nvPr/>
          </p:nvSpPr>
          <p:spPr>
            <a:xfrm>
              <a:off x="7402029" y="31577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4" name="pt24894"/>
            <p:cNvSpPr/>
            <p:nvPr/>
          </p:nvSpPr>
          <p:spPr>
            <a:xfrm>
              <a:off x="7457861" y="3436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5" name="pt24895"/>
            <p:cNvSpPr/>
            <p:nvPr/>
          </p:nvSpPr>
          <p:spPr>
            <a:xfrm>
              <a:off x="7402403" y="30829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6" name="pt24896"/>
            <p:cNvSpPr/>
            <p:nvPr/>
          </p:nvSpPr>
          <p:spPr>
            <a:xfrm>
              <a:off x="7445369" y="32097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7" name="pt24897"/>
            <p:cNvSpPr/>
            <p:nvPr/>
          </p:nvSpPr>
          <p:spPr>
            <a:xfrm>
              <a:off x="7429017" y="2942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8" name="pt24898"/>
            <p:cNvSpPr/>
            <p:nvPr/>
          </p:nvSpPr>
          <p:spPr>
            <a:xfrm>
              <a:off x="7378652" y="30079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899" name="pt24899"/>
            <p:cNvSpPr/>
            <p:nvPr/>
          </p:nvSpPr>
          <p:spPr>
            <a:xfrm>
              <a:off x="7356532" y="3245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0" name="pt24900"/>
            <p:cNvSpPr/>
            <p:nvPr/>
          </p:nvSpPr>
          <p:spPr>
            <a:xfrm>
              <a:off x="7455063" y="3482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1" name="pt24901"/>
            <p:cNvSpPr/>
            <p:nvPr/>
          </p:nvSpPr>
          <p:spPr>
            <a:xfrm>
              <a:off x="7463938" y="3438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2" name="pt24902"/>
            <p:cNvSpPr/>
            <p:nvPr/>
          </p:nvSpPr>
          <p:spPr>
            <a:xfrm>
              <a:off x="7464427" y="4400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3" name="pt24903"/>
            <p:cNvSpPr/>
            <p:nvPr/>
          </p:nvSpPr>
          <p:spPr>
            <a:xfrm>
              <a:off x="7441049" y="3294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4" name="pt24904"/>
            <p:cNvSpPr/>
            <p:nvPr/>
          </p:nvSpPr>
          <p:spPr>
            <a:xfrm>
              <a:off x="7398562" y="3084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5" name="pt24905"/>
            <p:cNvSpPr/>
            <p:nvPr/>
          </p:nvSpPr>
          <p:spPr>
            <a:xfrm>
              <a:off x="7436437" y="3147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6" name="pt24906"/>
            <p:cNvSpPr/>
            <p:nvPr/>
          </p:nvSpPr>
          <p:spPr>
            <a:xfrm>
              <a:off x="7530063" y="3434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7" name="pt24907"/>
            <p:cNvSpPr/>
            <p:nvPr/>
          </p:nvSpPr>
          <p:spPr>
            <a:xfrm>
              <a:off x="7397947" y="3067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8" name="pt24908"/>
            <p:cNvSpPr/>
            <p:nvPr/>
          </p:nvSpPr>
          <p:spPr>
            <a:xfrm>
              <a:off x="7448014" y="3536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09" name="pt24909"/>
            <p:cNvSpPr/>
            <p:nvPr/>
          </p:nvSpPr>
          <p:spPr>
            <a:xfrm>
              <a:off x="7800578" y="33422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0" name="pt24910"/>
            <p:cNvSpPr/>
            <p:nvPr/>
          </p:nvSpPr>
          <p:spPr>
            <a:xfrm>
              <a:off x="7400773" y="31082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1" name="pt24911"/>
            <p:cNvSpPr/>
            <p:nvPr/>
          </p:nvSpPr>
          <p:spPr>
            <a:xfrm>
              <a:off x="7413835" y="3356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2" name="pt24912"/>
            <p:cNvSpPr/>
            <p:nvPr/>
          </p:nvSpPr>
          <p:spPr>
            <a:xfrm>
              <a:off x="7492927" y="3320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3" name="pt24913"/>
            <p:cNvSpPr/>
            <p:nvPr/>
          </p:nvSpPr>
          <p:spPr>
            <a:xfrm>
              <a:off x="7634890" y="3222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4" name="pt24914"/>
            <p:cNvSpPr/>
            <p:nvPr/>
          </p:nvSpPr>
          <p:spPr>
            <a:xfrm>
              <a:off x="7412847" y="3048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5" name="pt24915"/>
            <p:cNvSpPr/>
            <p:nvPr/>
          </p:nvSpPr>
          <p:spPr>
            <a:xfrm>
              <a:off x="7417453" y="3262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6" name="pt24916"/>
            <p:cNvSpPr/>
            <p:nvPr/>
          </p:nvSpPr>
          <p:spPr>
            <a:xfrm>
              <a:off x="7460287" y="3504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7" name="pt24917"/>
            <p:cNvSpPr/>
            <p:nvPr/>
          </p:nvSpPr>
          <p:spPr>
            <a:xfrm>
              <a:off x="7489998" y="3114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8" name="pt24918"/>
            <p:cNvSpPr/>
            <p:nvPr/>
          </p:nvSpPr>
          <p:spPr>
            <a:xfrm>
              <a:off x="7437710" y="3038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19" name="pt24919"/>
            <p:cNvSpPr/>
            <p:nvPr/>
          </p:nvSpPr>
          <p:spPr>
            <a:xfrm>
              <a:off x="7450646" y="3451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0" name="pt24920"/>
            <p:cNvSpPr/>
            <p:nvPr/>
          </p:nvSpPr>
          <p:spPr>
            <a:xfrm>
              <a:off x="7440931" y="33593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1" name="pt24921"/>
            <p:cNvSpPr/>
            <p:nvPr/>
          </p:nvSpPr>
          <p:spPr>
            <a:xfrm>
              <a:off x="7351104" y="30465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2" name="pt24922"/>
            <p:cNvSpPr/>
            <p:nvPr/>
          </p:nvSpPr>
          <p:spPr>
            <a:xfrm>
              <a:off x="7459626" y="3175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3" name="pt24923"/>
            <p:cNvSpPr/>
            <p:nvPr/>
          </p:nvSpPr>
          <p:spPr>
            <a:xfrm>
              <a:off x="7425557" y="33182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4" name="pt24924"/>
            <p:cNvSpPr/>
            <p:nvPr/>
          </p:nvSpPr>
          <p:spPr>
            <a:xfrm>
              <a:off x="7428792" y="3141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5" name="pt24925"/>
            <p:cNvSpPr/>
            <p:nvPr/>
          </p:nvSpPr>
          <p:spPr>
            <a:xfrm>
              <a:off x="7470167" y="3162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6" name="pt24926"/>
            <p:cNvSpPr/>
            <p:nvPr/>
          </p:nvSpPr>
          <p:spPr>
            <a:xfrm>
              <a:off x="7457664" y="3370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7" name="pt24927"/>
            <p:cNvSpPr/>
            <p:nvPr/>
          </p:nvSpPr>
          <p:spPr>
            <a:xfrm>
              <a:off x="7431689" y="3026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8" name="pt24928"/>
            <p:cNvSpPr/>
            <p:nvPr/>
          </p:nvSpPr>
          <p:spPr>
            <a:xfrm>
              <a:off x="7383308" y="3148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29" name="pt24929"/>
            <p:cNvSpPr/>
            <p:nvPr/>
          </p:nvSpPr>
          <p:spPr>
            <a:xfrm>
              <a:off x="7489227" y="32212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0" name="pt24930"/>
            <p:cNvSpPr/>
            <p:nvPr/>
          </p:nvSpPr>
          <p:spPr>
            <a:xfrm>
              <a:off x="7473960" y="3376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1" name="pt24931"/>
            <p:cNvSpPr/>
            <p:nvPr/>
          </p:nvSpPr>
          <p:spPr>
            <a:xfrm>
              <a:off x="7442259" y="3521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2" name="pt24932"/>
            <p:cNvSpPr/>
            <p:nvPr/>
          </p:nvSpPr>
          <p:spPr>
            <a:xfrm>
              <a:off x="7440603" y="3278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3" name="pt24933"/>
            <p:cNvSpPr/>
            <p:nvPr/>
          </p:nvSpPr>
          <p:spPr>
            <a:xfrm>
              <a:off x="7441729" y="31645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4" name="pt24934"/>
            <p:cNvSpPr/>
            <p:nvPr/>
          </p:nvSpPr>
          <p:spPr>
            <a:xfrm>
              <a:off x="7385531" y="3089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5" name="pt24935"/>
            <p:cNvSpPr/>
            <p:nvPr/>
          </p:nvSpPr>
          <p:spPr>
            <a:xfrm>
              <a:off x="7483980" y="3267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6" name="pt24936"/>
            <p:cNvSpPr/>
            <p:nvPr/>
          </p:nvSpPr>
          <p:spPr>
            <a:xfrm>
              <a:off x="7444473" y="3004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7" name="pt24937"/>
            <p:cNvSpPr/>
            <p:nvPr/>
          </p:nvSpPr>
          <p:spPr>
            <a:xfrm>
              <a:off x="7447999" y="3430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38" name="pt24938"/>
            <p:cNvSpPr/>
            <p:nvPr/>
          </p:nvSpPr>
          <p:spPr>
            <a:xfrm>
              <a:off x="7558738" y="316644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39" name="pt24939"/>
            <p:cNvSpPr/>
            <p:nvPr/>
          </p:nvSpPr>
          <p:spPr>
            <a:xfrm>
              <a:off x="7443945" y="30886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0" name="pt24940"/>
            <p:cNvSpPr/>
            <p:nvPr/>
          </p:nvSpPr>
          <p:spPr>
            <a:xfrm>
              <a:off x="7679131" y="344316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41" name="pt24941"/>
            <p:cNvSpPr/>
            <p:nvPr/>
          </p:nvSpPr>
          <p:spPr>
            <a:xfrm>
              <a:off x="7422748" y="3150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2" name="pt24942"/>
            <p:cNvSpPr/>
            <p:nvPr/>
          </p:nvSpPr>
          <p:spPr>
            <a:xfrm>
              <a:off x="7410281" y="3385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3" name="pt24943"/>
            <p:cNvSpPr/>
            <p:nvPr/>
          </p:nvSpPr>
          <p:spPr>
            <a:xfrm>
              <a:off x="7431790" y="3198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4" name="pt24944"/>
            <p:cNvSpPr/>
            <p:nvPr/>
          </p:nvSpPr>
          <p:spPr>
            <a:xfrm>
              <a:off x="7478144" y="3360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5" name="pt24945"/>
            <p:cNvSpPr/>
            <p:nvPr/>
          </p:nvSpPr>
          <p:spPr>
            <a:xfrm>
              <a:off x="7441103" y="3493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6" name="pt24946"/>
            <p:cNvSpPr/>
            <p:nvPr/>
          </p:nvSpPr>
          <p:spPr>
            <a:xfrm>
              <a:off x="7413889" y="30875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7" name="pt24947"/>
            <p:cNvSpPr/>
            <p:nvPr/>
          </p:nvSpPr>
          <p:spPr>
            <a:xfrm>
              <a:off x="7442927" y="3061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8" name="pt24948"/>
            <p:cNvSpPr/>
            <p:nvPr/>
          </p:nvSpPr>
          <p:spPr>
            <a:xfrm>
              <a:off x="7455676" y="31658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49" name="pt24949"/>
            <p:cNvSpPr/>
            <p:nvPr/>
          </p:nvSpPr>
          <p:spPr>
            <a:xfrm>
              <a:off x="7444918" y="29864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0" name="pt24950"/>
            <p:cNvSpPr/>
            <p:nvPr/>
          </p:nvSpPr>
          <p:spPr>
            <a:xfrm>
              <a:off x="7425111" y="3285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1" name="pt24951"/>
            <p:cNvSpPr/>
            <p:nvPr/>
          </p:nvSpPr>
          <p:spPr>
            <a:xfrm>
              <a:off x="7326128" y="3281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2" name="pt24952"/>
            <p:cNvSpPr/>
            <p:nvPr/>
          </p:nvSpPr>
          <p:spPr>
            <a:xfrm>
              <a:off x="7411459" y="3108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3" name="pt24953"/>
            <p:cNvSpPr/>
            <p:nvPr/>
          </p:nvSpPr>
          <p:spPr>
            <a:xfrm>
              <a:off x="7438464" y="3140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4" name="pt24954"/>
            <p:cNvSpPr/>
            <p:nvPr/>
          </p:nvSpPr>
          <p:spPr>
            <a:xfrm>
              <a:off x="7498892" y="3794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5" name="pt24955"/>
            <p:cNvSpPr/>
            <p:nvPr/>
          </p:nvSpPr>
          <p:spPr>
            <a:xfrm>
              <a:off x="7432126" y="3075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6" name="pt24956"/>
            <p:cNvSpPr/>
            <p:nvPr/>
          </p:nvSpPr>
          <p:spPr>
            <a:xfrm>
              <a:off x="7312830" y="3241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7" name="pt24957"/>
            <p:cNvSpPr/>
            <p:nvPr/>
          </p:nvSpPr>
          <p:spPr>
            <a:xfrm>
              <a:off x="7648551" y="3520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8" name="pt24958"/>
            <p:cNvSpPr/>
            <p:nvPr/>
          </p:nvSpPr>
          <p:spPr>
            <a:xfrm>
              <a:off x="7448955" y="3130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59" name="pt24959"/>
            <p:cNvSpPr/>
            <p:nvPr/>
          </p:nvSpPr>
          <p:spPr>
            <a:xfrm>
              <a:off x="7446505" y="30863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0" name="pt24960"/>
            <p:cNvSpPr/>
            <p:nvPr/>
          </p:nvSpPr>
          <p:spPr>
            <a:xfrm>
              <a:off x="7467913" y="3269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1" name="pt24961"/>
            <p:cNvSpPr/>
            <p:nvPr/>
          </p:nvSpPr>
          <p:spPr>
            <a:xfrm>
              <a:off x="7382874" y="3281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2" name="pt24962"/>
            <p:cNvSpPr/>
            <p:nvPr/>
          </p:nvSpPr>
          <p:spPr>
            <a:xfrm>
              <a:off x="7501729" y="3231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3" name="pt24963"/>
            <p:cNvSpPr/>
            <p:nvPr/>
          </p:nvSpPr>
          <p:spPr>
            <a:xfrm>
              <a:off x="7458459" y="3368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4" name="pt24964"/>
            <p:cNvSpPr/>
            <p:nvPr/>
          </p:nvSpPr>
          <p:spPr>
            <a:xfrm>
              <a:off x="7430740" y="34722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5" name="pt24965"/>
            <p:cNvSpPr/>
            <p:nvPr/>
          </p:nvSpPr>
          <p:spPr>
            <a:xfrm>
              <a:off x="7433868" y="3200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6" name="pt24966"/>
            <p:cNvSpPr/>
            <p:nvPr/>
          </p:nvSpPr>
          <p:spPr>
            <a:xfrm>
              <a:off x="7465299" y="3469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7" name="pt24967"/>
            <p:cNvSpPr/>
            <p:nvPr/>
          </p:nvSpPr>
          <p:spPr>
            <a:xfrm>
              <a:off x="7416670" y="3374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8" name="pt24968"/>
            <p:cNvSpPr/>
            <p:nvPr/>
          </p:nvSpPr>
          <p:spPr>
            <a:xfrm>
              <a:off x="7464191" y="3525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69" name="pt24969"/>
            <p:cNvSpPr/>
            <p:nvPr/>
          </p:nvSpPr>
          <p:spPr>
            <a:xfrm>
              <a:off x="7451852" y="33234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0" name="pt24970"/>
            <p:cNvSpPr/>
            <p:nvPr/>
          </p:nvSpPr>
          <p:spPr>
            <a:xfrm>
              <a:off x="7441472" y="3310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1" name="pt24971"/>
            <p:cNvSpPr/>
            <p:nvPr/>
          </p:nvSpPr>
          <p:spPr>
            <a:xfrm>
              <a:off x="7419999" y="3050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2" name="pt24972"/>
            <p:cNvSpPr/>
            <p:nvPr/>
          </p:nvSpPr>
          <p:spPr>
            <a:xfrm>
              <a:off x="7462800" y="34690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3" name="pt24973"/>
            <p:cNvSpPr/>
            <p:nvPr/>
          </p:nvSpPr>
          <p:spPr>
            <a:xfrm>
              <a:off x="7431607" y="3179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4" name="pt24974"/>
            <p:cNvSpPr/>
            <p:nvPr/>
          </p:nvSpPr>
          <p:spPr>
            <a:xfrm>
              <a:off x="7518743" y="3369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5" name="pt24975"/>
            <p:cNvSpPr/>
            <p:nvPr/>
          </p:nvSpPr>
          <p:spPr>
            <a:xfrm>
              <a:off x="7721109" y="3372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6" name="pt24976"/>
            <p:cNvSpPr/>
            <p:nvPr/>
          </p:nvSpPr>
          <p:spPr>
            <a:xfrm>
              <a:off x="7507344" y="3318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7" name="pt24977"/>
            <p:cNvSpPr/>
            <p:nvPr/>
          </p:nvSpPr>
          <p:spPr>
            <a:xfrm>
              <a:off x="7466565" y="3423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8" name="pt24978"/>
            <p:cNvSpPr/>
            <p:nvPr/>
          </p:nvSpPr>
          <p:spPr>
            <a:xfrm>
              <a:off x="7397395" y="3076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79" name="pt24979"/>
            <p:cNvSpPr/>
            <p:nvPr/>
          </p:nvSpPr>
          <p:spPr>
            <a:xfrm>
              <a:off x="7470794" y="3178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0" name="pt24980"/>
            <p:cNvSpPr/>
            <p:nvPr/>
          </p:nvSpPr>
          <p:spPr>
            <a:xfrm>
              <a:off x="6961842" y="3309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1" name="pt24981"/>
            <p:cNvSpPr/>
            <p:nvPr/>
          </p:nvSpPr>
          <p:spPr>
            <a:xfrm>
              <a:off x="7464841" y="3323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2" name="pt24982"/>
            <p:cNvSpPr/>
            <p:nvPr/>
          </p:nvSpPr>
          <p:spPr>
            <a:xfrm>
              <a:off x="7429441" y="3131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3" name="pt24983"/>
            <p:cNvSpPr/>
            <p:nvPr/>
          </p:nvSpPr>
          <p:spPr>
            <a:xfrm>
              <a:off x="7356920" y="48432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4" name="pt24984"/>
            <p:cNvSpPr/>
            <p:nvPr/>
          </p:nvSpPr>
          <p:spPr>
            <a:xfrm>
              <a:off x="7423358" y="32777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5" name="pt24985"/>
            <p:cNvSpPr/>
            <p:nvPr/>
          </p:nvSpPr>
          <p:spPr>
            <a:xfrm>
              <a:off x="7444765" y="30318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6" name="pt24986"/>
            <p:cNvSpPr/>
            <p:nvPr/>
          </p:nvSpPr>
          <p:spPr>
            <a:xfrm>
              <a:off x="7411017" y="3063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7" name="pt24987"/>
            <p:cNvSpPr/>
            <p:nvPr/>
          </p:nvSpPr>
          <p:spPr>
            <a:xfrm>
              <a:off x="7442301" y="3205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8" name="pt24988"/>
            <p:cNvSpPr/>
            <p:nvPr/>
          </p:nvSpPr>
          <p:spPr>
            <a:xfrm>
              <a:off x="7446939" y="3654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89" name="pt24989"/>
            <p:cNvSpPr/>
            <p:nvPr/>
          </p:nvSpPr>
          <p:spPr>
            <a:xfrm>
              <a:off x="7374433" y="3413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0" name="pt24990"/>
            <p:cNvSpPr/>
            <p:nvPr/>
          </p:nvSpPr>
          <p:spPr>
            <a:xfrm>
              <a:off x="7418512" y="3301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1" name="pt24991"/>
            <p:cNvSpPr/>
            <p:nvPr/>
          </p:nvSpPr>
          <p:spPr>
            <a:xfrm>
              <a:off x="7458913" y="3195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2" name="pt24992"/>
            <p:cNvSpPr/>
            <p:nvPr/>
          </p:nvSpPr>
          <p:spPr>
            <a:xfrm>
              <a:off x="7428743" y="3258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3" name="pt24993"/>
            <p:cNvSpPr/>
            <p:nvPr/>
          </p:nvSpPr>
          <p:spPr>
            <a:xfrm>
              <a:off x="7517146" y="3521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4" name="pt24994"/>
            <p:cNvSpPr/>
            <p:nvPr/>
          </p:nvSpPr>
          <p:spPr>
            <a:xfrm>
              <a:off x="7484352" y="3127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5" name="pt24995"/>
            <p:cNvSpPr/>
            <p:nvPr/>
          </p:nvSpPr>
          <p:spPr>
            <a:xfrm>
              <a:off x="7436763" y="33723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6" name="pt24996"/>
            <p:cNvSpPr/>
            <p:nvPr/>
          </p:nvSpPr>
          <p:spPr>
            <a:xfrm>
              <a:off x="7450910" y="3105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7" name="pt24997"/>
            <p:cNvSpPr/>
            <p:nvPr/>
          </p:nvSpPr>
          <p:spPr>
            <a:xfrm>
              <a:off x="7481353" y="3444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8" name="pt24998"/>
            <p:cNvSpPr/>
            <p:nvPr/>
          </p:nvSpPr>
          <p:spPr>
            <a:xfrm>
              <a:off x="7707303" y="3301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4999" name="pt24999"/>
            <p:cNvSpPr/>
            <p:nvPr/>
          </p:nvSpPr>
          <p:spPr>
            <a:xfrm>
              <a:off x="7413783" y="3370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0" name="pt25000"/>
            <p:cNvSpPr/>
            <p:nvPr/>
          </p:nvSpPr>
          <p:spPr>
            <a:xfrm>
              <a:off x="7509809" y="3094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1" name="pt25001"/>
            <p:cNvSpPr/>
            <p:nvPr/>
          </p:nvSpPr>
          <p:spPr>
            <a:xfrm>
              <a:off x="7482058" y="2912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2" name="pt25002"/>
            <p:cNvSpPr/>
            <p:nvPr/>
          </p:nvSpPr>
          <p:spPr>
            <a:xfrm>
              <a:off x="7413720" y="3170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3" name="pt25003"/>
            <p:cNvSpPr/>
            <p:nvPr/>
          </p:nvSpPr>
          <p:spPr>
            <a:xfrm>
              <a:off x="7451739" y="3247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4" name="pt25004"/>
            <p:cNvSpPr/>
            <p:nvPr/>
          </p:nvSpPr>
          <p:spPr>
            <a:xfrm>
              <a:off x="7470585" y="33704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5" name="pt25005"/>
            <p:cNvSpPr/>
            <p:nvPr/>
          </p:nvSpPr>
          <p:spPr>
            <a:xfrm>
              <a:off x="7780121" y="404983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06" name="pt25006"/>
            <p:cNvSpPr/>
            <p:nvPr/>
          </p:nvSpPr>
          <p:spPr>
            <a:xfrm>
              <a:off x="7486239" y="35714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7" name="pt25007"/>
            <p:cNvSpPr/>
            <p:nvPr/>
          </p:nvSpPr>
          <p:spPr>
            <a:xfrm>
              <a:off x="7431143" y="3114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8" name="pt25008"/>
            <p:cNvSpPr/>
            <p:nvPr/>
          </p:nvSpPr>
          <p:spPr>
            <a:xfrm>
              <a:off x="7391555" y="3112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09" name="pt25009"/>
            <p:cNvSpPr/>
            <p:nvPr/>
          </p:nvSpPr>
          <p:spPr>
            <a:xfrm>
              <a:off x="7398544" y="3155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0" name="pt25010"/>
            <p:cNvSpPr/>
            <p:nvPr/>
          </p:nvSpPr>
          <p:spPr>
            <a:xfrm>
              <a:off x="7553558" y="31094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1" name="pt25011"/>
            <p:cNvSpPr/>
            <p:nvPr/>
          </p:nvSpPr>
          <p:spPr>
            <a:xfrm>
              <a:off x="7391345" y="3273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2" name="pt25012"/>
            <p:cNvSpPr/>
            <p:nvPr/>
          </p:nvSpPr>
          <p:spPr>
            <a:xfrm>
              <a:off x="7453537" y="34146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3" name="pt25013"/>
            <p:cNvSpPr/>
            <p:nvPr/>
          </p:nvSpPr>
          <p:spPr>
            <a:xfrm>
              <a:off x="7434650" y="31940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4" name="pt25014"/>
            <p:cNvSpPr/>
            <p:nvPr/>
          </p:nvSpPr>
          <p:spPr>
            <a:xfrm>
              <a:off x="7423248" y="3109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5" name="pt25015"/>
            <p:cNvSpPr/>
            <p:nvPr/>
          </p:nvSpPr>
          <p:spPr>
            <a:xfrm>
              <a:off x="7480297" y="3310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6" name="pt25016"/>
            <p:cNvSpPr/>
            <p:nvPr/>
          </p:nvSpPr>
          <p:spPr>
            <a:xfrm>
              <a:off x="7424016" y="32675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7" name="pt25017"/>
            <p:cNvSpPr/>
            <p:nvPr/>
          </p:nvSpPr>
          <p:spPr>
            <a:xfrm>
              <a:off x="7439934" y="29951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8" name="pt25018"/>
            <p:cNvSpPr/>
            <p:nvPr/>
          </p:nvSpPr>
          <p:spPr>
            <a:xfrm>
              <a:off x="7514659" y="3662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19" name="pt25019"/>
            <p:cNvSpPr/>
            <p:nvPr/>
          </p:nvSpPr>
          <p:spPr>
            <a:xfrm>
              <a:off x="7445950" y="3209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0" name="pt25020"/>
            <p:cNvSpPr/>
            <p:nvPr/>
          </p:nvSpPr>
          <p:spPr>
            <a:xfrm>
              <a:off x="7513190" y="3346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1" name="pt25021"/>
            <p:cNvSpPr/>
            <p:nvPr/>
          </p:nvSpPr>
          <p:spPr>
            <a:xfrm>
              <a:off x="7471769" y="3656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2" name="pt25022"/>
            <p:cNvSpPr/>
            <p:nvPr/>
          </p:nvSpPr>
          <p:spPr>
            <a:xfrm>
              <a:off x="7466828" y="3453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3" name="pt25023"/>
            <p:cNvSpPr/>
            <p:nvPr/>
          </p:nvSpPr>
          <p:spPr>
            <a:xfrm>
              <a:off x="7514979" y="32630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4" name="pt25024"/>
            <p:cNvSpPr/>
            <p:nvPr/>
          </p:nvSpPr>
          <p:spPr>
            <a:xfrm>
              <a:off x="7533655" y="32574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5" name="pt25025"/>
            <p:cNvSpPr/>
            <p:nvPr/>
          </p:nvSpPr>
          <p:spPr>
            <a:xfrm>
              <a:off x="7458683" y="34183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6" name="pt25026"/>
            <p:cNvSpPr/>
            <p:nvPr/>
          </p:nvSpPr>
          <p:spPr>
            <a:xfrm>
              <a:off x="7371352" y="3315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7" name="pt25027"/>
            <p:cNvSpPr/>
            <p:nvPr/>
          </p:nvSpPr>
          <p:spPr>
            <a:xfrm>
              <a:off x="7391847" y="3074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8" name="pt25028"/>
            <p:cNvSpPr/>
            <p:nvPr/>
          </p:nvSpPr>
          <p:spPr>
            <a:xfrm>
              <a:off x="7509758" y="2961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29" name="pt25029"/>
            <p:cNvSpPr/>
            <p:nvPr/>
          </p:nvSpPr>
          <p:spPr>
            <a:xfrm>
              <a:off x="7492612" y="35749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0" name="pt25030"/>
            <p:cNvSpPr/>
            <p:nvPr/>
          </p:nvSpPr>
          <p:spPr>
            <a:xfrm>
              <a:off x="7465632" y="3065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1" name="pt25031"/>
            <p:cNvSpPr/>
            <p:nvPr/>
          </p:nvSpPr>
          <p:spPr>
            <a:xfrm>
              <a:off x="7408202" y="3077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2" name="pt25032"/>
            <p:cNvSpPr/>
            <p:nvPr/>
          </p:nvSpPr>
          <p:spPr>
            <a:xfrm>
              <a:off x="7432702" y="30699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3" name="pt25033"/>
            <p:cNvSpPr/>
            <p:nvPr/>
          </p:nvSpPr>
          <p:spPr>
            <a:xfrm>
              <a:off x="7504045" y="3489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4" name="pt25034"/>
            <p:cNvSpPr/>
            <p:nvPr/>
          </p:nvSpPr>
          <p:spPr>
            <a:xfrm>
              <a:off x="7431366" y="3316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5" name="pt25035"/>
            <p:cNvSpPr/>
            <p:nvPr/>
          </p:nvSpPr>
          <p:spPr>
            <a:xfrm>
              <a:off x="7528148" y="3463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6" name="pt25036"/>
            <p:cNvSpPr/>
            <p:nvPr/>
          </p:nvSpPr>
          <p:spPr>
            <a:xfrm>
              <a:off x="7494253" y="32336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7" name="pt25037"/>
            <p:cNvSpPr/>
            <p:nvPr/>
          </p:nvSpPr>
          <p:spPr>
            <a:xfrm>
              <a:off x="7401269" y="3169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8" name="pt25038"/>
            <p:cNvSpPr/>
            <p:nvPr/>
          </p:nvSpPr>
          <p:spPr>
            <a:xfrm>
              <a:off x="7407106" y="3339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39" name="pt25039"/>
            <p:cNvSpPr/>
            <p:nvPr/>
          </p:nvSpPr>
          <p:spPr>
            <a:xfrm>
              <a:off x="7420913" y="3507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0" name="pt25040"/>
            <p:cNvSpPr/>
            <p:nvPr/>
          </p:nvSpPr>
          <p:spPr>
            <a:xfrm>
              <a:off x="7389682" y="3091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1" name="pt25041"/>
            <p:cNvSpPr/>
            <p:nvPr/>
          </p:nvSpPr>
          <p:spPr>
            <a:xfrm>
              <a:off x="7471424" y="3363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2" name="pt25042"/>
            <p:cNvSpPr/>
            <p:nvPr/>
          </p:nvSpPr>
          <p:spPr>
            <a:xfrm>
              <a:off x="7456062" y="3105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3" name="pt25043"/>
            <p:cNvSpPr/>
            <p:nvPr/>
          </p:nvSpPr>
          <p:spPr>
            <a:xfrm>
              <a:off x="7461891" y="3019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4" name="pt25044"/>
            <p:cNvSpPr/>
            <p:nvPr/>
          </p:nvSpPr>
          <p:spPr>
            <a:xfrm>
              <a:off x="7463855" y="3275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5" name="pt25045"/>
            <p:cNvSpPr/>
            <p:nvPr/>
          </p:nvSpPr>
          <p:spPr>
            <a:xfrm>
              <a:off x="7445388" y="3364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6" name="pt25046"/>
            <p:cNvSpPr/>
            <p:nvPr/>
          </p:nvSpPr>
          <p:spPr>
            <a:xfrm>
              <a:off x="7416234" y="3070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7" name="pt25047"/>
            <p:cNvSpPr/>
            <p:nvPr/>
          </p:nvSpPr>
          <p:spPr>
            <a:xfrm>
              <a:off x="7472684" y="3525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8" name="pt25048"/>
            <p:cNvSpPr/>
            <p:nvPr/>
          </p:nvSpPr>
          <p:spPr>
            <a:xfrm>
              <a:off x="7503474" y="32628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49" name="pt25049"/>
            <p:cNvSpPr/>
            <p:nvPr/>
          </p:nvSpPr>
          <p:spPr>
            <a:xfrm>
              <a:off x="7471120" y="3594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0" name="pt25050"/>
            <p:cNvSpPr/>
            <p:nvPr/>
          </p:nvSpPr>
          <p:spPr>
            <a:xfrm>
              <a:off x="7467920" y="3569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1" name="pt25051"/>
            <p:cNvSpPr/>
            <p:nvPr/>
          </p:nvSpPr>
          <p:spPr>
            <a:xfrm>
              <a:off x="7437288" y="3469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2" name="pt25052"/>
            <p:cNvSpPr/>
            <p:nvPr/>
          </p:nvSpPr>
          <p:spPr>
            <a:xfrm>
              <a:off x="7404020" y="3230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3" name="pt25053"/>
            <p:cNvSpPr/>
            <p:nvPr/>
          </p:nvSpPr>
          <p:spPr>
            <a:xfrm>
              <a:off x="7443362" y="30602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4" name="pt25054"/>
            <p:cNvSpPr/>
            <p:nvPr/>
          </p:nvSpPr>
          <p:spPr>
            <a:xfrm>
              <a:off x="7388536" y="2924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5" name="pt25055"/>
            <p:cNvSpPr/>
            <p:nvPr/>
          </p:nvSpPr>
          <p:spPr>
            <a:xfrm>
              <a:off x="7467810" y="35897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6" name="pt25056"/>
            <p:cNvSpPr/>
            <p:nvPr/>
          </p:nvSpPr>
          <p:spPr>
            <a:xfrm>
              <a:off x="7466169" y="3210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7" name="pt25057"/>
            <p:cNvSpPr/>
            <p:nvPr/>
          </p:nvSpPr>
          <p:spPr>
            <a:xfrm>
              <a:off x="7379484" y="3333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8" name="pt25058"/>
            <p:cNvSpPr/>
            <p:nvPr/>
          </p:nvSpPr>
          <p:spPr>
            <a:xfrm>
              <a:off x="7430607" y="3185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59" name="pt25059"/>
            <p:cNvSpPr/>
            <p:nvPr/>
          </p:nvSpPr>
          <p:spPr>
            <a:xfrm>
              <a:off x="7544170" y="33885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0" name="pt25060"/>
            <p:cNvSpPr/>
            <p:nvPr/>
          </p:nvSpPr>
          <p:spPr>
            <a:xfrm>
              <a:off x="7451142" y="3227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1" name="pt25061"/>
            <p:cNvSpPr/>
            <p:nvPr/>
          </p:nvSpPr>
          <p:spPr>
            <a:xfrm>
              <a:off x="7436323" y="32310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2" name="pt25062"/>
            <p:cNvSpPr/>
            <p:nvPr/>
          </p:nvSpPr>
          <p:spPr>
            <a:xfrm>
              <a:off x="7437208" y="33662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3" name="pt25063"/>
            <p:cNvSpPr/>
            <p:nvPr/>
          </p:nvSpPr>
          <p:spPr>
            <a:xfrm>
              <a:off x="7363752" y="3047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4" name="pt25064"/>
            <p:cNvSpPr/>
            <p:nvPr/>
          </p:nvSpPr>
          <p:spPr>
            <a:xfrm>
              <a:off x="7431109" y="3639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5" name="pt25065"/>
            <p:cNvSpPr/>
            <p:nvPr/>
          </p:nvSpPr>
          <p:spPr>
            <a:xfrm>
              <a:off x="7470773" y="3486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6" name="pt25066"/>
            <p:cNvSpPr/>
            <p:nvPr/>
          </p:nvSpPr>
          <p:spPr>
            <a:xfrm>
              <a:off x="7398882" y="31144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7" name="pt25067"/>
            <p:cNvSpPr/>
            <p:nvPr/>
          </p:nvSpPr>
          <p:spPr>
            <a:xfrm>
              <a:off x="7382845" y="32250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8" name="pt25068"/>
            <p:cNvSpPr/>
            <p:nvPr/>
          </p:nvSpPr>
          <p:spPr>
            <a:xfrm>
              <a:off x="7422891" y="3037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69" name="pt25069"/>
            <p:cNvSpPr/>
            <p:nvPr/>
          </p:nvSpPr>
          <p:spPr>
            <a:xfrm>
              <a:off x="7446997" y="3549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0" name="pt25070"/>
            <p:cNvSpPr/>
            <p:nvPr/>
          </p:nvSpPr>
          <p:spPr>
            <a:xfrm>
              <a:off x="7488930" y="3718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1" name="pt25071"/>
            <p:cNvSpPr/>
            <p:nvPr/>
          </p:nvSpPr>
          <p:spPr>
            <a:xfrm>
              <a:off x="7451538" y="3361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2" name="pt25072"/>
            <p:cNvSpPr/>
            <p:nvPr/>
          </p:nvSpPr>
          <p:spPr>
            <a:xfrm>
              <a:off x="7464988" y="34124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3" name="pt25073"/>
            <p:cNvSpPr/>
            <p:nvPr/>
          </p:nvSpPr>
          <p:spPr>
            <a:xfrm>
              <a:off x="7438572" y="35578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4" name="pt25074"/>
            <p:cNvSpPr/>
            <p:nvPr/>
          </p:nvSpPr>
          <p:spPr>
            <a:xfrm>
              <a:off x="7420569" y="3510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5" name="pt25075"/>
            <p:cNvSpPr/>
            <p:nvPr/>
          </p:nvSpPr>
          <p:spPr>
            <a:xfrm>
              <a:off x="7254852" y="3233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6" name="pt25076"/>
            <p:cNvSpPr/>
            <p:nvPr/>
          </p:nvSpPr>
          <p:spPr>
            <a:xfrm>
              <a:off x="7430308" y="3013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7" name="pt25077"/>
            <p:cNvSpPr/>
            <p:nvPr/>
          </p:nvSpPr>
          <p:spPr>
            <a:xfrm>
              <a:off x="7442988" y="3476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8" name="pt25078"/>
            <p:cNvSpPr/>
            <p:nvPr/>
          </p:nvSpPr>
          <p:spPr>
            <a:xfrm>
              <a:off x="7503315" y="3384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79" name="pt25079"/>
            <p:cNvSpPr/>
            <p:nvPr/>
          </p:nvSpPr>
          <p:spPr>
            <a:xfrm>
              <a:off x="7479317" y="3766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0" name="pt25080"/>
            <p:cNvSpPr/>
            <p:nvPr/>
          </p:nvSpPr>
          <p:spPr>
            <a:xfrm>
              <a:off x="7487462" y="3423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1" name="pt25081"/>
            <p:cNvSpPr/>
            <p:nvPr/>
          </p:nvSpPr>
          <p:spPr>
            <a:xfrm>
              <a:off x="7436280" y="3381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2" name="pt25082"/>
            <p:cNvSpPr/>
            <p:nvPr/>
          </p:nvSpPr>
          <p:spPr>
            <a:xfrm>
              <a:off x="7446245" y="3537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3" name="pt25083"/>
            <p:cNvSpPr/>
            <p:nvPr/>
          </p:nvSpPr>
          <p:spPr>
            <a:xfrm>
              <a:off x="7423325" y="3155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4" name="pt25084"/>
            <p:cNvSpPr/>
            <p:nvPr/>
          </p:nvSpPr>
          <p:spPr>
            <a:xfrm>
              <a:off x="7379612" y="3268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5" name="pt25085"/>
            <p:cNvSpPr/>
            <p:nvPr/>
          </p:nvSpPr>
          <p:spPr>
            <a:xfrm>
              <a:off x="7501785" y="34613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6" name="pt25086"/>
            <p:cNvSpPr/>
            <p:nvPr/>
          </p:nvSpPr>
          <p:spPr>
            <a:xfrm>
              <a:off x="6707607" y="3333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7" name="pt25087"/>
            <p:cNvSpPr/>
            <p:nvPr/>
          </p:nvSpPr>
          <p:spPr>
            <a:xfrm>
              <a:off x="7435364" y="3317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8" name="pt25088"/>
            <p:cNvSpPr/>
            <p:nvPr/>
          </p:nvSpPr>
          <p:spPr>
            <a:xfrm>
              <a:off x="7572794" y="34574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89" name="pt25089"/>
            <p:cNvSpPr/>
            <p:nvPr/>
          </p:nvSpPr>
          <p:spPr>
            <a:xfrm>
              <a:off x="7425982" y="3510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0" name="pt25090"/>
            <p:cNvSpPr/>
            <p:nvPr/>
          </p:nvSpPr>
          <p:spPr>
            <a:xfrm>
              <a:off x="7431973" y="3299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1" name="pt25091"/>
            <p:cNvSpPr/>
            <p:nvPr/>
          </p:nvSpPr>
          <p:spPr>
            <a:xfrm>
              <a:off x="7434704" y="3043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2" name="pt25092"/>
            <p:cNvSpPr/>
            <p:nvPr/>
          </p:nvSpPr>
          <p:spPr>
            <a:xfrm>
              <a:off x="7477860" y="33907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3" name="pt25093"/>
            <p:cNvSpPr/>
            <p:nvPr/>
          </p:nvSpPr>
          <p:spPr>
            <a:xfrm>
              <a:off x="7397870" y="3199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4" name="pt25094"/>
            <p:cNvSpPr/>
            <p:nvPr/>
          </p:nvSpPr>
          <p:spPr>
            <a:xfrm>
              <a:off x="7362188" y="3089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5" name="pt25095"/>
            <p:cNvSpPr/>
            <p:nvPr/>
          </p:nvSpPr>
          <p:spPr>
            <a:xfrm>
              <a:off x="7468814" y="3279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6" name="pt25096"/>
            <p:cNvSpPr/>
            <p:nvPr/>
          </p:nvSpPr>
          <p:spPr>
            <a:xfrm>
              <a:off x="7455463" y="3430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7" name="pt25097"/>
            <p:cNvSpPr/>
            <p:nvPr/>
          </p:nvSpPr>
          <p:spPr>
            <a:xfrm>
              <a:off x="7405998" y="3099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8" name="pt25098"/>
            <p:cNvSpPr/>
            <p:nvPr/>
          </p:nvSpPr>
          <p:spPr>
            <a:xfrm>
              <a:off x="7534075" y="34257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099" name="pt25099"/>
            <p:cNvSpPr/>
            <p:nvPr/>
          </p:nvSpPr>
          <p:spPr>
            <a:xfrm>
              <a:off x="7451154" y="32611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0" name="pt25100"/>
            <p:cNvSpPr/>
            <p:nvPr/>
          </p:nvSpPr>
          <p:spPr>
            <a:xfrm>
              <a:off x="7381699" y="3098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1" name="pt25101"/>
            <p:cNvSpPr/>
            <p:nvPr/>
          </p:nvSpPr>
          <p:spPr>
            <a:xfrm>
              <a:off x="7480460" y="3461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2" name="pt25102"/>
            <p:cNvSpPr/>
            <p:nvPr/>
          </p:nvSpPr>
          <p:spPr>
            <a:xfrm>
              <a:off x="7681746" y="3206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3" name="pt25103"/>
            <p:cNvSpPr/>
            <p:nvPr/>
          </p:nvSpPr>
          <p:spPr>
            <a:xfrm>
              <a:off x="7413564" y="3154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4" name="pt25104"/>
            <p:cNvSpPr/>
            <p:nvPr/>
          </p:nvSpPr>
          <p:spPr>
            <a:xfrm>
              <a:off x="7526799" y="3513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5" name="pt25105"/>
            <p:cNvSpPr/>
            <p:nvPr/>
          </p:nvSpPr>
          <p:spPr>
            <a:xfrm>
              <a:off x="7394723" y="31580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6" name="pt25106"/>
            <p:cNvSpPr/>
            <p:nvPr/>
          </p:nvSpPr>
          <p:spPr>
            <a:xfrm>
              <a:off x="7476458" y="30922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7" name="pt25107"/>
            <p:cNvSpPr/>
            <p:nvPr/>
          </p:nvSpPr>
          <p:spPr>
            <a:xfrm>
              <a:off x="7603038" y="3116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8" name="pt25108"/>
            <p:cNvSpPr/>
            <p:nvPr/>
          </p:nvSpPr>
          <p:spPr>
            <a:xfrm>
              <a:off x="7410638" y="3041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09" name="pt25109"/>
            <p:cNvSpPr/>
            <p:nvPr/>
          </p:nvSpPr>
          <p:spPr>
            <a:xfrm>
              <a:off x="7355718" y="32210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0" name="pt25110"/>
            <p:cNvSpPr/>
            <p:nvPr/>
          </p:nvSpPr>
          <p:spPr>
            <a:xfrm>
              <a:off x="7476635" y="3473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1" name="pt25111"/>
            <p:cNvSpPr/>
            <p:nvPr/>
          </p:nvSpPr>
          <p:spPr>
            <a:xfrm>
              <a:off x="7426693" y="3163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2" name="pt25112"/>
            <p:cNvSpPr/>
            <p:nvPr/>
          </p:nvSpPr>
          <p:spPr>
            <a:xfrm>
              <a:off x="7463738" y="3334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3" name="pt25113"/>
            <p:cNvSpPr/>
            <p:nvPr/>
          </p:nvSpPr>
          <p:spPr>
            <a:xfrm>
              <a:off x="7460697" y="3441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4" name="pt25114"/>
            <p:cNvSpPr/>
            <p:nvPr/>
          </p:nvSpPr>
          <p:spPr>
            <a:xfrm>
              <a:off x="7389833" y="2534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5" name="pt25115"/>
            <p:cNvSpPr/>
            <p:nvPr/>
          </p:nvSpPr>
          <p:spPr>
            <a:xfrm>
              <a:off x="7547032" y="3585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6" name="pt25116"/>
            <p:cNvSpPr/>
            <p:nvPr/>
          </p:nvSpPr>
          <p:spPr>
            <a:xfrm>
              <a:off x="7517491" y="32614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7" name="pt25117"/>
            <p:cNvSpPr/>
            <p:nvPr/>
          </p:nvSpPr>
          <p:spPr>
            <a:xfrm>
              <a:off x="7471368" y="3383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8" name="pt25118"/>
            <p:cNvSpPr/>
            <p:nvPr/>
          </p:nvSpPr>
          <p:spPr>
            <a:xfrm>
              <a:off x="7467717" y="3569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19" name="pt25119"/>
            <p:cNvSpPr/>
            <p:nvPr/>
          </p:nvSpPr>
          <p:spPr>
            <a:xfrm>
              <a:off x="7462469" y="3026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0" name="pt25120"/>
            <p:cNvSpPr/>
            <p:nvPr/>
          </p:nvSpPr>
          <p:spPr>
            <a:xfrm>
              <a:off x="7435288" y="3131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1" name="pt25121"/>
            <p:cNvSpPr/>
            <p:nvPr/>
          </p:nvSpPr>
          <p:spPr>
            <a:xfrm>
              <a:off x="7444788" y="31838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2" name="pt25122"/>
            <p:cNvSpPr/>
            <p:nvPr/>
          </p:nvSpPr>
          <p:spPr>
            <a:xfrm>
              <a:off x="7417304" y="3445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3" name="pt25123"/>
            <p:cNvSpPr/>
            <p:nvPr/>
          </p:nvSpPr>
          <p:spPr>
            <a:xfrm>
              <a:off x="7430095" y="3011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4" name="pt25124"/>
            <p:cNvSpPr/>
            <p:nvPr/>
          </p:nvSpPr>
          <p:spPr>
            <a:xfrm>
              <a:off x="7480300" y="3362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5" name="pt25125"/>
            <p:cNvSpPr/>
            <p:nvPr/>
          </p:nvSpPr>
          <p:spPr>
            <a:xfrm>
              <a:off x="7426546" y="3182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6" name="pt25126"/>
            <p:cNvSpPr/>
            <p:nvPr/>
          </p:nvSpPr>
          <p:spPr>
            <a:xfrm>
              <a:off x="7459945" y="3292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7" name="pt25127"/>
            <p:cNvSpPr/>
            <p:nvPr/>
          </p:nvSpPr>
          <p:spPr>
            <a:xfrm>
              <a:off x="7442834" y="3336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8" name="pt25128"/>
            <p:cNvSpPr/>
            <p:nvPr/>
          </p:nvSpPr>
          <p:spPr>
            <a:xfrm>
              <a:off x="7399514" y="34316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29" name="pt25129"/>
            <p:cNvSpPr/>
            <p:nvPr/>
          </p:nvSpPr>
          <p:spPr>
            <a:xfrm>
              <a:off x="7464497" y="34745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0" name="pt25130"/>
            <p:cNvSpPr/>
            <p:nvPr/>
          </p:nvSpPr>
          <p:spPr>
            <a:xfrm>
              <a:off x="7470651" y="3236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1" name="pt25131"/>
            <p:cNvSpPr/>
            <p:nvPr/>
          </p:nvSpPr>
          <p:spPr>
            <a:xfrm>
              <a:off x="7491728" y="3237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2" name="pt25132"/>
            <p:cNvSpPr/>
            <p:nvPr/>
          </p:nvSpPr>
          <p:spPr>
            <a:xfrm>
              <a:off x="7333617" y="30110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3" name="pt25133"/>
            <p:cNvSpPr/>
            <p:nvPr/>
          </p:nvSpPr>
          <p:spPr>
            <a:xfrm>
              <a:off x="7415014" y="34359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4" name="pt25134"/>
            <p:cNvSpPr/>
            <p:nvPr/>
          </p:nvSpPr>
          <p:spPr>
            <a:xfrm>
              <a:off x="7373044" y="3077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5" name="pt25135"/>
            <p:cNvSpPr/>
            <p:nvPr/>
          </p:nvSpPr>
          <p:spPr>
            <a:xfrm>
              <a:off x="7499516" y="3268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6" name="pt25136"/>
            <p:cNvSpPr/>
            <p:nvPr/>
          </p:nvSpPr>
          <p:spPr>
            <a:xfrm>
              <a:off x="7523902" y="3407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7" name="pt25137"/>
            <p:cNvSpPr/>
            <p:nvPr/>
          </p:nvSpPr>
          <p:spPr>
            <a:xfrm>
              <a:off x="7395683" y="3209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8" name="pt25138"/>
            <p:cNvSpPr/>
            <p:nvPr/>
          </p:nvSpPr>
          <p:spPr>
            <a:xfrm>
              <a:off x="7456597" y="3186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39" name="pt25139"/>
            <p:cNvSpPr/>
            <p:nvPr/>
          </p:nvSpPr>
          <p:spPr>
            <a:xfrm>
              <a:off x="7458470" y="3268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0" name="pt25140"/>
            <p:cNvSpPr/>
            <p:nvPr/>
          </p:nvSpPr>
          <p:spPr>
            <a:xfrm>
              <a:off x="7374371" y="32295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1" name="pt25141"/>
            <p:cNvSpPr/>
            <p:nvPr/>
          </p:nvSpPr>
          <p:spPr>
            <a:xfrm>
              <a:off x="7600741" y="351038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42" name="pt25142"/>
            <p:cNvSpPr/>
            <p:nvPr/>
          </p:nvSpPr>
          <p:spPr>
            <a:xfrm>
              <a:off x="7407864" y="32767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3" name="pt25143"/>
            <p:cNvSpPr/>
            <p:nvPr/>
          </p:nvSpPr>
          <p:spPr>
            <a:xfrm>
              <a:off x="7469638" y="3660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4" name="pt25144"/>
            <p:cNvSpPr/>
            <p:nvPr/>
          </p:nvSpPr>
          <p:spPr>
            <a:xfrm>
              <a:off x="7449800" y="3128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5" name="pt25145"/>
            <p:cNvSpPr/>
            <p:nvPr/>
          </p:nvSpPr>
          <p:spPr>
            <a:xfrm>
              <a:off x="7434515" y="2921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6" name="pt25146"/>
            <p:cNvSpPr/>
            <p:nvPr/>
          </p:nvSpPr>
          <p:spPr>
            <a:xfrm>
              <a:off x="7452928" y="3492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7" name="pt25147"/>
            <p:cNvSpPr/>
            <p:nvPr/>
          </p:nvSpPr>
          <p:spPr>
            <a:xfrm>
              <a:off x="7449231" y="3170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8" name="pt25148"/>
            <p:cNvSpPr/>
            <p:nvPr/>
          </p:nvSpPr>
          <p:spPr>
            <a:xfrm>
              <a:off x="7398865" y="3217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49" name="pt25149"/>
            <p:cNvSpPr/>
            <p:nvPr/>
          </p:nvSpPr>
          <p:spPr>
            <a:xfrm>
              <a:off x="7433144" y="3392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0" name="pt25150"/>
            <p:cNvSpPr/>
            <p:nvPr/>
          </p:nvSpPr>
          <p:spPr>
            <a:xfrm>
              <a:off x="7448491" y="32973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1" name="pt25151"/>
            <p:cNvSpPr/>
            <p:nvPr/>
          </p:nvSpPr>
          <p:spPr>
            <a:xfrm>
              <a:off x="7488382" y="3117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2" name="pt25152"/>
            <p:cNvSpPr/>
            <p:nvPr/>
          </p:nvSpPr>
          <p:spPr>
            <a:xfrm>
              <a:off x="7421707" y="3023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3" name="pt25153"/>
            <p:cNvSpPr/>
            <p:nvPr/>
          </p:nvSpPr>
          <p:spPr>
            <a:xfrm>
              <a:off x="7527276" y="3463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4" name="pt25154"/>
            <p:cNvSpPr/>
            <p:nvPr/>
          </p:nvSpPr>
          <p:spPr>
            <a:xfrm>
              <a:off x="7495837" y="3142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5" name="pt25155"/>
            <p:cNvSpPr/>
            <p:nvPr/>
          </p:nvSpPr>
          <p:spPr>
            <a:xfrm>
              <a:off x="7527292" y="3427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6" name="pt25156"/>
            <p:cNvSpPr/>
            <p:nvPr/>
          </p:nvSpPr>
          <p:spPr>
            <a:xfrm>
              <a:off x="7421976" y="3303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7" name="pt25157"/>
            <p:cNvSpPr/>
            <p:nvPr/>
          </p:nvSpPr>
          <p:spPr>
            <a:xfrm>
              <a:off x="7406841" y="3333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8" name="pt25158"/>
            <p:cNvSpPr/>
            <p:nvPr/>
          </p:nvSpPr>
          <p:spPr>
            <a:xfrm>
              <a:off x="7471119" y="33740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59" name="pt25159"/>
            <p:cNvSpPr/>
            <p:nvPr/>
          </p:nvSpPr>
          <p:spPr>
            <a:xfrm>
              <a:off x="7447289" y="31051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0" name="pt25160"/>
            <p:cNvSpPr/>
            <p:nvPr/>
          </p:nvSpPr>
          <p:spPr>
            <a:xfrm>
              <a:off x="7450800" y="3413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1" name="pt25161"/>
            <p:cNvSpPr/>
            <p:nvPr/>
          </p:nvSpPr>
          <p:spPr>
            <a:xfrm>
              <a:off x="7420499" y="3343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2" name="pt25162"/>
            <p:cNvSpPr/>
            <p:nvPr/>
          </p:nvSpPr>
          <p:spPr>
            <a:xfrm>
              <a:off x="7440683" y="3094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3" name="pt25163"/>
            <p:cNvSpPr/>
            <p:nvPr/>
          </p:nvSpPr>
          <p:spPr>
            <a:xfrm>
              <a:off x="7536925" y="3524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4" name="pt25164"/>
            <p:cNvSpPr/>
            <p:nvPr/>
          </p:nvSpPr>
          <p:spPr>
            <a:xfrm>
              <a:off x="7605895" y="343417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65" name="pt25165"/>
            <p:cNvSpPr/>
            <p:nvPr/>
          </p:nvSpPr>
          <p:spPr>
            <a:xfrm>
              <a:off x="7440810" y="2994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6" name="pt25166"/>
            <p:cNvSpPr/>
            <p:nvPr/>
          </p:nvSpPr>
          <p:spPr>
            <a:xfrm>
              <a:off x="7281523" y="3192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7" name="pt25167"/>
            <p:cNvSpPr/>
            <p:nvPr/>
          </p:nvSpPr>
          <p:spPr>
            <a:xfrm>
              <a:off x="7434458" y="3162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8" name="pt25168"/>
            <p:cNvSpPr/>
            <p:nvPr/>
          </p:nvSpPr>
          <p:spPr>
            <a:xfrm>
              <a:off x="7452247" y="3093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69" name="pt25169"/>
            <p:cNvSpPr/>
            <p:nvPr/>
          </p:nvSpPr>
          <p:spPr>
            <a:xfrm>
              <a:off x="7450934" y="3161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0" name="pt25170"/>
            <p:cNvSpPr/>
            <p:nvPr/>
          </p:nvSpPr>
          <p:spPr>
            <a:xfrm>
              <a:off x="7460937" y="3316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1" name="pt25171"/>
            <p:cNvSpPr/>
            <p:nvPr/>
          </p:nvSpPr>
          <p:spPr>
            <a:xfrm>
              <a:off x="7384620" y="3070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2" name="pt25172"/>
            <p:cNvSpPr/>
            <p:nvPr/>
          </p:nvSpPr>
          <p:spPr>
            <a:xfrm>
              <a:off x="7432154" y="31683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3" name="pt25173"/>
            <p:cNvSpPr/>
            <p:nvPr/>
          </p:nvSpPr>
          <p:spPr>
            <a:xfrm>
              <a:off x="7459045" y="3381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4" name="pt25174"/>
            <p:cNvSpPr/>
            <p:nvPr/>
          </p:nvSpPr>
          <p:spPr>
            <a:xfrm>
              <a:off x="7445607" y="3211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5" name="pt25175"/>
            <p:cNvSpPr/>
            <p:nvPr/>
          </p:nvSpPr>
          <p:spPr>
            <a:xfrm>
              <a:off x="7428826" y="3134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6" name="pt25176"/>
            <p:cNvSpPr/>
            <p:nvPr/>
          </p:nvSpPr>
          <p:spPr>
            <a:xfrm>
              <a:off x="7479693" y="3212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7" name="pt25177"/>
            <p:cNvSpPr/>
            <p:nvPr/>
          </p:nvSpPr>
          <p:spPr>
            <a:xfrm>
              <a:off x="7458176" y="34025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8" name="pt25178"/>
            <p:cNvSpPr/>
            <p:nvPr/>
          </p:nvSpPr>
          <p:spPr>
            <a:xfrm>
              <a:off x="7413192" y="3136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79" name="pt25179"/>
            <p:cNvSpPr/>
            <p:nvPr/>
          </p:nvSpPr>
          <p:spPr>
            <a:xfrm>
              <a:off x="7424609" y="3434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0" name="pt25180"/>
            <p:cNvSpPr/>
            <p:nvPr/>
          </p:nvSpPr>
          <p:spPr>
            <a:xfrm>
              <a:off x="7510810" y="3488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1" name="pt25181"/>
            <p:cNvSpPr/>
            <p:nvPr/>
          </p:nvSpPr>
          <p:spPr>
            <a:xfrm>
              <a:off x="7370004" y="33421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2" name="pt25182"/>
            <p:cNvSpPr/>
            <p:nvPr/>
          </p:nvSpPr>
          <p:spPr>
            <a:xfrm>
              <a:off x="7485972" y="3439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3" name="pt25183"/>
            <p:cNvSpPr/>
            <p:nvPr/>
          </p:nvSpPr>
          <p:spPr>
            <a:xfrm>
              <a:off x="7463750" y="3496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4" name="pt25184"/>
            <p:cNvSpPr/>
            <p:nvPr/>
          </p:nvSpPr>
          <p:spPr>
            <a:xfrm>
              <a:off x="7511643" y="31103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5" name="pt25185"/>
            <p:cNvSpPr/>
            <p:nvPr/>
          </p:nvSpPr>
          <p:spPr>
            <a:xfrm>
              <a:off x="7419908" y="3149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6" name="pt25186"/>
            <p:cNvSpPr/>
            <p:nvPr/>
          </p:nvSpPr>
          <p:spPr>
            <a:xfrm>
              <a:off x="7442621" y="3390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7" name="pt25187"/>
            <p:cNvSpPr/>
            <p:nvPr/>
          </p:nvSpPr>
          <p:spPr>
            <a:xfrm>
              <a:off x="7468612" y="3470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8" name="pt25188"/>
            <p:cNvSpPr/>
            <p:nvPr/>
          </p:nvSpPr>
          <p:spPr>
            <a:xfrm>
              <a:off x="7379842" y="32269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89" name="pt25189"/>
            <p:cNvSpPr/>
            <p:nvPr/>
          </p:nvSpPr>
          <p:spPr>
            <a:xfrm>
              <a:off x="7442858" y="3390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0" name="pt25190"/>
            <p:cNvSpPr/>
            <p:nvPr/>
          </p:nvSpPr>
          <p:spPr>
            <a:xfrm>
              <a:off x="7430981" y="3170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1" name="pt25191"/>
            <p:cNvSpPr/>
            <p:nvPr/>
          </p:nvSpPr>
          <p:spPr>
            <a:xfrm>
              <a:off x="7492852" y="3373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2" name="pt25192"/>
            <p:cNvSpPr/>
            <p:nvPr/>
          </p:nvSpPr>
          <p:spPr>
            <a:xfrm>
              <a:off x="7985760" y="349972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93" name="pt25193"/>
            <p:cNvSpPr/>
            <p:nvPr/>
          </p:nvSpPr>
          <p:spPr>
            <a:xfrm>
              <a:off x="7432525" y="29722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4" name="pt25194"/>
            <p:cNvSpPr/>
            <p:nvPr/>
          </p:nvSpPr>
          <p:spPr>
            <a:xfrm>
              <a:off x="7438715" y="3161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5" name="pt25195"/>
            <p:cNvSpPr/>
            <p:nvPr/>
          </p:nvSpPr>
          <p:spPr>
            <a:xfrm>
              <a:off x="7439675" y="3134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6" name="pt25196"/>
            <p:cNvSpPr/>
            <p:nvPr/>
          </p:nvSpPr>
          <p:spPr>
            <a:xfrm>
              <a:off x="7506303" y="3438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7" name="pt25197"/>
            <p:cNvSpPr/>
            <p:nvPr/>
          </p:nvSpPr>
          <p:spPr>
            <a:xfrm>
              <a:off x="7463532" y="35182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8" name="pt25198"/>
            <p:cNvSpPr/>
            <p:nvPr/>
          </p:nvSpPr>
          <p:spPr>
            <a:xfrm>
              <a:off x="7451086" y="31441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199" name="pt25199"/>
            <p:cNvSpPr/>
            <p:nvPr/>
          </p:nvSpPr>
          <p:spPr>
            <a:xfrm>
              <a:off x="7473901" y="3629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0" name="pt25200"/>
            <p:cNvSpPr/>
            <p:nvPr/>
          </p:nvSpPr>
          <p:spPr>
            <a:xfrm>
              <a:off x="7452952" y="3460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1" name="pt25201"/>
            <p:cNvSpPr/>
            <p:nvPr/>
          </p:nvSpPr>
          <p:spPr>
            <a:xfrm>
              <a:off x="7455617" y="3205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2" name="pt25202"/>
            <p:cNvSpPr/>
            <p:nvPr/>
          </p:nvSpPr>
          <p:spPr>
            <a:xfrm>
              <a:off x="7478584" y="31089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3" name="pt25203"/>
            <p:cNvSpPr/>
            <p:nvPr/>
          </p:nvSpPr>
          <p:spPr>
            <a:xfrm>
              <a:off x="7473084" y="3497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4" name="pt25204"/>
            <p:cNvSpPr/>
            <p:nvPr/>
          </p:nvSpPr>
          <p:spPr>
            <a:xfrm>
              <a:off x="7414894" y="3342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5" name="pt25205"/>
            <p:cNvSpPr/>
            <p:nvPr/>
          </p:nvSpPr>
          <p:spPr>
            <a:xfrm>
              <a:off x="7487181" y="3669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6" name="pt25206"/>
            <p:cNvSpPr/>
            <p:nvPr/>
          </p:nvSpPr>
          <p:spPr>
            <a:xfrm>
              <a:off x="7442057" y="3432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7" name="pt25207"/>
            <p:cNvSpPr/>
            <p:nvPr/>
          </p:nvSpPr>
          <p:spPr>
            <a:xfrm>
              <a:off x="7454907" y="34106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8" name="pt25208"/>
            <p:cNvSpPr/>
            <p:nvPr/>
          </p:nvSpPr>
          <p:spPr>
            <a:xfrm>
              <a:off x="7513579" y="3149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09" name="pt25209"/>
            <p:cNvSpPr/>
            <p:nvPr/>
          </p:nvSpPr>
          <p:spPr>
            <a:xfrm>
              <a:off x="7434619" y="3000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0" name="pt25210"/>
            <p:cNvSpPr/>
            <p:nvPr/>
          </p:nvSpPr>
          <p:spPr>
            <a:xfrm>
              <a:off x="7393733" y="32783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1" name="pt25211"/>
            <p:cNvSpPr/>
            <p:nvPr/>
          </p:nvSpPr>
          <p:spPr>
            <a:xfrm>
              <a:off x="7472727" y="3155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2" name="pt25212"/>
            <p:cNvSpPr/>
            <p:nvPr/>
          </p:nvSpPr>
          <p:spPr>
            <a:xfrm>
              <a:off x="6971747" y="355179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13" name="pt25213"/>
            <p:cNvSpPr/>
            <p:nvPr/>
          </p:nvSpPr>
          <p:spPr>
            <a:xfrm>
              <a:off x="7426453" y="3199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4" name="pt25214"/>
            <p:cNvSpPr/>
            <p:nvPr/>
          </p:nvSpPr>
          <p:spPr>
            <a:xfrm>
              <a:off x="7420358" y="32316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5" name="pt25215"/>
            <p:cNvSpPr/>
            <p:nvPr/>
          </p:nvSpPr>
          <p:spPr>
            <a:xfrm>
              <a:off x="7431533" y="33237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6" name="pt25216"/>
            <p:cNvSpPr/>
            <p:nvPr/>
          </p:nvSpPr>
          <p:spPr>
            <a:xfrm>
              <a:off x="7477877" y="3533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7" name="pt25217"/>
            <p:cNvSpPr/>
            <p:nvPr/>
          </p:nvSpPr>
          <p:spPr>
            <a:xfrm>
              <a:off x="7562855" y="3648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8" name="pt25218"/>
            <p:cNvSpPr/>
            <p:nvPr/>
          </p:nvSpPr>
          <p:spPr>
            <a:xfrm>
              <a:off x="7454096" y="33078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19" name="pt25219"/>
            <p:cNvSpPr/>
            <p:nvPr/>
          </p:nvSpPr>
          <p:spPr>
            <a:xfrm>
              <a:off x="7361489" y="3235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0" name="pt25220"/>
            <p:cNvSpPr/>
            <p:nvPr/>
          </p:nvSpPr>
          <p:spPr>
            <a:xfrm>
              <a:off x="7429581" y="31229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1" name="pt25221"/>
            <p:cNvSpPr/>
            <p:nvPr/>
          </p:nvSpPr>
          <p:spPr>
            <a:xfrm>
              <a:off x="7411509" y="3257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2" name="pt25222"/>
            <p:cNvSpPr/>
            <p:nvPr/>
          </p:nvSpPr>
          <p:spPr>
            <a:xfrm>
              <a:off x="7413714" y="2318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3" name="pt25223"/>
            <p:cNvSpPr/>
            <p:nvPr/>
          </p:nvSpPr>
          <p:spPr>
            <a:xfrm>
              <a:off x="7482621" y="32784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4" name="pt25224"/>
            <p:cNvSpPr/>
            <p:nvPr/>
          </p:nvSpPr>
          <p:spPr>
            <a:xfrm>
              <a:off x="7452318" y="2897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5" name="pt25225"/>
            <p:cNvSpPr/>
            <p:nvPr/>
          </p:nvSpPr>
          <p:spPr>
            <a:xfrm>
              <a:off x="7448757" y="30202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6" name="pt25226"/>
            <p:cNvSpPr/>
            <p:nvPr/>
          </p:nvSpPr>
          <p:spPr>
            <a:xfrm>
              <a:off x="7460515" y="31468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7" name="pt25227"/>
            <p:cNvSpPr/>
            <p:nvPr/>
          </p:nvSpPr>
          <p:spPr>
            <a:xfrm>
              <a:off x="7554546" y="37107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8" name="pt25228"/>
            <p:cNvSpPr/>
            <p:nvPr/>
          </p:nvSpPr>
          <p:spPr>
            <a:xfrm>
              <a:off x="7443584" y="3186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29" name="pt25229"/>
            <p:cNvSpPr/>
            <p:nvPr/>
          </p:nvSpPr>
          <p:spPr>
            <a:xfrm>
              <a:off x="7533396" y="3453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0" name="pt25230"/>
            <p:cNvSpPr/>
            <p:nvPr/>
          </p:nvSpPr>
          <p:spPr>
            <a:xfrm>
              <a:off x="7453701" y="34588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1" name="pt25231"/>
            <p:cNvSpPr/>
            <p:nvPr/>
          </p:nvSpPr>
          <p:spPr>
            <a:xfrm>
              <a:off x="7439635" y="3097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2" name="pt25232"/>
            <p:cNvSpPr/>
            <p:nvPr/>
          </p:nvSpPr>
          <p:spPr>
            <a:xfrm>
              <a:off x="7500916" y="3048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3" name="pt25233"/>
            <p:cNvSpPr/>
            <p:nvPr/>
          </p:nvSpPr>
          <p:spPr>
            <a:xfrm>
              <a:off x="7499965" y="3401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4" name="pt25234"/>
            <p:cNvSpPr/>
            <p:nvPr/>
          </p:nvSpPr>
          <p:spPr>
            <a:xfrm>
              <a:off x="7428025" y="31843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5" name="pt25235"/>
            <p:cNvSpPr/>
            <p:nvPr/>
          </p:nvSpPr>
          <p:spPr>
            <a:xfrm>
              <a:off x="7416791" y="3121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6" name="pt25236"/>
            <p:cNvSpPr/>
            <p:nvPr/>
          </p:nvSpPr>
          <p:spPr>
            <a:xfrm>
              <a:off x="7177615" y="3149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7" name="pt25237"/>
            <p:cNvSpPr/>
            <p:nvPr/>
          </p:nvSpPr>
          <p:spPr>
            <a:xfrm>
              <a:off x="7477737" y="3156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8" name="pt25238"/>
            <p:cNvSpPr/>
            <p:nvPr/>
          </p:nvSpPr>
          <p:spPr>
            <a:xfrm>
              <a:off x="7430709" y="3516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39" name="pt25239"/>
            <p:cNvSpPr/>
            <p:nvPr/>
          </p:nvSpPr>
          <p:spPr>
            <a:xfrm>
              <a:off x="7488738" y="3276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0" name="pt25240"/>
            <p:cNvSpPr/>
            <p:nvPr/>
          </p:nvSpPr>
          <p:spPr>
            <a:xfrm>
              <a:off x="7452000" y="3065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1" name="pt25241"/>
            <p:cNvSpPr/>
            <p:nvPr/>
          </p:nvSpPr>
          <p:spPr>
            <a:xfrm>
              <a:off x="7462252" y="3410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2" name="pt25242"/>
            <p:cNvSpPr/>
            <p:nvPr/>
          </p:nvSpPr>
          <p:spPr>
            <a:xfrm>
              <a:off x="7423613" y="32660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3" name="pt25243"/>
            <p:cNvSpPr/>
            <p:nvPr/>
          </p:nvSpPr>
          <p:spPr>
            <a:xfrm>
              <a:off x="7445739" y="3186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4" name="pt25244"/>
            <p:cNvSpPr/>
            <p:nvPr/>
          </p:nvSpPr>
          <p:spPr>
            <a:xfrm>
              <a:off x="7476118" y="3460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5" name="pt25245"/>
            <p:cNvSpPr/>
            <p:nvPr/>
          </p:nvSpPr>
          <p:spPr>
            <a:xfrm>
              <a:off x="7726621" y="355989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46" name="pt25246"/>
            <p:cNvSpPr/>
            <p:nvPr/>
          </p:nvSpPr>
          <p:spPr>
            <a:xfrm>
              <a:off x="7405645" y="3078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7" name="pt25247"/>
            <p:cNvSpPr/>
            <p:nvPr/>
          </p:nvSpPr>
          <p:spPr>
            <a:xfrm>
              <a:off x="7462520" y="2930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8" name="pt25248"/>
            <p:cNvSpPr/>
            <p:nvPr/>
          </p:nvSpPr>
          <p:spPr>
            <a:xfrm>
              <a:off x="7447821" y="3129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49" name="pt25249"/>
            <p:cNvSpPr/>
            <p:nvPr/>
          </p:nvSpPr>
          <p:spPr>
            <a:xfrm>
              <a:off x="7451463" y="34353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0" name="pt25250"/>
            <p:cNvSpPr/>
            <p:nvPr/>
          </p:nvSpPr>
          <p:spPr>
            <a:xfrm>
              <a:off x="7426334" y="3309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1" name="pt25251"/>
            <p:cNvSpPr/>
            <p:nvPr/>
          </p:nvSpPr>
          <p:spPr>
            <a:xfrm>
              <a:off x="7341896" y="3310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2" name="pt25252"/>
            <p:cNvSpPr/>
            <p:nvPr/>
          </p:nvSpPr>
          <p:spPr>
            <a:xfrm>
              <a:off x="7431001" y="3052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3" name="pt25253"/>
            <p:cNvSpPr/>
            <p:nvPr/>
          </p:nvSpPr>
          <p:spPr>
            <a:xfrm>
              <a:off x="7487934" y="34084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4" name="pt25254"/>
            <p:cNvSpPr/>
            <p:nvPr/>
          </p:nvSpPr>
          <p:spPr>
            <a:xfrm>
              <a:off x="7456067" y="3476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5" name="pt25255"/>
            <p:cNvSpPr/>
            <p:nvPr/>
          </p:nvSpPr>
          <p:spPr>
            <a:xfrm>
              <a:off x="7457566" y="33879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6" name="pt25256"/>
            <p:cNvSpPr/>
            <p:nvPr/>
          </p:nvSpPr>
          <p:spPr>
            <a:xfrm>
              <a:off x="7437343" y="3238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7" name="pt25257"/>
            <p:cNvSpPr/>
            <p:nvPr/>
          </p:nvSpPr>
          <p:spPr>
            <a:xfrm>
              <a:off x="7421145" y="31243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8" name="pt25258"/>
            <p:cNvSpPr/>
            <p:nvPr/>
          </p:nvSpPr>
          <p:spPr>
            <a:xfrm>
              <a:off x="7492018" y="34714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59" name="pt25259"/>
            <p:cNvSpPr/>
            <p:nvPr/>
          </p:nvSpPr>
          <p:spPr>
            <a:xfrm>
              <a:off x="7439139" y="3320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0" name="pt25260"/>
            <p:cNvSpPr/>
            <p:nvPr/>
          </p:nvSpPr>
          <p:spPr>
            <a:xfrm>
              <a:off x="7443037" y="3273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1" name="pt25261"/>
            <p:cNvSpPr/>
            <p:nvPr/>
          </p:nvSpPr>
          <p:spPr>
            <a:xfrm>
              <a:off x="7435105" y="3252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2" name="pt25262"/>
            <p:cNvSpPr/>
            <p:nvPr/>
          </p:nvSpPr>
          <p:spPr>
            <a:xfrm>
              <a:off x="7497579" y="3545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3" name="pt25263"/>
            <p:cNvSpPr/>
            <p:nvPr/>
          </p:nvSpPr>
          <p:spPr>
            <a:xfrm>
              <a:off x="7389934" y="3085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4" name="pt25264"/>
            <p:cNvSpPr/>
            <p:nvPr/>
          </p:nvSpPr>
          <p:spPr>
            <a:xfrm>
              <a:off x="7440228" y="3049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5" name="pt25265"/>
            <p:cNvSpPr/>
            <p:nvPr/>
          </p:nvSpPr>
          <p:spPr>
            <a:xfrm>
              <a:off x="7410920" y="2963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6" name="pt25266"/>
            <p:cNvSpPr/>
            <p:nvPr/>
          </p:nvSpPr>
          <p:spPr>
            <a:xfrm>
              <a:off x="7422310" y="3148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7" name="pt25267"/>
            <p:cNvSpPr/>
            <p:nvPr/>
          </p:nvSpPr>
          <p:spPr>
            <a:xfrm>
              <a:off x="7397912" y="3081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8" name="pt25268"/>
            <p:cNvSpPr/>
            <p:nvPr/>
          </p:nvSpPr>
          <p:spPr>
            <a:xfrm>
              <a:off x="7440805" y="3139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69" name="pt25269"/>
            <p:cNvSpPr/>
            <p:nvPr/>
          </p:nvSpPr>
          <p:spPr>
            <a:xfrm>
              <a:off x="7448996" y="3161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0" name="pt25270"/>
            <p:cNvSpPr/>
            <p:nvPr/>
          </p:nvSpPr>
          <p:spPr>
            <a:xfrm>
              <a:off x="7430252" y="3077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1" name="pt25271"/>
            <p:cNvSpPr/>
            <p:nvPr/>
          </p:nvSpPr>
          <p:spPr>
            <a:xfrm>
              <a:off x="7474721" y="3208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2" name="pt25272"/>
            <p:cNvSpPr/>
            <p:nvPr/>
          </p:nvSpPr>
          <p:spPr>
            <a:xfrm>
              <a:off x="7332350" y="316040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73" name="pt25273"/>
            <p:cNvSpPr/>
            <p:nvPr/>
          </p:nvSpPr>
          <p:spPr>
            <a:xfrm>
              <a:off x="7432190" y="32325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4" name="pt25274"/>
            <p:cNvSpPr/>
            <p:nvPr/>
          </p:nvSpPr>
          <p:spPr>
            <a:xfrm>
              <a:off x="7420656" y="3247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5" name="pt25275"/>
            <p:cNvSpPr/>
            <p:nvPr/>
          </p:nvSpPr>
          <p:spPr>
            <a:xfrm>
              <a:off x="7446965" y="30471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6" name="pt25276"/>
            <p:cNvSpPr/>
            <p:nvPr/>
          </p:nvSpPr>
          <p:spPr>
            <a:xfrm>
              <a:off x="7427709" y="32856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7" name="pt25277"/>
            <p:cNvSpPr/>
            <p:nvPr/>
          </p:nvSpPr>
          <p:spPr>
            <a:xfrm>
              <a:off x="7464092" y="3348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8" name="pt25278"/>
            <p:cNvSpPr/>
            <p:nvPr/>
          </p:nvSpPr>
          <p:spPr>
            <a:xfrm>
              <a:off x="7476024" y="2691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79" name="pt25279"/>
            <p:cNvSpPr/>
            <p:nvPr/>
          </p:nvSpPr>
          <p:spPr>
            <a:xfrm>
              <a:off x="7609270" y="33590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0" name="pt25280"/>
            <p:cNvSpPr/>
            <p:nvPr/>
          </p:nvSpPr>
          <p:spPr>
            <a:xfrm>
              <a:off x="7437511" y="30597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1" name="pt25281"/>
            <p:cNvSpPr/>
            <p:nvPr/>
          </p:nvSpPr>
          <p:spPr>
            <a:xfrm>
              <a:off x="7446253" y="31218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2" name="pt25282"/>
            <p:cNvSpPr/>
            <p:nvPr/>
          </p:nvSpPr>
          <p:spPr>
            <a:xfrm>
              <a:off x="7449814" y="3062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3" name="pt25283"/>
            <p:cNvSpPr/>
            <p:nvPr/>
          </p:nvSpPr>
          <p:spPr>
            <a:xfrm>
              <a:off x="7379748" y="3255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4" name="pt25284"/>
            <p:cNvSpPr/>
            <p:nvPr/>
          </p:nvSpPr>
          <p:spPr>
            <a:xfrm>
              <a:off x="8637299" y="33228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5" name="pt25285"/>
            <p:cNvSpPr/>
            <p:nvPr/>
          </p:nvSpPr>
          <p:spPr>
            <a:xfrm>
              <a:off x="7431235" y="3130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6" name="pt25286"/>
            <p:cNvSpPr/>
            <p:nvPr/>
          </p:nvSpPr>
          <p:spPr>
            <a:xfrm>
              <a:off x="7429428" y="3400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7" name="pt25287"/>
            <p:cNvSpPr/>
            <p:nvPr/>
          </p:nvSpPr>
          <p:spPr>
            <a:xfrm>
              <a:off x="7477458" y="3401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8" name="pt25288"/>
            <p:cNvSpPr/>
            <p:nvPr/>
          </p:nvSpPr>
          <p:spPr>
            <a:xfrm>
              <a:off x="7491929" y="3375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89" name="pt25289"/>
            <p:cNvSpPr/>
            <p:nvPr/>
          </p:nvSpPr>
          <p:spPr>
            <a:xfrm>
              <a:off x="7230475" y="315548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90" name="pt25290"/>
            <p:cNvSpPr/>
            <p:nvPr/>
          </p:nvSpPr>
          <p:spPr>
            <a:xfrm>
              <a:off x="7443186" y="3236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1" name="pt25291"/>
            <p:cNvSpPr/>
            <p:nvPr/>
          </p:nvSpPr>
          <p:spPr>
            <a:xfrm>
              <a:off x="7437193" y="3064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2" name="pt25292"/>
            <p:cNvSpPr/>
            <p:nvPr/>
          </p:nvSpPr>
          <p:spPr>
            <a:xfrm>
              <a:off x="7401876" y="31805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3" name="pt25293"/>
            <p:cNvSpPr/>
            <p:nvPr/>
          </p:nvSpPr>
          <p:spPr>
            <a:xfrm>
              <a:off x="7454040" y="33164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4" name="pt25294"/>
            <p:cNvSpPr/>
            <p:nvPr/>
          </p:nvSpPr>
          <p:spPr>
            <a:xfrm>
              <a:off x="7400055" y="32418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5" name="pt25295"/>
            <p:cNvSpPr/>
            <p:nvPr/>
          </p:nvSpPr>
          <p:spPr>
            <a:xfrm>
              <a:off x="7489371" y="3247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6" name="pt25296"/>
            <p:cNvSpPr/>
            <p:nvPr/>
          </p:nvSpPr>
          <p:spPr>
            <a:xfrm>
              <a:off x="7439722" y="30339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7" name="pt25297"/>
            <p:cNvSpPr/>
            <p:nvPr/>
          </p:nvSpPr>
          <p:spPr>
            <a:xfrm>
              <a:off x="7399781" y="31474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8" name="pt25298"/>
            <p:cNvSpPr/>
            <p:nvPr/>
          </p:nvSpPr>
          <p:spPr>
            <a:xfrm>
              <a:off x="7454487" y="31468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299" name="pt25299"/>
            <p:cNvSpPr/>
            <p:nvPr/>
          </p:nvSpPr>
          <p:spPr>
            <a:xfrm>
              <a:off x="7447939" y="3077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0" name="pt25300"/>
            <p:cNvSpPr/>
            <p:nvPr/>
          </p:nvSpPr>
          <p:spPr>
            <a:xfrm>
              <a:off x="7420885" y="3422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1" name="pt25301"/>
            <p:cNvSpPr/>
            <p:nvPr/>
          </p:nvSpPr>
          <p:spPr>
            <a:xfrm>
              <a:off x="7429885" y="3211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2" name="pt25302"/>
            <p:cNvSpPr/>
            <p:nvPr/>
          </p:nvSpPr>
          <p:spPr>
            <a:xfrm>
              <a:off x="7418686" y="28985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3" name="pt25303"/>
            <p:cNvSpPr/>
            <p:nvPr/>
          </p:nvSpPr>
          <p:spPr>
            <a:xfrm>
              <a:off x="7462197" y="3164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4" name="pt25304"/>
            <p:cNvSpPr/>
            <p:nvPr/>
          </p:nvSpPr>
          <p:spPr>
            <a:xfrm>
              <a:off x="7474634" y="3488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5" name="pt25305"/>
            <p:cNvSpPr/>
            <p:nvPr/>
          </p:nvSpPr>
          <p:spPr>
            <a:xfrm>
              <a:off x="7474812" y="3377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6" name="pt25306"/>
            <p:cNvSpPr/>
            <p:nvPr/>
          </p:nvSpPr>
          <p:spPr>
            <a:xfrm>
              <a:off x="7369755" y="28685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7" name="pt25307"/>
            <p:cNvSpPr/>
            <p:nvPr/>
          </p:nvSpPr>
          <p:spPr>
            <a:xfrm>
              <a:off x="7459223" y="3164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8" name="pt25308"/>
            <p:cNvSpPr/>
            <p:nvPr/>
          </p:nvSpPr>
          <p:spPr>
            <a:xfrm>
              <a:off x="7418212" y="3014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09" name="pt25309"/>
            <p:cNvSpPr/>
            <p:nvPr/>
          </p:nvSpPr>
          <p:spPr>
            <a:xfrm>
              <a:off x="7445179" y="29802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0" name="pt25310"/>
            <p:cNvSpPr/>
            <p:nvPr/>
          </p:nvSpPr>
          <p:spPr>
            <a:xfrm>
              <a:off x="7416401" y="32470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1" name="pt25311"/>
            <p:cNvSpPr/>
            <p:nvPr/>
          </p:nvSpPr>
          <p:spPr>
            <a:xfrm>
              <a:off x="7465467" y="3149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2" name="pt25312"/>
            <p:cNvSpPr/>
            <p:nvPr/>
          </p:nvSpPr>
          <p:spPr>
            <a:xfrm>
              <a:off x="7401048" y="30792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3" name="pt25313"/>
            <p:cNvSpPr/>
            <p:nvPr/>
          </p:nvSpPr>
          <p:spPr>
            <a:xfrm>
              <a:off x="7397183" y="30898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4" name="pt25314"/>
            <p:cNvSpPr/>
            <p:nvPr/>
          </p:nvSpPr>
          <p:spPr>
            <a:xfrm>
              <a:off x="7447935" y="3210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5" name="pt25315"/>
            <p:cNvSpPr/>
            <p:nvPr/>
          </p:nvSpPr>
          <p:spPr>
            <a:xfrm>
              <a:off x="7418019" y="3191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6" name="pt25316"/>
            <p:cNvSpPr/>
            <p:nvPr/>
          </p:nvSpPr>
          <p:spPr>
            <a:xfrm>
              <a:off x="7422782" y="3175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7" name="pt25317"/>
            <p:cNvSpPr/>
            <p:nvPr/>
          </p:nvSpPr>
          <p:spPr>
            <a:xfrm>
              <a:off x="7435145" y="3194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8" name="pt25318"/>
            <p:cNvSpPr/>
            <p:nvPr/>
          </p:nvSpPr>
          <p:spPr>
            <a:xfrm>
              <a:off x="7454209" y="3172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19" name="pt25319"/>
            <p:cNvSpPr/>
            <p:nvPr/>
          </p:nvSpPr>
          <p:spPr>
            <a:xfrm>
              <a:off x="7413850" y="3199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0" name="pt25320"/>
            <p:cNvSpPr/>
            <p:nvPr/>
          </p:nvSpPr>
          <p:spPr>
            <a:xfrm>
              <a:off x="7450459" y="27760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1" name="pt25321"/>
            <p:cNvSpPr/>
            <p:nvPr/>
          </p:nvSpPr>
          <p:spPr>
            <a:xfrm>
              <a:off x="7409907" y="30631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2" name="pt25322"/>
            <p:cNvSpPr/>
            <p:nvPr/>
          </p:nvSpPr>
          <p:spPr>
            <a:xfrm>
              <a:off x="7399947" y="3083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3" name="pt25323"/>
            <p:cNvSpPr/>
            <p:nvPr/>
          </p:nvSpPr>
          <p:spPr>
            <a:xfrm>
              <a:off x="7430425" y="3253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4" name="pt25324"/>
            <p:cNvSpPr/>
            <p:nvPr/>
          </p:nvSpPr>
          <p:spPr>
            <a:xfrm>
              <a:off x="7447492" y="3375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5" name="pt25325"/>
            <p:cNvSpPr/>
            <p:nvPr/>
          </p:nvSpPr>
          <p:spPr>
            <a:xfrm>
              <a:off x="7414502" y="33203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6" name="pt25326"/>
            <p:cNvSpPr/>
            <p:nvPr/>
          </p:nvSpPr>
          <p:spPr>
            <a:xfrm>
              <a:off x="7407838" y="3173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7" name="pt25327"/>
            <p:cNvSpPr/>
            <p:nvPr/>
          </p:nvSpPr>
          <p:spPr>
            <a:xfrm>
              <a:off x="7448793" y="3165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8" name="pt25328"/>
            <p:cNvSpPr/>
            <p:nvPr/>
          </p:nvSpPr>
          <p:spPr>
            <a:xfrm>
              <a:off x="7421891" y="3085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29" name="pt25329"/>
            <p:cNvSpPr/>
            <p:nvPr/>
          </p:nvSpPr>
          <p:spPr>
            <a:xfrm>
              <a:off x="7462892" y="33203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0" name="pt25330"/>
            <p:cNvSpPr/>
            <p:nvPr/>
          </p:nvSpPr>
          <p:spPr>
            <a:xfrm>
              <a:off x="7415653" y="31170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1" name="pt25331"/>
            <p:cNvSpPr/>
            <p:nvPr/>
          </p:nvSpPr>
          <p:spPr>
            <a:xfrm>
              <a:off x="7435148" y="3081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2" name="pt25332"/>
            <p:cNvSpPr/>
            <p:nvPr/>
          </p:nvSpPr>
          <p:spPr>
            <a:xfrm>
              <a:off x="7437441" y="30711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3" name="pt25333"/>
            <p:cNvSpPr/>
            <p:nvPr/>
          </p:nvSpPr>
          <p:spPr>
            <a:xfrm>
              <a:off x="7449509" y="34276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4" name="pt25334"/>
            <p:cNvSpPr/>
            <p:nvPr/>
          </p:nvSpPr>
          <p:spPr>
            <a:xfrm>
              <a:off x="7450856" y="3409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5" name="pt25335"/>
            <p:cNvSpPr/>
            <p:nvPr/>
          </p:nvSpPr>
          <p:spPr>
            <a:xfrm>
              <a:off x="7403282" y="3697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6" name="pt25336"/>
            <p:cNvSpPr/>
            <p:nvPr/>
          </p:nvSpPr>
          <p:spPr>
            <a:xfrm>
              <a:off x="7430719" y="3220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7" name="pt25337"/>
            <p:cNvSpPr/>
            <p:nvPr/>
          </p:nvSpPr>
          <p:spPr>
            <a:xfrm>
              <a:off x="7610132" y="3173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8" name="pt25338"/>
            <p:cNvSpPr/>
            <p:nvPr/>
          </p:nvSpPr>
          <p:spPr>
            <a:xfrm>
              <a:off x="7395232" y="3126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39" name="pt25339"/>
            <p:cNvSpPr/>
            <p:nvPr/>
          </p:nvSpPr>
          <p:spPr>
            <a:xfrm>
              <a:off x="7390329" y="32673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0" name="pt25340"/>
            <p:cNvSpPr/>
            <p:nvPr/>
          </p:nvSpPr>
          <p:spPr>
            <a:xfrm>
              <a:off x="7476019" y="3472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1" name="pt25341"/>
            <p:cNvSpPr/>
            <p:nvPr/>
          </p:nvSpPr>
          <p:spPr>
            <a:xfrm>
              <a:off x="7435156" y="3163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2" name="pt25342"/>
            <p:cNvSpPr/>
            <p:nvPr/>
          </p:nvSpPr>
          <p:spPr>
            <a:xfrm>
              <a:off x="7456327" y="3091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3" name="pt25343"/>
            <p:cNvSpPr/>
            <p:nvPr/>
          </p:nvSpPr>
          <p:spPr>
            <a:xfrm>
              <a:off x="7417212" y="3108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4" name="pt25344"/>
            <p:cNvSpPr/>
            <p:nvPr/>
          </p:nvSpPr>
          <p:spPr>
            <a:xfrm>
              <a:off x="7437429" y="3189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5" name="pt25345"/>
            <p:cNvSpPr/>
            <p:nvPr/>
          </p:nvSpPr>
          <p:spPr>
            <a:xfrm>
              <a:off x="7437379" y="31793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6" name="pt25346"/>
            <p:cNvSpPr/>
            <p:nvPr/>
          </p:nvSpPr>
          <p:spPr>
            <a:xfrm>
              <a:off x="7473824" y="36194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7" name="pt25347"/>
            <p:cNvSpPr/>
            <p:nvPr/>
          </p:nvSpPr>
          <p:spPr>
            <a:xfrm>
              <a:off x="7416957" y="32178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8" name="pt25348"/>
            <p:cNvSpPr/>
            <p:nvPr/>
          </p:nvSpPr>
          <p:spPr>
            <a:xfrm>
              <a:off x="7329226" y="3219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49" name="pt25349"/>
            <p:cNvSpPr/>
            <p:nvPr/>
          </p:nvSpPr>
          <p:spPr>
            <a:xfrm>
              <a:off x="7444680" y="3283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0" name="pt25350"/>
            <p:cNvSpPr/>
            <p:nvPr/>
          </p:nvSpPr>
          <p:spPr>
            <a:xfrm>
              <a:off x="7395352" y="3173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1" name="pt25351"/>
            <p:cNvSpPr/>
            <p:nvPr/>
          </p:nvSpPr>
          <p:spPr>
            <a:xfrm>
              <a:off x="7439305" y="33798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2" name="pt25352"/>
            <p:cNvSpPr/>
            <p:nvPr/>
          </p:nvSpPr>
          <p:spPr>
            <a:xfrm>
              <a:off x="7458406" y="32905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3" name="pt25353"/>
            <p:cNvSpPr/>
            <p:nvPr/>
          </p:nvSpPr>
          <p:spPr>
            <a:xfrm>
              <a:off x="7424621" y="3101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4" name="pt25354"/>
            <p:cNvSpPr/>
            <p:nvPr/>
          </p:nvSpPr>
          <p:spPr>
            <a:xfrm>
              <a:off x="7345403" y="3138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5" name="pt25355"/>
            <p:cNvSpPr/>
            <p:nvPr/>
          </p:nvSpPr>
          <p:spPr>
            <a:xfrm>
              <a:off x="7272403" y="316729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56" name="pt25356"/>
            <p:cNvSpPr/>
            <p:nvPr/>
          </p:nvSpPr>
          <p:spPr>
            <a:xfrm>
              <a:off x="7436488" y="3137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7" name="pt25357"/>
            <p:cNvSpPr/>
            <p:nvPr/>
          </p:nvSpPr>
          <p:spPr>
            <a:xfrm>
              <a:off x="7424563" y="3309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8" name="pt25358"/>
            <p:cNvSpPr/>
            <p:nvPr/>
          </p:nvSpPr>
          <p:spPr>
            <a:xfrm>
              <a:off x="7495304" y="35406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59" name="pt25359"/>
            <p:cNvSpPr/>
            <p:nvPr/>
          </p:nvSpPr>
          <p:spPr>
            <a:xfrm>
              <a:off x="7532499" y="3188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0" name="pt25360"/>
            <p:cNvSpPr/>
            <p:nvPr/>
          </p:nvSpPr>
          <p:spPr>
            <a:xfrm>
              <a:off x="7445854" y="3233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1" name="pt25361"/>
            <p:cNvSpPr/>
            <p:nvPr/>
          </p:nvSpPr>
          <p:spPr>
            <a:xfrm>
              <a:off x="7344461" y="3166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2" name="pt25362"/>
            <p:cNvSpPr/>
            <p:nvPr/>
          </p:nvSpPr>
          <p:spPr>
            <a:xfrm>
              <a:off x="7476312" y="3608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3" name="pt25363"/>
            <p:cNvSpPr/>
            <p:nvPr/>
          </p:nvSpPr>
          <p:spPr>
            <a:xfrm>
              <a:off x="7487143" y="3657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4" name="pt25364"/>
            <p:cNvSpPr/>
            <p:nvPr/>
          </p:nvSpPr>
          <p:spPr>
            <a:xfrm>
              <a:off x="7437134" y="3590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5" name="pt25365"/>
            <p:cNvSpPr/>
            <p:nvPr/>
          </p:nvSpPr>
          <p:spPr>
            <a:xfrm>
              <a:off x="7359637" y="3382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6" name="pt25366"/>
            <p:cNvSpPr/>
            <p:nvPr/>
          </p:nvSpPr>
          <p:spPr>
            <a:xfrm>
              <a:off x="7438169" y="3281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7" name="pt25367"/>
            <p:cNvSpPr/>
            <p:nvPr/>
          </p:nvSpPr>
          <p:spPr>
            <a:xfrm>
              <a:off x="7341444" y="3201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8" name="pt25368"/>
            <p:cNvSpPr/>
            <p:nvPr/>
          </p:nvSpPr>
          <p:spPr>
            <a:xfrm>
              <a:off x="7452603" y="3296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69" name="pt25369"/>
            <p:cNvSpPr/>
            <p:nvPr/>
          </p:nvSpPr>
          <p:spPr>
            <a:xfrm>
              <a:off x="7427666" y="3275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0" name="pt25370"/>
            <p:cNvSpPr/>
            <p:nvPr/>
          </p:nvSpPr>
          <p:spPr>
            <a:xfrm>
              <a:off x="7432756" y="3267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1" name="pt25371"/>
            <p:cNvSpPr/>
            <p:nvPr/>
          </p:nvSpPr>
          <p:spPr>
            <a:xfrm>
              <a:off x="7451265" y="3485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2" name="pt25372"/>
            <p:cNvSpPr/>
            <p:nvPr/>
          </p:nvSpPr>
          <p:spPr>
            <a:xfrm>
              <a:off x="7452007" y="33187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3" name="pt25373"/>
            <p:cNvSpPr/>
            <p:nvPr/>
          </p:nvSpPr>
          <p:spPr>
            <a:xfrm>
              <a:off x="7419782" y="32357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4" name="pt25374"/>
            <p:cNvSpPr/>
            <p:nvPr/>
          </p:nvSpPr>
          <p:spPr>
            <a:xfrm>
              <a:off x="8717317" y="33916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5" name="pt25375"/>
            <p:cNvSpPr/>
            <p:nvPr/>
          </p:nvSpPr>
          <p:spPr>
            <a:xfrm>
              <a:off x="7451963" y="35203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6" name="pt25376"/>
            <p:cNvSpPr/>
            <p:nvPr/>
          </p:nvSpPr>
          <p:spPr>
            <a:xfrm>
              <a:off x="7483230" y="3239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7" name="pt25377"/>
            <p:cNvSpPr/>
            <p:nvPr/>
          </p:nvSpPr>
          <p:spPr>
            <a:xfrm>
              <a:off x="7474134" y="30696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8" name="pt25378"/>
            <p:cNvSpPr/>
            <p:nvPr/>
          </p:nvSpPr>
          <p:spPr>
            <a:xfrm>
              <a:off x="7447317" y="31252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79" name="pt25379"/>
            <p:cNvSpPr/>
            <p:nvPr/>
          </p:nvSpPr>
          <p:spPr>
            <a:xfrm>
              <a:off x="7416073" y="3087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0" name="pt25380"/>
            <p:cNvSpPr/>
            <p:nvPr/>
          </p:nvSpPr>
          <p:spPr>
            <a:xfrm>
              <a:off x="7444914" y="3213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1" name="pt25381"/>
            <p:cNvSpPr/>
            <p:nvPr/>
          </p:nvSpPr>
          <p:spPr>
            <a:xfrm>
              <a:off x="7363894" y="3287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2" name="pt25382"/>
            <p:cNvSpPr/>
            <p:nvPr/>
          </p:nvSpPr>
          <p:spPr>
            <a:xfrm>
              <a:off x="7403250" y="3101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3" name="pt25383"/>
            <p:cNvSpPr/>
            <p:nvPr/>
          </p:nvSpPr>
          <p:spPr>
            <a:xfrm>
              <a:off x="7438611" y="3130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4" name="pt25384"/>
            <p:cNvSpPr/>
            <p:nvPr/>
          </p:nvSpPr>
          <p:spPr>
            <a:xfrm>
              <a:off x="7843321" y="3408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5" name="pt25385"/>
            <p:cNvSpPr/>
            <p:nvPr/>
          </p:nvSpPr>
          <p:spPr>
            <a:xfrm>
              <a:off x="7129898" y="356976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86" name="pt25386"/>
            <p:cNvSpPr/>
            <p:nvPr/>
          </p:nvSpPr>
          <p:spPr>
            <a:xfrm>
              <a:off x="7411735" y="3279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7" name="pt25387"/>
            <p:cNvSpPr/>
            <p:nvPr/>
          </p:nvSpPr>
          <p:spPr>
            <a:xfrm>
              <a:off x="7417233" y="3408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8" name="pt25388"/>
            <p:cNvSpPr/>
            <p:nvPr/>
          </p:nvSpPr>
          <p:spPr>
            <a:xfrm>
              <a:off x="7469446" y="34049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89" name="pt25389"/>
            <p:cNvSpPr/>
            <p:nvPr/>
          </p:nvSpPr>
          <p:spPr>
            <a:xfrm>
              <a:off x="7445099" y="3045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0" name="pt25390"/>
            <p:cNvSpPr/>
            <p:nvPr/>
          </p:nvSpPr>
          <p:spPr>
            <a:xfrm>
              <a:off x="7330773" y="3238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1" name="pt25391"/>
            <p:cNvSpPr/>
            <p:nvPr/>
          </p:nvSpPr>
          <p:spPr>
            <a:xfrm>
              <a:off x="7430759" y="31243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2" name="pt25392"/>
            <p:cNvSpPr/>
            <p:nvPr/>
          </p:nvSpPr>
          <p:spPr>
            <a:xfrm>
              <a:off x="7467430" y="3189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3" name="pt25393"/>
            <p:cNvSpPr/>
            <p:nvPr/>
          </p:nvSpPr>
          <p:spPr>
            <a:xfrm>
              <a:off x="7404817" y="33616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4" name="pt25394"/>
            <p:cNvSpPr/>
            <p:nvPr/>
          </p:nvSpPr>
          <p:spPr>
            <a:xfrm>
              <a:off x="7473039" y="32676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5" name="pt25395"/>
            <p:cNvSpPr/>
            <p:nvPr/>
          </p:nvSpPr>
          <p:spPr>
            <a:xfrm>
              <a:off x="7458996" y="3334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6" name="pt25396"/>
            <p:cNvSpPr/>
            <p:nvPr/>
          </p:nvSpPr>
          <p:spPr>
            <a:xfrm>
              <a:off x="7462477" y="32450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7" name="pt25397"/>
            <p:cNvSpPr/>
            <p:nvPr/>
          </p:nvSpPr>
          <p:spPr>
            <a:xfrm>
              <a:off x="7480066" y="32075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8" name="pt25398"/>
            <p:cNvSpPr/>
            <p:nvPr/>
          </p:nvSpPr>
          <p:spPr>
            <a:xfrm>
              <a:off x="7437134" y="3026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399" name="pt25399"/>
            <p:cNvSpPr/>
            <p:nvPr/>
          </p:nvSpPr>
          <p:spPr>
            <a:xfrm>
              <a:off x="7478350" y="3671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0" name="pt25400"/>
            <p:cNvSpPr/>
            <p:nvPr/>
          </p:nvSpPr>
          <p:spPr>
            <a:xfrm>
              <a:off x="7474288" y="34026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1" name="pt25401"/>
            <p:cNvSpPr/>
            <p:nvPr/>
          </p:nvSpPr>
          <p:spPr>
            <a:xfrm>
              <a:off x="7472510" y="3279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2" name="pt25402"/>
            <p:cNvSpPr/>
            <p:nvPr/>
          </p:nvSpPr>
          <p:spPr>
            <a:xfrm>
              <a:off x="7464887" y="33557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3" name="pt25403"/>
            <p:cNvSpPr/>
            <p:nvPr/>
          </p:nvSpPr>
          <p:spPr>
            <a:xfrm>
              <a:off x="7442326" y="3273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4" name="pt25404"/>
            <p:cNvSpPr/>
            <p:nvPr/>
          </p:nvSpPr>
          <p:spPr>
            <a:xfrm>
              <a:off x="7426484" y="3327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5" name="pt25405"/>
            <p:cNvSpPr/>
            <p:nvPr/>
          </p:nvSpPr>
          <p:spPr>
            <a:xfrm>
              <a:off x="7441826" y="3404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6" name="pt25406"/>
            <p:cNvSpPr/>
            <p:nvPr/>
          </p:nvSpPr>
          <p:spPr>
            <a:xfrm>
              <a:off x="7478821" y="3723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7" name="pt25407"/>
            <p:cNvSpPr/>
            <p:nvPr/>
          </p:nvSpPr>
          <p:spPr>
            <a:xfrm>
              <a:off x="7410644" y="3023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08" name="pt25408"/>
            <p:cNvSpPr/>
            <p:nvPr/>
          </p:nvSpPr>
          <p:spPr>
            <a:xfrm>
              <a:off x="7804854" y="354945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09" name="pt25409"/>
            <p:cNvSpPr/>
            <p:nvPr/>
          </p:nvSpPr>
          <p:spPr>
            <a:xfrm>
              <a:off x="7476651" y="3456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0" name="pt25410"/>
            <p:cNvSpPr/>
            <p:nvPr/>
          </p:nvSpPr>
          <p:spPr>
            <a:xfrm>
              <a:off x="7302518" y="3258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1" name="pt25411"/>
            <p:cNvSpPr/>
            <p:nvPr/>
          </p:nvSpPr>
          <p:spPr>
            <a:xfrm>
              <a:off x="7420069" y="3180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2" name="pt25412"/>
            <p:cNvSpPr/>
            <p:nvPr/>
          </p:nvSpPr>
          <p:spPr>
            <a:xfrm>
              <a:off x="7413968" y="3529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3" name="pt25413"/>
            <p:cNvSpPr/>
            <p:nvPr/>
          </p:nvSpPr>
          <p:spPr>
            <a:xfrm>
              <a:off x="7437695" y="35667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4" name="pt25414"/>
            <p:cNvSpPr/>
            <p:nvPr/>
          </p:nvSpPr>
          <p:spPr>
            <a:xfrm>
              <a:off x="7405710" y="32366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5" name="pt25415"/>
            <p:cNvSpPr/>
            <p:nvPr/>
          </p:nvSpPr>
          <p:spPr>
            <a:xfrm>
              <a:off x="7466679" y="3386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6" name="pt25416"/>
            <p:cNvSpPr/>
            <p:nvPr/>
          </p:nvSpPr>
          <p:spPr>
            <a:xfrm>
              <a:off x="7438048" y="3080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7" name="pt25417"/>
            <p:cNvSpPr/>
            <p:nvPr/>
          </p:nvSpPr>
          <p:spPr>
            <a:xfrm>
              <a:off x="7442988" y="3124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8" name="pt25418"/>
            <p:cNvSpPr/>
            <p:nvPr/>
          </p:nvSpPr>
          <p:spPr>
            <a:xfrm>
              <a:off x="7422019" y="30991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19" name="pt25419"/>
            <p:cNvSpPr/>
            <p:nvPr/>
          </p:nvSpPr>
          <p:spPr>
            <a:xfrm>
              <a:off x="7460626" y="3313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0" name="pt25420"/>
            <p:cNvSpPr/>
            <p:nvPr/>
          </p:nvSpPr>
          <p:spPr>
            <a:xfrm>
              <a:off x="7426282" y="3304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1" name="pt25421"/>
            <p:cNvSpPr/>
            <p:nvPr/>
          </p:nvSpPr>
          <p:spPr>
            <a:xfrm>
              <a:off x="7372547" y="3227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2" name="pt25422"/>
            <p:cNvSpPr/>
            <p:nvPr/>
          </p:nvSpPr>
          <p:spPr>
            <a:xfrm>
              <a:off x="7437208" y="33488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3" name="pt25423"/>
            <p:cNvSpPr/>
            <p:nvPr/>
          </p:nvSpPr>
          <p:spPr>
            <a:xfrm>
              <a:off x="7480480" y="31672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4" name="pt25424"/>
            <p:cNvSpPr/>
            <p:nvPr/>
          </p:nvSpPr>
          <p:spPr>
            <a:xfrm>
              <a:off x="7204360" y="423120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25" name="pt25425"/>
            <p:cNvSpPr/>
            <p:nvPr/>
          </p:nvSpPr>
          <p:spPr>
            <a:xfrm>
              <a:off x="7419918" y="32578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6" name="pt25426"/>
            <p:cNvSpPr/>
            <p:nvPr/>
          </p:nvSpPr>
          <p:spPr>
            <a:xfrm>
              <a:off x="7459768" y="3488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7" name="pt25427"/>
            <p:cNvSpPr/>
            <p:nvPr/>
          </p:nvSpPr>
          <p:spPr>
            <a:xfrm>
              <a:off x="7431129" y="34789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8" name="pt25428"/>
            <p:cNvSpPr/>
            <p:nvPr/>
          </p:nvSpPr>
          <p:spPr>
            <a:xfrm>
              <a:off x="7452986" y="3300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29" name="pt25429"/>
            <p:cNvSpPr/>
            <p:nvPr/>
          </p:nvSpPr>
          <p:spPr>
            <a:xfrm>
              <a:off x="7445300" y="3439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0" name="pt25430"/>
            <p:cNvSpPr/>
            <p:nvPr/>
          </p:nvSpPr>
          <p:spPr>
            <a:xfrm>
              <a:off x="7414846" y="3084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1" name="pt25431"/>
            <p:cNvSpPr/>
            <p:nvPr/>
          </p:nvSpPr>
          <p:spPr>
            <a:xfrm>
              <a:off x="7463679" y="33287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2" name="pt25432"/>
            <p:cNvSpPr/>
            <p:nvPr/>
          </p:nvSpPr>
          <p:spPr>
            <a:xfrm>
              <a:off x="7427621" y="2990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3" name="pt25433"/>
            <p:cNvSpPr/>
            <p:nvPr/>
          </p:nvSpPr>
          <p:spPr>
            <a:xfrm>
              <a:off x="7438948" y="3160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4" name="pt25434"/>
            <p:cNvSpPr/>
            <p:nvPr/>
          </p:nvSpPr>
          <p:spPr>
            <a:xfrm>
              <a:off x="7462413" y="3049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5" name="pt25435"/>
            <p:cNvSpPr/>
            <p:nvPr/>
          </p:nvSpPr>
          <p:spPr>
            <a:xfrm>
              <a:off x="7439438" y="3194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6" name="pt25436"/>
            <p:cNvSpPr/>
            <p:nvPr/>
          </p:nvSpPr>
          <p:spPr>
            <a:xfrm>
              <a:off x="7390974" y="30834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7" name="pt25437"/>
            <p:cNvSpPr/>
            <p:nvPr/>
          </p:nvSpPr>
          <p:spPr>
            <a:xfrm>
              <a:off x="7378709" y="3140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8" name="pt25438"/>
            <p:cNvSpPr/>
            <p:nvPr/>
          </p:nvSpPr>
          <p:spPr>
            <a:xfrm>
              <a:off x="7343980" y="3086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39" name="pt25439"/>
            <p:cNvSpPr/>
            <p:nvPr/>
          </p:nvSpPr>
          <p:spPr>
            <a:xfrm>
              <a:off x="7434732" y="3255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0" name="pt25440"/>
            <p:cNvSpPr/>
            <p:nvPr/>
          </p:nvSpPr>
          <p:spPr>
            <a:xfrm>
              <a:off x="7459052" y="35892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1" name="pt25441"/>
            <p:cNvSpPr/>
            <p:nvPr/>
          </p:nvSpPr>
          <p:spPr>
            <a:xfrm>
              <a:off x="7425793" y="30073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2" name="pt25442"/>
            <p:cNvSpPr/>
            <p:nvPr/>
          </p:nvSpPr>
          <p:spPr>
            <a:xfrm>
              <a:off x="7451560" y="3343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3" name="pt25443"/>
            <p:cNvSpPr/>
            <p:nvPr/>
          </p:nvSpPr>
          <p:spPr>
            <a:xfrm>
              <a:off x="7457473" y="3472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4" name="pt25444"/>
            <p:cNvSpPr/>
            <p:nvPr/>
          </p:nvSpPr>
          <p:spPr>
            <a:xfrm>
              <a:off x="7432108" y="3114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5" name="pt25445"/>
            <p:cNvSpPr/>
            <p:nvPr/>
          </p:nvSpPr>
          <p:spPr>
            <a:xfrm>
              <a:off x="7434887" y="3156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6" name="pt25446"/>
            <p:cNvSpPr/>
            <p:nvPr/>
          </p:nvSpPr>
          <p:spPr>
            <a:xfrm>
              <a:off x="7445034" y="31642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7" name="pt25447"/>
            <p:cNvSpPr/>
            <p:nvPr/>
          </p:nvSpPr>
          <p:spPr>
            <a:xfrm>
              <a:off x="7446157" y="3045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8" name="pt25448"/>
            <p:cNvSpPr/>
            <p:nvPr/>
          </p:nvSpPr>
          <p:spPr>
            <a:xfrm>
              <a:off x="7439122" y="3341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49" name="pt25449"/>
            <p:cNvSpPr/>
            <p:nvPr/>
          </p:nvSpPr>
          <p:spPr>
            <a:xfrm>
              <a:off x="7448373" y="3408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0" name="pt25450"/>
            <p:cNvSpPr/>
            <p:nvPr/>
          </p:nvSpPr>
          <p:spPr>
            <a:xfrm>
              <a:off x="7454890" y="33048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1" name="pt25451"/>
            <p:cNvSpPr/>
            <p:nvPr/>
          </p:nvSpPr>
          <p:spPr>
            <a:xfrm>
              <a:off x="7441863" y="30864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2" name="pt25452"/>
            <p:cNvSpPr/>
            <p:nvPr/>
          </p:nvSpPr>
          <p:spPr>
            <a:xfrm>
              <a:off x="7323581" y="3491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3" name="pt25453"/>
            <p:cNvSpPr/>
            <p:nvPr/>
          </p:nvSpPr>
          <p:spPr>
            <a:xfrm>
              <a:off x="7483029" y="3650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4" name="pt25454"/>
            <p:cNvSpPr/>
            <p:nvPr/>
          </p:nvSpPr>
          <p:spPr>
            <a:xfrm>
              <a:off x="7453162" y="34166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5" name="pt25455"/>
            <p:cNvSpPr/>
            <p:nvPr/>
          </p:nvSpPr>
          <p:spPr>
            <a:xfrm>
              <a:off x="7398923" y="31266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6" name="pt25456"/>
            <p:cNvSpPr/>
            <p:nvPr/>
          </p:nvSpPr>
          <p:spPr>
            <a:xfrm>
              <a:off x="7422355" y="3102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7" name="pt25457"/>
            <p:cNvSpPr/>
            <p:nvPr/>
          </p:nvSpPr>
          <p:spPr>
            <a:xfrm>
              <a:off x="7438555" y="3058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8" name="pt25458"/>
            <p:cNvSpPr/>
            <p:nvPr/>
          </p:nvSpPr>
          <p:spPr>
            <a:xfrm>
              <a:off x="7801897" y="3293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59" name="pt25459"/>
            <p:cNvSpPr/>
            <p:nvPr/>
          </p:nvSpPr>
          <p:spPr>
            <a:xfrm>
              <a:off x="7435201" y="33188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0" name="pt25460"/>
            <p:cNvSpPr/>
            <p:nvPr/>
          </p:nvSpPr>
          <p:spPr>
            <a:xfrm>
              <a:off x="7405935" y="3202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1" name="pt25461"/>
            <p:cNvSpPr/>
            <p:nvPr/>
          </p:nvSpPr>
          <p:spPr>
            <a:xfrm>
              <a:off x="7434717" y="3148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2" name="pt25462"/>
            <p:cNvSpPr/>
            <p:nvPr/>
          </p:nvSpPr>
          <p:spPr>
            <a:xfrm>
              <a:off x="7442533" y="3028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3" name="pt25463"/>
            <p:cNvSpPr/>
            <p:nvPr/>
          </p:nvSpPr>
          <p:spPr>
            <a:xfrm>
              <a:off x="7526792" y="33517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4" name="pt25464"/>
            <p:cNvSpPr/>
            <p:nvPr/>
          </p:nvSpPr>
          <p:spPr>
            <a:xfrm>
              <a:off x="7445995" y="30338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5" name="pt25465"/>
            <p:cNvSpPr/>
            <p:nvPr/>
          </p:nvSpPr>
          <p:spPr>
            <a:xfrm>
              <a:off x="7487704" y="35099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6" name="pt25466"/>
            <p:cNvSpPr/>
            <p:nvPr/>
          </p:nvSpPr>
          <p:spPr>
            <a:xfrm>
              <a:off x="7449853" y="3093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7" name="pt25467"/>
            <p:cNvSpPr/>
            <p:nvPr/>
          </p:nvSpPr>
          <p:spPr>
            <a:xfrm>
              <a:off x="7415139" y="3130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8" name="pt25468"/>
            <p:cNvSpPr/>
            <p:nvPr/>
          </p:nvSpPr>
          <p:spPr>
            <a:xfrm>
              <a:off x="7422558" y="3155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69" name="pt25469"/>
            <p:cNvSpPr/>
            <p:nvPr/>
          </p:nvSpPr>
          <p:spPr>
            <a:xfrm>
              <a:off x="7452435" y="31940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0" name="pt25470"/>
            <p:cNvSpPr/>
            <p:nvPr/>
          </p:nvSpPr>
          <p:spPr>
            <a:xfrm>
              <a:off x="7460668" y="34728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1" name="pt25471"/>
            <p:cNvSpPr/>
            <p:nvPr/>
          </p:nvSpPr>
          <p:spPr>
            <a:xfrm>
              <a:off x="7473130" y="3406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2" name="pt25472"/>
            <p:cNvSpPr/>
            <p:nvPr/>
          </p:nvSpPr>
          <p:spPr>
            <a:xfrm>
              <a:off x="7493852" y="33655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3" name="pt25473"/>
            <p:cNvSpPr/>
            <p:nvPr/>
          </p:nvSpPr>
          <p:spPr>
            <a:xfrm>
              <a:off x="7320291" y="2826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4" name="pt25474"/>
            <p:cNvSpPr/>
            <p:nvPr/>
          </p:nvSpPr>
          <p:spPr>
            <a:xfrm>
              <a:off x="7444252" y="3030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5" name="pt25475"/>
            <p:cNvSpPr/>
            <p:nvPr/>
          </p:nvSpPr>
          <p:spPr>
            <a:xfrm>
              <a:off x="7401266" y="30845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6" name="pt25476"/>
            <p:cNvSpPr/>
            <p:nvPr/>
          </p:nvSpPr>
          <p:spPr>
            <a:xfrm>
              <a:off x="7392387" y="3310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7" name="pt25477"/>
            <p:cNvSpPr/>
            <p:nvPr/>
          </p:nvSpPr>
          <p:spPr>
            <a:xfrm>
              <a:off x="7532956" y="3466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8" name="pt25478"/>
            <p:cNvSpPr/>
            <p:nvPr/>
          </p:nvSpPr>
          <p:spPr>
            <a:xfrm>
              <a:off x="7428876" y="3361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79" name="pt25479"/>
            <p:cNvSpPr/>
            <p:nvPr/>
          </p:nvSpPr>
          <p:spPr>
            <a:xfrm>
              <a:off x="7317258" y="3363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0" name="pt25480"/>
            <p:cNvSpPr/>
            <p:nvPr/>
          </p:nvSpPr>
          <p:spPr>
            <a:xfrm>
              <a:off x="7440133" y="31393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1" name="pt25481"/>
            <p:cNvSpPr/>
            <p:nvPr/>
          </p:nvSpPr>
          <p:spPr>
            <a:xfrm>
              <a:off x="7485261" y="33025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2" name="pt25482"/>
            <p:cNvSpPr/>
            <p:nvPr/>
          </p:nvSpPr>
          <p:spPr>
            <a:xfrm>
              <a:off x="7385265" y="3007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3" name="pt25483"/>
            <p:cNvSpPr/>
            <p:nvPr/>
          </p:nvSpPr>
          <p:spPr>
            <a:xfrm>
              <a:off x="7550030" y="3205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4" name="pt25484"/>
            <p:cNvSpPr/>
            <p:nvPr/>
          </p:nvSpPr>
          <p:spPr>
            <a:xfrm>
              <a:off x="7432563" y="3284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5" name="pt25485"/>
            <p:cNvSpPr/>
            <p:nvPr/>
          </p:nvSpPr>
          <p:spPr>
            <a:xfrm>
              <a:off x="7466051" y="3456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6" name="pt25486"/>
            <p:cNvSpPr/>
            <p:nvPr/>
          </p:nvSpPr>
          <p:spPr>
            <a:xfrm>
              <a:off x="7470964" y="3217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7" name="pt25487"/>
            <p:cNvSpPr/>
            <p:nvPr/>
          </p:nvSpPr>
          <p:spPr>
            <a:xfrm>
              <a:off x="7412192" y="2997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8" name="pt25488"/>
            <p:cNvSpPr/>
            <p:nvPr/>
          </p:nvSpPr>
          <p:spPr>
            <a:xfrm>
              <a:off x="7466270" y="3116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89" name="pt25489"/>
            <p:cNvSpPr/>
            <p:nvPr/>
          </p:nvSpPr>
          <p:spPr>
            <a:xfrm>
              <a:off x="7450840" y="3295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0" name="pt25490"/>
            <p:cNvSpPr/>
            <p:nvPr/>
          </p:nvSpPr>
          <p:spPr>
            <a:xfrm>
              <a:off x="7525513" y="3196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1" name="pt25491"/>
            <p:cNvSpPr/>
            <p:nvPr/>
          </p:nvSpPr>
          <p:spPr>
            <a:xfrm>
              <a:off x="7450791" y="3098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2" name="pt25492"/>
            <p:cNvSpPr/>
            <p:nvPr/>
          </p:nvSpPr>
          <p:spPr>
            <a:xfrm>
              <a:off x="7440531" y="3325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3" name="pt25493"/>
            <p:cNvSpPr/>
            <p:nvPr/>
          </p:nvSpPr>
          <p:spPr>
            <a:xfrm>
              <a:off x="7453598" y="33961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4" name="pt25494"/>
            <p:cNvSpPr/>
            <p:nvPr/>
          </p:nvSpPr>
          <p:spPr>
            <a:xfrm>
              <a:off x="7416356" y="3229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5" name="pt25495"/>
            <p:cNvSpPr/>
            <p:nvPr/>
          </p:nvSpPr>
          <p:spPr>
            <a:xfrm>
              <a:off x="7499879" y="3111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6" name="pt25496"/>
            <p:cNvSpPr/>
            <p:nvPr/>
          </p:nvSpPr>
          <p:spPr>
            <a:xfrm>
              <a:off x="7451589" y="3399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7" name="pt25497"/>
            <p:cNvSpPr/>
            <p:nvPr/>
          </p:nvSpPr>
          <p:spPr>
            <a:xfrm>
              <a:off x="7416233" y="3409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8" name="pt25498"/>
            <p:cNvSpPr/>
            <p:nvPr/>
          </p:nvSpPr>
          <p:spPr>
            <a:xfrm>
              <a:off x="7436716" y="3094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499" name="pt25499"/>
            <p:cNvSpPr/>
            <p:nvPr/>
          </p:nvSpPr>
          <p:spPr>
            <a:xfrm>
              <a:off x="7434764" y="3075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0" name="pt25500"/>
            <p:cNvSpPr/>
            <p:nvPr/>
          </p:nvSpPr>
          <p:spPr>
            <a:xfrm>
              <a:off x="7398966" y="3175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1" name="pt25501"/>
            <p:cNvSpPr/>
            <p:nvPr/>
          </p:nvSpPr>
          <p:spPr>
            <a:xfrm>
              <a:off x="7506801" y="3369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2" name="pt25502"/>
            <p:cNvSpPr/>
            <p:nvPr/>
          </p:nvSpPr>
          <p:spPr>
            <a:xfrm>
              <a:off x="7420631" y="3368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3" name="pt25503"/>
            <p:cNvSpPr/>
            <p:nvPr/>
          </p:nvSpPr>
          <p:spPr>
            <a:xfrm>
              <a:off x="7511622" y="3201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4" name="pt25504"/>
            <p:cNvSpPr/>
            <p:nvPr/>
          </p:nvSpPr>
          <p:spPr>
            <a:xfrm>
              <a:off x="7332085" y="317859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05" name="pt25505"/>
            <p:cNvSpPr/>
            <p:nvPr/>
          </p:nvSpPr>
          <p:spPr>
            <a:xfrm>
              <a:off x="7431872" y="3054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6" name="pt25506"/>
            <p:cNvSpPr/>
            <p:nvPr/>
          </p:nvSpPr>
          <p:spPr>
            <a:xfrm>
              <a:off x="7421833" y="32329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7" name="pt25507"/>
            <p:cNvSpPr/>
            <p:nvPr/>
          </p:nvSpPr>
          <p:spPr>
            <a:xfrm>
              <a:off x="7419963" y="3058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8" name="pt25508"/>
            <p:cNvSpPr/>
            <p:nvPr/>
          </p:nvSpPr>
          <p:spPr>
            <a:xfrm>
              <a:off x="7441407" y="32584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09" name="pt25509"/>
            <p:cNvSpPr/>
            <p:nvPr/>
          </p:nvSpPr>
          <p:spPr>
            <a:xfrm>
              <a:off x="7381837" y="3139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0" name="pt25510"/>
            <p:cNvSpPr/>
            <p:nvPr/>
          </p:nvSpPr>
          <p:spPr>
            <a:xfrm>
              <a:off x="7441370" y="3233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1" name="pt25511"/>
            <p:cNvSpPr/>
            <p:nvPr/>
          </p:nvSpPr>
          <p:spPr>
            <a:xfrm>
              <a:off x="7494261" y="3184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2" name="pt25512"/>
            <p:cNvSpPr/>
            <p:nvPr/>
          </p:nvSpPr>
          <p:spPr>
            <a:xfrm>
              <a:off x="7503331" y="34468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3" name="pt25513"/>
            <p:cNvSpPr/>
            <p:nvPr/>
          </p:nvSpPr>
          <p:spPr>
            <a:xfrm>
              <a:off x="7322342" y="317163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14" name="pt25514"/>
            <p:cNvSpPr/>
            <p:nvPr/>
          </p:nvSpPr>
          <p:spPr>
            <a:xfrm>
              <a:off x="7448527" y="3343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5" name="pt25515"/>
            <p:cNvSpPr/>
            <p:nvPr/>
          </p:nvSpPr>
          <p:spPr>
            <a:xfrm>
              <a:off x="7440370" y="3286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6" name="pt25516"/>
            <p:cNvSpPr/>
            <p:nvPr/>
          </p:nvSpPr>
          <p:spPr>
            <a:xfrm>
              <a:off x="7473873" y="35318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7" name="pt25517"/>
            <p:cNvSpPr/>
            <p:nvPr/>
          </p:nvSpPr>
          <p:spPr>
            <a:xfrm>
              <a:off x="7439769" y="30304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8" name="pt25518"/>
            <p:cNvSpPr/>
            <p:nvPr/>
          </p:nvSpPr>
          <p:spPr>
            <a:xfrm>
              <a:off x="7445543" y="31371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19" name="pt25519"/>
            <p:cNvSpPr/>
            <p:nvPr/>
          </p:nvSpPr>
          <p:spPr>
            <a:xfrm>
              <a:off x="7443681" y="3098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0" name="pt25520"/>
            <p:cNvSpPr/>
            <p:nvPr/>
          </p:nvSpPr>
          <p:spPr>
            <a:xfrm>
              <a:off x="7514902" y="3322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1" name="pt25521"/>
            <p:cNvSpPr/>
            <p:nvPr/>
          </p:nvSpPr>
          <p:spPr>
            <a:xfrm>
              <a:off x="7539617" y="3269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2" name="pt25522"/>
            <p:cNvSpPr/>
            <p:nvPr/>
          </p:nvSpPr>
          <p:spPr>
            <a:xfrm>
              <a:off x="7492971" y="3364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3" name="pt25523"/>
            <p:cNvSpPr/>
            <p:nvPr/>
          </p:nvSpPr>
          <p:spPr>
            <a:xfrm>
              <a:off x="7432635" y="3290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4" name="pt25524"/>
            <p:cNvSpPr/>
            <p:nvPr/>
          </p:nvSpPr>
          <p:spPr>
            <a:xfrm>
              <a:off x="7424010" y="3154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5" name="pt25525"/>
            <p:cNvSpPr/>
            <p:nvPr/>
          </p:nvSpPr>
          <p:spPr>
            <a:xfrm>
              <a:off x="7451214" y="2970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6" name="pt25526"/>
            <p:cNvSpPr/>
            <p:nvPr/>
          </p:nvSpPr>
          <p:spPr>
            <a:xfrm>
              <a:off x="7493527" y="3351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7" name="pt25527"/>
            <p:cNvSpPr/>
            <p:nvPr/>
          </p:nvSpPr>
          <p:spPr>
            <a:xfrm>
              <a:off x="7462165" y="3351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8" name="pt25528"/>
            <p:cNvSpPr/>
            <p:nvPr/>
          </p:nvSpPr>
          <p:spPr>
            <a:xfrm>
              <a:off x="7436056" y="34234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29" name="pt25529"/>
            <p:cNvSpPr/>
            <p:nvPr/>
          </p:nvSpPr>
          <p:spPr>
            <a:xfrm>
              <a:off x="7463038" y="3322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0" name="pt25530"/>
            <p:cNvSpPr/>
            <p:nvPr/>
          </p:nvSpPr>
          <p:spPr>
            <a:xfrm>
              <a:off x="7404031" y="3351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1" name="pt25531"/>
            <p:cNvSpPr/>
            <p:nvPr/>
          </p:nvSpPr>
          <p:spPr>
            <a:xfrm>
              <a:off x="7445823" y="3327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2" name="pt25532"/>
            <p:cNvSpPr/>
            <p:nvPr/>
          </p:nvSpPr>
          <p:spPr>
            <a:xfrm>
              <a:off x="7390532" y="3116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3" name="pt25533"/>
            <p:cNvSpPr/>
            <p:nvPr/>
          </p:nvSpPr>
          <p:spPr>
            <a:xfrm>
              <a:off x="7496624" y="31875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4" name="pt25534"/>
            <p:cNvSpPr/>
            <p:nvPr/>
          </p:nvSpPr>
          <p:spPr>
            <a:xfrm>
              <a:off x="7416032" y="3278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5" name="pt25535"/>
            <p:cNvSpPr/>
            <p:nvPr/>
          </p:nvSpPr>
          <p:spPr>
            <a:xfrm>
              <a:off x="7408535" y="31118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6" name="pt25536"/>
            <p:cNvSpPr/>
            <p:nvPr/>
          </p:nvSpPr>
          <p:spPr>
            <a:xfrm>
              <a:off x="7460393" y="30314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7" name="pt25537"/>
            <p:cNvSpPr/>
            <p:nvPr/>
          </p:nvSpPr>
          <p:spPr>
            <a:xfrm>
              <a:off x="7435218" y="33405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8" name="pt25538"/>
            <p:cNvSpPr/>
            <p:nvPr/>
          </p:nvSpPr>
          <p:spPr>
            <a:xfrm>
              <a:off x="7427820" y="3550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39" name="pt25539"/>
            <p:cNvSpPr/>
            <p:nvPr/>
          </p:nvSpPr>
          <p:spPr>
            <a:xfrm>
              <a:off x="7447687" y="3074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0" name="pt25540"/>
            <p:cNvSpPr/>
            <p:nvPr/>
          </p:nvSpPr>
          <p:spPr>
            <a:xfrm>
              <a:off x="7415501" y="3377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1" name="pt25541"/>
            <p:cNvSpPr/>
            <p:nvPr/>
          </p:nvSpPr>
          <p:spPr>
            <a:xfrm>
              <a:off x="7426262" y="3433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2" name="pt25542"/>
            <p:cNvSpPr/>
            <p:nvPr/>
          </p:nvSpPr>
          <p:spPr>
            <a:xfrm>
              <a:off x="7440723" y="3098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3" name="pt25543"/>
            <p:cNvSpPr/>
            <p:nvPr/>
          </p:nvSpPr>
          <p:spPr>
            <a:xfrm>
              <a:off x="7472106" y="3694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4" name="pt25544"/>
            <p:cNvSpPr/>
            <p:nvPr/>
          </p:nvSpPr>
          <p:spPr>
            <a:xfrm>
              <a:off x="7425253" y="3248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5" name="pt25545"/>
            <p:cNvSpPr/>
            <p:nvPr/>
          </p:nvSpPr>
          <p:spPr>
            <a:xfrm>
              <a:off x="7440336" y="32151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6" name="pt25546"/>
            <p:cNvSpPr/>
            <p:nvPr/>
          </p:nvSpPr>
          <p:spPr>
            <a:xfrm>
              <a:off x="7440126" y="33750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7" name="pt25547"/>
            <p:cNvSpPr/>
            <p:nvPr/>
          </p:nvSpPr>
          <p:spPr>
            <a:xfrm>
              <a:off x="7455526" y="3244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8" name="pt25548"/>
            <p:cNvSpPr/>
            <p:nvPr/>
          </p:nvSpPr>
          <p:spPr>
            <a:xfrm>
              <a:off x="7480180" y="31549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49" name="pt25549"/>
            <p:cNvSpPr/>
            <p:nvPr/>
          </p:nvSpPr>
          <p:spPr>
            <a:xfrm>
              <a:off x="7467155" y="3365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0" name="pt25550"/>
            <p:cNvSpPr/>
            <p:nvPr/>
          </p:nvSpPr>
          <p:spPr>
            <a:xfrm>
              <a:off x="7485598" y="3225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1" name="pt25551"/>
            <p:cNvSpPr/>
            <p:nvPr/>
          </p:nvSpPr>
          <p:spPr>
            <a:xfrm>
              <a:off x="7441376" y="3525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2" name="pt25552"/>
            <p:cNvSpPr/>
            <p:nvPr/>
          </p:nvSpPr>
          <p:spPr>
            <a:xfrm>
              <a:off x="7402924" y="3134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3" name="pt25553"/>
            <p:cNvSpPr/>
            <p:nvPr/>
          </p:nvSpPr>
          <p:spPr>
            <a:xfrm>
              <a:off x="7396913" y="31002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4" name="pt25554"/>
            <p:cNvSpPr/>
            <p:nvPr/>
          </p:nvSpPr>
          <p:spPr>
            <a:xfrm>
              <a:off x="7499492" y="3391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5" name="pt25555"/>
            <p:cNvSpPr/>
            <p:nvPr/>
          </p:nvSpPr>
          <p:spPr>
            <a:xfrm>
              <a:off x="7489428" y="3217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6" name="pt25556"/>
            <p:cNvSpPr/>
            <p:nvPr/>
          </p:nvSpPr>
          <p:spPr>
            <a:xfrm>
              <a:off x="7475816" y="3143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7" name="pt25557"/>
            <p:cNvSpPr/>
            <p:nvPr/>
          </p:nvSpPr>
          <p:spPr>
            <a:xfrm>
              <a:off x="7336164" y="29022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8" name="pt25558"/>
            <p:cNvSpPr/>
            <p:nvPr/>
          </p:nvSpPr>
          <p:spPr>
            <a:xfrm>
              <a:off x="7469385" y="3469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59" name="pt25559"/>
            <p:cNvSpPr/>
            <p:nvPr/>
          </p:nvSpPr>
          <p:spPr>
            <a:xfrm>
              <a:off x="7402876" y="3164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0" name="pt25560"/>
            <p:cNvSpPr/>
            <p:nvPr/>
          </p:nvSpPr>
          <p:spPr>
            <a:xfrm>
              <a:off x="7452727" y="32314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1" name="pt25561"/>
            <p:cNvSpPr/>
            <p:nvPr/>
          </p:nvSpPr>
          <p:spPr>
            <a:xfrm>
              <a:off x="7548662" y="319557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62" name="pt25562"/>
            <p:cNvSpPr/>
            <p:nvPr/>
          </p:nvSpPr>
          <p:spPr>
            <a:xfrm>
              <a:off x="7234094" y="338004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63" name="pt25563"/>
            <p:cNvSpPr/>
            <p:nvPr/>
          </p:nvSpPr>
          <p:spPr>
            <a:xfrm>
              <a:off x="7424749" y="3098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4" name="pt25564"/>
            <p:cNvSpPr/>
            <p:nvPr/>
          </p:nvSpPr>
          <p:spPr>
            <a:xfrm>
              <a:off x="7397326" y="3281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5" name="pt25565"/>
            <p:cNvSpPr/>
            <p:nvPr/>
          </p:nvSpPr>
          <p:spPr>
            <a:xfrm>
              <a:off x="7432683" y="3217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6" name="pt25566"/>
            <p:cNvSpPr/>
            <p:nvPr/>
          </p:nvSpPr>
          <p:spPr>
            <a:xfrm>
              <a:off x="7386157" y="3134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7" name="pt25567"/>
            <p:cNvSpPr/>
            <p:nvPr/>
          </p:nvSpPr>
          <p:spPr>
            <a:xfrm>
              <a:off x="7469184" y="3301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8" name="pt25568"/>
            <p:cNvSpPr/>
            <p:nvPr/>
          </p:nvSpPr>
          <p:spPr>
            <a:xfrm>
              <a:off x="7450235" y="31279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69" name="pt25569"/>
            <p:cNvSpPr/>
            <p:nvPr/>
          </p:nvSpPr>
          <p:spPr>
            <a:xfrm>
              <a:off x="7422380" y="3385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0" name="pt25570"/>
            <p:cNvSpPr/>
            <p:nvPr/>
          </p:nvSpPr>
          <p:spPr>
            <a:xfrm>
              <a:off x="7455901" y="3104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1" name="pt25571"/>
            <p:cNvSpPr/>
            <p:nvPr/>
          </p:nvSpPr>
          <p:spPr>
            <a:xfrm>
              <a:off x="7517565" y="3367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2" name="pt25572"/>
            <p:cNvSpPr/>
            <p:nvPr/>
          </p:nvSpPr>
          <p:spPr>
            <a:xfrm>
              <a:off x="7449173" y="3673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3" name="pt25573"/>
            <p:cNvSpPr/>
            <p:nvPr/>
          </p:nvSpPr>
          <p:spPr>
            <a:xfrm>
              <a:off x="7473804" y="3217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4" name="pt25574"/>
            <p:cNvSpPr/>
            <p:nvPr/>
          </p:nvSpPr>
          <p:spPr>
            <a:xfrm>
              <a:off x="7465468" y="3731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5" name="pt25575"/>
            <p:cNvSpPr/>
            <p:nvPr/>
          </p:nvSpPr>
          <p:spPr>
            <a:xfrm>
              <a:off x="7450433" y="31683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6" name="pt25576"/>
            <p:cNvSpPr/>
            <p:nvPr/>
          </p:nvSpPr>
          <p:spPr>
            <a:xfrm>
              <a:off x="7527257" y="32728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7" name="pt25577"/>
            <p:cNvSpPr/>
            <p:nvPr/>
          </p:nvSpPr>
          <p:spPr>
            <a:xfrm>
              <a:off x="7487433" y="3208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8" name="pt25578"/>
            <p:cNvSpPr/>
            <p:nvPr/>
          </p:nvSpPr>
          <p:spPr>
            <a:xfrm>
              <a:off x="7366396" y="3219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79" name="pt25579"/>
            <p:cNvSpPr/>
            <p:nvPr/>
          </p:nvSpPr>
          <p:spPr>
            <a:xfrm>
              <a:off x="7493209" y="3250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0" name="pt25580"/>
            <p:cNvSpPr/>
            <p:nvPr/>
          </p:nvSpPr>
          <p:spPr>
            <a:xfrm>
              <a:off x="7460256" y="3230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1" name="pt25581"/>
            <p:cNvSpPr/>
            <p:nvPr/>
          </p:nvSpPr>
          <p:spPr>
            <a:xfrm>
              <a:off x="7442813" y="3381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2" name="pt25582"/>
            <p:cNvSpPr/>
            <p:nvPr/>
          </p:nvSpPr>
          <p:spPr>
            <a:xfrm>
              <a:off x="7401222" y="3264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3" name="pt25583"/>
            <p:cNvSpPr/>
            <p:nvPr/>
          </p:nvSpPr>
          <p:spPr>
            <a:xfrm>
              <a:off x="7491372" y="3363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4" name="pt25584"/>
            <p:cNvSpPr/>
            <p:nvPr/>
          </p:nvSpPr>
          <p:spPr>
            <a:xfrm>
              <a:off x="7462196" y="3124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5" name="pt25585"/>
            <p:cNvSpPr/>
            <p:nvPr/>
          </p:nvSpPr>
          <p:spPr>
            <a:xfrm>
              <a:off x="7444618" y="3136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6" name="pt25586"/>
            <p:cNvSpPr/>
            <p:nvPr/>
          </p:nvSpPr>
          <p:spPr>
            <a:xfrm>
              <a:off x="7408687" y="33283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7" name="pt25587"/>
            <p:cNvSpPr/>
            <p:nvPr/>
          </p:nvSpPr>
          <p:spPr>
            <a:xfrm>
              <a:off x="7409181" y="3134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8" name="pt25588"/>
            <p:cNvSpPr/>
            <p:nvPr/>
          </p:nvSpPr>
          <p:spPr>
            <a:xfrm>
              <a:off x="7463597" y="3504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89" name="pt25589"/>
            <p:cNvSpPr/>
            <p:nvPr/>
          </p:nvSpPr>
          <p:spPr>
            <a:xfrm>
              <a:off x="7455593" y="3369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0" name="pt25590"/>
            <p:cNvSpPr/>
            <p:nvPr/>
          </p:nvSpPr>
          <p:spPr>
            <a:xfrm>
              <a:off x="7426766" y="30795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1" name="pt25591"/>
            <p:cNvSpPr/>
            <p:nvPr/>
          </p:nvSpPr>
          <p:spPr>
            <a:xfrm>
              <a:off x="7431594" y="3003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2" name="pt25592"/>
            <p:cNvSpPr/>
            <p:nvPr/>
          </p:nvSpPr>
          <p:spPr>
            <a:xfrm>
              <a:off x="7401793" y="3045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3" name="pt25593"/>
            <p:cNvSpPr/>
            <p:nvPr/>
          </p:nvSpPr>
          <p:spPr>
            <a:xfrm>
              <a:off x="7415269" y="3258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4" name="pt25594"/>
            <p:cNvSpPr/>
            <p:nvPr/>
          </p:nvSpPr>
          <p:spPr>
            <a:xfrm>
              <a:off x="7461577" y="3390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5" name="pt25595"/>
            <p:cNvSpPr/>
            <p:nvPr/>
          </p:nvSpPr>
          <p:spPr>
            <a:xfrm>
              <a:off x="7409777" y="3647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6" name="pt25596"/>
            <p:cNvSpPr/>
            <p:nvPr/>
          </p:nvSpPr>
          <p:spPr>
            <a:xfrm>
              <a:off x="7481907" y="3203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7" name="pt25597"/>
            <p:cNvSpPr/>
            <p:nvPr/>
          </p:nvSpPr>
          <p:spPr>
            <a:xfrm>
              <a:off x="7420746" y="3363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8" name="pt25598"/>
            <p:cNvSpPr/>
            <p:nvPr/>
          </p:nvSpPr>
          <p:spPr>
            <a:xfrm>
              <a:off x="7391858" y="3110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599" name="pt25599"/>
            <p:cNvSpPr/>
            <p:nvPr/>
          </p:nvSpPr>
          <p:spPr>
            <a:xfrm>
              <a:off x="7407708" y="3109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0" name="pt25600"/>
            <p:cNvSpPr/>
            <p:nvPr/>
          </p:nvSpPr>
          <p:spPr>
            <a:xfrm>
              <a:off x="7457631" y="3432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1" name="pt25601"/>
            <p:cNvSpPr/>
            <p:nvPr/>
          </p:nvSpPr>
          <p:spPr>
            <a:xfrm>
              <a:off x="7478192" y="34342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2" name="pt25602"/>
            <p:cNvSpPr/>
            <p:nvPr/>
          </p:nvSpPr>
          <p:spPr>
            <a:xfrm>
              <a:off x="7430280" y="32236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3" name="pt25603"/>
            <p:cNvSpPr/>
            <p:nvPr/>
          </p:nvSpPr>
          <p:spPr>
            <a:xfrm>
              <a:off x="7467933" y="34993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4" name="pt25604"/>
            <p:cNvSpPr/>
            <p:nvPr/>
          </p:nvSpPr>
          <p:spPr>
            <a:xfrm>
              <a:off x="7415105" y="31678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5" name="pt25605"/>
            <p:cNvSpPr/>
            <p:nvPr/>
          </p:nvSpPr>
          <p:spPr>
            <a:xfrm>
              <a:off x="7413453" y="32964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6" name="pt25606"/>
            <p:cNvSpPr/>
            <p:nvPr/>
          </p:nvSpPr>
          <p:spPr>
            <a:xfrm>
              <a:off x="7449259" y="3138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7" name="pt25607"/>
            <p:cNvSpPr/>
            <p:nvPr/>
          </p:nvSpPr>
          <p:spPr>
            <a:xfrm>
              <a:off x="7448046" y="32025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8" name="pt25608"/>
            <p:cNvSpPr/>
            <p:nvPr/>
          </p:nvSpPr>
          <p:spPr>
            <a:xfrm>
              <a:off x="7383322" y="3139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09" name="pt25609"/>
            <p:cNvSpPr/>
            <p:nvPr/>
          </p:nvSpPr>
          <p:spPr>
            <a:xfrm>
              <a:off x="7375592" y="3212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0" name="pt25610"/>
            <p:cNvSpPr/>
            <p:nvPr/>
          </p:nvSpPr>
          <p:spPr>
            <a:xfrm>
              <a:off x="7440197" y="3211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1" name="pt25611"/>
            <p:cNvSpPr/>
            <p:nvPr/>
          </p:nvSpPr>
          <p:spPr>
            <a:xfrm>
              <a:off x="7469430" y="3503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2" name="pt25612"/>
            <p:cNvSpPr/>
            <p:nvPr/>
          </p:nvSpPr>
          <p:spPr>
            <a:xfrm>
              <a:off x="7567870" y="310598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13" name="pt25613"/>
            <p:cNvSpPr/>
            <p:nvPr/>
          </p:nvSpPr>
          <p:spPr>
            <a:xfrm>
              <a:off x="7405132" y="3163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4" name="pt25614"/>
            <p:cNvSpPr/>
            <p:nvPr/>
          </p:nvSpPr>
          <p:spPr>
            <a:xfrm>
              <a:off x="7460379" y="3133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5" name="pt25615"/>
            <p:cNvSpPr/>
            <p:nvPr/>
          </p:nvSpPr>
          <p:spPr>
            <a:xfrm>
              <a:off x="7459772" y="35963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6" name="pt25616"/>
            <p:cNvSpPr/>
            <p:nvPr/>
          </p:nvSpPr>
          <p:spPr>
            <a:xfrm>
              <a:off x="7397497" y="3314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7" name="pt25617"/>
            <p:cNvSpPr/>
            <p:nvPr/>
          </p:nvSpPr>
          <p:spPr>
            <a:xfrm>
              <a:off x="7442931" y="3171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8" name="pt25618"/>
            <p:cNvSpPr/>
            <p:nvPr/>
          </p:nvSpPr>
          <p:spPr>
            <a:xfrm>
              <a:off x="7416409" y="31122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19" name="pt25619"/>
            <p:cNvSpPr/>
            <p:nvPr/>
          </p:nvSpPr>
          <p:spPr>
            <a:xfrm>
              <a:off x="7479711" y="33291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0" name="pt25620"/>
            <p:cNvSpPr/>
            <p:nvPr/>
          </p:nvSpPr>
          <p:spPr>
            <a:xfrm>
              <a:off x="7377625" y="3504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1" name="pt25621"/>
            <p:cNvSpPr/>
            <p:nvPr/>
          </p:nvSpPr>
          <p:spPr>
            <a:xfrm>
              <a:off x="7461314" y="3455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2" name="pt25622"/>
            <p:cNvSpPr/>
            <p:nvPr/>
          </p:nvSpPr>
          <p:spPr>
            <a:xfrm>
              <a:off x="7503421" y="3127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3" name="pt25623"/>
            <p:cNvSpPr/>
            <p:nvPr/>
          </p:nvSpPr>
          <p:spPr>
            <a:xfrm>
              <a:off x="7475476" y="3408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4" name="pt25624"/>
            <p:cNvSpPr/>
            <p:nvPr/>
          </p:nvSpPr>
          <p:spPr>
            <a:xfrm>
              <a:off x="7382670" y="3142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5" name="pt25625"/>
            <p:cNvSpPr/>
            <p:nvPr/>
          </p:nvSpPr>
          <p:spPr>
            <a:xfrm>
              <a:off x="7386069" y="33000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6" name="pt25626"/>
            <p:cNvSpPr/>
            <p:nvPr/>
          </p:nvSpPr>
          <p:spPr>
            <a:xfrm>
              <a:off x="7398867" y="3216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7" name="pt25627"/>
            <p:cNvSpPr/>
            <p:nvPr/>
          </p:nvSpPr>
          <p:spPr>
            <a:xfrm>
              <a:off x="7451372" y="32737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8" name="pt25628"/>
            <p:cNvSpPr/>
            <p:nvPr/>
          </p:nvSpPr>
          <p:spPr>
            <a:xfrm>
              <a:off x="7470680" y="3001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29" name="pt25629"/>
            <p:cNvSpPr/>
            <p:nvPr/>
          </p:nvSpPr>
          <p:spPr>
            <a:xfrm>
              <a:off x="7482366" y="33210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0" name="pt25630"/>
            <p:cNvSpPr/>
            <p:nvPr/>
          </p:nvSpPr>
          <p:spPr>
            <a:xfrm>
              <a:off x="7458005" y="3430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1" name="pt25631"/>
            <p:cNvSpPr/>
            <p:nvPr/>
          </p:nvSpPr>
          <p:spPr>
            <a:xfrm>
              <a:off x="7411264" y="30944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2" name="pt25632"/>
            <p:cNvSpPr/>
            <p:nvPr/>
          </p:nvSpPr>
          <p:spPr>
            <a:xfrm>
              <a:off x="7416412" y="3187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3" name="pt25633"/>
            <p:cNvSpPr/>
            <p:nvPr/>
          </p:nvSpPr>
          <p:spPr>
            <a:xfrm>
              <a:off x="8235984" y="337938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34" name="pt25634"/>
            <p:cNvSpPr/>
            <p:nvPr/>
          </p:nvSpPr>
          <p:spPr>
            <a:xfrm>
              <a:off x="7439896" y="31480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5" name="pt25635"/>
            <p:cNvSpPr/>
            <p:nvPr/>
          </p:nvSpPr>
          <p:spPr>
            <a:xfrm>
              <a:off x="7431182" y="3246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6" name="pt25636"/>
            <p:cNvSpPr/>
            <p:nvPr/>
          </p:nvSpPr>
          <p:spPr>
            <a:xfrm>
              <a:off x="7418410" y="32087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7" name="pt25637"/>
            <p:cNvSpPr/>
            <p:nvPr/>
          </p:nvSpPr>
          <p:spPr>
            <a:xfrm>
              <a:off x="7439026" y="3037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38" name="pt25638"/>
            <p:cNvSpPr/>
            <p:nvPr/>
          </p:nvSpPr>
          <p:spPr>
            <a:xfrm>
              <a:off x="8044736" y="346744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39" name="pt25639"/>
            <p:cNvSpPr/>
            <p:nvPr/>
          </p:nvSpPr>
          <p:spPr>
            <a:xfrm>
              <a:off x="7444683" y="3315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0" name="pt25640"/>
            <p:cNvSpPr/>
            <p:nvPr/>
          </p:nvSpPr>
          <p:spPr>
            <a:xfrm>
              <a:off x="7469565" y="3485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1" name="pt25641"/>
            <p:cNvSpPr/>
            <p:nvPr/>
          </p:nvSpPr>
          <p:spPr>
            <a:xfrm>
              <a:off x="7413053" y="30933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2" name="pt25642"/>
            <p:cNvSpPr/>
            <p:nvPr/>
          </p:nvSpPr>
          <p:spPr>
            <a:xfrm>
              <a:off x="7431666" y="3149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3" name="pt25643"/>
            <p:cNvSpPr/>
            <p:nvPr/>
          </p:nvSpPr>
          <p:spPr>
            <a:xfrm>
              <a:off x="7383867" y="30661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4" name="pt25644"/>
            <p:cNvSpPr/>
            <p:nvPr/>
          </p:nvSpPr>
          <p:spPr>
            <a:xfrm>
              <a:off x="7377684" y="3105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5" name="pt25645"/>
            <p:cNvSpPr/>
            <p:nvPr/>
          </p:nvSpPr>
          <p:spPr>
            <a:xfrm>
              <a:off x="7586649" y="34042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6" name="pt25646"/>
            <p:cNvSpPr/>
            <p:nvPr/>
          </p:nvSpPr>
          <p:spPr>
            <a:xfrm>
              <a:off x="7442316" y="32387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7" name="pt25647"/>
            <p:cNvSpPr/>
            <p:nvPr/>
          </p:nvSpPr>
          <p:spPr>
            <a:xfrm>
              <a:off x="7422414" y="3383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8" name="pt25648"/>
            <p:cNvSpPr/>
            <p:nvPr/>
          </p:nvSpPr>
          <p:spPr>
            <a:xfrm>
              <a:off x="7425596" y="3177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49" name="pt25649"/>
            <p:cNvSpPr/>
            <p:nvPr/>
          </p:nvSpPr>
          <p:spPr>
            <a:xfrm>
              <a:off x="7397478" y="34497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0" name="pt25650"/>
            <p:cNvSpPr/>
            <p:nvPr/>
          </p:nvSpPr>
          <p:spPr>
            <a:xfrm>
              <a:off x="7436769" y="3012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1" name="pt25651"/>
            <p:cNvSpPr/>
            <p:nvPr/>
          </p:nvSpPr>
          <p:spPr>
            <a:xfrm>
              <a:off x="7390336" y="3507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2" name="pt25652"/>
            <p:cNvSpPr/>
            <p:nvPr/>
          </p:nvSpPr>
          <p:spPr>
            <a:xfrm>
              <a:off x="7493173" y="33465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3" name="pt25653"/>
            <p:cNvSpPr/>
            <p:nvPr/>
          </p:nvSpPr>
          <p:spPr>
            <a:xfrm>
              <a:off x="7406529" y="32622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4" name="pt25654"/>
            <p:cNvSpPr/>
            <p:nvPr/>
          </p:nvSpPr>
          <p:spPr>
            <a:xfrm>
              <a:off x="7395389" y="3108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5" name="pt25655"/>
            <p:cNvSpPr/>
            <p:nvPr/>
          </p:nvSpPr>
          <p:spPr>
            <a:xfrm>
              <a:off x="7474587" y="35532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6" name="pt25656"/>
            <p:cNvSpPr/>
            <p:nvPr/>
          </p:nvSpPr>
          <p:spPr>
            <a:xfrm>
              <a:off x="7387928" y="3130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7" name="pt25657"/>
            <p:cNvSpPr/>
            <p:nvPr/>
          </p:nvSpPr>
          <p:spPr>
            <a:xfrm>
              <a:off x="7430092" y="3283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8" name="pt25658"/>
            <p:cNvSpPr/>
            <p:nvPr/>
          </p:nvSpPr>
          <p:spPr>
            <a:xfrm>
              <a:off x="7432986" y="31059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59" name="pt25659"/>
            <p:cNvSpPr/>
            <p:nvPr/>
          </p:nvSpPr>
          <p:spPr>
            <a:xfrm>
              <a:off x="7425998" y="3142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0" name="pt25660"/>
            <p:cNvSpPr/>
            <p:nvPr/>
          </p:nvSpPr>
          <p:spPr>
            <a:xfrm>
              <a:off x="7431992" y="3144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1" name="pt25661"/>
            <p:cNvSpPr/>
            <p:nvPr/>
          </p:nvSpPr>
          <p:spPr>
            <a:xfrm>
              <a:off x="7443698" y="3175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2" name="pt25662"/>
            <p:cNvSpPr/>
            <p:nvPr/>
          </p:nvSpPr>
          <p:spPr>
            <a:xfrm>
              <a:off x="7426555" y="3604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3" name="pt25663"/>
            <p:cNvSpPr/>
            <p:nvPr/>
          </p:nvSpPr>
          <p:spPr>
            <a:xfrm>
              <a:off x="7529695" y="3467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4" name="pt25664"/>
            <p:cNvSpPr/>
            <p:nvPr/>
          </p:nvSpPr>
          <p:spPr>
            <a:xfrm>
              <a:off x="7424736" y="3126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5" name="pt25665"/>
            <p:cNvSpPr/>
            <p:nvPr/>
          </p:nvSpPr>
          <p:spPr>
            <a:xfrm>
              <a:off x="7431002" y="3142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6" name="pt25666"/>
            <p:cNvSpPr/>
            <p:nvPr/>
          </p:nvSpPr>
          <p:spPr>
            <a:xfrm>
              <a:off x="7436790" y="3060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7" name="pt25667"/>
            <p:cNvSpPr/>
            <p:nvPr/>
          </p:nvSpPr>
          <p:spPr>
            <a:xfrm>
              <a:off x="7516649" y="3321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8" name="pt25668"/>
            <p:cNvSpPr/>
            <p:nvPr/>
          </p:nvSpPr>
          <p:spPr>
            <a:xfrm>
              <a:off x="7489478" y="3465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69" name="pt25669"/>
            <p:cNvSpPr/>
            <p:nvPr/>
          </p:nvSpPr>
          <p:spPr>
            <a:xfrm>
              <a:off x="7426431" y="3153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0" name="pt25670"/>
            <p:cNvSpPr/>
            <p:nvPr/>
          </p:nvSpPr>
          <p:spPr>
            <a:xfrm>
              <a:off x="7425190" y="3426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1" name="pt25671"/>
            <p:cNvSpPr/>
            <p:nvPr/>
          </p:nvSpPr>
          <p:spPr>
            <a:xfrm>
              <a:off x="7461346" y="3122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2" name="pt25672"/>
            <p:cNvSpPr/>
            <p:nvPr/>
          </p:nvSpPr>
          <p:spPr>
            <a:xfrm>
              <a:off x="7439143" y="3240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3" name="pt25673"/>
            <p:cNvSpPr/>
            <p:nvPr/>
          </p:nvSpPr>
          <p:spPr>
            <a:xfrm>
              <a:off x="7501822" y="3474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4" name="pt25674"/>
            <p:cNvSpPr/>
            <p:nvPr/>
          </p:nvSpPr>
          <p:spPr>
            <a:xfrm>
              <a:off x="7462656" y="3534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5" name="pt25675"/>
            <p:cNvSpPr/>
            <p:nvPr/>
          </p:nvSpPr>
          <p:spPr>
            <a:xfrm>
              <a:off x="7472789" y="3272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6" name="pt25676"/>
            <p:cNvSpPr/>
            <p:nvPr/>
          </p:nvSpPr>
          <p:spPr>
            <a:xfrm>
              <a:off x="7338471" y="3472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7" name="pt25677"/>
            <p:cNvSpPr/>
            <p:nvPr/>
          </p:nvSpPr>
          <p:spPr>
            <a:xfrm>
              <a:off x="7434610" y="34442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8" name="pt25678"/>
            <p:cNvSpPr/>
            <p:nvPr/>
          </p:nvSpPr>
          <p:spPr>
            <a:xfrm>
              <a:off x="7458511" y="3276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79" name="pt25679"/>
            <p:cNvSpPr/>
            <p:nvPr/>
          </p:nvSpPr>
          <p:spPr>
            <a:xfrm>
              <a:off x="7459673" y="3251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0" name="pt25680"/>
            <p:cNvSpPr/>
            <p:nvPr/>
          </p:nvSpPr>
          <p:spPr>
            <a:xfrm>
              <a:off x="7440709" y="3416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1" name="pt25681"/>
            <p:cNvSpPr/>
            <p:nvPr/>
          </p:nvSpPr>
          <p:spPr>
            <a:xfrm>
              <a:off x="7438624" y="2759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2" name="pt25682"/>
            <p:cNvSpPr/>
            <p:nvPr/>
          </p:nvSpPr>
          <p:spPr>
            <a:xfrm>
              <a:off x="7473539" y="3324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3" name="pt25683"/>
            <p:cNvSpPr/>
            <p:nvPr/>
          </p:nvSpPr>
          <p:spPr>
            <a:xfrm>
              <a:off x="7414819" y="30477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4" name="pt25684"/>
            <p:cNvSpPr/>
            <p:nvPr/>
          </p:nvSpPr>
          <p:spPr>
            <a:xfrm>
              <a:off x="7447000" y="3096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5" name="pt25685"/>
            <p:cNvSpPr/>
            <p:nvPr/>
          </p:nvSpPr>
          <p:spPr>
            <a:xfrm>
              <a:off x="7451220" y="30532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6" name="pt25686"/>
            <p:cNvSpPr/>
            <p:nvPr/>
          </p:nvSpPr>
          <p:spPr>
            <a:xfrm>
              <a:off x="7453013" y="3165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7" name="pt25687"/>
            <p:cNvSpPr/>
            <p:nvPr/>
          </p:nvSpPr>
          <p:spPr>
            <a:xfrm>
              <a:off x="7429815" y="3409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8" name="pt25688"/>
            <p:cNvSpPr/>
            <p:nvPr/>
          </p:nvSpPr>
          <p:spPr>
            <a:xfrm>
              <a:off x="7407505" y="30671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89" name="pt25689"/>
            <p:cNvSpPr/>
            <p:nvPr/>
          </p:nvSpPr>
          <p:spPr>
            <a:xfrm>
              <a:off x="7358287" y="3287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0" name="pt25690"/>
            <p:cNvSpPr/>
            <p:nvPr/>
          </p:nvSpPr>
          <p:spPr>
            <a:xfrm>
              <a:off x="7420182" y="3233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1" name="pt25691"/>
            <p:cNvSpPr/>
            <p:nvPr/>
          </p:nvSpPr>
          <p:spPr>
            <a:xfrm>
              <a:off x="7470989" y="35080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2" name="pt25692"/>
            <p:cNvSpPr/>
            <p:nvPr/>
          </p:nvSpPr>
          <p:spPr>
            <a:xfrm>
              <a:off x="7458213" y="3516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3" name="pt25693"/>
            <p:cNvSpPr/>
            <p:nvPr/>
          </p:nvSpPr>
          <p:spPr>
            <a:xfrm>
              <a:off x="7312007" y="3244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4" name="pt25694"/>
            <p:cNvSpPr/>
            <p:nvPr/>
          </p:nvSpPr>
          <p:spPr>
            <a:xfrm>
              <a:off x="7423949" y="3026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5" name="pt25695"/>
            <p:cNvSpPr/>
            <p:nvPr/>
          </p:nvSpPr>
          <p:spPr>
            <a:xfrm>
              <a:off x="7470531" y="3407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6" name="pt25696"/>
            <p:cNvSpPr/>
            <p:nvPr/>
          </p:nvSpPr>
          <p:spPr>
            <a:xfrm>
              <a:off x="7367573" y="3554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7" name="pt25697"/>
            <p:cNvSpPr/>
            <p:nvPr/>
          </p:nvSpPr>
          <p:spPr>
            <a:xfrm>
              <a:off x="7435095" y="3425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8" name="pt25698"/>
            <p:cNvSpPr/>
            <p:nvPr/>
          </p:nvSpPr>
          <p:spPr>
            <a:xfrm>
              <a:off x="7402013" y="3253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699" name="pt25699"/>
            <p:cNvSpPr/>
            <p:nvPr/>
          </p:nvSpPr>
          <p:spPr>
            <a:xfrm>
              <a:off x="7432675" y="3236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0" name="pt25700"/>
            <p:cNvSpPr/>
            <p:nvPr/>
          </p:nvSpPr>
          <p:spPr>
            <a:xfrm>
              <a:off x="7485245" y="30524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1" name="pt25701"/>
            <p:cNvSpPr/>
            <p:nvPr/>
          </p:nvSpPr>
          <p:spPr>
            <a:xfrm>
              <a:off x="7406890" y="3360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2" name="pt25702"/>
            <p:cNvSpPr/>
            <p:nvPr/>
          </p:nvSpPr>
          <p:spPr>
            <a:xfrm>
              <a:off x="7543692" y="3365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3" name="pt25703"/>
            <p:cNvSpPr/>
            <p:nvPr/>
          </p:nvSpPr>
          <p:spPr>
            <a:xfrm>
              <a:off x="7463072" y="33510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4" name="pt25704"/>
            <p:cNvSpPr/>
            <p:nvPr/>
          </p:nvSpPr>
          <p:spPr>
            <a:xfrm>
              <a:off x="7894992" y="3170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5" name="pt25705"/>
            <p:cNvSpPr/>
            <p:nvPr/>
          </p:nvSpPr>
          <p:spPr>
            <a:xfrm>
              <a:off x="7403472" y="30420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6" name="pt25706"/>
            <p:cNvSpPr/>
            <p:nvPr/>
          </p:nvSpPr>
          <p:spPr>
            <a:xfrm>
              <a:off x="7405292" y="3207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7" name="pt25707"/>
            <p:cNvSpPr/>
            <p:nvPr/>
          </p:nvSpPr>
          <p:spPr>
            <a:xfrm>
              <a:off x="7528263" y="37248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8" name="pt25708"/>
            <p:cNvSpPr/>
            <p:nvPr/>
          </p:nvSpPr>
          <p:spPr>
            <a:xfrm>
              <a:off x="7441528" y="3268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09" name="pt25709"/>
            <p:cNvSpPr/>
            <p:nvPr/>
          </p:nvSpPr>
          <p:spPr>
            <a:xfrm>
              <a:off x="7410144" y="3200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0" name="pt25710"/>
            <p:cNvSpPr/>
            <p:nvPr/>
          </p:nvSpPr>
          <p:spPr>
            <a:xfrm>
              <a:off x="7508081" y="3135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1" name="pt25711"/>
            <p:cNvSpPr/>
            <p:nvPr/>
          </p:nvSpPr>
          <p:spPr>
            <a:xfrm>
              <a:off x="7458321" y="3308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2" name="pt25712"/>
            <p:cNvSpPr/>
            <p:nvPr/>
          </p:nvSpPr>
          <p:spPr>
            <a:xfrm>
              <a:off x="7412497" y="3231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3" name="pt25713"/>
            <p:cNvSpPr/>
            <p:nvPr/>
          </p:nvSpPr>
          <p:spPr>
            <a:xfrm>
              <a:off x="7444242" y="3215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4" name="pt25714"/>
            <p:cNvSpPr/>
            <p:nvPr/>
          </p:nvSpPr>
          <p:spPr>
            <a:xfrm>
              <a:off x="7456318" y="3337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5" name="pt25715"/>
            <p:cNvSpPr/>
            <p:nvPr/>
          </p:nvSpPr>
          <p:spPr>
            <a:xfrm>
              <a:off x="7429473" y="34699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6" name="pt25716"/>
            <p:cNvSpPr/>
            <p:nvPr/>
          </p:nvSpPr>
          <p:spPr>
            <a:xfrm>
              <a:off x="7404067" y="3266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7" name="pt25717"/>
            <p:cNvSpPr/>
            <p:nvPr/>
          </p:nvSpPr>
          <p:spPr>
            <a:xfrm>
              <a:off x="7437402" y="3012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8" name="pt25718"/>
            <p:cNvSpPr/>
            <p:nvPr/>
          </p:nvSpPr>
          <p:spPr>
            <a:xfrm>
              <a:off x="7422254" y="3235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19" name="pt25719"/>
            <p:cNvSpPr/>
            <p:nvPr/>
          </p:nvSpPr>
          <p:spPr>
            <a:xfrm>
              <a:off x="7356410" y="3472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0" name="pt25720"/>
            <p:cNvSpPr/>
            <p:nvPr/>
          </p:nvSpPr>
          <p:spPr>
            <a:xfrm>
              <a:off x="7513287" y="3438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1" name="pt25721"/>
            <p:cNvSpPr/>
            <p:nvPr/>
          </p:nvSpPr>
          <p:spPr>
            <a:xfrm>
              <a:off x="7432215" y="3185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2" name="pt25722"/>
            <p:cNvSpPr/>
            <p:nvPr/>
          </p:nvSpPr>
          <p:spPr>
            <a:xfrm>
              <a:off x="7466200" y="3489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3" name="pt25723"/>
            <p:cNvSpPr/>
            <p:nvPr/>
          </p:nvSpPr>
          <p:spPr>
            <a:xfrm>
              <a:off x="7443110" y="3461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4" name="pt25724"/>
            <p:cNvSpPr/>
            <p:nvPr/>
          </p:nvSpPr>
          <p:spPr>
            <a:xfrm>
              <a:off x="7943362" y="33396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5" name="pt25725"/>
            <p:cNvSpPr/>
            <p:nvPr/>
          </p:nvSpPr>
          <p:spPr>
            <a:xfrm>
              <a:off x="7380979" y="3232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6" name="pt25726"/>
            <p:cNvSpPr/>
            <p:nvPr/>
          </p:nvSpPr>
          <p:spPr>
            <a:xfrm>
              <a:off x="7430036" y="3339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7" name="pt25727"/>
            <p:cNvSpPr/>
            <p:nvPr/>
          </p:nvSpPr>
          <p:spPr>
            <a:xfrm>
              <a:off x="7471070" y="3392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8" name="pt25728"/>
            <p:cNvSpPr/>
            <p:nvPr/>
          </p:nvSpPr>
          <p:spPr>
            <a:xfrm>
              <a:off x="7523658" y="3450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29" name="pt25729"/>
            <p:cNvSpPr/>
            <p:nvPr/>
          </p:nvSpPr>
          <p:spPr>
            <a:xfrm>
              <a:off x="7429576" y="3159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0" name="pt25730"/>
            <p:cNvSpPr/>
            <p:nvPr/>
          </p:nvSpPr>
          <p:spPr>
            <a:xfrm>
              <a:off x="7438431" y="3213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1" name="pt25731"/>
            <p:cNvSpPr/>
            <p:nvPr/>
          </p:nvSpPr>
          <p:spPr>
            <a:xfrm>
              <a:off x="7498098" y="33357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2" name="pt25732"/>
            <p:cNvSpPr/>
            <p:nvPr/>
          </p:nvSpPr>
          <p:spPr>
            <a:xfrm>
              <a:off x="7585210" y="32880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3" name="pt25733"/>
            <p:cNvSpPr/>
            <p:nvPr/>
          </p:nvSpPr>
          <p:spPr>
            <a:xfrm>
              <a:off x="7417502" y="3510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4" name="pt25734"/>
            <p:cNvSpPr/>
            <p:nvPr/>
          </p:nvSpPr>
          <p:spPr>
            <a:xfrm>
              <a:off x="7413864" y="3158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5" name="pt25735"/>
            <p:cNvSpPr/>
            <p:nvPr/>
          </p:nvSpPr>
          <p:spPr>
            <a:xfrm>
              <a:off x="7451923" y="3352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6" name="pt25736"/>
            <p:cNvSpPr/>
            <p:nvPr/>
          </p:nvSpPr>
          <p:spPr>
            <a:xfrm>
              <a:off x="7434405" y="3074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7" name="pt25737"/>
            <p:cNvSpPr/>
            <p:nvPr/>
          </p:nvSpPr>
          <p:spPr>
            <a:xfrm>
              <a:off x="7340063" y="3200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8" name="pt25738"/>
            <p:cNvSpPr/>
            <p:nvPr/>
          </p:nvSpPr>
          <p:spPr>
            <a:xfrm>
              <a:off x="7431406" y="3072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39" name="pt25739"/>
            <p:cNvSpPr/>
            <p:nvPr/>
          </p:nvSpPr>
          <p:spPr>
            <a:xfrm>
              <a:off x="7446946" y="31220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0" name="pt25740"/>
            <p:cNvSpPr/>
            <p:nvPr/>
          </p:nvSpPr>
          <p:spPr>
            <a:xfrm>
              <a:off x="7468191" y="30648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1" name="pt25741"/>
            <p:cNvSpPr/>
            <p:nvPr/>
          </p:nvSpPr>
          <p:spPr>
            <a:xfrm>
              <a:off x="7436482" y="3411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2" name="pt25742"/>
            <p:cNvSpPr/>
            <p:nvPr/>
          </p:nvSpPr>
          <p:spPr>
            <a:xfrm>
              <a:off x="7412845" y="3056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3" name="pt25743"/>
            <p:cNvSpPr/>
            <p:nvPr/>
          </p:nvSpPr>
          <p:spPr>
            <a:xfrm>
              <a:off x="7420074" y="3115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4" name="pt25744"/>
            <p:cNvSpPr/>
            <p:nvPr/>
          </p:nvSpPr>
          <p:spPr>
            <a:xfrm>
              <a:off x="7502693" y="31245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5" name="pt25745"/>
            <p:cNvSpPr/>
            <p:nvPr/>
          </p:nvSpPr>
          <p:spPr>
            <a:xfrm>
              <a:off x="7433081" y="33125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6" name="pt25746"/>
            <p:cNvSpPr/>
            <p:nvPr/>
          </p:nvSpPr>
          <p:spPr>
            <a:xfrm>
              <a:off x="7465421" y="34908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7" name="pt25747"/>
            <p:cNvSpPr/>
            <p:nvPr/>
          </p:nvSpPr>
          <p:spPr>
            <a:xfrm>
              <a:off x="7523170" y="3505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8" name="pt25748"/>
            <p:cNvSpPr/>
            <p:nvPr/>
          </p:nvSpPr>
          <p:spPr>
            <a:xfrm>
              <a:off x="7440101" y="3149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49" name="pt25749"/>
            <p:cNvSpPr/>
            <p:nvPr/>
          </p:nvSpPr>
          <p:spPr>
            <a:xfrm>
              <a:off x="7461289" y="3233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0" name="pt25750"/>
            <p:cNvSpPr/>
            <p:nvPr/>
          </p:nvSpPr>
          <p:spPr>
            <a:xfrm>
              <a:off x="7444054" y="31071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1" name="pt25751"/>
            <p:cNvSpPr/>
            <p:nvPr/>
          </p:nvSpPr>
          <p:spPr>
            <a:xfrm>
              <a:off x="7448432" y="30868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2" name="pt25752"/>
            <p:cNvSpPr/>
            <p:nvPr/>
          </p:nvSpPr>
          <p:spPr>
            <a:xfrm>
              <a:off x="7457809" y="3067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3" name="pt25753"/>
            <p:cNvSpPr/>
            <p:nvPr/>
          </p:nvSpPr>
          <p:spPr>
            <a:xfrm>
              <a:off x="7463963" y="3279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4" name="pt25754"/>
            <p:cNvSpPr/>
            <p:nvPr/>
          </p:nvSpPr>
          <p:spPr>
            <a:xfrm>
              <a:off x="7441801" y="3055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5" name="pt25755"/>
            <p:cNvSpPr/>
            <p:nvPr/>
          </p:nvSpPr>
          <p:spPr>
            <a:xfrm>
              <a:off x="7469772" y="34297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6" name="pt25756"/>
            <p:cNvSpPr/>
            <p:nvPr/>
          </p:nvSpPr>
          <p:spPr>
            <a:xfrm>
              <a:off x="7436279" y="3089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7" name="pt25757"/>
            <p:cNvSpPr/>
            <p:nvPr/>
          </p:nvSpPr>
          <p:spPr>
            <a:xfrm>
              <a:off x="7479104" y="3256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8" name="pt25758"/>
            <p:cNvSpPr/>
            <p:nvPr/>
          </p:nvSpPr>
          <p:spPr>
            <a:xfrm>
              <a:off x="7441121" y="3100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59" name="pt25759"/>
            <p:cNvSpPr/>
            <p:nvPr/>
          </p:nvSpPr>
          <p:spPr>
            <a:xfrm>
              <a:off x="7432465" y="3121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0" name="pt25760"/>
            <p:cNvSpPr/>
            <p:nvPr/>
          </p:nvSpPr>
          <p:spPr>
            <a:xfrm>
              <a:off x="7423797" y="3141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1" name="pt25761"/>
            <p:cNvSpPr/>
            <p:nvPr/>
          </p:nvSpPr>
          <p:spPr>
            <a:xfrm>
              <a:off x="7187472" y="32092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2" name="pt25762"/>
            <p:cNvSpPr/>
            <p:nvPr/>
          </p:nvSpPr>
          <p:spPr>
            <a:xfrm>
              <a:off x="7510824" y="3089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3" name="pt25763"/>
            <p:cNvSpPr/>
            <p:nvPr/>
          </p:nvSpPr>
          <p:spPr>
            <a:xfrm>
              <a:off x="7505094" y="34621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4" name="pt25764"/>
            <p:cNvSpPr/>
            <p:nvPr/>
          </p:nvSpPr>
          <p:spPr>
            <a:xfrm>
              <a:off x="7471260" y="29794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5" name="pt25765"/>
            <p:cNvSpPr/>
            <p:nvPr/>
          </p:nvSpPr>
          <p:spPr>
            <a:xfrm>
              <a:off x="7412614" y="3351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6" name="pt25766"/>
            <p:cNvSpPr/>
            <p:nvPr/>
          </p:nvSpPr>
          <p:spPr>
            <a:xfrm>
              <a:off x="7424191" y="3294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7" name="pt25767"/>
            <p:cNvSpPr/>
            <p:nvPr/>
          </p:nvSpPr>
          <p:spPr>
            <a:xfrm>
              <a:off x="7453693" y="32037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8" name="pt25768"/>
            <p:cNvSpPr/>
            <p:nvPr/>
          </p:nvSpPr>
          <p:spPr>
            <a:xfrm>
              <a:off x="7441187" y="30927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69" name="pt25769"/>
            <p:cNvSpPr/>
            <p:nvPr/>
          </p:nvSpPr>
          <p:spPr>
            <a:xfrm>
              <a:off x="7487994" y="32966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0" name="pt25770"/>
            <p:cNvSpPr/>
            <p:nvPr/>
          </p:nvSpPr>
          <p:spPr>
            <a:xfrm>
              <a:off x="7436973" y="3226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1" name="pt25771"/>
            <p:cNvSpPr/>
            <p:nvPr/>
          </p:nvSpPr>
          <p:spPr>
            <a:xfrm>
              <a:off x="7431395" y="33470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2" name="pt25772"/>
            <p:cNvSpPr/>
            <p:nvPr/>
          </p:nvSpPr>
          <p:spPr>
            <a:xfrm>
              <a:off x="7501290" y="3254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3" name="pt25773"/>
            <p:cNvSpPr/>
            <p:nvPr/>
          </p:nvSpPr>
          <p:spPr>
            <a:xfrm>
              <a:off x="7435147" y="33643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4" name="pt25774"/>
            <p:cNvSpPr/>
            <p:nvPr/>
          </p:nvSpPr>
          <p:spPr>
            <a:xfrm>
              <a:off x="7445977" y="3231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5" name="pt25775"/>
            <p:cNvSpPr/>
            <p:nvPr/>
          </p:nvSpPr>
          <p:spPr>
            <a:xfrm>
              <a:off x="7458713" y="3116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6" name="pt25776"/>
            <p:cNvSpPr/>
            <p:nvPr/>
          </p:nvSpPr>
          <p:spPr>
            <a:xfrm>
              <a:off x="7336523" y="3052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7" name="pt25777"/>
            <p:cNvSpPr/>
            <p:nvPr/>
          </p:nvSpPr>
          <p:spPr>
            <a:xfrm>
              <a:off x="7476418" y="3270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8" name="pt25778"/>
            <p:cNvSpPr/>
            <p:nvPr/>
          </p:nvSpPr>
          <p:spPr>
            <a:xfrm>
              <a:off x="7442614" y="32714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79" name="pt25779"/>
            <p:cNvSpPr/>
            <p:nvPr/>
          </p:nvSpPr>
          <p:spPr>
            <a:xfrm>
              <a:off x="7411738" y="32121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0" name="pt25780"/>
            <p:cNvSpPr/>
            <p:nvPr/>
          </p:nvSpPr>
          <p:spPr>
            <a:xfrm>
              <a:off x="7468743" y="3506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1" name="pt25781"/>
            <p:cNvSpPr/>
            <p:nvPr/>
          </p:nvSpPr>
          <p:spPr>
            <a:xfrm>
              <a:off x="7403756" y="3277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2" name="pt25782"/>
            <p:cNvSpPr/>
            <p:nvPr/>
          </p:nvSpPr>
          <p:spPr>
            <a:xfrm>
              <a:off x="7451022" y="31631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3" name="pt25783"/>
            <p:cNvSpPr/>
            <p:nvPr/>
          </p:nvSpPr>
          <p:spPr>
            <a:xfrm>
              <a:off x="7523431" y="34147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4" name="pt25784"/>
            <p:cNvSpPr/>
            <p:nvPr/>
          </p:nvSpPr>
          <p:spPr>
            <a:xfrm>
              <a:off x="7155979" y="3420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5" name="pt25785"/>
            <p:cNvSpPr/>
            <p:nvPr/>
          </p:nvSpPr>
          <p:spPr>
            <a:xfrm>
              <a:off x="7449859" y="31433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6" name="pt25786"/>
            <p:cNvSpPr/>
            <p:nvPr/>
          </p:nvSpPr>
          <p:spPr>
            <a:xfrm>
              <a:off x="7468186" y="3481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7" name="pt25787"/>
            <p:cNvSpPr/>
            <p:nvPr/>
          </p:nvSpPr>
          <p:spPr>
            <a:xfrm>
              <a:off x="7462950" y="3494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8" name="pt25788"/>
            <p:cNvSpPr/>
            <p:nvPr/>
          </p:nvSpPr>
          <p:spPr>
            <a:xfrm>
              <a:off x="7413711" y="31852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89" name="pt25789"/>
            <p:cNvSpPr/>
            <p:nvPr/>
          </p:nvSpPr>
          <p:spPr>
            <a:xfrm>
              <a:off x="7401928" y="3156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0" name="pt25790"/>
            <p:cNvSpPr/>
            <p:nvPr/>
          </p:nvSpPr>
          <p:spPr>
            <a:xfrm>
              <a:off x="7432388" y="35925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1" name="pt25791"/>
            <p:cNvSpPr/>
            <p:nvPr/>
          </p:nvSpPr>
          <p:spPr>
            <a:xfrm>
              <a:off x="7429960" y="30670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2" name="pt25792"/>
            <p:cNvSpPr/>
            <p:nvPr/>
          </p:nvSpPr>
          <p:spPr>
            <a:xfrm>
              <a:off x="7393592" y="36506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3" name="pt25793"/>
            <p:cNvSpPr/>
            <p:nvPr/>
          </p:nvSpPr>
          <p:spPr>
            <a:xfrm>
              <a:off x="7448289" y="31622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4" name="pt25794"/>
            <p:cNvSpPr/>
            <p:nvPr/>
          </p:nvSpPr>
          <p:spPr>
            <a:xfrm>
              <a:off x="7410071" y="31993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5" name="pt25795"/>
            <p:cNvSpPr/>
            <p:nvPr/>
          </p:nvSpPr>
          <p:spPr>
            <a:xfrm>
              <a:off x="7447649" y="3172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6" name="pt25796"/>
            <p:cNvSpPr/>
            <p:nvPr/>
          </p:nvSpPr>
          <p:spPr>
            <a:xfrm>
              <a:off x="7483084" y="3429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7" name="pt25797"/>
            <p:cNvSpPr/>
            <p:nvPr/>
          </p:nvSpPr>
          <p:spPr>
            <a:xfrm>
              <a:off x="7391025" y="31213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8" name="pt25798"/>
            <p:cNvSpPr/>
            <p:nvPr/>
          </p:nvSpPr>
          <p:spPr>
            <a:xfrm>
              <a:off x="7407104" y="3318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799" name="pt25799"/>
            <p:cNvSpPr/>
            <p:nvPr/>
          </p:nvSpPr>
          <p:spPr>
            <a:xfrm>
              <a:off x="7481892" y="3144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0" name="pt25800"/>
            <p:cNvSpPr/>
            <p:nvPr/>
          </p:nvSpPr>
          <p:spPr>
            <a:xfrm>
              <a:off x="7788753" y="3179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1" name="pt25801"/>
            <p:cNvSpPr/>
            <p:nvPr/>
          </p:nvSpPr>
          <p:spPr>
            <a:xfrm>
              <a:off x="7399597" y="3066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2" name="pt25802"/>
            <p:cNvSpPr/>
            <p:nvPr/>
          </p:nvSpPr>
          <p:spPr>
            <a:xfrm>
              <a:off x="7487300" y="3331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3" name="pt25803"/>
            <p:cNvSpPr/>
            <p:nvPr/>
          </p:nvSpPr>
          <p:spPr>
            <a:xfrm>
              <a:off x="7418541" y="3112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4" name="pt25804"/>
            <p:cNvSpPr/>
            <p:nvPr/>
          </p:nvSpPr>
          <p:spPr>
            <a:xfrm>
              <a:off x="7381948" y="3222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5" name="pt25805"/>
            <p:cNvSpPr/>
            <p:nvPr/>
          </p:nvSpPr>
          <p:spPr>
            <a:xfrm>
              <a:off x="7412303" y="3227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6" name="pt25806"/>
            <p:cNvSpPr/>
            <p:nvPr/>
          </p:nvSpPr>
          <p:spPr>
            <a:xfrm>
              <a:off x="7482227" y="35457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7" name="pt25807"/>
            <p:cNvSpPr/>
            <p:nvPr/>
          </p:nvSpPr>
          <p:spPr>
            <a:xfrm>
              <a:off x="7571435" y="346709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08" name="pt25808"/>
            <p:cNvSpPr/>
            <p:nvPr/>
          </p:nvSpPr>
          <p:spPr>
            <a:xfrm>
              <a:off x="7016951" y="34750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09" name="pt25809"/>
            <p:cNvSpPr/>
            <p:nvPr/>
          </p:nvSpPr>
          <p:spPr>
            <a:xfrm>
              <a:off x="7447479" y="33876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0" name="pt25810"/>
            <p:cNvSpPr/>
            <p:nvPr/>
          </p:nvSpPr>
          <p:spPr>
            <a:xfrm>
              <a:off x="7474739" y="3428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1" name="pt25811"/>
            <p:cNvSpPr/>
            <p:nvPr/>
          </p:nvSpPr>
          <p:spPr>
            <a:xfrm>
              <a:off x="7471702" y="3488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2" name="pt25812"/>
            <p:cNvSpPr/>
            <p:nvPr/>
          </p:nvSpPr>
          <p:spPr>
            <a:xfrm>
              <a:off x="7525758" y="3590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3" name="pt25813"/>
            <p:cNvSpPr/>
            <p:nvPr/>
          </p:nvSpPr>
          <p:spPr>
            <a:xfrm>
              <a:off x="7527923" y="34752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4" name="pt25814"/>
            <p:cNvSpPr/>
            <p:nvPr/>
          </p:nvSpPr>
          <p:spPr>
            <a:xfrm>
              <a:off x="7444927" y="31707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5" name="pt25815"/>
            <p:cNvSpPr/>
            <p:nvPr/>
          </p:nvSpPr>
          <p:spPr>
            <a:xfrm>
              <a:off x="7367009" y="3115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6" name="pt25816"/>
            <p:cNvSpPr/>
            <p:nvPr/>
          </p:nvSpPr>
          <p:spPr>
            <a:xfrm>
              <a:off x="7480038" y="3354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7" name="pt25817"/>
            <p:cNvSpPr/>
            <p:nvPr/>
          </p:nvSpPr>
          <p:spPr>
            <a:xfrm>
              <a:off x="7435981" y="30658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8" name="pt25818"/>
            <p:cNvSpPr/>
            <p:nvPr/>
          </p:nvSpPr>
          <p:spPr>
            <a:xfrm>
              <a:off x="7423469" y="3119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19" name="pt25819"/>
            <p:cNvSpPr/>
            <p:nvPr/>
          </p:nvSpPr>
          <p:spPr>
            <a:xfrm>
              <a:off x="7428270" y="3297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0" name="pt25820"/>
            <p:cNvSpPr/>
            <p:nvPr/>
          </p:nvSpPr>
          <p:spPr>
            <a:xfrm>
              <a:off x="7441226" y="3072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1" name="pt25821"/>
            <p:cNvSpPr/>
            <p:nvPr/>
          </p:nvSpPr>
          <p:spPr>
            <a:xfrm>
              <a:off x="7464129" y="3063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2" name="pt25822"/>
            <p:cNvSpPr/>
            <p:nvPr/>
          </p:nvSpPr>
          <p:spPr>
            <a:xfrm>
              <a:off x="7478220" y="3181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3" name="pt25823"/>
            <p:cNvSpPr/>
            <p:nvPr/>
          </p:nvSpPr>
          <p:spPr>
            <a:xfrm>
              <a:off x="7209976" y="31917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4" name="pt25824"/>
            <p:cNvSpPr/>
            <p:nvPr/>
          </p:nvSpPr>
          <p:spPr>
            <a:xfrm>
              <a:off x="7326847" y="3301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5" name="pt25825"/>
            <p:cNvSpPr/>
            <p:nvPr/>
          </p:nvSpPr>
          <p:spPr>
            <a:xfrm>
              <a:off x="7378887" y="30994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6" name="pt25826"/>
            <p:cNvSpPr/>
            <p:nvPr/>
          </p:nvSpPr>
          <p:spPr>
            <a:xfrm>
              <a:off x="7475263" y="31134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7" name="pt25827"/>
            <p:cNvSpPr/>
            <p:nvPr/>
          </p:nvSpPr>
          <p:spPr>
            <a:xfrm>
              <a:off x="7441109" y="3206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8" name="pt25828"/>
            <p:cNvSpPr/>
            <p:nvPr/>
          </p:nvSpPr>
          <p:spPr>
            <a:xfrm>
              <a:off x="7445943" y="32761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29" name="pt25829"/>
            <p:cNvSpPr/>
            <p:nvPr/>
          </p:nvSpPr>
          <p:spPr>
            <a:xfrm>
              <a:off x="7440128" y="3007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0" name="pt25830"/>
            <p:cNvSpPr/>
            <p:nvPr/>
          </p:nvSpPr>
          <p:spPr>
            <a:xfrm>
              <a:off x="7469780" y="3357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1" name="pt25831"/>
            <p:cNvSpPr/>
            <p:nvPr/>
          </p:nvSpPr>
          <p:spPr>
            <a:xfrm>
              <a:off x="7489967" y="30033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2" name="pt25832"/>
            <p:cNvSpPr/>
            <p:nvPr/>
          </p:nvSpPr>
          <p:spPr>
            <a:xfrm>
              <a:off x="7414247" y="3165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3" name="pt25833"/>
            <p:cNvSpPr/>
            <p:nvPr/>
          </p:nvSpPr>
          <p:spPr>
            <a:xfrm>
              <a:off x="7253855" y="348089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34" name="pt25834"/>
            <p:cNvSpPr/>
            <p:nvPr/>
          </p:nvSpPr>
          <p:spPr>
            <a:xfrm>
              <a:off x="7520385" y="3231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5" name="pt25835"/>
            <p:cNvSpPr/>
            <p:nvPr/>
          </p:nvSpPr>
          <p:spPr>
            <a:xfrm>
              <a:off x="7459979" y="3431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6" name="pt25836"/>
            <p:cNvSpPr/>
            <p:nvPr/>
          </p:nvSpPr>
          <p:spPr>
            <a:xfrm>
              <a:off x="7487009" y="3204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7" name="pt25837"/>
            <p:cNvSpPr/>
            <p:nvPr/>
          </p:nvSpPr>
          <p:spPr>
            <a:xfrm>
              <a:off x="7424819" y="3064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8" name="pt25838"/>
            <p:cNvSpPr/>
            <p:nvPr/>
          </p:nvSpPr>
          <p:spPr>
            <a:xfrm>
              <a:off x="7451968" y="3475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39" name="pt25839"/>
            <p:cNvSpPr/>
            <p:nvPr/>
          </p:nvSpPr>
          <p:spPr>
            <a:xfrm>
              <a:off x="7444796" y="3442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0" name="pt25840"/>
            <p:cNvSpPr/>
            <p:nvPr/>
          </p:nvSpPr>
          <p:spPr>
            <a:xfrm>
              <a:off x="7414425" y="3168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1" name="pt25841"/>
            <p:cNvSpPr/>
            <p:nvPr/>
          </p:nvSpPr>
          <p:spPr>
            <a:xfrm>
              <a:off x="7404604" y="36372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2" name="pt25842"/>
            <p:cNvSpPr/>
            <p:nvPr/>
          </p:nvSpPr>
          <p:spPr>
            <a:xfrm>
              <a:off x="7461819" y="3002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3" name="pt25843"/>
            <p:cNvSpPr/>
            <p:nvPr/>
          </p:nvSpPr>
          <p:spPr>
            <a:xfrm>
              <a:off x="7455430" y="3196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4" name="pt25844"/>
            <p:cNvSpPr/>
            <p:nvPr/>
          </p:nvSpPr>
          <p:spPr>
            <a:xfrm>
              <a:off x="7448151" y="3185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5" name="pt25845"/>
            <p:cNvSpPr/>
            <p:nvPr/>
          </p:nvSpPr>
          <p:spPr>
            <a:xfrm>
              <a:off x="7437595" y="3320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6" name="pt25846"/>
            <p:cNvSpPr/>
            <p:nvPr/>
          </p:nvSpPr>
          <p:spPr>
            <a:xfrm>
              <a:off x="7405987" y="3454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7" name="pt25847"/>
            <p:cNvSpPr/>
            <p:nvPr/>
          </p:nvSpPr>
          <p:spPr>
            <a:xfrm>
              <a:off x="7452663" y="3220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8" name="pt25848"/>
            <p:cNvSpPr/>
            <p:nvPr/>
          </p:nvSpPr>
          <p:spPr>
            <a:xfrm>
              <a:off x="7469902" y="3429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49" name="pt25849"/>
            <p:cNvSpPr/>
            <p:nvPr/>
          </p:nvSpPr>
          <p:spPr>
            <a:xfrm>
              <a:off x="7416034" y="3176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0" name="pt25850"/>
            <p:cNvSpPr/>
            <p:nvPr/>
          </p:nvSpPr>
          <p:spPr>
            <a:xfrm>
              <a:off x="7474518" y="3157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1" name="pt25851"/>
            <p:cNvSpPr/>
            <p:nvPr/>
          </p:nvSpPr>
          <p:spPr>
            <a:xfrm>
              <a:off x="7563558" y="32377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2" name="pt25852"/>
            <p:cNvSpPr/>
            <p:nvPr/>
          </p:nvSpPr>
          <p:spPr>
            <a:xfrm>
              <a:off x="7470708" y="3077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3" name="pt25853"/>
            <p:cNvSpPr/>
            <p:nvPr/>
          </p:nvSpPr>
          <p:spPr>
            <a:xfrm>
              <a:off x="7422664" y="3184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4" name="pt25854"/>
            <p:cNvSpPr/>
            <p:nvPr/>
          </p:nvSpPr>
          <p:spPr>
            <a:xfrm>
              <a:off x="7498130" y="3564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5" name="pt25855"/>
            <p:cNvSpPr/>
            <p:nvPr/>
          </p:nvSpPr>
          <p:spPr>
            <a:xfrm>
              <a:off x="7446601" y="35317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6" name="pt25856"/>
            <p:cNvSpPr/>
            <p:nvPr/>
          </p:nvSpPr>
          <p:spPr>
            <a:xfrm>
              <a:off x="7422285" y="3263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7" name="pt25857"/>
            <p:cNvSpPr/>
            <p:nvPr/>
          </p:nvSpPr>
          <p:spPr>
            <a:xfrm>
              <a:off x="7468550" y="3296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8" name="pt25858"/>
            <p:cNvSpPr/>
            <p:nvPr/>
          </p:nvSpPr>
          <p:spPr>
            <a:xfrm>
              <a:off x="7404441" y="32139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59" name="pt25859"/>
            <p:cNvSpPr/>
            <p:nvPr/>
          </p:nvSpPr>
          <p:spPr>
            <a:xfrm>
              <a:off x="7431552" y="3225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0" name="pt25860"/>
            <p:cNvSpPr/>
            <p:nvPr/>
          </p:nvSpPr>
          <p:spPr>
            <a:xfrm>
              <a:off x="7476059" y="34522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1" name="pt25861"/>
            <p:cNvSpPr/>
            <p:nvPr/>
          </p:nvSpPr>
          <p:spPr>
            <a:xfrm>
              <a:off x="7438192" y="3330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2" name="pt25862"/>
            <p:cNvSpPr/>
            <p:nvPr/>
          </p:nvSpPr>
          <p:spPr>
            <a:xfrm>
              <a:off x="7405306" y="3270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3" name="pt25863"/>
            <p:cNvSpPr/>
            <p:nvPr/>
          </p:nvSpPr>
          <p:spPr>
            <a:xfrm>
              <a:off x="7391565" y="32494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4" name="pt25864"/>
            <p:cNvSpPr/>
            <p:nvPr/>
          </p:nvSpPr>
          <p:spPr>
            <a:xfrm>
              <a:off x="7352031" y="32512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5" name="pt25865"/>
            <p:cNvSpPr/>
            <p:nvPr/>
          </p:nvSpPr>
          <p:spPr>
            <a:xfrm>
              <a:off x="7527218" y="3381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6" name="pt25866"/>
            <p:cNvSpPr/>
            <p:nvPr/>
          </p:nvSpPr>
          <p:spPr>
            <a:xfrm>
              <a:off x="7443861" y="32658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7" name="pt25867"/>
            <p:cNvSpPr/>
            <p:nvPr/>
          </p:nvSpPr>
          <p:spPr>
            <a:xfrm>
              <a:off x="7438037" y="3245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8" name="pt25868"/>
            <p:cNvSpPr/>
            <p:nvPr/>
          </p:nvSpPr>
          <p:spPr>
            <a:xfrm>
              <a:off x="7430289" y="3417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69" name="pt25869"/>
            <p:cNvSpPr/>
            <p:nvPr/>
          </p:nvSpPr>
          <p:spPr>
            <a:xfrm>
              <a:off x="7473585" y="33123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0" name="pt25870"/>
            <p:cNvSpPr/>
            <p:nvPr/>
          </p:nvSpPr>
          <p:spPr>
            <a:xfrm>
              <a:off x="7454309" y="3497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1" name="pt25871"/>
            <p:cNvSpPr/>
            <p:nvPr/>
          </p:nvSpPr>
          <p:spPr>
            <a:xfrm>
              <a:off x="7501385" y="2954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2" name="pt25872"/>
            <p:cNvSpPr/>
            <p:nvPr/>
          </p:nvSpPr>
          <p:spPr>
            <a:xfrm>
              <a:off x="7379699" y="31499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3" name="pt25873"/>
            <p:cNvSpPr/>
            <p:nvPr/>
          </p:nvSpPr>
          <p:spPr>
            <a:xfrm>
              <a:off x="7416715" y="3187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4" name="pt25874"/>
            <p:cNvSpPr/>
            <p:nvPr/>
          </p:nvSpPr>
          <p:spPr>
            <a:xfrm>
              <a:off x="7440060" y="3116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5" name="pt25875"/>
            <p:cNvSpPr/>
            <p:nvPr/>
          </p:nvSpPr>
          <p:spPr>
            <a:xfrm>
              <a:off x="7407184" y="32853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6" name="pt25876"/>
            <p:cNvSpPr/>
            <p:nvPr/>
          </p:nvSpPr>
          <p:spPr>
            <a:xfrm>
              <a:off x="7523532" y="3325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7" name="pt25877"/>
            <p:cNvSpPr/>
            <p:nvPr/>
          </p:nvSpPr>
          <p:spPr>
            <a:xfrm>
              <a:off x="7469055" y="3415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8" name="pt25878"/>
            <p:cNvSpPr/>
            <p:nvPr/>
          </p:nvSpPr>
          <p:spPr>
            <a:xfrm>
              <a:off x="7465542" y="3571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79" name="pt25879"/>
            <p:cNvSpPr/>
            <p:nvPr/>
          </p:nvSpPr>
          <p:spPr>
            <a:xfrm>
              <a:off x="7529332" y="3478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0" name="pt25880"/>
            <p:cNvSpPr/>
            <p:nvPr/>
          </p:nvSpPr>
          <p:spPr>
            <a:xfrm>
              <a:off x="7437690" y="32719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1" name="pt25881"/>
            <p:cNvSpPr/>
            <p:nvPr/>
          </p:nvSpPr>
          <p:spPr>
            <a:xfrm>
              <a:off x="7502637" y="3446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2" name="pt25882"/>
            <p:cNvSpPr/>
            <p:nvPr/>
          </p:nvSpPr>
          <p:spPr>
            <a:xfrm>
              <a:off x="8473574" y="313356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83" name="pt25883"/>
            <p:cNvSpPr/>
            <p:nvPr/>
          </p:nvSpPr>
          <p:spPr>
            <a:xfrm>
              <a:off x="7467990" y="31386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4" name="pt25884"/>
            <p:cNvSpPr/>
            <p:nvPr/>
          </p:nvSpPr>
          <p:spPr>
            <a:xfrm>
              <a:off x="7438475" y="3331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5" name="pt25885"/>
            <p:cNvSpPr/>
            <p:nvPr/>
          </p:nvSpPr>
          <p:spPr>
            <a:xfrm>
              <a:off x="7478520" y="3112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6" name="pt25886"/>
            <p:cNvSpPr/>
            <p:nvPr/>
          </p:nvSpPr>
          <p:spPr>
            <a:xfrm>
              <a:off x="7477782" y="3319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7" name="pt25887"/>
            <p:cNvSpPr/>
            <p:nvPr/>
          </p:nvSpPr>
          <p:spPr>
            <a:xfrm>
              <a:off x="7433018" y="31237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8" name="pt25888"/>
            <p:cNvSpPr/>
            <p:nvPr/>
          </p:nvSpPr>
          <p:spPr>
            <a:xfrm>
              <a:off x="7432337" y="3204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89" name="pt25889"/>
            <p:cNvSpPr/>
            <p:nvPr/>
          </p:nvSpPr>
          <p:spPr>
            <a:xfrm>
              <a:off x="7462229" y="31129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0" name="pt25890"/>
            <p:cNvSpPr/>
            <p:nvPr/>
          </p:nvSpPr>
          <p:spPr>
            <a:xfrm>
              <a:off x="7403442" y="32888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1" name="pt25891"/>
            <p:cNvSpPr/>
            <p:nvPr/>
          </p:nvSpPr>
          <p:spPr>
            <a:xfrm>
              <a:off x="7483516" y="3448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2" name="pt25892"/>
            <p:cNvSpPr/>
            <p:nvPr/>
          </p:nvSpPr>
          <p:spPr>
            <a:xfrm>
              <a:off x="7421462" y="30991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3" name="pt25893"/>
            <p:cNvSpPr/>
            <p:nvPr/>
          </p:nvSpPr>
          <p:spPr>
            <a:xfrm>
              <a:off x="7454983" y="3127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4" name="pt25894"/>
            <p:cNvSpPr/>
            <p:nvPr/>
          </p:nvSpPr>
          <p:spPr>
            <a:xfrm>
              <a:off x="7450550" y="3524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5" name="pt25895"/>
            <p:cNvSpPr/>
            <p:nvPr/>
          </p:nvSpPr>
          <p:spPr>
            <a:xfrm>
              <a:off x="7438518" y="32952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6" name="pt25896"/>
            <p:cNvSpPr/>
            <p:nvPr/>
          </p:nvSpPr>
          <p:spPr>
            <a:xfrm>
              <a:off x="7429854" y="3450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7" name="pt25897"/>
            <p:cNvSpPr/>
            <p:nvPr/>
          </p:nvSpPr>
          <p:spPr>
            <a:xfrm>
              <a:off x="7431638" y="3223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8" name="pt25898"/>
            <p:cNvSpPr/>
            <p:nvPr/>
          </p:nvSpPr>
          <p:spPr>
            <a:xfrm>
              <a:off x="7424090" y="3127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899" name="pt25899"/>
            <p:cNvSpPr/>
            <p:nvPr/>
          </p:nvSpPr>
          <p:spPr>
            <a:xfrm>
              <a:off x="7392444" y="35437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0" name="pt25900"/>
            <p:cNvSpPr/>
            <p:nvPr/>
          </p:nvSpPr>
          <p:spPr>
            <a:xfrm>
              <a:off x="7359088" y="28402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1" name="pt25901"/>
            <p:cNvSpPr/>
            <p:nvPr/>
          </p:nvSpPr>
          <p:spPr>
            <a:xfrm>
              <a:off x="7494245" y="3449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2" name="pt25902"/>
            <p:cNvSpPr/>
            <p:nvPr/>
          </p:nvSpPr>
          <p:spPr>
            <a:xfrm>
              <a:off x="7409195" y="3270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3" name="pt25903"/>
            <p:cNvSpPr/>
            <p:nvPr/>
          </p:nvSpPr>
          <p:spPr>
            <a:xfrm>
              <a:off x="8626946" y="388668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04" name="pt25904"/>
            <p:cNvSpPr/>
            <p:nvPr/>
          </p:nvSpPr>
          <p:spPr>
            <a:xfrm>
              <a:off x="7390631" y="31298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5" name="pt25905"/>
            <p:cNvSpPr/>
            <p:nvPr/>
          </p:nvSpPr>
          <p:spPr>
            <a:xfrm>
              <a:off x="7410070" y="30206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6" name="pt25906"/>
            <p:cNvSpPr/>
            <p:nvPr/>
          </p:nvSpPr>
          <p:spPr>
            <a:xfrm>
              <a:off x="7485359" y="3540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7" name="pt25907"/>
            <p:cNvSpPr/>
            <p:nvPr/>
          </p:nvSpPr>
          <p:spPr>
            <a:xfrm>
              <a:off x="7445752" y="2992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08" name="pt25908"/>
            <p:cNvSpPr/>
            <p:nvPr/>
          </p:nvSpPr>
          <p:spPr>
            <a:xfrm>
              <a:off x="8275277" y="360249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09" name="pt25909"/>
            <p:cNvSpPr/>
            <p:nvPr/>
          </p:nvSpPr>
          <p:spPr>
            <a:xfrm>
              <a:off x="7422630" y="3539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0" name="pt25910"/>
            <p:cNvSpPr/>
            <p:nvPr/>
          </p:nvSpPr>
          <p:spPr>
            <a:xfrm>
              <a:off x="7552698" y="36121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1" name="pt25911"/>
            <p:cNvSpPr/>
            <p:nvPr/>
          </p:nvSpPr>
          <p:spPr>
            <a:xfrm>
              <a:off x="7422223" y="30858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2" name="pt25912"/>
            <p:cNvSpPr/>
            <p:nvPr/>
          </p:nvSpPr>
          <p:spPr>
            <a:xfrm>
              <a:off x="7480888" y="34251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3" name="pt25913"/>
            <p:cNvSpPr/>
            <p:nvPr/>
          </p:nvSpPr>
          <p:spPr>
            <a:xfrm>
              <a:off x="7495566" y="3612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4" name="pt25914"/>
            <p:cNvSpPr/>
            <p:nvPr/>
          </p:nvSpPr>
          <p:spPr>
            <a:xfrm>
              <a:off x="7464538" y="3160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5" name="pt25915"/>
            <p:cNvSpPr/>
            <p:nvPr/>
          </p:nvSpPr>
          <p:spPr>
            <a:xfrm>
              <a:off x="7469948" y="3427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6" name="pt25916"/>
            <p:cNvSpPr/>
            <p:nvPr/>
          </p:nvSpPr>
          <p:spPr>
            <a:xfrm>
              <a:off x="7415889" y="2824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7" name="pt25917"/>
            <p:cNvSpPr/>
            <p:nvPr/>
          </p:nvSpPr>
          <p:spPr>
            <a:xfrm>
              <a:off x="7402496" y="31497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8" name="pt25918"/>
            <p:cNvSpPr/>
            <p:nvPr/>
          </p:nvSpPr>
          <p:spPr>
            <a:xfrm>
              <a:off x="7457457" y="33931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19" name="pt25919"/>
            <p:cNvSpPr/>
            <p:nvPr/>
          </p:nvSpPr>
          <p:spPr>
            <a:xfrm>
              <a:off x="7418647" y="2863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0" name="pt25920"/>
            <p:cNvSpPr/>
            <p:nvPr/>
          </p:nvSpPr>
          <p:spPr>
            <a:xfrm>
              <a:off x="7485877" y="3554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1" name="pt25921"/>
            <p:cNvSpPr/>
            <p:nvPr/>
          </p:nvSpPr>
          <p:spPr>
            <a:xfrm>
              <a:off x="7429843" y="3571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2" name="pt25922"/>
            <p:cNvSpPr/>
            <p:nvPr/>
          </p:nvSpPr>
          <p:spPr>
            <a:xfrm>
              <a:off x="7435090" y="3594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3" name="pt25923"/>
            <p:cNvSpPr/>
            <p:nvPr/>
          </p:nvSpPr>
          <p:spPr>
            <a:xfrm>
              <a:off x="7438067" y="3283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4" name="pt25924"/>
            <p:cNvSpPr/>
            <p:nvPr/>
          </p:nvSpPr>
          <p:spPr>
            <a:xfrm>
              <a:off x="7490838" y="3542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5" name="pt25925"/>
            <p:cNvSpPr/>
            <p:nvPr/>
          </p:nvSpPr>
          <p:spPr>
            <a:xfrm>
              <a:off x="7397930" y="3130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6" name="pt25926"/>
            <p:cNvSpPr/>
            <p:nvPr/>
          </p:nvSpPr>
          <p:spPr>
            <a:xfrm>
              <a:off x="7422826" y="3516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7" name="pt25927"/>
            <p:cNvSpPr/>
            <p:nvPr/>
          </p:nvSpPr>
          <p:spPr>
            <a:xfrm>
              <a:off x="7410548" y="33143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8" name="pt25928"/>
            <p:cNvSpPr/>
            <p:nvPr/>
          </p:nvSpPr>
          <p:spPr>
            <a:xfrm>
              <a:off x="7492653" y="3520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29" name="pt25929"/>
            <p:cNvSpPr/>
            <p:nvPr/>
          </p:nvSpPr>
          <p:spPr>
            <a:xfrm>
              <a:off x="7511484" y="3711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0" name="pt25930"/>
            <p:cNvSpPr/>
            <p:nvPr/>
          </p:nvSpPr>
          <p:spPr>
            <a:xfrm>
              <a:off x="7345485" y="33176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1" name="pt25931"/>
            <p:cNvSpPr/>
            <p:nvPr/>
          </p:nvSpPr>
          <p:spPr>
            <a:xfrm>
              <a:off x="7454134" y="33628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2" name="pt25932"/>
            <p:cNvSpPr/>
            <p:nvPr/>
          </p:nvSpPr>
          <p:spPr>
            <a:xfrm>
              <a:off x="7470148" y="3187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3" name="pt25933"/>
            <p:cNvSpPr/>
            <p:nvPr/>
          </p:nvSpPr>
          <p:spPr>
            <a:xfrm>
              <a:off x="7441521" y="3116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4" name="pt25934"/>
            <p:cNvSpPr/>
            <p:nvPr/>
          </p:nvSpPr>
          <p:spPr>
            <a:xfrm>
              <a:off x="8547343" y="352489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35" name="pt25935"/>
            <p:cNvSpPr/>
            <p:nvPr/>
          </p:nvSpPr>
          <p:spPr>
            <a:xfrm>
              <a:off x="7417408" y="3110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6" name="pt25936"/>
            <p:cNvSpPr/>
            <p:nvPr/>
          </p:nvSpPr>
          <p:spPr>
            <a:xfrm>
              <a:off x="7447456" y="3088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7" name="pt25937"/>
            <p:cNvSpPr/>
            <p:nvPr/>
          </p:nvSpPr>
          <p:spPr>
            <a:xfrm>
              <a:off x="7472789" y="3251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8" name="pt25938"/>
            <p:cNvSpPr/>
            <p:nvPr/>
          </p:nvSpPr>
          <p:spPr>
            <a:xfrm>
              <a:off x="7424070" y="29414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39" name="pt25939"/>
            <p:cNvSpPr/>
            <p:nvPr/>
          </p:nvSpPr>
          <p:spPr>
            <a:xfrm>
              <a:off x="7405191" y="3543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0" name="pt25940"/>
            <p:cNvSpPr/>
            <p:nvPr/>
          </p:nvSpPr>
          <p:spPr>
            <a:xfrm>
              <a:off x="7455958" y="3482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1" name="pt25941"/>
            <p:cNvSpPr/>
            <p:nvPr/>
          </p:nvSpPr>
          <p:spPr>
            <a:xfrm>
              <a:off x="7429622" y="3070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2" name="pt25942"/>
            <p:cNvSpPr/>
            <p:nvPr/>
          </p:nvSpPr>
          <p:spPr>
            <a:xfrm>
              <a:off x="7468733" y="3550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3" name="pt25943"/>
            <p:cNvSpPr/>
            <p:nvPr/>
          </p:nvSpPr>
          <p:spPr>
            <a:xfrm>
              <a:off x="7446550" y="3096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4" name="pt25944"/>
            <p:cNvSpPr/>
            <p:nvPr/>
          </p:nvSpPr>
          <p:spPr>
            <a:xfrm>
              <a:off x="7494013" y="33887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5" name="pt25945"/>
            <p:cNvSpPr/>
            <p:nvPr/>
          </p:nvSpPr>
          <p:spPr>
            <a:xfrm>
              <a:off x="7405411" y="30812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6" name="pt25946"/>
            <p:cNvSpPr/>
            <p:nvPr/>
          </p:nvSpPr>
          <p:spPr>
            <a:xfrm>
              <a:off x="7401505" y="3395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7" name="pt25947"/>
            <p:cNvSpPr/>
            <p:nvPr/>
          </p:nvSpPr>
          <p:spPr>
            <a:xfrm>
              <a:off x="7614632" y="3411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8" name="pt25948"/>
            <p:cNvSpPr/>
            <p:nvPr/>
          </p:nvSpPr>
          <p:spPr>
            <a:xfrm>
              <a:off x="7427900" y="30679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49" name="pt25949"/>
            <p:cNvSpPr/>
            <p:nvPr/>
          </p:nvSpPr>
          <p:spPr>
            <a:xfrm>
              <a:off x="7424032" y="2956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0" name="pt25950"/>
            <p:cNvSpPr/>
            <p:nvPr/>
          </p:nvSpPr>
          <p:spPr>
            <a:xfrm>
              <a:off x="7484724" y="32908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1" name="pt25951"/>
            <p:cNvSpPr/>
            <p:nvPr/>
          </p:nvSpPr>
          <p:spPr>
            <a:xfrm>
              <a:off x="7432519" y="3408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2" name="pt25952"/>
            <p:cNvSpPr/>
            <p:nvPr/>
          </p:nvSpPr>
          <p:spPr>
            <a:xfrm>
              <a:off x="7394153" y="3081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3" name="pt25953"/>
            <p:cNvSpPr/>
            <p:nvPr/>
          </p:nvSpPr>
          <p:spPr>
            <a:xfrm>
              <a:off x="7401863" y="3355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4" name="pt25954"/>
            <p:cNvSpPr/>
            <p:nvPr/>
          </p:nvSpPr>
          <p:spPr>
            <a:xfrm>
              <a:off x="7497526" y="3111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5" name="pt25955"/>
            <p:cNvSpPr/>
            <p:nvPr/>
          </p:nvSpPr>
          <p:spPr>
            <a:xfrm>
              <a:off x="7420559" y="3016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6" name="pt25956"/>
            <p:cNvSpPr/>
            <p:nvPr/>
          </p:nvSpPr>
          <p:spPr>
            <a:xfrm>
              <a:off x="7502333" y="34714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7" name="pt25957"/>
            <p:cNvSpPr/>
            <p:nvPr/>
          </p:nvSpPr>
          <p:spPr>
            <a:xfrm>
              <a:off x="7432424" y="3209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8" name="pt25958"/>
            <p:cNvSpPr/>
            <p:nvPr/>
          </p:nvSpPr>
          <p:spPr>
            <a:xfrm>
              <a:off x="6796931" y="32617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59" name="pt25959"/>
            <p:cNvSpPr/>
            <p:nvPr/>
          </p:nvSpPr>
          <p:spPr>
            <a:xfrm>
              <a:off x="7341406" y="3173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0" name="pt25960"/>
            <p:cNvSpPr/>
            <p:nvPr/>
          </p:nvSpPr>
          <p:spPr>
            <a:xfrm>
              <a:off x="7429046" y="31481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1" name="pt25961"/>
            <p:cNvSpPr/>
            <p:nvPr/>
          </p:nvSpPr>
          <p:spPr>
            <a:xfrm>
              <a:off x="7297213" y="315742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62" name="pt25962"/>
            <p:cNvSpPr/>
            <p:nvPr/>
          </p:nvSpPr>
          <p:spPr>
            <a:xfrm>
              <a:off x="7442006" y="31991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3" name="pt25963"/>
            <p:cNvSpPr/>
            <p:nvPr/>
          </p:nvSpPr>
          <p:spPr>
            <a:xfrm>
              <a:off x="7442410" y="3111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4" name="pt25964"/>
            <p:cNvSpPr/>
            <p:nvPr/>
          </p:nvSpPr>
          <p:spPr>
            <a:xfrm>
              <a:off x="7420226" y="3130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5" name="pt25965"/>
            <p:cNvSpPr/>
            <p:nvPr/>
          </p:nvSpPr>
          <p:spPr>
            <a:xfrm>
              <a:off x="7433893" y="33025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6" name="pt25966"/>
            <p:cNvSpPr/>
            <p:nvPr/>
          </p:nvSpPr>
          <p:spPr>
            <a:xfrm>
              <a:off x="7466754" y="3399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7" name="pt25967"/>
            <p:cNvSpPr/>
            <p:nvPr/>
          </p:nvSpPr>
          <p:spPr>
            <a:xfrm>
              <a:off x="7454360" y="32988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8" name="pt25968"/>
            <p:cNvSpPr/>
            <p:nvPr/>
          </p:nvSpPr>
          <p:spPr>
            <a:xfrm>
              <a:off x="7398102" y="35806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69" name="pt25969"/>
            <p:cNvSpPr/>
            <p:nvPr/>
          </p:nvSpPr>
          <p:spPr>
            <a:xfrm>
              <a:off x="7484656" y="3423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0" name="pt25970"/>
            <p:cNvSpPr/>
            <p:nvPr/>
          </p:nvSpPr>
          <p:spPr>
            <a:xfrm>
              <a:off x="7414856" y="3054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1" name="pt25971"/>
            <p:cNvSpPr/>
            <p:nvPr/>
          </p:nvSpPr>
          <p:spPr>
            <a:xfrm>
              <a:off x="7440723" y="31199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2" name="pt25972"/>
            <p:cNvSpPr/>
            <p:nvPr/>
          </p:nvSpPr>
          <p:spPr>
            <a:xfrm>
              <a:off x="7475714" y="3231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3" name="pt25973"/>
            <p:cNvSpPr/>
            <p:nvPr/>
          </p:nvSpPr>
          <p:spPr>
            <a:xfrm>
              <a:off x="7454740" y="33746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4" name="pt25974"/>
            <p:cNvSpPr/>
            <p:nvPr/>
          </p:nvSpPr>
          <p:spPr>
            <a:xfrm>
              <a:off x="7407315" y="3123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5" name="pt25975"/>
            <p:cNvSpPr/>
            <p:nvPr/>
          </p:nvSpPr>
          <p:spPr>
            <a:xfrm>
              <a:off x="7447567" y="30750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6" name="pt25976"/>
            <p:cNvSpPr/>
            <p:nvPr/>
          </p:nvSpPr>
          <p:spPr>
            <a:xfrm>
              <a:off x="7608299" y="3578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7" name="pt25977"/>
            <p:cNvSpPr/>
            <p:nvPr/>
          </p:nvSpPr>
          <p:spPr>
            <a:xfrm>
              <a:off x="7489282" y="3265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8" name="pt25978"/>
            <p:cNvSpPr/>
            <p:nvPr/>
          </p:nvSpPr>
          <p:spPr>
            <a:xfrm>
              <a:off x="7478630" y="34664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79" name="pt25979"/>
            <p:cNvSpPr/>
            <p:nvPr/>
          </p:nvSpPr>
          <p:spPr>
            <a:xfrm>
              <a:off x="7431057" y="3123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0" name="pt25980"/>
            <p:cNvSpPr/>
            <p:nvPr/>
          </p:nvSpPr>
          <p:spPr>
            <a:xfrm>
              <a:off x="7442509" y="3131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1" name="pt25981"/>
            <p:cNvSpPr/>
            <p:nvPr/>
          </p:nvSpPr>
          <p:spPr>
            <a:xfrm>
              <a:off x="7457756" y="3054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2" name="pt25982"/>
            <p:cNvSpPr/>
            <p:nvPr/>
          </p:nvSpPr>
          <p:spPr>
            <a:xfrm>
              <a:off x="7432006" y="3151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3" name="pt25983"/>
            <p:cNvSpPr/>
            <p:nvPr/>
          </p:nvSpPr>
          <p:spPr>
            <a:xfrm>
              <a:off x="7463707" y="2984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4" name="pt25984"/>
            <p:cNvSpPr/>
            <p:nvPr/>
          </p:nvSpPr>
          <p:spPr>
            <a:xfrm>
              <a:off x="7414185" y="3073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5" name="pt25985"/>
            <p:cNvSpPr/>
            <p:nvPr/>
          </p:nvSpPr>
          <p:spPr>
            <a:xfrm>
              <a:off x="7526602" y="32557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6" name="pt25986"/>
            <p:cNvSpPr/>
            <p:nvPr/>
          </p:nvSpPr>
          <p:spPr>
            <a:xfrm>
              <a:off x="7442194" y="3135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7" name="pt25987"/>
            <p:cNvSpPr/>
            <p:nvPr/>
          </p:nvSpPr>
          <p:spPr>
            <a:xfrm>
              <a:off x="7422653" y="30875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8" name="pt25988"/>
            <p:cNvSpPr/>
            <p:nvPr/>
          </p:nvSpPr>
          <p:spPr>
            <a:xfrm>
              <a:off x="7403478" y="3222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89" name="pt25989"/>
            <p:cNvSpPr/>
            <p:nvPr/>
          </p:nvSpPr>
          <p:spPr>
            <a:xfrm>
              <a:off x="7448835" y="3136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0" name="pt25990"/>
            <p:cNvSpPr/>
            <p:nvPr/>
          </p:nvSpPr>
          <p:spPr>
            <a:xfrm>
              <a:off x="7389248" y="3094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1" name="pt25991"/>
            <p:cNvSpPr/>
            <p:nvPr/>
          </p:nvSpPr>
          <p:spPr>
            <a:xfrm>
              <a:off x="7345265" y="3360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2" name="pt25992"/>
            <p:cNvSpPr/>
            <p:nvPr/>
          </p:nvSpPr>
          <p:spPr>
            <a:xfrm>
              <a:off x="7405618" y="3152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3" name="pt25993"/>
            <p:cNvSpPr/>
            <p:nvPr/>
          </p:nvSpPr>
          <p:spPr>
            <a:xfrm>
              <a:off x="7456312" y="34492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4" name="pt25994"/>
            <p:cNvSpPr/>
            <p:nvPr/>
          </p:nvSpPr>
          <p:spPr>
            <a:xfrm>
              <a:off x="7448003" y="33064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5" name="pt25995"/>
            <p:cNvSpPr/>
            <p:nvPr/>
          </p:nvSpPr>
          <p:spPr>
            <a:xfrm>
              <a:off x="7464352" y="3289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6" name="pt25996"/>
            <p:cNvSpPr/>
            <p:nvPr/>
          </p:nvSpPr>
          <p:spPr>
            <a:xfrm>
              <a:off x="7356262" y="3245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7" name="pt25997"/>
            <p:cNvSpPr/>
            <p:nvPr/>
          </p:nvSpPr>
          <p:spPr>
            <a:xfrm>
              <a:off x="7435208" y="35264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8" name="pt25998"/>
            <p:cNvSpPr/>
            <p:nvPr/>
          </p:nvSpPr>
          <p:spPr>
            <a:xfrm>
              <a:off x="7459828" y="3214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5999" name="pt25999"/>
            <p:cNvSpPr/>
            <p:nvPr/>
          </p:nvSpPr>
          <p:spPr>
            <a:xfrm>
              <a:off x="7398425" y="31094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0" name="pt26000"/>
            <p:cNvSpPr/>
            <p:nvPr/>
          </p:nvSpPr>
          <p:spPr>
            <a:xfrm>
              <a:off x="7414661" y="3232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1" name="pt26001"/>
            <p:cNvSpPr/>
            <p:nvPr/>
          </p:nvSpPr>
          <p:spPr>
            <a:xfrm>
              <a:off x="7395711" y="3129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2" name="pt26002"/>
            <p:cNvSpPr/>
            <p:nvPr/>
          </p:nvSpPr>
          <p:spPr>
            <a:xfrm>
              <a:off x="7432751" y="30527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3" name="pt26003"/>
            <p:cNvSpPr/>
            <p:nvPr/>
          </p:nvSpPr>
          <p:spPr>
            <a:xfrm>
              <a:off x="7475151" y="31988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4" name="pt26004"/>
            <p:cNvSpPr/>
            <p:nvPr/>
          </p:nvSpPr>
          <p:spPr>
            <a:xfrm>
              <a:off x="7450909" y="30374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5" name="pt26005"/>
            <p:cNvSpPr/>
            <p:nvPr/>
          </p:nvSpPr>
          <p:spPr>
            <a:xfrm>
              <a:off x="7342351" y="313643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06" name="pt26006"/>
            <p:cNvSpPr/>
            <p:nvPr/>
          </p:nvSpPr>
          <p:spPr>
            <a:xfrm>
              <a:off x="7441928" y="3098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7" name="pt26007"/>
            <p:cNvSpPr/>
            <p:nvPr/>
          </p:nvSpPr>
          <p:spPr>
            <a:xfrm>
              <a:off x="7437140" y="3098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8" name="pt26008"/>
            <p:cNvSpPr/>
            <p:nvPr/>
          </p:nvSpPr>
          <p:spPr>
            <a:xfrm>
              <a:off x="7408549" y="3210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09" name="pt26009"/>
            <p:cNvSpPr/>
            <p:nvPr/>
          </p:nvSpPr>
          <p:spPr>
            <a:xfrm>
              <a:off x="7491862" y="3175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0" name="pt26010"/>
            <p:cNvSpPr/>
            <p:nvPr/>
          </p:nvSpPr>
          <p:spPr>
            <a:xfrm>
              <a:off x="7388208" y="3162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1" name="pt26011"/>
            <p:cNvSpPr/>
            <p:nvPr/>
          </p:nvSpPr>
          <p:spPr>
            <a:xfrm>
              <a:off x="7414391" y="3425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2" name="pt26012"/>
            <p:cNvSpPr/>
            <p:nvPr/>
          </p:nvSpPr>
          <p:spPr>
            <a:xfrm>
              <a:off x="7485637" y="3468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3" name="pt26013"/>
            <p:cNvSpPr/>
            <p:nvPr/>
          </p:nvSpPr>
          <p:spPr>
            <a:xfrm>
              <a:off x="7467893" y="3174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4" name="pt26014"/>
            <p:cNvSpPr/>
            <p:nvPr/>
          </p:nvSpPr>
          <p:spPr>
            <a:xfrm>
              <a:off x="7461022" y="32123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5" name="pt26015"/>
            <p:cNvSpPr/>
            <p:nvPr/>
          </p:nvSpPr>
          <p:spPr>
            <a:xfrm>
              <a:off x="7445064" y="3186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6" name="pt26016"/>
            <p:cNvSpPr/>
            <p:nvPr/>
          </p:nvSpPr>
          <p:spPr>
            <a:xfrm>
              <a:off x="7389749" y="3062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7" name="pt26017"/>
            <p:cNvSpPr/>
            <p:nvPr/>
          </p:nvSpPr>
          <p:spPr>
            <a:xfrm>
              <a:off x="7446800" y="30400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8" name="pt26018"/>
            <p:cNvSpPr/>
            <p:nvPr/>
          </p:nvSpPr>
          <p:spPr>
            <a:xfrm>
              <a:off x="7431607" y="3318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19" name="pt26019"/>
            <p:cNvSpPr/>
            <p:nvPr/>
          </p:nvSpPr>
          <p:spPr>
            <a:xfrm>
              <a:off x="7405321" y="3404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0" name="pt26020"/>
            <p:cNvSpPr/>
            <p:nvPr/>
          </p:nvSpPr>
          <p:spPr>
            <a:xfrm>
              <a:off x="7372544" y="3088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1" name="pt26021"/>
            <p:cNvSpPr/>
            <p:nvPr/>
          </p:nvSpPr>
          <p:spPr>
            <a:xfrm>
              <a:off x="7455106" y="31132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2" name="pt26022"/>
            <p:cNvSpPr/>
            <p:nvPr/>
          </p:nvSpPr>
          <p:spPr>
            <a:xfrm>
              <a:off x="7486742" y="34042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3" name="pt26023"/>
            <p:cNvSpPr/>
            <p:nvPr/>
          </p:nvSpPr>
          <p:spPr>
            <a:xfrm>
              <a:off x="7379276" y="30704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4" name="pt26024"/>
            <p:cNvSpPr/>
            <p:nvPr/>
          </p:nvSpPr>
          <p:spPr>
            <a:xfrm>
              <a:off x="7413489" y="3180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5" name="pt26025"/>
            <p:cNvSpPr/>
            <p:nvPr/>
          </p:nvSpPr>
          <p:spPr>
            <a:xfrm>
              <a:off x="7432209" y="3088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6" name="pt26026"/>
            <p:cNvSpPr/>
            <p:nvPr/>
          </p:nvSpPr>
          <p:spPr>
            <a:xfrm>
              <a:off x="7439838" y="3277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7" name="pt26027"/>
            <p:cNvSpPr/>
            <p:nvPr/>
          </p:nvSpPr>
          <p:spPr>
            <a:xfrm>
              <a:off x="7391982" y="3147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8" name="pt26028"/>
            <p:cNvSpPr/>
            <p:nvPr/>
          </p:nvSpPr>
          <p:spPr>
            <a:xfrm>
              <a:off x="7420482" y="33944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29" name="pt26029"/>
            <p:cNvSpPr/>
            <p:nvPr/>
          </p:nvSpPr>
          <p:spPr>
            <a:xfrm>
              <a:off x="7440456" y="3199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0" name="pt26030"/>
            <p:cNvSpPr/>
            <p:nvPr/>
          </p:nvSpPr>
          <p:spPr>
            <a:xfrm>
              <a:off x="7452811" y="3276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1" name="pt26031"/>
            <p:cNvSpPr/>
            <p:nvPr/>
          </p:nvSpPr>
          <p:spPr>
            <a:xfrm>
              <a:off x="7488137" y="3430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2" name="pt26032"/>
            <p:cNvSpPr/>
            <p:nvPr/>
          </p:nvSpPr>
          <p:spPr>
            <a:xfrm>
              <a:off x="7421347" y="3155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3" name="pt26033"/>
            <p:cNvSpPr/>
            <p:nvPr/>
          </p:nvSpPr>
          <p:spPr>
            <a:xfrm>
              <a:off x="7444698" y="32012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4" name="pt26034"/>
            <p:cNvSpPr/>
            <p:nvPr/>
          </p:nvSpPr>
          <p:spPr>
            <a:xfrm>
              <a:off x="7477907" y="3580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5" name="pt26035"/>
            <p:cNvSpPr/>
            <p:nvPr/>
          </p:nvSpPr>
          <p:spPr>
            <a:xfrm>
              <a:off x="7443563" y="3186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6" name="pt26036"/>
            <p:cNvSpPr/>
            <p:nvPr/>
          </p:nvSpPr>
          <p:spPr>
            <a:xfrm>
              <a:off x="7332714" y="315595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37" name="pt26037"/>
            <p:cNvSpPr/>
            <p:nvPr/>
          </p:nvSpPr>
          <p:spPr>
            <a:xfrm>
              <a:off x="7405148" y="2966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8" name="pt26038"/>
            <p:cNvSpPr/>
            <p:nvPr/>
          </p:nvSpPr>
          <p:spPr>
            <a:xfrm>
              <a:off x="7434937" y="3129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39" name="pt26039"/>
            <p:cNvSpPr/>
            <p:nvPr/>
          </p:nvSpPr>
          <p:spPr>
            <a:xfrm>
              <a:off x="7462336" y="3619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0" name="pt26040"/>
            <p:cNvSpPr/>
            <p:nvPr/>
          </p:nvSpPr>
          <p:spPr>
            <a:xfrm>
              <a:off x="7459371" y="34726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1" name="pt26041"/>
            <p:cNvSpPr/>
            <p:nvPr/>
          </p:nvSpPr>
          <p:spPr>
            <a:xfrm>
              <a:off x="7437902" y="3295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2" name="pt26042"/>
            <p:cNvSpPr/>
            <p:nvPr/>
          </p:nvSpPr>
          <p:spPr>
            <a:xfrm>
              <a:off x="7429044" y="3073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3" name="pt26043"/>
            <p:cNvSpPr/>
            <p:nvPr/>
          </p:nvSpPr>
          <p:spPr>
            <a:xfrm>
              <a:off x="7912283" y="3288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4" name="pt26044"/>
            <p:cNvSpPr/>
            <p:nvPr/>
          </p:nvSpPr>
          <p:spPr>
            <a:xfrm>
              <a:off x="7515465" y="32107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5" name="pt26045"/>
            <p:cNvSpPr/>
            <p:nvPr/>
          </p:nvSpPr>
          <p:spPr>
            <a:xfrm>
              <a:off x="7409338" y="3164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6" name="pt26046"/>
            <p:cNvSpPr/>
            <p:nvPr/>
          </p:nvSpPr>
          <p:spPr>
            <a:xfrm>
              <a:off x="7404060" y="3169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7" name="pt26047"/>
            <p:cNvSpPr/>
            <p:nvPr/>
          </p:nvSpPr>
          <p:spPr>
            <a:xfrm>
              <a:off x="7429918" y="31124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8" name="pt26048"/>
            <p:cNvSpPr/>
            <p:nvPr/>
          </p:nvSpPr>
          <p:spPr>
            <a:xfrm>
              <a:off x="7474690" y="3401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49" name="pt26049"/>
            <p:cNvSpPr/>
            <p:nvPr/>
          </p:nvSpPr>
          <p:spPr>
            <a:xfrm>
              <a:off x="7438670" y="3203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0" name="pt26050"/>
            <p:cNvSpPr/>
            <p:nvPr/>
          </p:nvSpPr>
          <p:spPr>
            <a:xfrm>
              <a:off x="7495738" y="3447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1" name="pt26051"/>
            <p:cNvSpPr/>
            <p:nvPr/>
          </p:nvSpPr>
          <p:spPr>
            <a:xfrm>
              <a:off x="7453856" y="32031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2" name="pt26052"/>
            <p:cNvSpPr/>
            <p:nvPr/>
          </p:nvSpPr>
          <p:spPr>
            <a:xfrm>
              <a:off x="7429625" y="3210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3" name="pt26053"/>
            <p:cNvSpPr/>
            <p:nvPr/>
          </p:nvSpPr>
          <p:spPr>
            <a:xfrm>
              <a:off x="7476386" y="3353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4" name="pt26054"/>
            <p:cNvSpPr/>
            <p:nvPr/>
          </p:nvSpPr>
          <p:spPr>
            <a:xfrm>
              <a:off x="7435315" y="33967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5" name="pt26055"/>
            <p:cNvSpPr/>
            <p:nvPr/>
          </p:nvSpPr>
          <p:spPr>
            <a:xfrm>
              <a:off x="7481729" y="3372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6" name="pt26056"/>
            <p:cNvSpPr/>
            <p:nvPr/>
          </p:nvSpPr>
          <p:spPr>
            <a:xfrm>
              <a:off x="7346539" y="33389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7" name="pt26057"/>
            <p:cNvSpPr/>
            <p:nvPr/>
          </p:nvSpPr>
          <p:spPr>
            <a:xfrm>
              <a:off x="7431810" y="3190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8" name="pt26058"/>
            <p:cNvSpPr/>
            <p:nvPr/>
          </p:nvSpPr>
          <p:spPr>
            <a:xfrm>
              <a:off x="7495226" y="3316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59" name="pt26059"/>
            <p:cNvSpPr/>
            <p:nvPr/>
          </p:nvSpPr>
          <p:spPr>
            <a:xfrm>
              <a:off x="7421491" y="32391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0" name="pt26060"/>
            <p:cNvSpPr/>
            <p:nvPr/>
          </p:nvSpPr>
          <p:spPr>
            <a:xfrm>
              <a:off x="7466913" y="3179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1" name="pt26061"/>
            <p:cNvSpPr/>
            <p:nvPr/>
          </p:nvSpPr>
          <p:spPr>
            <a:xfrm>
              <a:off x="7455650" y="3188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2" name="pt26062"/>
            <p:cNvSpPr/>
            <p:nvPr/>
          </p:nvSpPr>
          <p:spPr>
            <a:xfrm>
              <a:off x="8139671" y="3230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3" name="pt26063"/>
            <p:cNvSpPr/>
            <p:nvPr/>
          </p:nvSpPr>
          <p:spPr>
            <a:xfrm>
              <a:off x="7449874" y="3097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4" name="pt26064"/>
            <p:cNvSpPr/>
            <p:nvPr/>
          </p:nvSpPr>
          <p:spPr>
            <a:xfrm>
              <a:off x="7440494" y="3190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5" name="pt26065"/>
            <p:cNvSpPr/>
            <p:nvPr/>
          </p:nvSpPr>
          <p:spPr>
            <a:xfrm>
              <a:off x="7453706" y="3087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6" name="pt26066"/>
            <p:cNvSpPr/>
            <p:nvPr/>
          </p:nvSpPr>
          <p:spPr>
            <a:xfrm>
              <a:off x="7481432" y="3132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7" name="pt26067"/>
            <p:cNvSpPr/>
            <p:nvPr/>
          </p:nvSpPr>
          <p:spPr>
            <a:xfrm>
              <a:off x="7462674" y="33790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8" name="pt26068"/>
            <p:cNvSpPr/>
            <p:nvPr/>
          </p:nvSpPr>
          <p:spPr>
            <a:xfrm>
              <a:off x="7464448" y="3187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69" name="pt26069"/>
            <p:cNvSpPr/>
            <p:nvPr/>
          </p:nvSpPr>
          <p:spPr>
            <a:xfrm>
              <a:off x="7363700" y="3317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0" name="pt26070"/>
            <p:cNvSpPr/>
            <p:nvPr/>
          </p:nvSpPr>
          <p:spPr>
            <a:xfrm>
              <a:off x="7477027" y="3259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1" name="pt26071"/>
            <p:cNvSpPr/>
            <p:nvPr/>
          </p:nvSpPr>
          <p:spPr>
            <a:xfrm>
              <a:off x="7414638" y="3232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2" name="pt26072"/>
            <p:cNvSpPr/>
            <p:nvPr/>
          </p:nvSpPr>
          <p:spPr>
            <a:xfrm>
              <a:off x="7421406" y="3143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3" name="pt26073"/>
            <p:cNvSpPr/>
            <p:nvPr/>
          </p:nvSpPr>
          <p:spPr>
            <a:xfrm>
              <a:off x="7420766" y="31246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4" name="pt26074"/>
            <p:cNvSpPr/>
            <p:nvPr/>
          </p:nvSpPr>
          <p:spPr>
            <a:xfrm>
              <a:off x="7568998" y="2966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5" name="pt26075"/>
            <p:cNvSpPr/>
            <p:nvPr/>
          </p:nvSpPr>
          <p:spPr>
            <a:xfrm>
              <a:off x="7499530" y="3573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6" name="pt26076"/>
            <p:cNvSpPr/>
            <p:nvPr/>
          </p:nvSpPr>
          <p:spPr>
            <a:xfrm>
              <a:off x="7428723" y="29540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7" name="pt26077"/>
            <p:cNvSpPr/>
            <p:nvPr/>
          </p:nvSpPr>
          <p:spPr>
            <a:xfrm>
              <a:off x="7393266" y="3321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8" name="pt26078"/>
            <p:cNvSpPr/>
            <p:nvPr/>
          </p:nvSpPr>
          <p:spPr>
            <a:xfrm>
              <a:off x="7452731" y="3207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79" name="pt26079"/>
            <p:cNvSpPr/>
            <p:nvPr/>
          </p:nvSpPr>
          <p:spPr>
            <a:xfrm>
              <a:off x="7702844" y="348567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80" name="pt26080"/>
            <p:cNvSpPr/>
            <p:nvPr/>
          </p:nvSpPr>
          <p:spPr>
            <a:xfrm>
              <a:off x="7467171" y="3523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1" name="pt26081"/>
            <p:cNvSpPr/>
            <p:nvPr/>
          </p:nvSpPr>
          <p:spPr>
            <a:xfrm>
              <a:off x="7401698" y="3460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2" name="pt26082"/>
            <p:cNvSpPr/>
            <p:nvPr/>
          </p:nvSpPr>
          <p:spPr>
            <a:xfrm>
              <a:off x="7413335" y="3105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3" name="pt26083"/>
            <p:cNvSpPr/>
            <p:nvPr/>
          </p:nvSpPr>
          <p:spPr>
            <a:xfrm>
              <a:off x="7453385" y="3240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4" name="pt26084"/>
            <p:cNvSpPr/>
            <p:nvPr/>
          </p:nvSpPr>
          <p:spPr>
            <a:xfrm>
              <a:off x="7409695" y="3214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5" name="pt26085"/>
            <p:cNvSpPr/>
            <p:nvPr/>
          </p:nvSpPr>
          <p:spPr>
            <a:xfrm>
              <a:off x="7417985" y="30033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6" name="pt26086"/>
            <p:cNvSpPr/>
            <p:nvPr/>
          </p:nvSpPr>
          <p:spPr>
            <a:xfrm>
              <a:off x="7443978" y="3110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7" name="pt26087"/>
            <p:cNvSpPr/>
            <p:nvPr/>
          </p:nvSpPr>
          <p:spPr>
            <a:xfrm>
              <a:off x="7446942" y="33712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8" name="pt26088"/>
            <p:cNvSpPr/>
            <p:nvPr/>
          </p:nvSpPr>
          <p:spPr>
            <a:xfrm>
              <a:off x="7455756" y="30854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89" name="pt26089"/>
            <p:cNvSpPr/>
            <p:nvPr/>
          </p:nvSpPr>
          <p:spPr>
            <a:xfrm>
              <a:off x="7487523" y="3413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0" name="pt26090"/>
            <p:cNvSpPr/>
            <p:nvPr/>
          </p:nvSpPr>
          <p:spPr>
            <a:xfrm>
              <a:off x="7480762" y="3348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1" name="pt26091"/>
            <p:cNvSpPr/>
            <p:nvPr/>
          </p:nvSpPr>
          <p:spPr>
            <a:xfrm>
              <a:off x="7413748" y="3265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2" name="pt26092"/>
            <p:cNvSpPr/>
            <p:nvPr/>
          </p:nvSpPr>
          <p:spPr>
            <a:xfrm>
              <a:off x="7450079" y="3456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3" name="pt26093"/>
            <p:cNvSpPr/>
            <p:nvPr/>
          </p:nvSpPr>
          <p:spPr>
            <a:xfrm>
              <a:off x="7436706" y="3095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4" name="pt26094"/>
            <p:cNvSpPr/>
            <p:nvPr/>
          </p:nvSpPr>
          <p:spPr>
            <a:xfrm>
              <a:off x="7455503" y="3156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5" name="pt26095"/>
            <p:cNvSpPr/>
            <p:nvPr/>
          </p:nvSpPr>
          <p:spPr>
            <a:xfrm>
              <a:off x="7419519" y="30754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6" name="pt26096"/>
            <p:cNvSpPr/>
            <p:nvPr/>
          </p:nvSpPr>
          <p:spPr>
            <a:xfrm>
              <a:off x="7425784" y="3143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7" name="pt26097"/>
            <p:cNvSpPr/>
            <p:nvPr/>
          </p:nvSpPr>
          <p:spPr>
            <a:xfrm>
              <a:off x="7415092" y="3533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8" name="pt26098"/>
            <p:cNvSpPr/>
            <p:nvPr/>
          </p:nvSpPr>
          <p:spPr>
            <a:xfrm>
              <a:off x="7426587" y="32289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099" name="pt26099"/>
            <p:cNvSpPr/>
            <p:nvPr/>
          </p:nvSpPr>
          <p:spPr>
            <a:xfrm>
              <a:off x="7494212" y="3214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0" name="pt26100"/>
            <p:cNvSpPr/>
            <p:nvPr/>
          </p:nvSpPr>
          <p:spPr>
            <a:xfrm>
              <a:off x="7469598" y="3411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1" name="pt26101"/>
            <p:cNvSpPr/>
            <p:nvPr/>
          </p:nvSpPr>
          <p:spPr>
            <a:xfrm>
              <a:off x="7424519" y="31744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2" name="pt26102"/>
            <p:cNvSpPr/>
            <p:nvPr/>
          </p:nvSpPr>
          <p:spPr>
            <a:xfrm>
              <a:off x="7443874" y="3127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3" name="pt26103"/>
            <p:cNvSpPr/>
            <p:nvPr/>
          </p:nvSpPr>
          <p:spPr>
            <a:xfrm>
              <a:off x="7446190" y="33445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4" name="pt26104"/>
            <p:cNvSpPr/>
            <p:nvPr/>
          </p:nvSpPr>
          <p:spPr>
            <a:xfrm>
              <a:off x="7389298" y="30817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5" name="pt26105"/>
            <p:cNvSpPr/>
            <p:nvPr/>
          </p:nvSpPr>
          <p:spPr>
            <a:xfrm>
              <a:off x="7454660" y="3278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6" name="pt26106"/>
            <p:cNvSpPr/>
            <p:nvPr/>
          </p:nvSpPr>
          <p:spPr>
            <a:xfrm>
              <a:off x="7436723" y="3145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7" name="pt26107"/>
            <p:cNvSpPr/>
            <p:nvPr/>
          </p:nvSpPr>
          <p:spPr>
            <a:xfrm>
              <a:off x="7411869" y="3040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8" name="pt26108"/>
            <p:cNvSpPr/>
            <p:nvPr/>
          </p:nvSpPr>
          <p:spPr>
            <a:xfrm>
              <a:off x="7451784" y="3142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09" name="pt26109"/>
            <p:cNvSpPr/>
            <p:nvPr/>
          </p:nvSpPr>
          <p:spPr>
            <a:xfrm>
              <a:off x="7326191" y="29663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0" name="pt26110"/>
            <p:cNvSpPr/>
            <p:nvPr/>
          </p:nvSpPr>
          <p:spPr>
            <a:xfrm>
              <a:off x="7413849" y="3221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1" name="pt26111"/>
            <p:cNvSpPr/>
            <p:nvPr/>
          </p:nvSpPr>
          <p:spPr>
            <a:xfrm>
              <a:off x="7465161" y="3283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2" name="pt26112"/>
            <p:cNvSpPr/>
            <p:nvPr/>
          </p:nvSpPr>
          <p:spPr>
            <a:xfrm>
              <a:off x="7458126" y="3488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3" name="pt26113"/>
            <p:cNvSpPr/>
            <p:nvPr/>
          </p:nvSpPr>
          <p:spPr>
            <a:xfrm>
              <a:off x="7520709" y="3135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4" name="pt26114"/>
            <p:cNvSpPr/>
            <p:nvPr/>
          </p:nvSpPr>
          <p:spPr>
            <a:xfrm>
              <a:off x="7469967" y="3311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5" name="pt26115"/>
            <p:cNvSpPr/>
            <p:nvPr/>
          </p:nvSpPr>
          <p:spPr>
            <a:xfrm>
              <a:off x="7426459" y="3172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6" name="pt26116"/>
            <p:cNvSpPr/>
            <p:nvPr/>
          </p:nvSpPr>
          <p:spPr>
            <a:xfrm>
              <a:off x="7429030" y="35920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7" name="pt26117"/>
            <p:cNvSpPr/>
            <p:nvPr/>
          </p:nvSpPr>
          <p:spPr>
            <a:xfrm>
              <a:off x="7438774" y="31438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8" name="pt26118"/>
            <p:cNvSpPr/>
            <p:nvPr/>
          </p:nvSpPr>
          <p:spPr>
            <a:xfrm>
              <a:off x="7448624" y="3448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19" name="pt26119"/>
            <p:cNvSpPr/>
            <p:nvPr/>
          </p:nvSpPr>
          <p:spPr>
            <a:xfrm>
              <a:off x="7474523" y="31125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0" name="pt26120"/>
            <p:cNvSpPr/>
            <p:nvPr/>
          </p:nvSpPr>
          <p:spPr>
            <a:xfrm>
              <a:off x="7436408" y="3098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1" name="pt26121"/>
            <p:cNvSpPr/>
            <p:nvPr/>
          </p:nvSpPr>
          <p:spPr>
            <a:xfrm>
              <a:off x="6402558" y="3412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2" name="pt26122"/>
            <p:cNvSpPr/>
            <p:nvPr/>
          </p:nvSpPr>
          <p:spPr>
            <a:xfrm>
              <a:off x="7450939" y="3108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3" name="pt26123"/>
            <p:cNvSpPr/>
            <p:nvPr/>
          </p:nvSpPr>
          <p:spPr>
            <a:xfrm>
              <a:off x="7397539" y="3001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4" name="pt26124"/>
            <p:cNvSpPr/>
            <p:nvPr/>
          </p:nvSpPr>
          <p:spPr>
            <a:xfrm>
              <a:off x="7585004" y="3219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5" name="pt26125"/>
            <p:cNvSpPr/>
            <p:nvPr/>
          </p:nvSpPr>
          <p:spPr>
            <a:xfrm>
              <a:off x="7400348" y="3245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6" name="pt26126"/>
            <p:cNvSpPr/>
            <p:nvPr/>
          </p:nvSpPr>
          <p:spPr>
            <a:xfrm>
              <a:off x="7427483" y="31825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7" name="pt26127"/>
            <p:cNvSpPr/>
            <p:nvPr/>
          </p:nvSpPr>
          <p:spPr>
            <a:xfrm>
              <a:off x="7473980" y="34238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8" name="pt26128"/>
            <p:cNvSpPr/>
            <p:nvPr/>
          </p:nvSpPr>
          <p:spPr>
            <a:xfrm>
              <a:off x="7456730" y="3087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29" name="pt26129"/>
            <p:cNvSpPr/>
            <p:nvPr/>
          </p:nvSpPr>
          <p:spPr>
            <a:xfrm>
              <a:off x="7428503" y="31275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0" name="pt26130"/>
            <p:cNvSpPr/>
            <p:nvPr/>
          </p:nvSpPr>
          <p:spPr>
            <a:xfrm>
              <a:off x="7395546" y="3135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1" name="pt26131"/>
            <p:cNvSpPr/>
            <p:nvPr/>
          </p:nvSpPr>
          <p:spPr>
            <a:xfrm>
              <a:off x="7465000" y="31517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2" name="pt26132"/>
            <p:cNvSpPr/>
            <p:nvPr/>
          </p:nvSpPr>
          <p:spPr>
            <a:xfrm>
              <a:off x="7374899" y="30963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3" name="pt26133"/>
            <p:cNvSpPr/>
            <p:nvPr/>
          </p:nvSpPr>
          <p:spPr>
            <a:xfrm>
              <a:off x="7456969" y="3454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4" name="pt26134"/>
            <p:cNvSpPr/>
            <p:nvPr/>
          </p:nvSpPr>
          <p:spPr>
            <a:xfrm>
              <a:off x="6957146" y="297310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35" name="pt26135"/>
            <p:cNvSpPr/>
            <p:nvPr/>
          </p:nvSpPr>
          <p:spPr>
            <a:xfrm>
              <a:off x="7460271" y="3180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6" name="pt26136"/>
            <p:cNvSpPr/>
            <p:nvPr/>
          </p:nvSpPr>
          <p:spPr>
            <a:xfrm>
              <a:off x="7472202" y="3498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7" name="pt26137"/>
            <p:cNvSpPr/>
            <p:nvPr/>
          </p:nvSpPr>
          <p:spPr>
            <a:xfrm>
              <a:off x="7492172" y="3131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38" name="pt26138"/>
            <p:cNvSpPr/>
            <p:nvPr/>
          </p:nvSpPr>
          <p:spPr>
            <a:xfrm>
              <a:off x="7537543" y="340036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39" name="pt26139"/>
            <p:cNvSpPr/>
            <p:nvPr/>
          </p:nvSpPr>
          <p:spPr>
            <a:xfrm>
              <a:off x="7415308" y="3170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0" name="pt26140"/>
            <p:cNvSpPr/>
            <p:nvPr/>
          </p:nvSpPr>
          <p:spPr>
            <a:xfrm>
              <a:off x="7420838" y="3066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1" name="pt26141"/>
            <p:cNvSpPr/>
            <p:nvPr/>
          </p:nvSpPr>
          <p:spPr>
            <a:xfrm>
              <a:off x="7495442" y="3630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2" name="pt26142"/>
            <p:cNvSpPr/>
            <p:nvPr/>
          </p:nvSpPr>
          <p:spPr>
            <a:xfrm>
              <a:off x="7460586" y="3212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3" name="pt26143"/>
            <p:cNvSpPr/>
            <p:nvPr/>
          </p:nvSpPr>
          <p:spPr>
            <a:xfrm>
              <a:off x="7456973" y="3489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4" name="pt26144"/>
            <p:cNvSpPr/>
            <p:nvPr/>
          </p:nvSpPr>
          <p:spPr>
            <a:xfrm>
              <a:off x="7374034" y="3086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5" name="pt26145"/>
            <p:cNvSpPr/>
            <p:nvPr/>
          </p:nvSpPr>
          <p:spPr>
            <a:xfrm>
              <a:off x="7361318" y="2958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6" name="pt26146"/>
            <p:cNvSpPr/>
            <p:nvPr/>
          </p:nvSpPr>
          <p:spPr>
            <a:xfrm>
              <a:off x="7401345" y="3158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7" name="pt26147"/>
            <p:cNvSpPr/>
            <p:nvPr/>
          </p:nvSpPr>
          <p:spPr>
            <a:xfrm>
              <a:off x="7506961" y="3171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8" name="pt26148"/>
            <p:cNvSpPr/>
            <p:nvPr/>
          </p:nvSpPr>
          <p:spPr>
            <a:xfrm>
              <a:off x="7436284" y="3100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49" name="pt26149"/>
            <p:cNvSpPr/>
            <p:nvPr/>
          </p:nvSpPr>
          <p:spPr>
            <a:xfrm>
              <a:off x="7383700" y="3379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0" name="pt26150"/>
            <p:cNvSpPr/>
            <p:nvPr/>
          </p:nvSpPr>
          <p:spPr>
            <a:xfrm>
              <a:off x="7474876" y="3134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1" name="pt26151"/>
            <p:cNvSpPr/>
            <p:nvPr/>
          </p:nvSpPr>
          <p:spPr>
            <a:xfrm>
              <a:off x="7409078" y="3260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2" name="pt26152"/>
            <p:cNvSpPr/>
            <p:nvPr/>
          </p:nvSpPr>
          <p:spPr>
            <a:xfrm>
              <a:off x="7496691" y="3339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3" name="pt26153"/>
            <p:cNvSpPr/>
            <p:nvPr/>
          </p:nvSpPr>
          <p:spPr>
            <a:xfrm>
              <a:off x="7482221" y="30461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4" name="pt26154"/>
            <p:cNvSpPr/>
            <p:nvPr/>
          </p:nvSpPr>
          <p:spPr>
            <a:xfrm>
              <a:off x="7411707" y="3256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5" name="pt26155"/>
            <p:cNvSpPr/>
            <p:nvPr/>
          </p:nvSpPr>
          <p:spPr>
            <a:xfrm>
              <a:off x="7381819" y="3194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6" name="pt26156"/>
            <p:cNvSpPr/>
            <p:nvPr/>
          </p:nvSpPr>
          <p:spPr>
            <a:xfrm>
              <a:off x="7374103" y="3322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7" name="pt26157"/>
            <p:cNvSpPr/>
            <p:nvPr/>
          </p:nvSpPr>
          <p:spPr>
            <a:xfrm>
              <a:off x="7466985" y="3329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58" name="pt26158"/>
            <p:cNvSpPr/>
            <p:nvPr/>
          </p:nvSpPr>
          <p:spPr>
            <a:xfrm>
              <a:off x="7554654" y="314510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59" name="pt26159"/>
            <p:cNvSpPr/>
            <p:nvPr/>
          </p:nvSpPr>
          <p:spPr>
            <a:xfrm>
              <a:off x="7436535" y="32437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0" name="pt26160"/>
            <p:cNvSpPr/>
            <p:nvPr/>
          </p:nvSpPr>
          <p:spPr>
            <a:xfrm>
              <a:off x="7448683" y="3219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1" name="pt26161"/>
            <p:cNvSpPr/>
            <p:nvPr/>
          </p:nvSpPr>
          <p:spPr>
            <a:xfrm>
              <a:off x="7600626" y="34798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2" name="pt26162"/>
            <p:cNvSpPr/>
            <p:nvPr/>
          </p:nvSpPr>
          <p:spPr>
            <a:xfrm>
              <a:off x="7464733" y="3217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3" name="pt26163"/>
            <p:cNvSpPr/>
            <p:nvPr/>
          </p:nvSpPr>
          <p:spPr>
            <a:xfrm>
              <a:off x="7397417" y="31255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4" name="pt26164"/>
            <p:cNvSpPr/>
            <p:nvPr/>
          </p:nvSpPr>
          <p:spPr>
            <a:xfrm>
              <a:off x="7355412" y="3041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5" name="pt26165"/>
            <p:cNvSpPr/>
            <p:nvPr/>
          </p:nvSpPr>
          <p:spPr>
            <a:xfrm>
              <a:off x="7439563" y="3060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6" name="pt26166"/>
            <p:cNvSpPr/>
            <p:nvPr/>
          </p:nvSpPr>
          <p:spPr>
            <a:xfrm>
              <a:off x="7436662" y="3109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7" name="pt26167"/>
            <p:cNvSpPr/>
            <p:nvPr/>
          </p:nvSpPr>
          <p:spPr>
            <a:xfrm>
              <a:off x="7453572" y="3263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8" name="pt26168"/>
            <p:cNvSpPr/>
            <p:nvPr/>
          </p:nvSpPr>
          <p:spPr>
            <a:xfrm>
              <a:off x="7416417" y="32524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69" name="pt26169"/>
            <p:cNvSpPr/>
            <p:nvPr/>
          </p:nvSpPr>
          <p:spPr>
            <a:xfrm>
              <a:off x="7490242" y="3597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0" name="pt26170"/>
            <p:cNvSpPr/>
            <p:nvPr/>
          </p:nvSpPr>
          <p:spPr>
            <a:xfrm>
              <a:off x="7318852" y="313349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71" name="pt26171"/>
            <p:cNvSpPr/>
            <p:nvPr/>
          </p:nvSpPr>
          <p:spPr>
            <a:xfrm>
              <a:off x="7434566" y="31037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2" name="pt26172"/>
            <p:cNvSpPr/>
            <p:nvPr/>
          </p:nvSpPr>
          <p:spPr>
            <a:xfrm>
              <a:off x="7445536" y="3252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3" name="pt26173"/>
            <p:cNvSpPr/>
            <p:nvPr/>
          </p:nvSpPr>
          <p:spPr>
            <a:xfrm>
              <a:off x="7449353" y="34857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4" name="pt26174"/>
            <p:cNvSpPr/>
            <p:nvPr/>
          </p:nvSpPr>
          <p:spPr>
            <a:xfrm>
              <a:off x="7349688" y="2888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5" name="pt26175"/>
            <p:cNvSpPr/>
            <p:nvPr/>
          </p:nvSpPr>
          <p:spPr>
            <a:xfrm>
              <a:off x="7392353" y="3095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6" name="pt26176"/>
            <p:cNvSpPr/>
            <p:nvPr/>
          </p:nvSpPr>
          <p:spPr>
            <a:xfrm>
              <a:off x="7446744" y="34250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7" name="pt26177"/>
            <p:cNvSpPr/>
            <p:nvPr/>
          </p:nvSpPr>
          <p:spPr>
            <a:xfrm>
              <a:off x="7416042" y="3129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8" name="pt26178"/>
            <p:cNvSpPr/>
            <p:nvPr/>
          </p:nvSpPr>
          <p:spPr>
            <a:xfrm>
              <a:off x="7404574" y="30068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79" name="pt26179"/>
            <p:cNvSpPr/>
            <p:nvPr/>
          </p:nvSpPr>
          <p:spPr>
            <a:xfrm>
              <a:off x="7436854" y="3048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0" name="pt26180"/>
            <p:cNvSpPr/>
            <p:nvPr/>
          </p:nvSpPr>
          <p:spPr>
            <a:xfrm>
              <a:off x="7462281" y="3058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1" name="pt26181"/>
            <p:cNvSpPr/>
            <p:nvPr/>
          </p:nvSpPr>
          <p:spPr>
            <a:xfrm>
              <a:off x="7469971" y="3239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2" name="pt26182"/>
            <p:cNvSpPr/>
            <p:nvPr/>
          </p:nvSpPr>
          <p:spPr>
            <a:xfrm>
              <a:off x="7383548" y="27692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3" name="pt26183"/>
            <p:cNvSpPr/>
            <p:nvPr/>
          </p:nvSpPr>
          <p:spPr>
            <a:xfrm>
              <a:off x="7430879" y="3289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4" name="pt26184"/>
            <p:cNvSpPr/>
            <p:nvPr/>
          </p:nvSpPr>
          <p:spPr>
            <a:xfrm>
              <a:off x="7446529" y="3140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5" name="pt26185"/>
            <p:cNvSpPr/>
            <p:nvPr/>
          </p:nvSpPr>
          <p:spPr>
            <a:xfrm>
              <a:off x="7470636" y="31804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6" name="pt26186"/>
            <p:cNvSpPr/>
            <p:nvPr/>
          </p:nvSpPr>
          <p:spPr>
            <a:xfrm>
              <a:off x="7474188" y="3158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7" name="pt26187"/>
            <p:cNvSpPr/>
            <p:nvPr/>
          </p:nvSpPr>
          <p:spPr>
            <a:xfrm>
              <a:off x="7486210" y="3429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8" name="pt26188"/>
            <p:cNvSpPr/>
            <p:nvPr/>
          </p:nvSpPr>
          <p:spPr>
            <a:xfrm>
              <a:off x="7471022" y="3416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89" name="pt26189"/>
            <p:cNvSpPr/>
            <p:nvPr/>
          </p:nvSpPr>
          <p:spPr>
            <a:xfrm>
              <a:off x="7408636" y="31016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0" name="pt26190"/>
            <p:cNvSpPr/>
            <p:nvPr/>
          </p:nvSpPr>
          <p:spPr>
            <a:xfrm>
              <a:off x="7447873" y="3266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1" name="pt26191"/>
            <p:cNvSpPr/>
            <p:nvPr/>
          </p:nvSpPr>
          <p:spPr>
            <a:xfrm>
              <a:off x="7416650" y="2996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2" name="pt26192"/>
            <p:cNvSpPr/>
            <p:nvPr/>
          </p:nvSpPr>
          <p:spPr>
            <a:xfrm>
              <a:off x="7427248" y="3085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3" name="pt26193"/>
            <p:cNvSpPr/>
            <p:nvPr/>
          </p:nvSpPr>
          <p:spPr>
            <a:xfrm>
              <a:off x="7441108" y="3298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4" name="pt26194"/>
            <p:cNvSpPr/>
            <p:nvPr/>
          </p:nvSpPr>
          <p:spPr>
            <a:xfrm>
              <a:off x="7442442" y="3084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5" name="pt26195"/>
            <p:cNvSpPr/>
            <p:nvPr/>
          </p:nvSpPr>
          <p:spPr>
            <a:xfrm>
              <a:off x="7444192" y="32481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6" name="pt26196"/>
            <p:cNvSpPr/>
            <p:nvPr/>
          </p:nvSpPr>
          <p:spPr>
            <a:xfrm>
              <a:off x="7438243" y="3043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7" name="pt26197"/>
            <p:cNvSpPr/>
            <p:nvPr/>
          </p:nvSpPr>
          <p:spPr>
            <a:xfrm>
              <a:off x="7337127" y="3050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8" name="pt26198"/>
            <p:cNvSpPr/>
            <p:nvPr/>
          </p:nvSpPr>
          <p:spPr>
            <a:xfrm>
              <a:off x="7459080" y="30504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199" name="pt26199"/>
            <p:cNvSpPr/>
            <p:nvPr/>
          </p:nvSpPr>
          <p:spPr>
            <a:xfrm>
              <a:off x="7407899" y="3417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0" name="pt26200"/>
            <p:cNvSpPr/>
            <p:nvPr/>
          </p:nvSpPr>
          <p:spPr>
            <a:xfrm>
              <a:off x="7385018" y="31580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1" name="pt26201"/>
            <p:cNvSpPr/>
            <p:nvPr/>
          </p:nvSpPr>
          <p:spPr>
            <a:xfrm>
              <a:off x="7426832" y="34237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2" name="pt26202"/>
            <p:cNvSpPr/>
            <p:nvPr/>
          </p:nvSpPr>
          <p:spPr>
            <a:xfrm>
              <a:off x="7474691" y="3219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3" name="pt26203"/>
            <p:cNvSpPr/>
            <p:nvPr/>
          </p:nvSpPr>
          <p:spPr>
            <a:xfrm>
              <a:off x="7448883" y="3116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4" name="pt26204"/>
            <p:cNvSpPr/>
            <p:nvPr/>
          </p:nvSpPr>
          <p:spPr>
            <a:xfrm>
              <a:off x="7494392" y="3339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5" name="pt26205"/>
            <p:cNvSpPr/>
            <p:nvPr/>
          </p:nvSpPr>
          <p:spPr>
            <a:xfrm>
              <a:off x="7426539" y="3108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6" name="pt26206"/>
            <p:cNvSpPr/>
            <p:nvPr/>
          </p:nvSpPr>
          <p:spPr>
            <a:xfrm>
              <a:off x="7447582" y="3140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7" name="pt26207"/>
            <p:cNvSpPr/>
            <p:nvPr/>
          </p:nvSpPr>
          <p:spPr>
            <a:xfrm>
              <a:off x="7444116" y="3152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8" name="pt26208"/>
            <p:cNvSpPr/>
            <p:nvPr/>
          </p:nvSpPr>
          <p:spPr>
            <a:xfrm>
              <a:off x="7424441" y="3118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09" name="pt26209"/>
            <p:cNvSpPr/>
            <p:nvPr/>
          </p:nvSpPr>
          <p:spPr>
            <a:xfrm>
              <a:off x="7459120" y="3353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0" name="pt26210"/>
            <p:cNvSpPr/>
            <p:nvPr/>
          </p:nvSpPr>
          <p:spPr>
            <a:xfrm>
              <a:off x="7435458" y="3346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1" name="pt26211"/>
            <p:cNvSpPr/>
            <p:nvPr/>
          </p:nvSpPr>
          <p:spPr>
            <a:xfrm>
              <a:off x="7425437" y="3174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2" name="pt26212"/>
            <p:cNvSpPr/>
            <p:nvPr/>
          </p:nvSpPr>
          <p:spPr>
            <a:xfrm>
              <a:off x="7448001" y="32769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3" name="pt26213"/>
            <p:cNvSpPr/>
            <p:nvPr/>
          </p:nvSpPr>
          <p:spPr>
            <a:xfrm>
              <a:off x="7465051" y="3497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4" name="pt26214"/>
            <p:cNvSpPr/>
            <p:nvPr/>
          </p:nvSpPr>
          <p:spPr>
            <a:xfrm>
              <a:off x="7457430" y="33730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5" name="pt26215"/>
            <p:cNvSpPr/>
            <p:nvPr/>
          </p:nvSpPr>
          <p:spPr>
            <a:xfrm>
              <a:off x="7412600" y="30423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6" name="pt26216"/>
            <p:cNvSpPr/>
            <p:nvPr/>
          </p:nvSpPr>
          <p:spPr>
            <a:xfrm>
              <a:off x="7401463" y="31501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7" name="pt26217"/>
            <p:cNvSpPr/>
            <p:nvPr/>
          </p:nvSpPr>
          <p:spPr>
            <a:xfrm>
              <a:off x="7418935" y="3234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8" name="pt26218"/>
            <p:cNvSpPr/>
            <p:nvPr/>
          </p:nvSpPr>
          <p:spPr>
            <a:xfrm>
              <a:off x="7315076" y="3198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19" name="pt26219"/>
            <p:cNvSpPr/>
            <p:nvPr/>
          </p:nvSpPr>
          <p:spPr>
            <a:xfrm>
              <a:off x="7432984" y="31181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0" name="pt26220"/>
            <p:cNvSpPr/>
            <p:nvPr/>
          </p:nvSpPr>
          <p:spPr>
            <a:xfrm>
              <a:off x="7425649" y="3185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1" name="pt26221"/>
            <p:cNvSpPr/>
            <p:nvPr/>
          </p:nvSpPr>
          <p:spPr>
            <a:xfrm>
              <a:off x="7471484" y="30713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2" name="pt26222"/>
            <p:cNvSpPr/>
            <p:nvPr/>
          </p:nvSpPr>
          <p:spPr>
            <a:xfrm>
              <a:off x="7452236" y="3130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3" name="pt26223"/>
            <p:cNvSpPr/>
            <p:nvPr/>
          </p:nvSpPr>
          <p:spPr>
            <a:xfrm>
              <a:off x="7465106" y="35006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4" name="pt26224"/>
            <p:cNvSpPr/>
            <p:nvPr/>
          </p:nvSpPr>
          <p:spPr>
            <a:xfrm>
              <a:off x="7361517" y="3305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5" name="pt26225"/>
            <p:cNvSpPr/>
            <p:nvPr/>
          </p:nvSpPr>
          <p:spPr>
            <a:xfrm>
              <a:off x="7398001" y="30818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6" name="pt26226"/>
            <p:cNvSpPr/>
            <p:nvPr/>
          </p:nvSpPr>
          <p:spPr>
            <a:xfrm>
              <a:off x="7501049" y="33684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7" name="pt26227"/>
            <p:cNvSpPr/>
            <p:nvPr/>
          </p:nvSpPr>
          <p:spPr>
            <a:xfrm>
              <a:off x="7362581" y="3256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8" name="pt26228"/>
            <p:cNvSpPr/>
            <p:nvPr/>
          </p:nvSpPr>
          <p:spPr>
            <a:xfrm>
              <a:off x="7453817" y="3162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29" name="pt26229"/>
            <p:cNvSpPr/>
            <p:nvPr/>
          </p:nvSpPr>
          <p:spPr>
            <a:xfrm>
              <a:off x="7434475" y="32196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0" name="pt26230"/>
            <p:cNvSpPr/>
            <p:nvPr/>
          </p:nvSpPr>
          <p:spPr>
            <a:xfrm>
              <a:off x="7477464" y="3157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1" name="pt26231"/>
            <p:cNvSpPr/>
            <p:nvPr/>
          </p:nvSpPr>
          <p:spPr>
            <a:xfrm>
              <a:off x="7408883" y="32997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2" name="pt26232"/>
            <p:cNvSpPr/>
            <p:nvPr/>
          </p:nvSpPr>
          <p:spPr>
            <a:xfrm>
              <a:off x="7537320" y="35795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3" name="pt26233"/>
            <p:cNvSpPr/>
            <p:nvPr/>
          </p:nvSpPr>
          <p:spPr>
            <a:xfrm>
              <a:off x="7449307" y="3071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4" name="pt26234"/>
            <p:cNvSpPr/>
            <p:nvPr/>
          </p:nvSpPr>
          <p:spPr>
            <a:xfrm>
              <a:off x="7405844" y="3142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5" name="pt26235"/>
            <p:cNvSpPr/>
            <p:nvPr/>
          </p:nvSpPr>
          <p:spPr>
            <a:xfrm>
              <a:off x="7473562" y="33554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6" name="pt26236"/>
            <p:cNvSpPr/>
            <p:nvPr/>
          </p:nvSpPr>
          <p:spPr>
            <a:xfrm>
              <a:off x="7459516" y="35483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7" name="pt26237"/>
            <p:cNvSpPr/>
            <p:nvPr/>
          </p:nvSpPr>
          <p:spPr>
            <a:xfrm>
              <a:off x="7507450" y="34473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8" name="pt26238"/>
            <p:cNvSpPr/>
            <p:nvPr/>
          </p:nvSpPr>
          <p:spPr>
            <a:xfrm>
              <a:off x="7447249" y="3119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39" name="pt26239"/>
            <p:cNvSpPr/>
            <p:nvPr/>
          </p:nvSpPr>
          <p:spPr>
            <a:xfrm>
              <a:off x="7447456" y="33653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0" name="pt26240"/>
            <p:cNvSpPr/>
            <p:nvPr/>
          </p:nvSpPr>
          <p:spPr>
            <a:xfrm>
              <a:off x="7420303" y="33664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1" name="pt26241"/>
            <p:cNvSpPr/>
            <p:nvPr/>
          </p:nvSpPr>
          <p:spPr>
            <a:xfrm>
              <a:off x="7473359" y="3063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2" name="pt26242"/>
            <p:cNvSpPr/>
            <p:nvPr/>
          </p:nvSpPr>
          <p:spPr>
            <a:xfrm>
              <a:off x="7386015" y="3229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3" name="pt26243"/>
            <p:cNvSpPr/>
            <p:nvPr/>
          </p:nvSpPr>
          <p:spPr>
            <a:xfrm>
              <a:off x="7402797" y="31388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4" name="pt26244"/>
            <p:cNvSpPr/>
            <p:nvPr/>
          </p:nvSpPr>
          <p:spPr>
            <a:xfrm>
              <a:off x="7446583" y="3122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5" name="pt26245"/>
            <p:cNvSpPr/>
            <p:nvPr/>
          </p:nvSpPr>
          <p:spPr>
            <a:xfrm>
              <a:off x="7418509" y="3007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6" name="pt26246"/>
            <p:cNvSpPr/>
            <p:nvPr/>
          </p:nvSpPr>
          <p:spPr>
            <a:xfrm>
              <a:off x="7424601" y="3280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7" name="pt26247"/>
            <p:cNvSpPr/>
            <p:nvPr/>
          </p:nvSpPr>
          <p:spPr>
            <a:xfrm>
              <a:off x="7464478" y="31803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8" name="pt26248"/>
            <p:cNvSpPr/>
            <p:nvPr/>
          </p:nvSpPr>
          <p:spPr>
            <a:xfrm>
              <a:off x="7382141" y="3109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49" name="pt26249"/>
            <p:cNvSpPr/>
            <p:nvPr/>
          </p:nvSpPr>
          <p:spPr>
            <a:xfrm>
              <a:off x="7460450" y="35376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0" name="pt26250"/>
            <p:cNvSpPr/>
            <p:nvPr/>
          </p:nvSpPr>
          <p:spPr>
            <a:xfrm>
              <a:off x="7400943" y="3141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1" name="pt26251"/>
            <p:cNvSpPr/>
            <p:nvPr/>
          </p:nvSpPr>
          <p:spPr>
            <a:xfrm>
              <a:off x="7482937" y="34573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2" name="pt26252"/>
            <p:cNvSpPr/>
            <p:nvPr/>
          </p:nvSpPr>
          <p:spPr>
            <a:xfrm>
              <a:off x="7472867" y="3335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3" name="pt26253"/>
            <p:cNvSpPr/>
            <p:nvPr/>
          </p:nvSpPr>
          <p:spPr>
            <a:xfrm>
              <a:off x="7457436" y="3160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4" name="pt26254"/>
            <p:cNvSpPr/>
            <p:nvPr/>
          </p:nvSpPr>
          <p:spPr>
            <a:xfrm>
              <a:off x="7420396" y="3035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5" name="pt26255"/>
            <p:cNvSpPr/>
            <p:nvPr/>
          </p:nvSpPr>
          <p:spPr>
            <a:xfrm>
              <a:off x="7427137" y="34966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6" name="pt26256"/>
            <p:cNvSpPr/>
            <p:nvPr/>
          </p:nvSpPr>
          <p:spPr>
            <a:xfrm>
              <a:off x="7427667" y="32012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7" name="pt26257"/>
            <p:cNvSpPr/>
            <p:nvPr/>
          </p:nvSpPr>
          <p:spPr>
            <a:xfrm>
              <a:off x="7458392" y="3293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8" name="pt26258"/>
            <p:cNvSpPr/>
            <p:nvPr/>
          </p:nvSpPr>
          <p:spPr>
            <a:xfrm>
              <a:off x="7457945" y="31218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59" name="pt26259"/>
            <p:cNvSpPr/>
            <p:nvPr/>
          </p:nvSpPr>
          <p:spPr>
            <a:xfrm>
              <a:off x="7441997" y="3105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0" name="pt26260"/>
            <p:cNvSpPr/>
            <p:nvPr/>
          </p:nvSpPr>
          <p:spPr>
            <a:xfrm>
              <a:off x="7459827" y="3564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1" name="pt26261"/>
            <p:cNvSpPr/>
            <p:nvPr/>
          </p:nvSpPr>
          <p:spPr>
            <a:xfrm>
              <a:off x="7457214" y="3249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2" name="pt26262"/>
            <p:cNvSpPr/>
            <p:nvPr/>
          </p:nvSpPr>
          <p:spPr>
            <a:xfrm>
              <a:off x="7431238" y="3363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3" name="pt26263"/>
            <p:cNvSpPr/>
            <p:nvPr/>
          </p:nvSpPr>
          <p:spPr>
            <a:xfrm>
              <a:off x="7386253" y="3201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4" name="pt26264"/>
            <p:cNvSpPr/>
            <p:nvPr/>
          </p:nvSpPr>
          <p:spPr>
            <a:xfrm>
              <a:off x="7487770" y="3091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5" name="pt26265"/>
            <p:cNvSpPr/>
            <p:nvPr/>
          </p:nvSpPr>
          <p:spPr>
            <a:xfrm>
              <a:off x="7448439" y="3137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6" name="pt26266"/>
            <p:cNvSpPr/>
            <p:nvPr/>
          </p:nvSpPr>
          <p:spPr>
            <a:xfrm>
              <a:off x="7442923" y="30473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7" name="pt26267"/>
            <p:cNvSpPr/>
            <p:nvPr/>
          </p:nvSpPr>
          <p:spPr>
            <a:xfrm>
              <a:off x="7444373" y="3253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8" name="pt26268"/>
            <p:cNvSpPr/>
            <p:nvPr/>
          </p:nvSpPr>
          <p:spPr>
            <a:xfrm>
              <a:off x="7443283" y="30882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69" name="pt26269"/>
            <p:cNvSpPr/>
            <p:nvPr/>
          </p:nvSpPr>
          <p:spPr>
            <a:xfrm>
              <a:off x="7312873" y="3118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0" name="pt26270"/>
            <p:cNvSpPr/>
            <p:nvPr/>
          </p:nvSpPr>
          <p:spPr>
            <a:xfrm>
              <a:off x="7409292" y="2496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1" name="pt26271"/>
            <p:cNvSpPr/>
            <p:nvPr/>
          </p:nvSpPr>
          <p:spPr>
            <a:xfrm>
              <a:off x="7344781" y="30601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2" name="pt26272"/>
            <p:cNvSpPr/>
            <p:nvPr/>
          </p:nvSpPr>
          <p:spPr>
            <a:xfrm>
              <a:off x="7434564" y="2971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3" name="pt26273"/>
            <p:cNvSpPr/>
            <p:nvPr/>
          </p:nvSpPr>
          <p:spPr>
            <a:xfrm>
              <a:off x="7468649" y="3057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4" name="pt26274"/>
            <p:cNvSpPr/>
            <p:nvPr/>
          </p:nvSpPr>
          <p:spPr>
            <a:xfrm>
              <a:off x="7339038" y="3380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5" name="pt26275"/>
            <p:cNvSpPr/>
            <p:nvPr/>
          </p:nvSpPr>
          <p:spPr>
            <a:xfrm>
              <a:off x="7484370" y="3269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6" name="pt26276"/>
            <p:cNvSpPr/>
            <p:nvPr/>
          </p:nvSpPr>
          <p:spPr>
            <a:xfrm>
              <a:off x="7446956" y="2993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7" name="pt26277"/>
            <p:cNvSpPr/>
            <p:nvPr/>
          </p:nvSpPr>
          <p:spPr>
            <a:xfrm>
              <a:off x="7414659" y="3164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8" name="pt26278"/>
            <p:cNvSpPr/>
            <p:nvPr/>
          </p:nvSpPr>
          <p:spPr>
            <a:xfrm>
              <a:off x="7424935" y="31574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79" name="pt26279"/>
            <p:cNvSpPr/>
            <p:nvPr/>
          </p:nvSpPr>
          <p:spPr>
            <a:xfrm>
              <a:off x="7488288" y="34629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0" name="pt26280"/>
            <p:cNvSpPr/>
            <p:nvPr/>
          </p:nvSpPr>
          <p:spPr>
            <a:xfrm>
              <a:off x="7439583" y="31469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1" name="pt26281"/>
            <p:cNvSpPr/>
            <p:nvPr/>
          </p:nvSpPr>
          <p:spPr>
            <a:xfrm>
              <a:off x="7429948" y="3341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2" name="pt26282"/>
            <p:cNvSpPr/>
            <p:nvPr/>
          </p:nvSpPr>
          <p:spPr>
            <a:xfrm>
              <a:off x="7430093" y="30672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3" name="pt26283"/>
            <p:cNvSpPr/>
            <p:nvPr/>
          </p:nvSpPr>
          <p:spPr>
            <a:xfrm>
              <a:off x="7462110" y="3463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4" name="pt26284"/>
            <p:cNvSpPr/>
            <p:nvPr/>
          </p:nvSpPr>
          <p:spPr>
            <a:xfrm>
              <a:off x="7401761" y="31722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5" name="pt26285"/>
            <p:cNvSpPr/>
            <p:nvPr/>
          </p:nvSpPr>
          <p:spPr>
            <a:xfrm>
              <a:off x="7446292" y="3275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6" name="pt26286"/>
            <p:cNvSpPr/>
            <p:nvPr/>
          </p:nvSpPr>
          <p:spPr>
            <a:xfrm>
              <a:off x="7439922" y="35324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7" name="pt26287"/>
            <p:cNvSpPr/>
            <p:nvPr/>
          </p:nvSpPr>
          <p:spPr>
            <a:xfrm>
              <a:off x="7454653" y="3400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8" name="pt26288"/>
            <p:cNvSpPr/>
            <p:nvPr/>
          </p:nvSpPr>
          <p:spPr>
            <a:xfrm>
              <a:off x="7460757" y="3417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89" name="pt26289"/>
            <p:cNvSpPr/>
            <p:nvPr/>
          </p:nvSpPr>
          <p:spPr>
            <a:xfrm>
              <a:off x="7502749" y="3207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0" name="pt26290"/>
            <p:cNvSpPr/>
            <p:nvPr/>
          </p:nvSpPr>
          <p:spPr>
            <a:xfrm>
              <a:off x="7547109" y="31494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1" name="pt26291"/>
            <p:cNvSpPr/>
            <p:nvPr/>
          </p:nvSpPr>
          <p:spPr>
            <a:xfrm>
              <a:off x="7468052" y="32496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2" name="pt26292"/>
            <p:cNvSpPr/>
            <p:nvPr/>
          </p:nvSpPr>
          <p:spPr>
            <a:xfrm>
              <a:off x="7437297" y="3104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3" name="pt26293"/>
            <p:cNvSpPr/>
            <p:nvPr/>
          </p:nvSpPr>
          <p:spPr>
            <a:xfrm>
              <a:off x="7377052" y="3270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4" name="pt26294"/>
            <p:cNvSpPr/>
            <p:nvPr/>
          </p:nvSpPr>
          <p:spPr>
            <a:xfrm>
              <a:off x="7410626" y="3164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5" name="pt26295"/>
            <p:cNvSpPr/>
            <p:nvPr/>
          </p:nvSpPr>
          <p:spPr>
            <a:xfrm>
              <a:off x="7468480" y="3342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6" name="pt26296"/>
            <p:cNvSpPr/>
            <p:nvPr/>
          </p:nvSpPr>
          <p:spPr>
            <a:xfrm>
              <a:off x="7438467" y="31645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7" name="pt26297"/>
            <p:cNvSpPr/>
            <p:nvPr/>
          </p:nvSpPr>
          <p:spPr>
            <a:xfrm>
              <a:off x="7402600" y="31371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8" name="pt26298"/>
            <p:cNvSpPr/>
            <p:nvPr/>
          </p:nvSpPr>
          <p:spPr>
            <a:xfrm>
              <a:off x="7457564" y="35305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299" name="pt26299"/>
            <p:cNvSpPr/>
            <p:nvPr/>
          </p:nvSpPr>
          <p:spPr>
            <a:xfrm>
              <a:off x="7375850" y="31506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0" name="pt26300"/>
            <p:cNvSpPr/>
            <p:nvPr/>
          </p:nvSpPr>
          <p:spPr>
            <a:xfrm>
              <a:off x="7389599" y="3201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1" name="pt26301"/>
            <p:cNvSpPr/>
            <p:nvPr/>
          </p:nvSpPr>
          <p:spPr>
            <a:xfrm>
              <a:off x="7385322" y="3178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2" name="pt26302"/>
            <p:cNvSpPr/>
            <p:nvPr/>
          </p:nvSpPr>
          <p:spPr>
            <a:xfrm>
              <a:off x="7472226" y="33371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3" name="pt26303"/>
            <p:cNvSpPr/>
            <p:nvPr/>
          </p:nvSpPr>
          <p:spPr>
            <a:xfrm>
              <a:off x="7470090" y="3183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4" name="pt26304"/>
            <p:cNvSpPr/>
            <p:nvPr/>
          </p:nvSpPr>
          <p:spPr>
            <a:xfrm>
              <a:off x="7473871" y="30773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5" name="pt26305"/>
            <p:cNvSpPr/>
            <p:nvPr/>
          </p:nvSpPr>
          <p:spPr>
            <a:xfrm>
              <a:off x="7448259" y="3390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6" name="pt26306"/>
            <p:cNvSpPr/>
            <p:nvPr/>
          </p:nvSpPr>
          <p:spPr>
            <a:xfrm>
              <a:off x="7631604" y="354999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07" name="pt26307"/>
            <p:cNvSpPr/>
            <p:nvPr/>
          </p:nvSpPr>
          <p:spPr>
            <a:xfrm>
              <a:off x="7441196" y="3331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8" name="pt26308"/>
            <p:cNvSpPr/>
            <p:nvPr/>
          </p:nvSpPr>
          <p:spPr>
            <a:xfrm>
              <a:off x="7417714" y="3106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09" name="pt26309"/>
            <p:cNvSpPr/>
            <p:nvPr/>
          </p:nvSpPr>
          <p:spPr>
            <a:xfrm>
              <a:off x="7433825" y="31671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0" name="pt26310"/>
            <p:cNvSpPr/>
            <p:nvPr/>
          </p:nvSpPr>
          <p:spPr>
            <a:xfrm>
              <a:off x="7438267" y="3178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1" name="pt26311"/>
            <p:cNvSpPr/>
            <p:nvPr/>
          </p:nvSpPr>
          <p:spPr>
            <a:xfrm>
              <a:off x="7432273" y="3054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2" name="pt26312"/>
            <p:cNvSpPr/>
            <p:nvPr/>
          </p:nvSpPr>
          <p:spPr>
            <a:xfrm>
              <a:off x="7475103" y="33042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3" name="pt26313"/>
            <p:cNvSpPr/>
            <p:nvPr/>
          </p:nvSpPr>
          <p:spPr>
            <a:xfrm>
              <a:off x="7488301" y="3426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4" name="pt26314"/>
            <p:cNvSpPr/>
            <p:nvPr/>
          </p:nvSpPr>
          <p:spPr>
            <a:xfrm>
              <a:off x="7364898" y="31430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5" name="pt26315"/>
            <p:cNvSpPr/>
            <p:nvPr/>
          </p:nvSpPr>
          <p:spPr>
            <a:xfrm>
              <a:off x="7416284" y="3123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6" name="pt26316"/>
            <p:cNvSpPr/>
            <p:nvPr/>
          </p:nvSpPr>
          <p:spPr>
            <a:xfrm>
              <a:off x="7396215" y="31228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7" name="pt26317"/>
            <p:cNvSpPr/>
            <p:nvPr/>
          </p:nvSpPr>
          <p:spPr>
            <a:xfrm>
              <a:off x="7441911" y="3388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8" name="pt26318"/>
            <p:cNvSpPr/>
            <p:nvPr/>
          </p:nvSpPr>
          <p:spPr>
            <a:xfrm>
              <a:off x="7282021" y="3210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19" name="pt26319"/>
            <p:cNvSpPr/>
            <p:nvPr/>
          </p:nvSpPr>
          <p:spPr>
            <a:xfrm>
              <a:off x="7473852" y="3385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0" name="pt26320"/>
            <p:cNvSpPr/>
            <p:nvPr/>
          </p:nvSpPr>
          <p:spPr>
            <a:xfrm>
              <a:off x="7432820" y="33435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1" name="pt26321"/>
            <p:cNvSpPr/>
            <p:nvPr/>
          </p:nvSpPr>
          <p:spPr>
            <a:xfrm>
              <a:off x="7431804" y="32656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2" name="pt26322"/>
            <p:cNvSpPr/>
            <p:nvPr/>
          </p:nvSpPr>
          <p:spPr>
            <a:xfrm>
              <a:off x="7464640" y="3301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3" name="pt26323"/>
            <p:cNvSpPr/>
            <p:nvPr/>
          </p:nvSpPr>
          <p:spPr>
            <a:xfrm>
              <a:off x="7424870" y="3154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4" name="pt26324"/>
            <p:cNvSpPr/>
            <p:nvPr/>
          </p:nvSpPr>
          <p:spPr>
            <a:xfrm>
              <a:off x="7436746" y="30575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5" name="pt26325"/>
            <p:cNvSpPr/>
            <p:nvPr/>
          </p:nvSpPr>
          <p:spPr>
            <a:xfrm>
              <a:off x="7444309" y="3166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6" name="pt26326"/>
            <p:cNvSpPr/>
            <p:nvPr/>
          </p:nvSpPr>
          <p:spPr>
            <a:xfrm>
              <a:off x="7480291" y="3010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7" name="pt26327"/>
            <p:cNvSpPr/>
            <p:nvPr/>
          </p:nvSpPr>
          <p:spPr>
            <a:xfrm>
              <a:off x="7481180" y="32930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8" name="pt26328"/>
            <p:cNvSpPr/>
            <p:nvPr/>
          </p:nvSpPr>
          <p:spPr>
            <a:xfrm>
              <a:off x="7440574" y="3344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29" name="pt26329"/>
            <p:cNvSpPr/>
            <p:nvPr/>
          </p:nvSpPr>
          <p:spPr>
            <a:xfrm>
              <a:off x="7453525" y="3480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0" name="pt26330"/>
            <p:cNvSpPr/>
            <p:nvPr/>
          </p:nvSpPr>
          <p:spPr>
            <a:xfrm>
              <a:off x="7453860" y="34772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1" name="pt26331"/>
            <p:cNvSpPr/>
            <p:nvPr/>
          </p:nvSpPr>
          <p:spPr>
            <a:xfrm>
              <a:off x="7420871" y="3085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2" name="pt26332"/>
            <p:cNvSpPr/>
            <p:nvPr/>
          </p:nvSpPr>
          <p:spPr>
            <a:xfrm>
              <a:off x="7486904" y="3117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3" name="pt26333"/>
            <p:cNvSpPr/>
            <p:nvPr/>
          </p:nvSpPr>
          <p:spPr>
            <a:xfrm>
              <a:off x="7443079" y="33382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4" name="pt26334"/>
            <p:cNvSpPr/>
            <p:nvPr/>
          </p:nvSpPr>
          <p:spPr>
            <a:xfrm>
              <a:off x="7380462" y="32551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5" name="pt26335"/>
            <p:cNvSpPr/>
            <p:nvPr/>
          </p:nvSpPr>
          <p:spPr>
            <a:xfrm>
              <a:off x="7558066" y="3667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6" name="pt26336"/>
            <p:cNvSpPr/>
            <p:nvPr/>
          </p:nvSpPr>
          <p:spPr>
            <a:xfrm>
              <a:off x="7468950" y="3518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7" name="pt26337"/>
            <p:cNvSpPr/>
            <p:nvPr/>
          </p:nvSpPr>
          <p:spPr>
            <a:xfrm>
              <a:off x="7446264" y="3255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8" name="pt26338"/>
            <p:cNvSpPr/>
            <p:nvPr/>
          </p:nvSpPr>
          <p:spPr>
            <a:xfrm>
              <a:off x="7426678" y="3140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39" name="pt26339"/>
            <p:cNvSpPr/>
            <p:nvPr/>
          </p:nvSpPr>
          <p:spPr>
            <a:xfrm>
              <a:off x="7423406" y="3084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0" name="pt26340"/>
            <p:cNvSpPr/>
            <p:nvPr/>
          </p:nvSpPr>
          <p:spPr>
            <a:xfrm>
              <a:off x="7442620" y="31172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1" name="pt26341"/>
            <p:cNvSpPr/>
            <p:nvPr/>
          </p:nvSpPr>
          <p:spPr>
            <a:xfrm>
              <a:off x="7488368" y="32316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2" name="pt26342"/>
            <p:cNvSpPr/>
            <p:nvPr/>
          </p:nvSpPr>
          <p:spPr>
            <a:xfrm>
              <a:off x="7475675" y="33924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3" name="pt26343"/>
            <p:cNvSpPr/>
            <p:nvPr/>
          </p:nvSpPr>
          <p:spPr>
            <a:xfrm>
              <a:off x="7409934" y="3276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4" name="pt26344"/>
            <p:cNvSpPr/>
            <p:nvPr/>
          </p:nvSpPr>
          <p:spPr>
            <a:xfrm>
              <a:off x="7401933" y="2994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5" name="pt26345"/>
            <p:cNvSpPr/>
            <p:nvPr/>
          </p:nvSpPr>
          <p:spPr>
            <a:xfrm>
              <a:off x="7408597" y="3172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6" name="pt26346"/>
            <p:cNvSpPr/>
            <p:nvPr/>
          </p:nvSpPr>
          <p:spPr>
            <a:xfrm>
              <a:off x="7481927" y="3189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7" name="pt26347"/>
            <p:cNvSpPr/>
            <p:nvPr/>
          </p:nvSpPr>
          <p:spPr>
            <a:xfrm>
              <a:off x="7399303" y="3408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8" name="pt26348"/>
            <p:cNvSpPr/>
            <p:nvPr/>
          </p:nvSpPr>
          <p:spPr>
            <a:xfrm>
              <a:off x="7504792" y="3398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49" name="pt26349"/>
            <p:cNvSpPr/>
            <p:nvPr/>
          </p:nvSpPr>
          <p:spPr>
            <a:xfrm>
              <a:off x="7409933" y="3148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0" name="pt26350"/>
            <p:cNvSpPr/>
            <p:nvPr/>
          </p:nvSpPr>
          <p:spPr>
            <a:xfrm>
              <a:off x="7478850" y="3274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1" name="pt26351"/>
            <p:cNvSpPr/>
            <p:nvPr/>
          </p:nvSpPr>
          <p:spPr>
            <a:xfrm>
              <a:off x="7137133" y="305556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52" name="pt26352"/>
            <p:cNvSpPr/>
            <p:nvPr/>
          </p:nvSpPr>
          <p:spPr>
            <a:xfrm>
              <a:off x="7457592" y="35083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3" name="pt26353"/>
            <p:cNvSpPr/>
            <p:nvPr/>
          </p:nvSpPr>
          <p:spPr>
            <a:xfrm>
              <a:off x="7426816" y="3197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4" name="pt26354"/>
            <p:cNvSpPr/>
            <p:nvPr/>
          </p:nvSpPr>
          <p:spPr>
            <a:xfrm>
              <a:off x="7457310" y="3522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5" name="pt26355"/>
            <p:cNvSpPr/>
            <p:nvPr/>
          </p:nvSpPr>
          <p:spPr>
            <a:xfrm>
              <a:off x="7455717" y="3438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6" name="pt26356"/>
            <p:cNvSpPr/>
            <p:nvPr/>
          </p:nvSpPr>
          <p:spPr>
            <a:xfrm>
              <a:off x="7412240" y="3129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7" name="pt26357"/>
            <p:cNvSpPr/>
            <p:nvPr/>
          </p:nvSpPr>
          <p:spPr>
            <a:xfrm>
              <a:off x="7378439" y="3457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8" name="pt26358"/>
            <p:cNvSpPr/>
            <p:nvPr/>
          </p:nvSpPr>
          <p:spPr>
            <a:xfrm>
              <a:off x="7397035" y="31589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59" name="pt26359"/>
            <p:cNvSpPr/>
            <p:nvPr/>
          </p:nvSpPr>
          <p:spPr>
            <a:xfrm>
              <a:off x="7390323" y="3044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0" name="pt26360"/>
            <p:cNvSpPr/>
            <p:nvPr/>
          </p:nvSpPr>
          <p:spPr>
            <a:xfrm>
              <a:off x="7450962" y="3103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1" name="pt26361"/>
            <p:cNvSpPr/>
            <p:nvPr/>
          </p:nvSpPr>
          <p:spPr>
            <a:xfrm>
              <a:off x="7480200" y="32474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2" name="pt26362"/>
            <p:cNvSpPr/>
            <p:nvPr/>
          </p:nvSpPr>
          <p:spPr>
            <a:xfrm>
              <a:off x="7468002" y="33433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3" name="pt26363"/>
            <p:cNvSpPr/>
            <p:nvPr/>
          </p:nvSpPr>
          <p:spPr>
            <a:xfrm>
              <a:off x="7397502" y="3240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4" name="pt26364"/>
            <p:cNvSpPr/>
            <p:nvPr/>
          </p:nvSpPr>
          <p:spPr>
            <a:xfrm>
              <a:off x="7430490" y="35488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5" name="pt26365"/>
            <p:cNvSpPr/>
            <p:nvPr/>
          </p:nvSpPr>
          <p:spPr>
            <a:xfrm>
              <a:off x="7466497" y="3589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6" name="pt26366"/>
            <p:cNvSpPr/>
            <p:nvPr/>
          </p:nvSpPr>
          <p:spPr>
            <a:xfrm>
              <a:off x="7429971" y="32822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7" name="pt26367"/>
            <p:cNvSpPr/>
            <p:nvPr/>
          </p:nvSpPr>
          <p:spPr>
            <a:xfrm>
              <a:off x="7399080" y="3171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8" name="pt26368"/>
            <p:cNvSpPr/>
            <p:nvPr/>
          </p:nvSpPr>
          <p:spPr>
            <a:xfrm>
              <a:off x="7445132" y="32801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69" name="pt26369"/>
            <p:cNvSpPr/>
            <p:nvPr/>
          </p:nvSpPr>
          <p:spPr>
            <a:xfrm>
              <a:off x="7456546" y="3362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0" name="pt26370"/>
            <p:cNvSpPr/>
            <p:nvPr/>
          </p:nvSpPr>
          <p:spPr>
            <a:xfrm>
              <a:off x="7465970" y="3121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1" name="pt26371"/>
            <p:cNvSpPr/>
            <p:nvPr/>
          </p:nvSpPr>
          <p:spPr>
            <a:xfrm>
              <a:off x="7436185" y="30891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2" name="pt26372"/>
            <p:cNvSpPr/>
            <p:nvPr/>
          </p:nvSpPr>
          <p:spPr>
            <a:xfrm>
              <a:off x="7527822" y="3198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3" name="pt26373"/>
            <p:cNvSpPr/>
            <p:nvPr/>
          </p:nvSpPr>
          <p:spPr>
            <a:xfrm>
              <a:off x="7485775" y="33390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4" name="pt26374"/>
            <p:cNvSpPr/>
            <p:nvPr/>
          </p:nvSpPr>
          <p:spPr>
            <a:xfrm>
              <a:off x="7462261" y="3102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5" name="pt26375"/>
            <p:cNvSpPr/>
            <p:nvPr/>
          </p:nvSpPr>
          <p:spPr>
            <a:xfrm>
              <a:off x="7618799" y="312028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76" name="pt26376"/>
            <p:cNvSpPr/>
            <p:nvPr/>
          </p:nvSpPr>
          <p:spPr>
            <a:xfrm>
              <a:off x="7438277" y="30755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7" name="pt26377"/>
            <p:cNvSpPr/>
            <p:nvPr/>
          </p:nvSpPr>
          <p:spPr>
            <a:xfrm>
              <a:off x="7491733" y="31952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8" name="pt26378"/>
            <p:cNvSpPr/>
            <p:nvPr/>
          </p:nvSpPr>
          <p:spPr>
            <a:xfrm>
              <a:off x="7026482" y="34021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79" name="pt26379"/>
            <p:cNvSpPr/>
            <p:nvPr/>
          </p:nvSpPr>
          <p:spPr>
            <a:xfrm>
              <a:off x="7416392" y="3246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0" name="pt26380"/>
            <p:cNvSpPr/>
            <p:nvPr/>
          </p:nvSpPr>
          <p:spPr>
            <a:xfrm>
              <a:off x="7495844" y="30816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1" name="pt26381"/>
            <p:cNvSpPr/>
            <p:nvPr/>
          </p:nvSpPr>
          <p:spPr>
            <a:xfrm>
              <a:off x="7506667" y="3159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2" name="pt26382"/>
            <p:cNvSpPr/>
            <p:nvPr/>
          </p:nvSpPr>
          <p:spPr>
            <a:xfrm>
              <a:off x="7460462" y="33401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3" name="pt26383"/>
            <p:cNvSpPr/>
            <p:nvPr/>
          </p:nvSpPr>
          <p:spPr>
            <a:xfrm>
              <a:off x="7421124" y="3335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4" name="pt26384"/>
            <p:cNvSpPr/>
            <p:nvPr/>
          </p:nvSpPr>
          <p:spPr>
            <a:xfrm>
              <a:off x="7384648" y="3084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5" name="pt26385"/>
            <p:cNvSpPr/>
            <p:nvPr/>
          </p:nvSpPr>
          <p:spPr>
            <a:xfrm>
              <a:off x="7481788" y="3230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6" name="pt26386"/>
            <p:cNvSpPr/>
            <p:nvPr/>
          </p:nvSpPr>
          <p:spPr>
            <a:xfrm>
              <a:off x="7452649" y="31322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7" name="pt26387"/>
            <p:cNvSpPr/>
            <p:nvPr/>
          </p:nvSpPr>
          <p:spPr>
            <a:xfrm>
              <a:off x="7453788" y="3294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8" name="pt26388"/>
            <p:cNvSpPr/>
            <p:nvPr/>
          </p:nvSpPr>
          <p:spPr>
            <a:xfrm>
              <a:off x="7436571" y="3289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89" name="pt26389"/>
            <p:cNvSpPr/>
            <p:nvPr/>
          </p:nvSpPr>
          <p:spPr>
            <a:xfrm>
              <a:off x="7446542" y="33514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0" name="pt26390"/>
            <p:cNvSpPr/>
            <p:nvPr/>
          </p:nvSpPr>
          <p:spPr>
            <a:xfrm>
              <a:off x="7411098" y="30250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1" name="pt26391"/>
            <p:cNvSpPr/>
            <p:nvPr/>
          </p:nvSpPr>
          <p:spPr>
            <a:xfrm>
              <a:off x="7452406" y="3462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2" name="pt26392"/>
            <p:cNvSpPr/>
            <p:nvPr/>
          </p:nvSpPr>
          <p:spPr>
            <a:xfrm>
              <a:off x="7440011" y="3376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3" name="pt26393"/>
            <p:cNvSpPr/>
            <p:nvPr/>
          </p:nvSpPr>
          <p:spPr>
            <a:xfrm>
              <a:off x="7438487" y="3066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4" name="pt26394"/>
            <p:cNvSpPr/>
            <p:nvPr/>
          </p:nvSpPr>
          <p:spPr>
            <a:xfrm>
              <a:off x="7503728" y="33265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5" name="pt26395"/>
            <p:cNvSpPr/>
            <p:nvPr/>
          </p:nvSpPr>
          <p:spPr>
            <a:xfrm>
              <a:off x="7443218" y="3142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6" name="pt26396"/>
            <p:cNvSpPr/>
            <p:nvPr/>
          </p:nvSpPr>
          <p:spPr>
            <a:xfrm>
              <a:off x="7438338" y="3276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7" name="pt26397"/>
            <p:cNvSpPr/>
            <p:nvPr/>
          </p:nvSpPr>
          <p:spPr>
            <a:xfrm>
              <a:off x="7454618" y="3323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8" name="pt26398"/>
            <p:cNvSpPr/>
            <p:nvPr/>
          </p:nvSpPr>
          <p:spPr>
            <a:xfrm>
              <a:off x="7436744" y="32868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399" name="pt26399"/>
            <p:cNvSpPr/>
            <p:nvPr/>
          </p:nvSpPr>
          <p:spPr>
            <a:xfrm>
              <a:off x="7427171" y="2995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0" name="pt26400"/>
            <p:cNvSpPr/>
            <p:nvPr/>
          </p:nvSpPr>
          <p:spPr>
            <a:xfrm>
              <a:off x="7411082" y="3090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1" name="pt26401"/>
            <p:cNvSpPr/>
            <p:nvPr/>
          </p:nvSpPr>
          <p:spPr>
            <a:xfrm>
              <a:off x="7462177" y="31796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2" name="pt26402"/>
            <p:cNvSpPr/>
            <p:nvPr/>
          </p:nvSpPr>
          <p:spPr>
            <a:xfrm>
              <a:off x="7476771" y="3495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3" name="pt26403"/>
            <p:cNvSpPr/>
            <p:nvPr/>
          </p:nvSpPr>
          <p:spPr>
            <a:xfrm>
              <a:off x="7474219" y="31888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4" name="pt26404"/>
            <p:cNvSpPr/>
            <p:nvPr/>
          </p:nvSpPr>
          <p:spPr>
            <a:xfrm>
              <a:off x="7418136" y="3210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5" name="pt26405"/>
            <p:cNvSpPr/>
            <p:nvPr/>
          </p:nvSpPr>
          <p:spPr>
            <a:xfrm>
              <a:off x="7421534" y="36053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6" name="pt26406"/>
            <p:cNvSpPr/>
            <p:nvPr/>
          </p:nvSpPr>
          <p:spPr>
            <a:xfrm>
              <a:off x="7450773" y="32194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7" name="pt26407"/>
            <p:cNvSpPr/>
            <p:nvPr/>
          </p:nvSpPr>
          <p:spPr>
            <a:xfrm>
              <a:off x="7464896" y="34049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8" name="pt26408"/>
            <p:cNvSpPr/>
            <p:nvPr/>
          </p:nvSpPr>
          <p:spPr>
            <a:xfrm>
              <a:off x="7407460" y="3098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09" name="pt26409"/>
            <p:cNvSpPr/>
            <p:nvPr/>
          </p:nvSpPr>
          <p:spPr>
            <a:xfrm>
              <a:off x="7438220" y="31096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0" name="pt26410"/>
            <p:cNvSpPr/>
            <p:nvPr/>
          </p:nvSpPr>
          <p:spPr>
            <a:xfrm>
              <a:off x="7452047" y="3456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1" name="pt26411"/>
            <p:cNvSpPr/>
            <p:nvPr/>
          </p:nvSpPr>
          <p:spPr>
            <a:xfrm>
              <a:off x="7438550" y="3223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2" name="pt26412"/>
            <p:cNvSpPr/>
            <p:nvPr/>
          </p:nvSpPr>
          <p:spPr>
            <a:xfrm>
              <a:off x="7445276" y="3338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3" name="pt26413"/>
            <p:cNvSpPr/>
            <p:nvPr/>
          </p:nvSpPr>
          <p:spPr>
            <a:xfrm>
              <a:off x="7425451" y="33752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4" name="pt26414"/>
            <p:cNvSpPr/>
            <p:nvPr/>
          </p:nvSpPr>
          <p:spPr>
            <a:xfrm>
              <a:off x="7424647" y="3073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5" name="pt26415"/>
            <p:cNvSpPr/>
            <p:nvPr/>
          </p:nvSpPr>
          <p:spPr>
            <a:xfrm>
              <a:off x="7737341" y="299092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16" name="pt26416"/>
            <p:cNvSpPr/>
            <p:nvPr/>
          </p:nvSpPr>
          <p:spPr>
            <a:xfrm>
              <a:off x="7453462" y="3138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7" name="pt26417"/>
            <p:cNvSpPr/>
            <p:nvPr/>
          </p:nvSpPr>
          <p:spPr>
            <a:xfrm>
              <a:off x="7439280" y="3157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8" name="pt26418"/>
            <p:cNvSpPr/>
            <p:nvPr/>
          </p:nvSpPr>
          <p:spPr>
            <a:xfrm>
              <a:off x="7420814" y="3162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19" name="pt26419"/>
            <p:cNvSpPr/>
            <p:nvPr/>
          </p:nvSpPr>
          <p:spPr>
            <a:xfrm>
              <a:off x="7428644" y="3480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0" name="pt26420"/>
            <p:cNvSpPr/>
            <p:nvPr/>
          </p:nvSpPr>
          <p:spPr>
            <a:xfrm>
              <a:off x="7476991" y="3635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1" name="pt26421"/>
            <p:cNvSpPr/>
            <p:nvPr/>
          </p:nvSpPr>
          <p:spPr>
            <a:xfrm>
              <a:off x="7398615" y="33426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2" name="pt26422"/>
            <p:cNvSpPr/>
            <p:nvPr/>
          </p:nvSpPr>
          <p:spPr>
            <a:xfrm>
              <a:off x="7401472" y="3390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3" name="pt26423"/>
            <p:cNvSpPr/>
            <p:nvPr/>
          </p:nvSpPr>
          <p:spPr>
            <a:xfrm>
              <a:off x="7408067" y="3022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4" name="pt26424"/>
            <p:cNvSpPr/>
            <p:nvPr/>
          </p:nvSpPr>
          <p:spPr>
            <a:xfrm>
              <a:off x="7483675" y="30861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5" name="pt26425"/>
            <p:cNvSpPr/>
            <p:nvPr/>
          </p:nvSpPr>
          <p:spPr>
            <a:xfrm>
              <a:off x="7457063" y="3160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6" name="pt26426"/>
            <p:cNvSpPr/>
            <p:nvPr/>
          </p:nvSpPr>
          <p:spPr>
            <a:xfrm>
              <a:off x="7439353" y="3092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7" name="pt26427"/>
            <p:cNvSpPr/>
            <p:nvPr/>
          </p:nvSpPr>
          <p:spPr>
            <a:xfrm>
              <a:off x="7428012" y="31802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8" name="pt26428"/>
            <p:cNvSpPr/>
            <p:nvPr/>
          </p:nvSpPr>
          <p:spPr>
            <a:xfrm>
              <a:off x="7482172" y="3325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29" name="pt26429"/>
            <p:cNvSpPr/>
            <p:nvPr/>
          </p:nvSpPr>
          <p:spPr>
            <a:xfrm>
              <a:off x="7437849" y="3278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0" name="pt26430"/>
            <p:cNvSpPr/>
            <p:nvPr/>
          </p:nvSpPr>
          <p:spPr>
            <a:xfrm>
              <a:off x="7396429" y="3046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1" name="pt26431"/>
            <p:cNvSpPr/>
            <p:nvPr/>
          </p:nvSpPr>
          <p:spPr>
            <a:xfrm>
              <a:off x="7445096" y="3272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2" name="pt26432"/>
            <p:cNvSpPr/>
            <p:nvPr/>
          </p:nvSpPr>
          <p:spPr>
            <a:xfrm>
              <a:off x="7474859" y="3145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3" name="pt26433"/>
            <p:cNvSpPr/>
            <p:nvPr/>
          </p:nvSpPr>
          <p:spPr>
            <a:xfrm>
              <a:off x="7432317" y="32339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4" name="pt26434"/>
            <p:cNvSpPr/>
            <p:nvPr/>
          </p:nvSpPr>
          <p:spPr>
            <a:xfrm>
              <a:off x="7428918" y="3130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5" name="pt26435"/>
            <p:cNvSpPr/>
            <p:nvPr/>
          </p:nvSpPr>
          <p:spPr>
            <a:xfrm>
              <a:off x="7465491" y="31943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6" name="pt26436"/>
            <p:cNvSpPr/>
            <p:nvPr/>
          </p:nvSpPr>
          <p:spPr>
            <a:xfrm>
              <a:off x="7512187" y="33970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7" name="pt26437"/>
            <p:cNvSpPr/>
            <p:nvPr/>
          </p:nvSpPr>
          <p:spPr>
            <a:xfrm>
              <a:off x="7458711" y="31738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8" name="pt26438"/>
            <p:cNvSpPr/>
            <p:nvPr/>
          </p:nvSpPr>
          <p:spPr>
            <a:xfrm>
              <a:off x="7445639" y="3097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39" name="pt26439"/>
            <p:cNvSpPr/>
            <p:nvPr/>
          </p:nvSpPr>
          <p:spPr>
            <a:xfrm>
              <a:off x="7483891" y="3387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0" name="pt26440"/>
            <p:cNvSpPr/>
            <p:nvPr/>
          </p:nvSpPr>
          <p:spPr>
            <a:xfrm>
              <a:off x="7532482" y="36754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1" name="pt26441"/>
            <p:cNvSpPr/>
            <p:nvPr/>
          </p:nvSpPr>
          <p:spPr>
            <a:xfrm>
              <a:off x="7323819" y="3549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2" name="pt26442"/>
            <p:cNvSpPr/>
            <p:nvPr/>
          </p:nvSpPr>
          <p:spPr>
            <a:xfrm>
              <a:off x="7470308" y="3479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3" name="pt26443"/>
            <p:cNvSpPr/>
            <p:nvPr/>
          </p:nvSpPr>
          <p:spPr>
            <a:xfrm>
              <a:off x="7459979" y="3256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4" name="pt26444"/>
            <p:cNvSpPr/>
            <p:nvPr/>
          </p:nvSpPr>
          <p:spPr>
            <a:xfrm>
              <a:off x="7448113" y="32126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5" name="pt26445"/>
            <p:cNvSpPr/>
            <p:nvPr/>
          </p:nvSpPr>
          <p:spPr>
            <a:xfrm>
              <a:off x="7406225" y="32984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6" name="pt26446"/>
            <p:cNvSpPr/>
            <p:nvPr/>
          </p:nvSpPr>
          <p:spPr>
            <a:xfrm>
              <a:off x="7440697" y="3025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7" name="pt26447"/>
            <p:cNvSpPr/>
            <p:nvPr/>
          </p:nvSpPr>
          <p:spPr>
            <a:xfrm>
              <a:off x="7393545" y="34169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8" name="pt26448"/>
            <p:cNvSpPr/>
            <p:nvPr/>
          </p:nvSpPr>
          <p:spPr>
            <a:xfrm>
              <a:off x="7409198" y="3174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49" name="pt26449"/>
            <p:cNvSpPr/>
            <p:nvPr/>
          </p:nvSpPr>
          <p:spPr>
            <a:xfrm>
              <a:off x="7450257" y="3084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0" name="pt26450"/>
            <p:cNvSpPr/>
            <p:nvPr/>
          </p:nvSpPr>
          <p:spPr>
            <a:xfrm>
              <a:off x="7447064" y="2993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1" name="pt26451"/>
            <p:cNvSpPr/>
            <p:nvPr/>
          </p:nvSpPr>
          <p:spPr>
            <a:xfrm>
              <a:off x="7444671" y="3068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2" name="pt26452"/>
            <p:cNvSpPr/>
            <p:nvPr/>
          </p:nvSpPr>
          <p:spPr>
            <a:xfrm>
              <a:off x="7459956" y="3224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3" name="pt26453"/>
            <p:cNvSpPr/>
            <p:nvPr/>
          </p:nvSpPr>
          <p:spPr>
            <a:xfrm>
              <a:off x="7425594" y="30158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4" name="pt26454"/>
            <p:cNvSpPr/>
            <p:nvPr/>
          </p:nvSpPr>
          <p:spPr>
            <a:xfrm>
              <a:off x="7419201" y="3144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5" name="pt26455"/>
            <p:cNvSpPr/>
            <p:nvPr/>
          </p:nvSpPr>
          <p:spPr>
            <a:xfrm>
              <a:off x="7446472" y="32595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6" name="pt26456"/>
            <p:cNvSpPr/>
            <p:nvPr/>
          </p:nvSpPr>
          <p:spPr>
            <a:xfrm>
              <a:off x="7425266" y="3402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7" name="pt26457"/>
            <p:cNvSpPr/>
            <p:nvPr/>
          </p:nvSpPr>
          <p:spPr>
            <a:xfrm>
              <a:off x="7430005" y="3149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8" name="pt26458"/>
            <p:cNvSpPr/>
            <p:nvPr/>
          </p:nvSpPr>
          <p:spPr>
            <a:xfrm>
              <a:off x="7511843" y="34996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59" name="pt26459"/>
            <p:cNvSpPr/>
            <p:nvPr/>
          </p:nvSpPr>
          <p:spPr>
            <a:xfrm>
              <a:off x="7433621" y="29994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0" name="pt26460"/>
            <p:cNvSpPr/>
            <p:nvPr/>
          </p:nvSpPr>
          <p:spPr>
            <a:xfrm>
              <a:off x="7436703" y="3020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1" name="pt26461"/>
            <p:cNvSpPr/>
            <p:nvPr/>
          </p:nvSpPr>
          <p:spPr>
            <a:xfrm>
              <a:off x="7748714" y="3255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2" name="pt26462"/>
            <p:cNvSpPr/>
            <p:nvPr/>
          </p:nvSpPr>
          <p:spPr>
            <a:xfrm>
              <a:off x="7377556" y="3282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3" name="pt26463"/>
            <p:cNvSpPr/>
            <p:nvPr/>
          </p:nvSpPr>
          <p:spPr>
            <a:xfrm>
              <a:off x="7413089" y="3209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4" name="pt26464"/>
            <p:cNvSpPr/>
            <p:nvPr/>
          </p:nvSpPr>
          <p:spPr>
            <a:xfrm>
              <a:off x="7431627" y="27513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5" name="pt26465"/>
            <p:cNvSpPr/>
            <p:nvPr/>
          </p:nvSpPr>
          <p:spPr>
            <a:xfrm>
              <a:off x="7451215" y="3299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6" name="pt26466"/>
            <p:cNvSpPr/>
            <p:nvPr/>
          </p:nvSpPr>
          <p:spPr>
            <a:xfrm>
              <a:off x="7434515" y="3224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7" name="pt26467"/>
            <p:cNvSpPr/>
            <p:nvPr/>
          </p:nvSpPr>
          <p:spPr>
            <a:xfrm>
              <a:off x="7473722" y="3540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8" name="pt26468"/>
            <p:cNvSpPr/>
            <p:nvPr/>
          </p:nvSpPr>
          <p:spPr>
            <a:xfrm>
              <a:off x="7454327" y="33507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69" name="pt26469"/>
            <p:cNvSpPr/>
            <p:nvPr/>
          </p:nvSpPr>
          <p:spPr>
            <a:xfrm>
              <a:off x="7422914" y="2995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0" name="pt26470"/>
            <p:cNvSpPr/>
            <p:nvPr/>
          </p:nvSpPr>
          <p:spPr>
            <a:xfrm>
              <a:off x="7434404" y="3129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1" name="pt26471"/>
            <p:cNvSpPr/>
            <p:nvPr/>
          </p:nvSpPr>
          <p:spPr>
            <a:xfrm>
              <a:off x="7377287" y="33396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2" name="pt26472"/>
            <p:cNvSpPr/>
            <p:nvPr/>
          </p:nvSpPr>
          <p:spPr>
            <a:xfrm>
              <a:off x="7423978" y="31423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3" name="pt26473"/>
            <p:cNvSpPr/>
            <p:nvPr/>
          </p:nvSpPr>
          <p:spPr>
            <a:xfrm>
              <a:off x="7429824" y="32926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4" name="pt26474"/>
            <p:cNvSpPr/>
            <p:nvPr/>
          </p:nvSpPr>
          <p:spPr>
            <a:xfrm>
              <a:off x="7390689" y="31643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5" name="pt26475"/>
            <p:cNvSpPr/>
            <p:nvPr/>
          </p:nvSpPr>
          <p:spPr>
            <a:xfrm>
              <a:off x="7391956" y="33104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6" name="pt26476"/>
            <p:cNvSpPr/>
            <p:nvPr/>
          </p:nvSpPr>
          <p:spPr>
            <a:xfrm>
              <a:off x="7627882" y="34526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7" name="pt26477"/>
            <p:cNvSpPr/>
            <p:nvPr/>
          </p:nvSpPr>
          <p:spPr>
            <a:xfrm>
              <a:off x="7444426" y="3274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8" name="pt26478"/>
            <p:cNvSpPr/>
            <p:nvPr/>
          </p:nvSpPr>
          <p:spPr>
            <a:xfrm>
              <a:off x="7653995" y="34910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79" name="pt26479"/>
            <p:cNvSpPr/>
            <p:nvPr/>
          </p:nvSpPr>
          <p:spPr>
            <a:xfrm>
              <a:off x="7524181" y="3275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0" name="pt26480"/>
            <p:cNvSpPr/>
            <p:nvPr/>
          </p:nvSpPr>
          <p:spPr>
            <a:xfrm>
              <a:off x="7420653" y="3213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1" name="pt26481"/>
            <p:cNvSpPr/>
            <p:nvPr/>
          </p:nvSpPr>
          <p:spPr>
            <a:xfrm>
              <a:off x="7463165" y="31357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2" name="pt26482"/>
            <p:cNvSpPr/>
            <p:nvPr/>
          </p:nvSpPr>
          <p:spPr>
            <a:xfrm>
              <a:off x="7414158" y="33006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3" name="pt26483"/>
            <p:cNvSpPr/>
            <p:nvPr/>
          </p:nvSpPr>
          <p:spPr>
            <a:xfrm>
              <a:off x="7436243" y="3291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4" name="pt26484"/>
            <p:cNvSpPr/>
            <p:nvPr/>
          </p:nvSpPr>
          <p:spPr>
            <a:xfrm>
              <a:off x="7471147" y="3189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5" name="pt26485"/>
            <p:cNvSpPr/>
            <p:nvPr/>
          </p:nvSpPr>
          <p:spPr>
            <a:xfrm>
              <a:off x="7416436" y="30258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6" name="pt26486"/>
            <p:cNvSpPr/>
            <p:nvPr/>
          </p:nvSpPr>
          <p:spPr>
            <a:xfrm>
              <a:off x="7459346" y="32588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7" name="pt26487"/>
            <p:cNvSpPr/>
            <p:nvPr/>
          </p:nvSpPr>
          <p:spPr>
            <a:xfrm>
              <a:off x="7405978" y="31333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8" name="pt26488"/>
            <p:cNvSpPr/>
            <p:nvPr/>
          </p:nvSpPr>
          <p:spPr>
            <a:xfrm>
              <a:off x="7430688" y="29343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89" name="pt26489"/>
            <p:cNvSpPr/>
            <p:nvPr/>
          </p:nvSpPr>
          <p:spPr>
            <a:xfrm>
              <a:off x="7429589" y="3493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0" name="pt26490"/>
            <p:cNvSpPr/>
            <p:nvPr/>
          </p:nvSpPr>
          <p:spPr>
            <a:xfrm>
              <a:off x="7437372" y="32630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1" name="pt26491"/>
            <p:cNvSpPr/>
            <p:nvPr/>
          </p:nvSpPr>
          <p:spPr>
            <a:xfrm>
              <a:off x="7437804" y="3399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2" name="pt26492"/>
            <p:cNvSpPr/>
            <p:nvPr/>
          </p:nvSpPr>
          <p:spPr>
            <a:xfrm>
              <a:off x="7508660" y="31616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3" name="pt26493"/>
            <p:cNvSpPr/>
            <p:nvPr/>
          </p:nvSpPr>
          <p:spPr>
            <a:xfrm>
              <a:off x="7450208" y="3422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4" name="pt26494"/>
            <p:cNvSpPr/>
            <p:nvPr/>
          </p:nvSpPr>
          <p:spPr>
            <a:xfrm>
              <a:off x="7524220" y="34298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5" name="pt26495"/>
            <p:cNvSpPr/>
            <p:nvPr/>
          </p:nvSpPr>
          <p:spPr>
            <a:xfrm>
              <a:off x="7490388" y="3603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6" name="pt26496"/>
            <p:cNvSpPr/>
            <p:nvPr/>
          </p:nvSpPr>
          <p:spPr>
            <a:xfrm>
              <a:off x="7862715" y="34393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7" name="pt26497"/>
            <p:cNvSpPr/>
            <p:nvPr/>
          </p:nvSpPr>
          <p:spPr>
            <a:xfrm>
              <a:off x="7443291" y="3108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8" name="pt26498"/>
            <p:cNvSpPr/>
            <p:nvPr/>
          </p:nvSpPr>
          <p:spPr>
            <a:xfrm>
              <a:off x="7473857" y="3105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499" name="pt26499"/>
            <p:cNvSpPr/>
            <p:nvPr/>
          </p:nvSpPr>
          <p:spPr>
            <a:xfrm>
              <a:off x="7455127" y="30947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0" name="pt26500"/>
            <p:cNvSpPr/>
            <p:nvPr/>
          </p:nvSpPr>
          <p:spPr>
            <a:xfrm>
              <a:off x="7392157" y="31824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1" name="pt26501"/>
            <p:cNvSpPr/>
            <p:nvPr/>
          </p:nvSpPr>
          <p:spPr>
            <a:xfrm>
              <a:off x="7766424" y="351633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02" name="pt26502"/>
            <p:cNvSpPr/>
            <p:nvPr/>
          </p:nvSpPr>
          <p:spPr>
            <a:xfrm>
              <a:off x="7493342" y="3467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3" name="pt26503"/>
            <p:cNvSpPr/>
            <p:nvPr/>
          </p:nvSpPr>
          <p:spPr>
            <a:xfrm>
              <a:off x="7413492" y="3136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4" name="pt26504"/>
            <p:cNvSpPr/>
            <p:nvPr/>
          </p:nvSpPr>
          <p:spPr>
            <a:xfrm>
              <a:off x="7457546" y="3091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5" name="pt26505"/>
            <p:cNvSpPr/>
            <p:nvPr/>
          </p:nvSpPr>
          <p:spPr>
            <a:xfrm>
              <a:off x="7463663" y="3443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6" name="pt26506"/>
            <p:cNvSpPr/>
            <p:nvPr/>
          </p:nvSpPr>
          <p:spPr>
            <a:xfrm>
              <a:off x="7424459" y="3081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7" name="pt26507"/>
            <p:cNvSpPr/>
            <p:nvPr/>
          </p:nvSpPr>
          <p:spPr>
            <a:xfrm>
              <a:off x="7496533" y="3141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8" name="pt26508"/>
            <p:cNvSpPr/>
            <p:nvPr/>
          </p:nvSpPr>
          <p:spPr>
            <a:xfrm>
              <a:off x="7449852" y="3234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09" name="pt26509"/>
            <p:cNvSpPr/>
            <p:nvPr/>
          </p:nvSpPr>
          <p:spPr>
            <a:xfrm>
              <a:off x="7437644" y="3075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0" name="pt26510"/>
            <p:cNvSpPr/>
            <p:nvPr/>
          </p:nvSpPr>
          <p:spPr>
            <a:xfrm>
              <a:off x="7406272" y="32263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1" name="pt26511"/>
            <p:cNvSpPr/>
            <p:nvPr/>
          </p:nvSpPr>
          <p:spPr>
            <a:xfrm>
              <a:off x="7421450" y="3189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2" name="pt26512"/>
            <p:cNvSpPr/>
            <p:nvPr/>
          </p:nvSpPr>
          <p:spPr>
            <a:xfrm>
              <a:off x="7425778" y="3264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3" name="pt26513"/>
            <p:cNvSpPr/>
            <p:nvPr/>
          </p:nvSpPr>
          <p:spPr>
            <a:xfrm>
              <a:off x="7462322" y="3399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4" name="pt26514"/>
            <p:cNvSpPr/>
            <p:nvPr/>
          </p:nvSpPr>
          <p:spPr>
            <a:xfrm>
              <a:off x="7481460" y="3285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5" name="pt26515"/>
            <p:cNvSpPr/>
            <p:nvPr/>
          </p:nvSpPr>
          <p:spPr>
            <a:xfrm>
              <a:off x="7454700" y="30428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6" name="pt26516"/>
            <p:cNvSpPr/>
            <p:nvPr/>
          </p:nvSpPr>
          <p:spPr>
            <a:xfrm>
              <a:off x="7454650" y="34661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7" name="pt26517"/>
            <p:cNvSpPr/>
            <p:nvPr/>
          </p:nvSpPr>
          <p:spPr>
            <a:xfrm>
              <a:off x="7518117" y="34398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8" name="pt26518"/>
            <p:cNvSpPr/>
            <p:nvPr/>
          </p:nvSpPr>
          <p:spPr>
            <a:xfrm>
              <a:off x="7454999" y="3236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19" name="pt26519"/>
            <p:cNvSpPr/>
            <p:nvPr/>
          </p:nvSpPr>
          <p:spPr>
            <a:xfrm>
              <a:off x="7402690" y="30544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0" name="pt26520"/>
            <p:cNvSpPr/>
            <p:nvPr/>
          </p:nvSpPr>
          <p:spPr>
            <a:xfrm>
              <a:off x="7399285" y="3142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1" name="pt26521"/>
            <p:cNvSpPr/>
            <p:nvPr/>
          </p:nvSpPr>
          <p:spPr>
            <a:xfrm>
              <a:off x="7465472" y="31195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2" name="pt26522"/>
            <p:cNvSpPr/>
            <p:nvPr/>
          </p:nvSpPr>
          <p:spPr>
            <a:xfrm>
              <a:off x="7464053" y="2917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3" name="pt26523"/>
            <p:cNvSpPr/>
            <p:nvPr/>
          </p:nvSpPr>
          <p:spPr>
            <a:xfrm>
              <a:off x="7450188" y="2796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4" name="pt26524"/>
            <p:cNvSpPr/>
            <p:nvPr/>
          </p:nvSpPr>
          <p:spPr>
            <a:xfrm>
              <a:off x="7378223" y="30722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5" name="pt26525"/>
            <p:cNvSpPr/>
            <p:nvPr/>
          </p:nvSpPr>
          <p:spPr>
            <a:xfrm>
              <a:off x="7514208" y="3383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6" name="pt26526"/>
            <p:cNvSpPr/>
            <p:nvPr/>
          </p:nvSpPr>
          <p:spPr>
            <a:xfrm>
              <a:off x="7420252" y="3102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7" name="pt26527"/>
            <p:cNvSpPr/>
            <p:nvPr/>
          </p:nvSpPr>
          <p:spPr>
            <a:xfrm>
              <a:off x="7442140" y="3280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8" name="pt26528"/>
            <p:cNvSpPr/>
            <p:nvPr/>
          </p:nvSpPr>
          <p:spPr>
            <a:xfrm>
              <a:off x="7426475" y="31585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29" name="pt26529"/>
            <p:cNvSpPr/>
            <p:nvPr/>
          </p:nvSpPr>
          <p:spPr>
            <a:xfrm>
              <a:off x="7382926" y="29480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0" name="pt26530"/>
            <p:cNvSpPr/>
            <p:nvPr/>
          </p:nvSpPr>
          <p:spPr>
            <a:xfrm>
              <a:off x="8669146" y="3259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1" name="pt26531"/>
            <p:cNvSpPr/>
            <p:nvPr/>
          </p:nvSpPr>
          <p:spPr>
            <a:xfrm>
              <a:off x="7411523" y="32044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2" name="pt26532"/>
            <p:cNvSpPr/>
            <p:nvPr/>
          </p:nvSpPr>
          <p:spPr>
            <a:xfrm>
              <a:off x="7463094" y="32712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3" name="pt26533"/>
            <p:cNvSpPr/>
            <p:nvPr/>
          </p:nvSpPr>
          <p:spPr>
            <a:xfrm>
              <a:off x="7433650" y="3463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4" name="pt26534"/>
            <p:cNvSpPr/>
            <p:nvPr/>
          </p:nvSpPr>
          <p:spPr>
            <a:xfrm>
              <a:off x="7481108" y="30167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5" name="pt26535"/>
            <p:cNvSpPr/>
            <p:nvPr/>
          </p:nvSpPr>
          <p:spPr>
            <a:xfrm>
              <a:off x="7398205" y="3290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6" name="pt26536"/>
            <p:cNvSpPr/>
            <p:nvPr/>
          </p:nvSpPr>
          <p:spPr>
            <a:xfrm>
              <a:off x="7447604" y="33896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7" name="pt26537"/>
            <p:cNvSpPr/>
            <p:nvPr/>
          </p:nvSpPr>
          <p:spPr>
            <a:xfrm>
              <a:off x="7479370" y="32597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8" name="pt26538"/>
            <p:cNvSpPr/>
            <p:nvPr/>
          </p:nvSpPr>
          <p:spPr>
            <a:xfrm>
              <a:off x="7442666" y="3171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39" name="pt26539"/>
            <p:cNvSpPr/>
            <p:nvPr/>
          </p:nvSpPr>
          <p:spPr>
            <a:xfrm>
              <a:off x="7439424" y="3156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0" name="pt26540"/>
            <p:cNvSpPr/>
            <p:nvPr/>
          </p:nvSpPr>
          <p:spPr>
            <a:xfrm>
              <a:off x="7457336" y="3483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1" name="pt26541"/>
            <p:cNvSpPr/>
            <p:nvPr/>
          </p:nvSpPr>
          <p:spPr>
            <a:xfrm>
              <a:off x="7456183" y="3540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2" name="pt26542"/>
            <p:cNvSpPr/>
            <p:nvPr/>
          </p:nvSpPr>
          <p:spPr>
            <a:xfrm>
              <a:off x="7460120" y="35244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3" name="pt26543"/>
            <p:cNvSpPr/>
            <p:nvPr/>
          </p:nvSpPr>
          <p:spPr>
            <a:xfrm>
              <a:off x="7430562" y="3086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4" name="pt26544"/>
            <p:cNvSpPr/>
            <p:nvPr/>
          </p:nvSpPr>
          <p:spPr>
            <a:xfrm>
              <a:off x="7443144" y="3143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5" name="pt26545"/>
            <p:cNvSpPr/>
            <p:nvPr/>
          </p:nvSpPr>
          <p:spPr>
            <a:xfrm>
              <a:off x="7357399" y="33955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6" name="pt26546"/>
            <p:cNvSpPr/>
            <p:nvPr/>
          </p:nvSpPr>
          <p:spPr>
            <a:xfrm>
              <a:off x="7429287" y="3095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7" name="pt26547"/>
            <p:cNvSpPr/>
            <p:nvPr/>
          </p:nvSpPr>
          <p:spPr>
            <a:xfrm>
              <a:off x="7546532" y="3554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8" name="pt26548"/>
            <p:cNvSpPr/>
            <p:nvPr/>
          </p:nvSpPr>
          <p:spPr>
            <a:xfrm>
              <a:off x="7396647" y="3040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49" name="pt26549"/>
            <p:cNvSpPr/>
            <p:nvPr/>
          </p:nvSpPr>
          <p:spPr>
            <a:xfrm>
              <a:off x="7385831" y="31367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0" name="pt26550"/>
            <p:cNvSpPr/>
            <p:nvPr/>
          </p:nvSpPr>
          <p:spPr>
            <a:xfrm>
              <a:off x="7451543" y="34498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1" name="pt26551"/>
            <p:cNvSpPr/>
            <p:nvPr/>
          </p:nvSpPr>
          <p:spPr>
            <a:xfrm>
              <a:off x="7410882" y="3197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2" name="pt26552"/>
            <p:cNvSpPr/>
            <p:nvPr/>
          </p:nvSpPr>
          <p:spPr>
            <a:xfrm>
              <a:off x="7518568" y="32793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3" name="pt26553"/>
            <p:cNvSpPr/>
            <p:nvPr/>
          </p:nvSpPr>
          <p:spPr>
            <a:xfrm>
              <a:off x="7437113" y="3052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4" name="pt26554"/>
            <p:cNvSpPr/>
            <p:nvPr/>
          </p:nvSpPr>
          <p:spPr>
            <a:xfrm>
              <a:off x="7489686" y="31830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5" name="pt26555"/>
            <p:cNvSpPr/>
            <p:nvPr/>
          </p:nvSpPr>
          <p:spPr>
            <a:xfrm>
              <a:off x="7438373" y="3129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6" name="pt26556"/>
            <p:cNvSpPr/>
            <p:nvPr/>
          </p:nvSpPr>
          <p:spPr>
            <a:xfrm>
              <a:off x="7399664" y="3094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7" name="pt26557"/>
            <p:cNvSpPr/>
            <p:nvPr/>
          </p:nvSpPr>
          <p:spPr>
            <a:xfrm>
              <a:off x="7450151" y="3293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8" name="pt26558"/>
            <p:cNvSpPr/>
            <p:nvPr/>
          </p:nvSpPr>
          <p:spPr>
            <a:xfrm>
              <a:off x="7468922" y="3105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59" name="pt26559"/>
            <p:cNvSpPr/>
            <p:nvPr/>
          </p:nvSpPr>
          <p:spPr>
            <a:xfrm>
              <a:off x="7430788" y="33502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0" name="pt26560"/>
            <p:cNvSpPr/>
            <p:nvPr/>
          </p:nvSpPr>
          <p:spPr>
            <a:xfrm>
              <a:off x="7467917" y="3230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1" name="pt26561"/>
            <p:cNvSpPr/>
            <p:nvPr/>
          </p:nvSpPr>
          <p:spPr>
            <a:xfrm>
              <a:off x="7506698" y="31698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2" name="pt26562"/>
            <p:cNvSpPr/>
            <p:nvPr/>
          </p:nvSpPr>
          <p:spPr>
            <a:xfrm>
              <a:off x="7439075" y="3344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3" name="pt26563"/>
            <p:cNvSpPr/>
            <p:nvPr/>
          </p:nvSpPr>
          <p:spPr>
            <a:xfrm>
              <a:off x="7425295" y="31876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4" name="pt26564"/>
            <p:cNvSpPr/>
            <p:nvPr/>
          </p:nvSpPr>
          <p:spPr>
            <a:xfrm>
              <a:off x="7400230" y="3269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5" name="pt26565"/>
            <p:cNvSpPr/>
            <p:nvPr/>
          </p:nvSpPr>
          <p:spPr>
            <a:xfrm>
              <a:off x="7294405" y="3339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6" name="pt26566"/>
            <p:cNvSpPr/>
            <p:nvPr/>
          </p:nvSpPr>
          <p:spPr>
            <a:xfrm>
              <a:off x="7387188" y="3074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7" name="pt26567"/>
            <p:cNvSpPr/>
            <p:nvPr/>
          </p:nvSpPr>
          <p:spPr>
            <a:xfrm>
              <a:off x="7420803" y="3198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8" name="pt26568"/>
            <p:cNvSpPr/>
            <p:nvPr/>
          </p:nvSpPr>
          <p:spPr>
            <a:xfrm>
              <a:off x="7371215" y="31872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69" name="pt26569"/>
            <p:cNvSpPr/>
            <p:nvPr/>
          </p:nvSpPr>
          <p:spPr>
            <a:xfrm>
              <a:off x="7412421" y="3148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0" name="pt26570"/>
            <p:cNvSpPr/>
            <p:nvPr/>
          </p:nvSpPr>
          <p:spPr>
            <a:xfrm>
              <a:off x="7437858" y="31684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1" name="pt26571"/>
            <p:cNvSpPr/>
            <p:nvPr/>
          </p:nvSpPr>
          <p:spPr>
            <a:xfrm>
              <a:off x="7457119" y="3197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2" name="pt26572"/>
            <p:cNvSpPr/>
            <p:nvPr/>
          </p:nvSpPr>
          <p:spPr>
            <a:xfrm>
              <a:off x="7398274" y="3224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3" name="pt26573"/>
            <p:cNvSpPr/>
            <p:nvPr/>
          </p:nvSpPr>
          <p:spPr>
            <a:xfrm>
              <a:off x="8056580" y="350112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74" name="pt26574"/>
            <p:cNvSpPr/>
            <p:nvPr/>
          </p:nvSpPr>
          <p:spPr>
            <a:xfrm>
              <a:off x="7479778" y="3358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5" name="pt26575"/>
            <p:cNvSpPr/>
            <p:nvPr/>
          </p:nvSpPr>
          <p:spPr>
            <a:xfrm>
              <a:off x="7449721" y="31121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6" name="pt26576"/>
            <p:cNvSpPr/>
            <p:nvPr/>
          </p:nvSpPr>
          <p:spPr>
            <a:xfrm>
              <a:off x="7443204" y="3380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7" name="pt26577"/>
            <p:cNvSpPr/>
            <p:nvPr/>
          </p:nvSpPr>
          <p:spPr>
            <a:xfrm>
              <a:off x="7406239" y="3233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8" name="pt26578"/>
            <p:cNvSpPr/>
            <p:nvPr/>
          </p:nvSpPr>
          <p:spPr>
            <a:xfrm>
              <a:off x="7337134" y="3183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79" name="pt26579"/>
            <p:cNvSpPr/>
            <p:nvPr/>
          </p:nvSpPr>
          <p:spPr>
            <a:xfrm>
              <a:off x="7542708" y="3182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0" name="pt26580"/>
            <p:cNvSpPr/>
            <p:nvPr/>
          </p:nvSpPr>
          <p:spPr>
            <a:xfrm>
              <a:off x="7336135" y="3532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1" name="pt26581"/>
            <p:cNvSpPr/>
            <p:nvPr/>
          </p:nvSpPr>
          <p:spPr>
            <a:xfrm>
              <a:off x="7439832" y="3140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2" name="pt26582"/>
            <p:cNvSpPr/>
            <p:nvPr/>
          </p:nvSpPr>
          <p:spPr>
            <a:xfrm>
              <a:off x="7477238" y="3467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3" name="pt26583"/>
            <p:cNvSpPr/>
            <p:nvPr/>
          </p:nvSpPr>
          <p:spPr>
            <a:xfrm>
              <a:off x="7457666" y="3178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4" name="pt26584"/>
            <p:cNvSpPr/>
            <p:nvPr/>
          </p:nvSpPr>
          <p:spPr>
            <a:xfrm>
              <a:off x="7432357" y="30809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5" name="pt26585"/>
            <p:cNvSpPr/>
            <p:nvPr/>
          </p:nvSpPr>
          <p:spPr>
            <a:xfrm>
              <a:off x="7428125" y="31239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6" name="pt26586"/>
            <p:cNvSpPr/>
            <p:nvPr/>
          </p:nvSpPr>
          <p:spPr>
            <a:xfrm>
              <a:off x="6935131" y="3389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7" name="pt26587"/>
            <p:cNvSpPr/>
            <p:nvPr/>
          </p:nvSpPr>
          <p:spPr>
            <a:xfrm>
              <a:off x="7398119" y="3179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8" name="pt26588"/>
            <p:cNvSpPr/>
            <p:nvPr/>
          </p:nvSpPr>
          <p:spPr>
            <a:xfrm>
              <a:off x="7406202" y="3122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89" name="pt26589"/>
            <p:cNvSpPr/>
            <p:nvPr/>
          </p:nvSpPr>
          <p:spPr>
            <a:xfrm>
              <a:off x="7467058" y="3443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0" name="pt26590"/>
            <p:cNvSpPr/>
            <p:nvPr/>
          </p:nvSpPr>
          <p:spPr>
            <a:xfrm>
              <a:off x="7401600" y="3250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1" name="pt26591"/>
            <p:cNvSpPr/>
            <p:nvPr/>
          </p:nvSpPr>
          <p:spPr>
            <a:xfrm>
              <a:off x="7426341" y="3101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2" name="pt26592"/>
            <p:cNvSpPr/>
            <p:nvPr/>
          </p:nvSpPr>
          <p:spPr>
            <a:xfrm>
              <a:off x="7420117" y="3160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3" name="pt26593"/>
            <p:cNvSpPr/>
            <p:nvPr/>
          </p:nvSpPr>
          <p:spPr>
            <a:xfrm>
              <a:off x="7436779" y="3133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4" name="pt26594"/>
            <p:cNvSpPr/>
            <p:nvPr/>
          </p:nvSpPr>
          <p:spPr>
            <a:xfrm>
              <a:off x="7430736" y="32214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5" name="pt26595"/>
            <p:cNvSpPr/>
            <p:nvPr/>
          </p:nvSpPr>
          <p:spPr>
            <a:xfrm>
              <a:off x="7425596" y="33275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6" name="pt26596"/>
            <p:cNvSpPr/>
            <p:nvPr/>
          </p:nvSpPr>
          <p:spPr>
            <a:xfrm>
              <a:off x="7473918" y="3143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7" name="pt26597"/>
            <p:cNvSpPr/>
            <p:nvPr/>
          </p:nvSpPr>
          <p:spPr>
            <a:xfrm>
              <a:off x="7453763" y="36215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8" name="pt26598"/>
            <p:cNvSpPr/>
            <p:nvPr/>
          </p:nvSpPr>
          <p:spPr>
            <a:xfrm>
              <a:off x="7460351" y="32805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599" name="pt26599"/>
            <p:cNvSpPr/>
            <p:nvPr/>
          </p:nvSpPr>
          <p:spPr>
            <a:xfrm>
              <a:off x="7367213" y="2999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0" name="pt26600"/>
            <p:cNvSpPr/>
            <p:nvPr/>
          </p:nvSpPr>
          <p:spPr>
            <a:xfrm>
              <a:off x="7447822" y="35680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1" name="pt26601"/>
            <p:cNvSpPr/>
            <p:nvPr/>
          </p:nvSpPr>
          <p:spPr>
            <a:xfrm>
              <a:off x="7332499" y="34350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2" name="pt26602"/>
            <p:cNvSpPr/>
            <p:nvPr/>
          </p:nvSpPr>
          <p:spPr>
            <a:xfrm>
              <a:off x="7533139" y="3647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3" name="pt26603"/>
            <p:cNvSpPr/>
            <p:nvPr/>
          </p:nvSpPr>
          <p:spPr>
            <a:xfrm>
              <a:off x="7451771" y="3186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4" name="pt26604"/>
            <p:cNvSpPr/>
            <p:nvPr/>
          </p:nvSpPr>
          <p:spPr>
            <a:xfrm>
              <a:off x="7394440" y="3183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5" name="pt26605"/>
            <p:cNvSpPr/>
            <p:nvPr/>
          </p:nvSpPr>
          <p:spPr>
            <a:xfrm>
              <a:off x="7448092" y="3217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6" name="pt26606"/>
            <p:cNvSpPr/>
            <p:nvPr/>
          </p:nvSpPr>
          <p:spPr>
            <a:xfrm>
              <a:off x="7441025" y="3085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7" name="pt26607"/>
            <p:cNvSpPr/>
            <p:nvPr/>
          </p:nvSpPr>
          <p:spPr>
            <a:xfrm>
              <a:off x="7411221" y="3089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8" name="pt26608"/>
            <p:cNvSpPr/>
            <p:nvPr/>
          </p:nvSpPr>
          <p:spPr>
            <a:xfrm>
              <a:off x="7373457" y="3148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09" name="pt26609"/>
            <p:cNvSpPr/>
            <p:nvPr/>
          </p:nvSpPr>
          <p:spPr>
            <a:xfrm>
              <a:off x="7449429" y="3434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0" name="pt26610"/>
            <p:cNvSpPr/>
            <p:nvPr/>
          </p:nvSpPr>
          <p:spPr>
            <a:xfrm>
              <a:off x="7446238" y="30521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1" name="pt26611"/>
            <p:cNvSpPr/>
            <p:nvPr/>
          </p:nvSpPr>
          <p:spPr>
            <a:xfrm>
              <a:off x="7492812" y="3223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2" name="pt26612"/>
            <p:cNvSpPr/>
            <p:nvPr/>
          </p:nvSpPr>
          <p:spPr>
            <a:xfrm>
              <a:off x="7450942" y="32788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3" name="pt26613"/>
            <p:cNvSpPr/>
            <p:nvPr/>
          </p:nvSpPr>
          <p:spPr>
            <a:xfrm>
              <a:off x="7396479" y="30834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4" name="pt26614"/>
            <p:cNvSpPr/>
            <p:nvPr/>
          </p:nvSpPr>
          <p:spPr>
            <a:xfrm>
              <a:off x="7465191" y="35302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5" name="pt26615"/>
            <p:cNvSpPr/>
            <p:nvPr/>
          </p:nvSpPr>
          <p:spPr>
            <a:xfrm>
              <a:off x="7439413" y="3032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6" name="pt26616"/>
            <p:cNvSpPr/>
            <p:nvPr/>
          </p:nvSpPr>
          <p:spPr>
            <a:xfrm>
              <a:off x="7478156" y="3139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7" name="pt26617"/>
            <p:cNvSpPr/>
            <p:nvPr/>
          </p:nvSpPr>
          <p:spPr>
            <a:xfrm>
              <a:off x="7446948" y="3171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8" name="pt26618"/>
            <p:cNvSpPr/>
            <p:nvPr/>
          </p:nvSpPr>
          <p:spPr>
            <a:xfrm>
              <a:off x="7355332" y="33844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19" name="pt26619"/>
            <p:cNvSpPr/>
            <p:nvPr/>
          </p:nvSpPr>
          <p:spPr>
            <a:xfrm>
              <a:off x="7448092" y="3391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0" name="pt26620"/>
            <p:cNvSpPr/>
            <p:nvPr/>
          </p:nvSpPr>
          <p:spPr>
            <a:xfrm>
              <a:off x="7433494" y="3191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1" name="pt26621"/>
            <p:cNvSpPr/>
            <p:nvPr/>
          </p:nvSpPr>
          <p:spPr>
            <a:xfrm>
              <a:off x="7436684" y="3268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2" name="pt26622"/>
            <p:cNvSpPr/>
            <p:nvPr/>
          </p:nvSpPr>
          <p:spPr>
            <a:xfrm>
              <a:off x="7478127" y="30902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3" name="pt26623"/>
            <p:cNvSpPr/>
            <p:nvPr/>
          </p:nvSpPr>
          <p:spPr>
            <a:xfrm>
              <a:off x="7499468" y="3124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4" name="pt26624"/>
            <p:cNvSpPr/>
            <p:nvPr/>
          </p:nvSpPr>
          <p:spPr>
            <a:xfrm>
              <a:off x="7497316" y="34342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5" name="pt26625"/>
            <p:cNvSpPr/>
            <p:nvPr/>
          </p:nvSpPr>
          <p:spPr>
            <a:xfrm>
              <a:off x="7411362" y="31663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6" name="pt26626"/>
            <p:cNvSpPr/>
            <p:nvPr/>
          </p:nvSpPr>
          <p:spPr>
            <a:xfrm>
              <a:off x="7466959" y="3439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7" name="pt26627"/>
            <p:cNvSpPr/>
            <p:nvPr/>
          </p:nvSpPr>
          <p:spPr>
            <a:xfrm>
              <a:off x="7424465" y="30323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8" name="pt26628"/>
            <p:cNvSpPr/>
            <p:nvPr/>
          </p:nvSpPr>
          <p:spPr>
            <a:xfrm>
              <a:off x="7415593" y="3344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29" name="pt26629"/>
            <p:cNvSpPr/>
            <p:nvPr/>
          </p:nvSpPr>
          <p:spPr>
            <a:xfrm>
              <a:off x="7466363" y="34615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0" name="pt26630"/>
            <p:cNvSpPr/>
            <p:nvPr/>
          </p:nvSpPr>
          <p:spPr>
            <a:xfrm>
              <a:off x="7478631" y="3371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1" name="pt26631"/>
            <p:cNvSpPr/>
            <p:nvPr/>
          </p:nvSpPr>
          <p:spPr>
            <a:xfrm>
              <a:off x="7431921" y="3345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2" name="pt26632"/>
            <p:cNvSpPr/>
            <p:nvPr/>
          </p:nvSpPr>
          <p:spPr>
            <a:xfrm>
              <a:off x="7379203" y="3170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3" name="pt26633"/>
            <p:cNvSpPr/>
            <p:nvPr/>
          </p:nvSpPr>
          <p:spPr>
            <a:xfrm>
              <a:off x="7445868" y="3059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4" name="pt26634"/>
            <p:cNvSpPr/>
            <p:nvPr/>
          </p:nvSpPr>
          <p:spPr>
            <a:xfrm>
              <a:off x="7645496" y="312548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35" name="pt26635"/>
            <p:cNvSpPr/>
            <p:nvPr/>
          </p:nvSpPr>
          <p:spPr>
            <a:xfrm>
              <a:off x="7471457" y="31502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6" name="pt26636"/>
            <p:cNvSpPr/>
            <p:nvPr/>
          </p:nvSpPr>
          <p:spPr>
            <a:xfrm>
              <a:off x="7459256" y="33335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7" name="pt26637"/>
            <p:cNvSpPr/>
            <p:nvPr/>
          </p:nvSpPr>
          <p:spPr>
            <a:xfrm>
              <a:off x="7462676" y="3074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8" name="pt26638"/>
            <p:cNvSpPr/>
            <p:nvPr/>
          </p:nvSpPr>
          <p:spPr>
            <a:xfrm>
              <a:off x="7428790" y="3321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39" name="pt26639"/>
            <p:cNvSpPr/>
            <p:nvPr/>
          </p:nvSpPr>
          <p:spPr>
            <a:xfrm>
              <a:off x="7452186" y="3238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0" name="pt26640"/>
            <p:cNvSpPr/>
            <p:nvPr/>
          </p:nvSpPr>
          <p:spPr>
            <a:xfrm>
              <a:off x="7448074" y="31463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1" name="pt26641"/>
            <p:cNvSpPr/>
            <p:nvPr/>
          </p:nvSpPr>
          <p:spPr>
            <a:xfrm>
              <a:off x="7404175" y="31018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2" name="pt26642"/>
            <p:cNvSpPr/>
            <p:nvPr/>
          </p:nvSpPr>
          <p:spPr>
            <a:xfrm>
              <a:off x="7500403" y="3439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3" name="pt26643"/>
            <p:cNvSpPr/>
            <p:nvPr/>
          </p:nvSpPr>
          <p:spPr>
            <a:xfrm>
              <a:off x="7446893" y="31550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4" name="pt26644"/>
            <p:cNvSpPr/>
            <p:nvPr/>
          </p:nvSpPr>
          <p:spPr>
            <a:xfrm>
              <a:off x="7413921" y="3354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5" name="pt26645"/>
            <p:cNvSpPr/>
            <p:nvPr/>
          </p:nvSpPr>
          <p:spPr>
            <a:xfrm>
              <a:off x="7417864" y="33899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6" name="pt26646"/>
            <p:cNvSpPr/>
            <p:nvPr/>
          </p:nvSpPr>
          <p:spPr>
            <a:xfrm>
              <a:off x="7414928" y="30815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7" name="pt26647"/>
            <p:cNvSpPr/>
            <p:nvPr/>
          </p:nvSpPr>
          <p:spPr>
            <a:xfrm>
              <a:off x="7432112" y="30309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8" name="pt26648"/>
            <p:cNvSpPr/>
            <p:nvPr/>
          </p:nvSpPr>
          <p:spPr>
            <a:xfrm>
              <a:off x="7443370" y="3128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49" name="pt26649"/>
            <p:cNvSpPr/>
            <p:nvPr/>
          </p:nvSpPr>
          <p:spPr>
            <a:xfrm>
              <a:off x="7453973" y="3003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0" name="pt26650"/>
            <p:cNvSpPr/>
            <p:nvPr/>
          </p:nvSpPr>
          <p:spPr>
            <a:xfrm>
              <a:off x="7355901" y="3082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1" name="pt26651"/>
            <p:cNvSpPr/>
            <p:nvPr/>
          </p:nvSpPr>
          <p:spPr>
            <a:xfrm>
              <a:off x="7424983" y="32152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2" name="pt26652"/>
            <p:cNvSpPr/>
            <p:nvPr/>
          </p:nvSpPr>
          <p:spPr>
            <a:xfrm>
              <a:off x="7452630" y="2908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3" name="pt26653"/>
            <p:cNvSpPr/>
            <p:nvPr/>
          </p:nvSpPr>
          <p:spPr>
            <a:xfrm>
              <a:off x="7418360" y="31745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4" name="pt26654"/>
            <p:cNvSpPr/>
            <p:nvPr/>
          </p:nvSpPr>
          <p:spPr>
            <a:xfrm>
              <a:off x="7496483" y="3296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5" name="pt26655"/>
            <p:cNvSpPr/>
            <p:nvPr/>
          </p:nvSpPr>
          <p:spPr>
            <a:xfrm>
              <a:off x="7625821" y="313178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56" name="pt26656"/>
            <p:cNvSpPr/>
            <p:nvPr/>
          </p:nvSpPr>
          <p:spPr>
            <a:xfrm>
              <a:off x="7422347" y="3445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7" name="pt26657"/>
            <p:cNvSpPr/>
            <p:nvPr/>
          </p:nvSpPr>
          <p:spPr>
            <a:xfrm>
              <a:off x="7461115" y="32582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8" name="pt26658"/>
            <p:cNvSpPr/>
            <p:nvPr/>
          </p:nvSpPr>
          <p:spPr>
            <a:xfrm>
              <a:off x="7423354" y="3330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59" name="pt26659"/>
            <p:cNvSpPr/>
            <p:nvPr/>
          </p:nvSpPr>
          <p:spPr>
            <a:xfrm>
              <a:off x="7469884" y="3000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0" name="pt26660"/>
            <p:cNvSpPr/>
            <p:nvPr/>
          </p:nvSpPr>
          <p:spPr>
            <a:xfrm>
              <a:off x="7403299" y="3131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1" name="pt26661"/>
            <p:cNvSpPr/>
            <p:nvPr/>
          </p:nvSpPr>
          <p:spPr>
            <a:xfrm>
              <a:off x="7433672" y="30462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2" name="pt26662"/>
            <p:cNvSpPr/>
            <p:nvPr/>
          </p:nvSpPr>
          <p:spPr>
            <a:xfrm>
              <a:off x="7438987" y="31437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3" name="pt26663"/>
            <p:cNvSpPr/>
            <p:nvPr/>
          </p:nvSpPr>
          <p:spPr>
            <a:xfrm>
              <a:off x="7417021" y="3145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4" name="pt26664"/>
            <p:cNvSpPr/>
            <p:nvPr/>
          </p:nvSpPr>
          <p:spPr>
            <a:xfrm>
              <a:off x="7466689" y="3069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5" name="pt26665"/>
            <p:cNvSpPr/>
            <p:nvPr/>
          </p:nvSpPr>
          <p:spPr>
            <a:xfrm>
              <a:off x="7467719" y="3384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6" name="pt26666"/>
            <p:cNvSpPr/>
            <p:nvPr/>
          </p:nvSpPr>
          <p:spPr>
            <a:xfrm>
              <a:off x="7450340" y="3281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7" name="pt26667"/>
            <p:cNvSpPr/>
            <p:nvPr/>
          </p:nvSpPr>
          <p:spPr>
            <a:xfrm>
              <a:off x="7403947" y="32147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8" name="pt26668"/>
            <p:cNvSpPr/>
            <p:nvPr/>
          </p:nvSpPr>
          <p:spPr>
            <a:xfrm>
              <a:off x="7445457" y="31408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69" name="pt26669"/>
            <p:cNvSpPr/>
            <p:nvPr/>
          </p:nvSpPr>
          <p:spPr>
            <a:xfrm>
              <a:off x="7534801" y="3288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0" name="pt26670"/>
            <p:cNvSpPr/>
            <p:nvPr/>
          </p:nvSpPr>
          <p:spPr>
            <a:xfrm>
              <a:off x="7476236" y="3368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1" name="pt26671"/>
            <p:cNvSpPr/>
            <p:nvPr/>
          </p:nvSpPr>
          <p:spPr>
            <a:xfrm>
              <a:off x="7465917" y="3436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2" name="pt26672"/>
            <p:cNvSpPr/>
            <p:nvPr/>
          </p:nvSpPr>
          <p:spPr>
            <a:xfrm>
              <a:off x="7426790" y="31116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3" name="pt26673"/>
            <p:cNvSpPr/>
            <p:nvPr/>
          </p:nvSpPr>
          <p:spPr>
            <a:xfrm>
              <a:off x="7470955" y="33874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4" name="pt26674"/>
            <p:cNvSpPr/>
            <p:nvPr/>
          </p:nvSpPr>
          <p:spPr>
            <a:xfrm>
              <a:off x="7379932" y="30674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5" name="pt26675"/>
            <p:cNvSpPr/>
            <p:nvPr/>
          </p:nvSpPr>
          <p:spPr>
            <a:xfrm>
              <a:off x="7500304" y="30790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6" name="pt26676"/>
            <p:cNvSpPr/>
            <p:nvPr/>
          </p:nvSpPr>
          <p:spPr>
            <a:xfrm>
              <a:off x="7520736" y="3465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7" name="pt26677"/>
            <p:cNvSpPr/>
            <p:nvPr/>
          </p:nvSpPr>
          <p:spPr>
            <a:xfrm>
              <a:off x="7437003" y="3207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8" name="pt26678"/>
            <p:cNvSpPr/>
            <p:nvPr/>
          </p:nvSpPr>
          <p:spPr>
            <a:xfrm>
              <a:off x="7450532" y="3142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79" name="pt26679"/>
            <p:cNvSpPr/>
            <p:nvPr/>
          </p:nvSpPr>
          <p:spPr>
            <a:xfrm>
              <a:off x="7408046" y="3206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0" name="pt26680"/>
            <p:cNvSpPr/>
            <p:nvPr/>
          </p:nvSpPr>
          <p:spPr>
            <a:xfrm>
              <a:off x="7454202" y="29359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1" name="pt26681"/>
            <p:cNvSpPr/>
            <p:nvPr/>
          </p:nvSpPr>
          <p:spPr>
            <a:xfrm>
              <a:off x="7517162" y="3183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2" name="pt26682"/>
            <p:cNvSpPr/>
            <p:nvPr/>
          </p:nvSpPr>
          <p:spPr>
            <a:xfrm>
              <a:off x="7440933" y="3417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3" name="pt26683"/>
            <p:cNvSpPr/>
            <p:nvPr/>
          </p:nvSpPr>
          <p:spPr>
            <a:xfrm>
              <a:off x="7407839" y="3150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4" name="pt26684"/>
            <p:cNvSpPr/>
            <p:nvPr/>
          </p:nvSpPr>
          <p:spPr>
            <a:xfrm>
              <a:off x="7493241" y="3045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5" name="pt26685"/>
            <p:cNvSpPr/>
            <p:nvPr/>
          </p:nvSpPr>
          <p:spPr>
            <a:xfrm>
              <a:off x="7386645" y="3088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6" name="pt26686"/>
            <p:cNvSpPr/>
            <p:nvPr/>
          </p:nvSpPr>
          <p:spPr>
            <a:xfrm>
              <a:off x="7447709" y="3522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7" name="pt26687"/>
            <p:cNvSpPr/>
            <p:nvPr/>
          </p:nvSpPr>
          <p:spPr>
            <a:xfrm>
              <a:off x="7427169" y="31629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8" name="pt26688"/>
            <p:cNvSpPr/>
            <p:nvPr/>
          </p:nvSpPr>
          <p:spPr>
            <a:xfrm>
              <a:off x="7495380" y="31685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89" name="pt26689"/>
            <p:cNvSpPr/>
            <p:nvPr/>
          </p:nvSpPr>
          <p:spPr>
            <a:xfrm>
              <a:off x="7417792" y="2905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0" name="pt26690"/>
            <p:cNvSpPr/>
            <p:nvPr/>
          </p:nvSpPr>
          <p:spPr>
            <a:xfrm>
              <a:off x="7371781" y="3266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1" name="pt26691"/>
            <p:cNvSpPr/>
            <p:nvPr/>
          </p:nvSpPr>
          <p:spPr>
            <a:xfrm>
              <a:off x="7477685" y="3510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2" name="pt26692"/>
            <p:cNvSpPr/>
            <p:nvPr/>
          </p:nvSpPr>
          <p:spPr>
            <a:xfrm>
              <a:off x="7435185" y="3172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3" name="pt26693"/>
            <p:cNvSpPr/>
            <p:nvPr/>
          </p:nvSpPr>
          <p:spPr>
            <a:xfrm>
              <a:off x="7474739" y="32257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4" name="pt26694"/>
            <p:cNvSpPr/>
            <p:nvPr/>
          </p:nvSpPr>
          <p:spPr>
            <a:xfrm>
              <a:off x="7423965" y="30805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5" name="pt26695"/>
            <p:cNvSpPr/>
            <p:nvPr/>
          </p:nvSpPr>
          <p:spPr>
            <a:xfrm>
              <a:off x="7429049" y="3265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6" name="pt26696"/>
            <p:cNvSpPr/>
            <p:nvPr/>
          </p:nvSpPr>
          <p:spPr>
            <a:xfrm>
              <a:off x="7373709" y="3192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7" name="pt26697"/>
            <p:cNvSpPr/>
            <p:nvPr/>
          </p:nvSpPr>
          <p:spPr>
            <a:xfrm>
              <a:off x="7457422" y="32945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8" name="pt26698"/>
            <p:cNvSpPr/>
            <p:nvPr/>
          </p:nvSpPr>
          <p:spPr>
            <a:xfrm>
              <a:off x="7440936" y="3108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699" name="pt26699"/>
            <p:cNvSpPr/>
            <p:nvPr/>
          </p:nvSpPr>
          <p:spPr>
            <a:xfrm>
              <a:off x="7430062" y="30292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0" name="pt26700"/>
            <p:cNvSpPr/>
            <p:nvPr/>
          </p:nvSpPr>
          <p:spPr>
            <a:xfrm>
              <a:off x="7469292" y="3629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1" name="pt26701"/>
            <p:cNvSpPr/>
            <p:nvPr/>
          </p:nvSpPr>
          <p:spPr>
            <a:xfrm>
              <a:off x="7454569" y="3572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2" name="pt26702"/>
            <p:cNvSpPr/>
            <p:nvPr/>
          </p:nvSpPr>
          <p:spPr>
            <a:xfrm>
              <a:off x="7468220" y="3183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3" name="pt26703"/>
            <p:cNvSpPr/>
            <p:nvPr/>
          </p:nvSpPr>
          <p:spPr>
            <a:xfrm>
              <a:off x="7474158" y="38777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4" name="pt26704"/>
            <p:cNvSpPr/>
            <p:nvPr/>
          </p:nvSpPr>
          <p:spPr>
            <a:xfrm>
              <a:off x="7495080" y="3671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5" name="pt26705"/>
            <p:cNvSpPr/>
            <p:nvPr/>
          </p:nvSpPr>
          <p:spPr>
            <a:xfrm>
              <a:off x="7335276" y="29707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6" name="pt26706"/>
            <p:cNvSpPr/>
            <p:nvPr/>
          </p:nvSpPr>
          <p:spPr>
            <a:xfrm>
              <a:off x="7446611" y="3080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7" name="pt26707"/>
            <p:cNvSpPr/>
            <p:nvPr/>
          </p:nvSpPr>
          <p:spPr>
            <a:xfrm>
              <a:off x="7456677" y="3610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8" name="pt26708"/>
            <p:cNvSpPr/>
            <p:nvPr/>
          </p:nvSpPr>
          <p:spPr>
            <a:xfrm>
              <a:off x="7415346" y="3119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09" name="pt26709"/>
            <p:cNvSpPr/>
            <p:nvPr/>
          </p:nvSpPr>
          <p:spPr>
            <a:xfrm>
              <a:off x="7389000" y="33795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0" name="pt26710"/>
            <p:cNvSpPr/>
            <p:nvPr/>
          </p:nvSpPr>
          <p:spPr>
            <a:xfrm>
              <a:off x="7379775" y="31223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1" name="pt26711"/>
            <p:cNvSpPr/>
            <p:nvPr/>
          </p:nvSpPr>
          <p:spPr>
            <a:xfrm>
              <a:off x="7469231" y="3814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2" name="pt26712"/>
            <p:cNvSpPr/>
            <p:nvPr/>
          </p:nvSpPr>
          <p:spPr>
            <a:xfrm>
              <a:off x="7416160" y="3377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3" name="pt26713"/>
            <p:cNvSpPr/>
            <p:nvPr/>
          </p:nvSpPr>
          <p:spPr>
            <a:xfrm>
              <a:off x="7440186" y="31156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4" name="pt26714"/>
            <p:cNvSpPr/>
            <p:nvPr/>
          </p:nvSpPr>
          <p:spPr>
            <a:xfrm>
              <a:off x="7459716" y="3254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5" name="pt26715"/>
            <p:cNvSpPr/>
            <p:nvPr/>
          </p:nvSpPr>
          <p:spPr>
            <a:xfrm>
              <a:off x="7447966" y="31679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6" name="pt26716"/>
            <p:cNvSpPr/>
            <p:nvPr/>
          </p:nvSpPr>
          <p:spPr>
            <a:xfrm>
              <a:off x="7472032" y="2855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7" name="pt26717"/>
            <p:cNvSpPr/>
            <p:nvPr/>
          </p:nvSpPr>
          <p:spPr>
            <a:xfrm>
              <a:off x="7510392" y="31503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8" name="pt26718"/>
            <p:cNvSpPr/>
            <p:nvPr/>
          </p:nvSpPr>
          <p:spPr>
            <a:xfrm>
              <a:off x="7411622" y="33117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19" name="pt26719"/>
            <p:cNvSpPr/>
            <p:nvPr/>
          </p:nvSpPr>
          <p:spPr>
            <a:xfrm>
              <a:off x="7442629" y="3035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0" name="pt26720"/>
            <p:cNvSpPr/>
            <p:nvPr/>
          </p:nvSpPr>
          <p:spPr>
            <a:xfrm>
              <a:off x="7487399" y="3245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1" name="pt26721"/>
            <p:cNvSpPr/>
            <p:nvPr/>
          </p:nvSpPr>
          <p:spPr>
            <a:xfrm>
              <a:off x="7402798" y="3365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2" name="pt26722"/>
            <p:cNvSpPr/>
            <p:nvPr/>
          </p:nvSpPr>
          <p:spPr>
            <a:xfrm>
              <a:off x="7406054" y="3024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3" name="pt26723"/>
            <p:cNvSpPr/>
            <p:nvPr/>
          </p:nvSpPr>
          <p:spPr>
            <a:xfrm>
              <a:off x="7449964" y="31374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4" name="pt26724"/>
            <p:cNvSpPr/>
            <p:nvPr/>
          </p:nvSpPr>
          <p:spPr>
            <a:xfrm>
              <a:off x="7469433" y="34890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5" name="pt26725"/>
            <p:cNvSpPr/>
            <p:nvPr/>
          </p:nvSpPr>
          <p:spPr>
            <a:xfrm>
              <a:off x="7468752" y="3399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6" name="pt26726"/>
            <p:cNvSpPr/>
            <p:nvPr/>
          </p:nvSpPr>
          <p:spPr>
            <a:xfrm>
              <a:off x="7451121" y="3116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7" name="pt26727"/>
            <p:cNvSpPr/>
            <p:nvPr/>
          </p:nvSpPr>
          <p:spPr>
            <a:xfrm>
              <a:off x="7437261" y="2924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8" name="pt26728"/>
            <p:cNvSpPr/>
            <p:nvPr/>
          </p:nvSpPr>
          <p:spPr>
            <a:xfrm>
              <a:off x="7455311" y="31162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29" name="pt26729"/>
            <p:cNvSpPr/>
            <p:nvPr/>
          </p:nvSpPr>
          <p:spPr>
            <a:xfrm>
              <a:off x="7390197" y="3065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0" name="pt26730"/>
            <p:cNvSpPr/>
            <p:nvPr/>
          </p:nvSpPr>
          <p:spPr>
            <a:xfrm>
              <a:off x="7413481" y="3070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1" name="pt26731"/>
            <p:cNvSpPr/>
            <p:nvPr/>
          </p:nvSpPr>
          <p:spPr>
            <a:xfrm>
              <a:off x="7448548" y="3147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2" name="pt26732"/>
            <p:cNvSpPr/>
            <p:nvPr/>
          </p:nvSpPr>
          <p:spPr>
            <a:xfrm>
              <a:off x="7415036" y="3049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3" name="pt26733"/>
            <p:cNvSpPr/>
            <p:nvPr/>
          </p:nvSpPr>
          <p:spPr>
            <a:xfrm>
              <a:off x="7502174" y="3041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4" name="pt26734"/>
            <p:cNvSpPr/>
            <p:nvPr/>
          </p:nvSpPr>
          <p:spPr>
            <a:xfrm>
              <a:off x="7455738" y="3482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5" name="pt26735"/>
            <p:cNvSpPr/>
            <p:nvPr/>
          </p:nvSpPr>
          <p:spPr>
            <a:xfrm>
              <a:off x="7433920" y="3186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6" name="pt26736"/>
            <p:cNvSpPr/>
            <p:nvPr/>
          </p:nvSpPr>
          <p:spPr>
            <a:xfrm>
              <a:off x="7467537" y="3043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7" name="pt26737"/>
            <p:cNvSpPr/>
            <p:nvPr/>
          </p:nvSpPr>
          <p:spPr>
            <a:xfrm>
              <a:off x="7411459" y="30998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8" name="pt26738"/>
            <p:cNvSpPr/>
            <p:nvPr/>
          </p:nvSpPr>
          <p:spPr>
            <a:xfrm>
              <a:off x="7526550" y="3075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39" name="pt26739"/>
            <p:cNvSpPr/>
            <p:nvPr/>
          </p:nvSpPr>
          <p:spPr>
            <a:xfrm>
              <a:off x="7444228" y="29726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0" name="pt26740"/>
            <p:cNvSpPr/>
            <p:nvPr/>
          </p:nvSpPr>
          <p:spPr>
            <a:xfrm>
              <a:off x="7373414" y="33365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1" name="pt26741"/>
            <p:cNvSpPr/>
            <p:nvPr/>
          </p:nvSpPr>
          <p:spPr>
            <a:xfrm>
              <a:off x="7429621" y="3385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2" name="pt26742"/>
            <p:cNvSpPr/>
            <p:nvPr/>
          </p:nvSpPr>
          <p:spPr>
            <a:xfrm>
              <a:off x="7448048" y="3019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3" name="pt26743"/>
            <p:cNvSpPr/>
            <p:nvPr/>
          </p:nvSpPr>
          <p:spPr>
            <a:xfrm>
              <a:off x="7444805" y="32430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4" name="pt26744"/>
            <p:cNvSpPr/>
            <p:nvPr/>
          </p:nvSpPr>
          <p:spPr>
            <a:xfrm>
              <a:off x="7437369" y="32754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5" name="pt26745"/>
            <p:cNvSpPr/>
            <p:nvPr/>
          </p:nvSpPr>
          <p:spPr>
            <a:xfrm>
              <a:off x="7494646" y="3098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6" name="pt26746"/>
            <p:cNvSpPr/>
            <p:nvPr/>
          </p:nvSpPr>
          <p:spPr>
            <a:xfrm>
              <a:off x="7471014" y="34096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7" name="pt26747"/>
            <p:cNvSpPr/>
            <p:nvPr/>
          </p:nvSpPr>
          <p:spPr>
            <a:xfrm>
              <a:off x="7512561" y="30768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8" name="pt26748"/>
            <p:cNvSpPr/>
            <p:nvPr/>
          </p:nvSpPr>
          <p:spPr>
            <a:xfrm>
              <a:off x="7494882" y="3538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49" name="pt26749"/>
            <p:cNvSpPr/>
            <p:nvPr/>
          </p:nvSpPr>
          <p:spPr>
            <a:xfrm>
              <a:off x="7462004" y="31369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0" name="pt26750"/>
            <p:cNvSpPr/>
            <p:nvPr/>
          </p:nvSpPr>
          <p:spPr>
            <a:xfrm>
              <a:off x="7425063" y="3097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1" name="pt26751"/>
            <p:cNvSpPr/>
            <p:nvPr/>
          </p:nvSpPr>
          <p:spPr>
            <a:xfrm>
              <a:off x="7383984" y="3156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2" name="pt26752"/>
            <p:cNvSpPr/>
            <p:nvPr/>
          </p:nvSpPr>
          <p:spPr>
            <a:xfrm>
              <a:off x="7459995" y="3447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3" name="pt26753"/>
            <p:cNvSpPr/>
            <p:nvPr/>
          </p:nvSpPr>
          <p:spPr>
            <a:xfrm>
              <a:off x="7432693" y="3347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4" name="pt26754"/>
            <p:cNvSpPr/>
            <p:nvPr/>
          </p:nvSpPr>
          <p:spPr>
            <a:xfrm>
              <a:off x="7482515" y="34376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5" name="pt26755"/>
            <p:cNvSpPr/>
            <p:nvPr/>
          </p:nvSpPr>
          <p:spPr>
            <a:xfrm>
              <a:off x="7460709" y="3337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6" name="pt26756"/>
            <p:cNvSpPr/>
            <p:nvPr/>
          </p:nvSpPr>
          <p:spPr>
            <a:xfrm>
              <a:off x="7441853" y="3350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7" name="pt26757"/>
            <p:cNvSpPr/>
            <p:nvPr/>
          </p:nvSpPr>
          <p:spPr>
            <a:xfrm>
              <a:off x="7484621" y="35921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8" name="pt26758"/>
            <p:cNvSpPr/>
            <p:nvPr/>
          </p:nvSpPr>
          <p:spPr>
            <a:xfrm>
              <a:off x="7546508" y="3533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59" name="pt26759"/>
            <p:cNvSpPr/>
            <p:nvPr/>
          </p:nvSpPr>
          <p:spPr>
            <a:xfrm>
              <a:off x="7372617" y="31006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0" name="pt26760"/>
            <p:cNvSpPr/>
            <p:nvPr/>
          </p:nvSpPr>
          <p:spPr>
            <a:xfrm>
              <a:off x="7409433" y="3197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1" name="pt26761"/>
            <p:cNvSpPr/>
            <p:nvPr/>
          </p:nvSpPr>
          <p:spPr>
            <a:xfrm>
              <a:off x="7430680" y="3375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2" name="pt26762"/>
            <p:cNvSpPr/>
            <p:nvPr/>
          </p:nvSpPr>
          <p:spPr>
            <a:xfrm>
              <a:off x="7385127" y="3126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3" name="pt26763"/>
            <p:cNvSpPr/>
            <p:nvPr/>
          </p:nvSpPr>
          <p:spPr>
            <a:xfrm>
              <a:off x="7429106" y="3078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4" name="pt26764"/>
            <p:cNvSpPr/>
            <p:nvPr/>
          </p:nvSpPr>
          <p:spPr>
            <a:xfrm>
              <a:off x="7400360" y="3142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5" name="pt26765"/>
            <p:cNvSpPr/>
            <p:nvPr/>
          </p:nvSpPr>
          <p:spPr>
            <a:xfrm>
              <a:off x="7437176" y="32076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6" name="pt26766"/>
            <p:cNvSpPr/>
            <p:nvPr/>
          </p:nvSpPr>
          <p:spPr>
            <a:xfrm>
              <a:off x="7355304" y="31195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7" name="pt26767"/>
            <p:cNvSpPr/>
            <p:nvPr/>
          </p:nvSpPr>
          <p:spPr>
            <a:xfrm>
              <a:off x="7522244" y="3509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8" name="pt26768"/>
            <p:cNvSpPr/>
            <p:nvPr/>
          </p:nvSpPr>
          <p:spPr>
            <a:xfrm>
              <a:off x="7417402" y="3120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69" name="pt26769"/>
            <p:cNvSpPr/>
            <p:nvPr/>
          </p:nvSpPr>
          <p:spPr>
            <a:xfrm>
              <a:off x="7432143" y="31072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0" name="pt26770"/>
            <p:cNvSpPr/>
            <p:nvPr/>
          </p:nvSpPr>
          <p:spPr>
            <a:xfrm>
              <a:off x="7446130" y="3311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1" name="pt26771"/>
            <p:cNvSpPr/>
            <p:nvPr/>
          </p:nvSpPr>
          <p:spPr>
            <a:xfrm>
              <a:off x="7433231" y="3352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2" name="pt26772"/>
            <p:cNvSpPr/>
            <p:nvPr/>
          </p:nvSpPr>
          <p:spPr>
            <a:xfrm>
              <a:off x="7372767" y="3128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3" name="pt26773"/>
            <p:cNvSpPr/>
            <p:nvPr/>
          </p:nvSpPr>
          <p:spPr>
            <a:xfrm>
              <a:off x="7435012" y="4069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4" name="pt26774"/>
            <p:cNvSpPr/>
            <p:nvPr/>
          </p:nvSpPr>
          <p:spPr>
            <a:xfrm>
              <a:off x="7308530" y="32422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5" name="pt26775"/>
            <p:cNvSpPr/>
            <p:nvPr/>
          </p:nvSpPr>
          <p:spPr>
            <a:xfrm>
              <a:off x="7433047" y="3436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6" name="pt26776"/>
            <p:cNvSpPr/>
            <p:nvPr/>
          </p:nvSpPr>
          <p:spPr>
            <a:xfrm>
              <a:off x="7422460" y="31252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7" name="pt26777"/>
            <p:cNvSpPr/>
            <p:nvPr/>
          </p:nvSpPr>
          <p:spPr>
            <a:xfrm>
              <a:off x="7420982" y="3243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8" name="pt26778"/>
            <p:cNvSpPr/>
            <p:nvPr/>
          </p:nvSpPr>
          <p:spPr>
            <a:xfrm>
              <a:off x="7497089" y="3505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79" name="pt26779"/>
            <p:cNvSpPr/>
            <p:nvPr/>
          </p:nvSpPr>
          <p:spPr>
            <a:xfrm>
              <a:off x="7468384" y="3159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0" name="pt26780"/>
            <p:cNvSpPr/>
            <p:nvPr/>
          </p:nvSpPr>
          <p:spPr>
            <a:xfrm>
              <a:off x="7425888" y="3018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1" name="pt26781"/>
            <p:cNvSpPr/>
            <p:nvPr/>
          </p:nvSpPr>
          <p:spPr>
            <a:xfrm>
              <a:off x="7396267" y="3194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2" name="pt26782"/>
            <p:cNvSpPr/>
            <p:nvPr/>
          </p:nvSpPr>
          <p:spPr>
            <a:xfrm>
              <a:off x="7419964" y="3272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3" name="pt26783"/>
            <p:cNvSpPr/>
            <p:nvPr/>
          </p:nvSpPr>
          <p:spPr>
            <a:xfrm>
              <a:off x="7474199" y="3412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4" name="pt26784"/>
            <p:cNvSpPr/>
            <p:nvPr/>
          </p:nvSpPr>
          <p:spPr>
            <a:xfrm>
              <a:off x="7415140" y="28915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5" name="pt26785"/>
            <p:cNvSpPr/>
            <p:nvPr/>
          </p:nvSpPr>
          <p:spPr>
            <a:xfrm>
              <a:off x="7458556" y="31672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6" name="pt26786"/>
            <p:cNvSpPr/>
            <p:nvPr/>
          </p:nvSpPr>
          <p:spPr>
            <a:xfrm>
              <a:off x="7449701" y="34560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7" name="pt26787"/>
            <p:cNvSpPr/>
            <p:nvPr/>
          </p:nvSpPr>
          <p:spPr>
            <a:xfrm>
              <a:off x="7465260" y="3440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8" name="pt26788"/>
            <p:cNvSpPr/>
            <p:nvPr/>
          </p:nvSpPr>
          <p:spPr>
            <a:xfrm>
              <a:off x="7403486" y="31281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89" name="pt26789"/>
            <p:cNvSpPr/>
            <p:nvPr/>
          </p:nvSpPr>
          <p:spPr>
            <a:xfrm>
              <a:off x="7467445" y="3650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0" name="pt26790"/>
            <p:cNvSpPr/>
            <p:nvPr/>
          </p:nvSpPr>
          <p:spPr>
            <a:xfrm>
              <a:off x="7440380" y="3202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1" name="pt26791"/>
            <p:cNvSpPr/>
            <p:nvPr/>
          </p:nvSpPr>
          <p:spPr>
            <a:xfrm>
              <a:off x="7488536" y="32821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2" name="pt26792"/>
            <p:cNvSpPr/>
            <p:nvPr/>
          </p:nvSpPr>
          <p:spPr>
            <a:xfrm>
              <a:off x="7450532" y="3220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3" name="pt26793"/>
            <p:cNvSpPr/>
            <p:nvPr/>
          </p:nvSpPr>
          <p:spPr>
            <a:xfrm>
              <a:off x="7452753" y="3190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4" name="pt26794"/>
            <p:cNvSpPr/>
            <p:nvPr/>
          </p:nvSpPr>
          <p:spPr>
            <a:xfrm>
              <a:off x="7424081" y="31189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5" name="pt26795"/>
            <p:cNvSpPr/>
            <p:nvPr/>
          </p:nvSpPr>
          <p:spPr>
            <a:xfrm>
              <a:off x="7874405" y="347809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96" name="pt26796"/>
            <p:cNvSpPr/>
            <p:nvPr/>
          </p:nvSpPr>
          <p:spPr>
            <a:xfrm>
              <a:off x="7416477" y="3455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7" name="pt26797"/>
            <p:cNvSpPr/>
            <p:nvPr/>
          </p:nvSpPr>
          <p:spPr>
            <a:xfrm>
              <a:off x="7427993" y="3028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8" name="pt26798"/>
            <p:cNvSpPr/>
            <p:nvPr/>
          </p:nvSpPr>
          <p:spPr>
            <a:xfrm>
              <a:off x="6084918" y="3433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799" name="pt26799"/>
            <p:cNvSpPr/>
            <p:nvPr/>
          </p:nvSpPr>
          <p:spPr>
            <a:xfrm>
              <a:off x="7364765" y="3461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0" name="pt26800"/>
            <p:cNvSpPr/>
            <p:nvPr/>
          </p:nvSpPr>
          <p:spPr>
            <a:xfrm>
              <a:off x="7428587" y="31306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1" name="pt26801"/>
            <p:cNvSpPr/>
            <p:nvPr/>
          </p:nvSpPr>
          <p:spPr>
            <a:xfrm>
              <a:off x="7470430" y="31086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2" name="pt26802"/>
            <p:cNvSpPr/>
            <p:nvPr/>
          </p:nvSpPr>
          <p:spPr>
            <a:xfrm>
              <a:off x="7435184" y="32791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3" name="pt26803"/>
            <p:cNvSpPr/>
            <p:nvPr/>
          </p:nvSpPr>
          <p:spPr>
            <a:xfrm>
              <a:off x="7445013" y="3114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4" name="pt26804"/>
            <p:cNvSpPr/>
            <p:nvPr/>
          </p:nvSpPr>
          <p:spPr>
            <a:xfrm>
              <a:off x="7388651" y="31791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5" name="pt26805"/>
            <p:cNvSpPr/>
            <p:nvPr/>
          </p:nvSpPr>
          <p:spPr>
            <a:xfrm>
              <a:off x="7425160" y="3073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6" name="pt26806"/>
            <p:cNvSpPr/>
            <p:nvPr/>
          </p:nvSpPr>
          <p:spPr>
            <a:xfrm>
              <a:off x="7422276" y="3491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7" name="pt26807"/>
            <p:cNvSpPr/>
            <p:nvPr/>
          </p:nvSpPr>
          <p:spPr>
            <a:xfrm>
              <a:off x="7405556" y="3223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8" name="pt26808"/>
            <p:cNvSpPr/>
            <p:nvPr/>
          </p:nvSpPr>
          <p:spPr>
            <a:xfrm>
              <a:off x="7451461" y="3387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09" name="pt26809"/>
            <p:cNvSpPr/>
            <p:nvPr/>
          </p:nvSpPr>
          <p:spPr>
            <a:xfrm>
              <a:off x="7426366" y="3409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0" name="pt26810"/>
            <p:cNvSpPr/>
            <p:nvPr/>
          </p:nvSpPr>
          <p:spPr>
            <a:xfrm>
              <a:off x="7483465" y="32965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1" name="pt26811"/>
            <p:cNvSpPr/>
            <p:nvPr/>
          </p:nvSpPr>
          <p:spPr>
            <a:xfrm>
              <a:off x="7436234" y="3125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2" name="pt26812"/>
            <p:cNvSpPr/>
            <p:nvPr/>
          </p:nvSpPr>
          <p:spPr>
            <a:xfrm>
              <a:off x="7387646" y="32638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3" name="pt26813"/>
            <p:cNvSpPr/>
            <p:nvPr/>
          </p:nvSpPr>
          <p:spPr>
            <a:xfrm>
              <a:off x="7415141" y="31404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4" name="pt26814"/>
            <p:cNvSpPr/>
            <p:nvPr/>
          </p:nvSpPr>
          <p:spPr>
            <a:xfrm>
              <a:off x="7364953" y="3190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5" name="pt26815"/>
            <p:cNvSpPr/>
            <p:nvPr/>
          </p:nvSpPr>
          <p:spPr>
            <a:xfrm>
              <a:off x="7444553" y="30964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6" name="pt26816"/>
            <p:cNvSpPr/>
            <p:nvPr/>
          </p:nvSpPr>
          <p:spPr>
            <a:xfrm>
              <a:off x="6895339" y="3261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7" name="pt26817"/>
            <p:cNvSpPr/>
            <p:nvPr/>
          </p:nvSpPr>
          <p:spPr>
            <a:xfrm>
              <a:off x="7416731" y="3106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8" name="pt26818"/>
            <p:cNvSpPr/>
            <p:nvPr/>
          </p:nvSpPr>
          <p:spPr>
            <a:xfrm>
              <a:off x="7461539" y="3442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19" name="pt26819"/>
            <p:cNvSpPr/>
            <p:nvPr/>
          </p:nvSpPr>
          <p:spPr>
            <a:xfrm>
              <a:off x="7519313" y="3239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0" name="pt26820"/>
            <p:cNvSpPr/>
            <p:nvPr/>
          </p:nvSpPr>
          <p:spPr>
            <a:xfrm>
              <a:off x="7432525" y="33284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1" name="pt26821"/>
            <p:cNvSpPr/>
            <p:nvPr/>
          </p:nvSpPr>
          <p:spPr>
            <a:xfrm>
              <a:off x="7456794" y="33569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2" name="pt26822"/>
            <p:cNvSpPr/>
            <p:nvPr/>
          </p:nvSpPr>
          <p:spPr>
            <a:xfrm>
              <a:off x="7398323" y="32581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3" name="pt26823"/>
            <p:cNvSpPr/>
            <p:nvPr/>
          </p:nvSpPr>
          <p:spPr>
            <a:xfrm>
              <a:off x="7455163" y="32310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4" name="pt26824"/>
            <p:cNvSpPr/>
            <p:nvPr/>
          </p:nvSpPr>
          <p:spPr>
            <a:xfrm>
              <a:off x="7408903" y="3147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5" name="pt26825"/>
            <p:cNvSpPr/>
            <p:nvPr/>
          </p:nvSpPr>
          <p:spPr>
            <a:xfrm>
              <a:off x="7441131" y="32897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6" name="pt26826"/>
            <p:cNvSpPr/>
            <p:nvPr/>
          </p:nvSpPr>
          <p:spPr>
            <a:xfrm>
              <a:off x="7399704" y="3425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7" name="pt26827"/>
            <p:cNvSpPr/>
            <p:nvPr/>
          </p:nvSpPr>
          <p:spPr>
            <a:xfrm>
              <a:off x="7410662" y="32908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8" name="pt26828"/>
            <p:cNvSpPr/>
            <p:nvPr/>
          </p:nvSpPr>
          <p:spPr>
            <a:xfrm>
              <a:off x="7437138" y="32367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29" name="pt26829"/>
            <p:cNvSpPr/>
            <p:nvPr/>
          </p:nvSpPr>
          <p:spPr>
            <a:xfrm>
              <a:off x="7475789" y="3451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0" name="pt26830"/>
            <p:cNvSpPr/>
            <p:nvPr/>
          </p:nvSpPr>
          <p:spPr>
            <a:xfrm>
              <a:off x="7442543" y="30945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1" name="pt26831"/>
            <p:cNvSpPr/>
            <p:nvPr/>
          </p:nvSpPr>
          <p:spPr>
            <a:xfrm>
              <a:off x="7490466" y="3398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2" name="pt26832"/>
            <p:cNvSpPr/>
            <p:nvPr/>
          </p:nvSpPr>
          <p:spPr>
            <a:xfrm>
              <a:off x="7433112" y="3248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3" name="pt26833"/>
            <p:cNvSpPr/>
            <p:nvPr/>
          </p:nvSpPr>
          <p:spPr>
            <a:xfrm>
              <a:off x="7296096" y="305708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34" name="pt26834"/>
            <p:cNvSpPr/>
            <p:nvPr/>
          </p:nvSpPr>
          <p:spPr>
            <a:xfrm>
              <a:off x="7441084" y="3065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5" name="pt26835"/>
            <p:cNvSpPr/>
            <p:nvPr/>
          </p:nvSpPr>
          <p:spPr>
            <a:xfrm>
              <a:off x="7442977" y="3093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6" name="pt26836"/>
            <p:cNvSpPr/>
            <p:nvPr/>
          </p:nvSpPr>
          <p:spPr>
            <a:xfrm>
              <a:off x="7383804" y="32190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7" name="pt26837"/>
            <p:cNvSpPr/>
            <p:nvPr/>
          </p:nvSpPr>
          <p:spPr>
            <a:xfrm>
              <a:off x="7435336" y="29315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8" name="pt26838"/>
            <p:cNvSpPr/>
            <p:nvPr/>
          </p:nvSpPr>
          <p:spPr>
            <a:xfrm>
              <a:off x="7440774" y="3297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39" name="pt26839"/>
            <p:cNvSpPr/>
            <p:nvPr/>
          </p:nvSpPr>
          <p:spPr>
            <a:xfrm>
              <a:off x="7442858" y="3103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0" name="pt26840"/>
            <p:cNvSpPr/>
            <p:nvPr/>
          </p:nvSpPr>
          <p:spPr>
            <a:xfrm>
              <a:off x="7480702" y="33755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1" name="pt26841"/>
            <p:cNvSpPr/>
            <p:nvPr/>
          </p:nvSpPr>
          <p:spPr>
            <a:xfrm>
              <a:off x="7416036" y="32946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2" name="pt26842"/>
            <p:cNvSpPr/>
            <p:nvPr/>
          </p:nvSpPr>
          <p:spPr>
            <a:xfrm>
              <a:off x="6918163" y="310499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43" name="pt26843"/>
            <p:cNvSpPr/>
            <p:nvPr/>
          </p:nvSpPr>
          <p:spPr>
            <a:xfrm>
              <a:off x="7471267" y="3267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4" name="pt26844"/>
            <p:cNvSpPr/>
            <p:nvPr/>
          </p:nvSpPr>
          <p:spPr>
            <a:xfrm>
              <a:off x="7430363" y="31167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5" name="pt26845"/>
            <p:cNvSpPr/>
            <p:nvPr/>
          </p:nvSpPr>
          <p:spPr>
            <a:xfrm>
              <a:off x="7293090" y="3148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6" name="pt26846"/>
            <p:cNvSpPr/>
            <p:nvPr/>
          </p:nvSpPr>
          <p:spPr>
            <a:xfrm>
              <a:off x="7519387" y="37697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7" name="pt26847"/>
            <p:cNvSpPr/>
            <p:nvPr/>
          </p:nvSpPr>
          <p:spPr>
            <a:xfrm>
              <a:off x="7473033" y="3119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8" name="pt26848"/>
            <p:cNvSpPr/>
            <p:nvPr/>
          </p:nvSpPr>
          <p:spPr>
            <a:xfrm>
              <a:off x="7450657" y="33209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49" name="pt26849"/>
            <p:cNvSpPr/>
            <p:nvPr/>
          </p:nvSpPr>
          <p:spPr>
            <a:xfrm>
              <a:off x="7385209" y="3302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0" name="pt26850"/>
            <p:cNvSpPr/>
            <p:nvPr/>
          </p:nvSpPr>
          <p:spPr>
            <a:xfrm>
              <a:off x="7425430" y="30726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1" name="pt26851"/>
            <p:cNvSpPr/>
            <p:nvPr/>
          </p:nvSpPr>
          <p:spPr>
            <a:xfrm>
              <a:off x="7395206" y="3053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2" name="pt26852"/>
            <p:cNvSpPr/>
            <p:nvPr/>
          </p:nvSpPr>
          <p:spPr>
            <a:xfrm>
              <a:off x="7392902" y="2809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3" name="pt26853"/>
            <p:cNvSpPr/>
            <p:nvPr/>
          </p:nvSpPr>
          <p:spPr>
            <a:xfrm>
              <a:off x="7408555" y="42227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4" name="pt26854"/>
            <p:cNvSpPr/>
            <p:nvPr/>
          </p:nvSpPr>
          <p:spPr>
            <a:xfrm>
              <a:off x="7404964" y="3146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5" name="pt26855"/>
            <p:cNvSpPr/>
            <p:nvPr/>
          </p:nvSpPr>
          <p:spPr>
            <a:xfrm>
              <a:off x="7430493" y="31048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6" name="pt26856"/>
            <p:cNvSpPr/>
            <p:nvPr/>
          </p:nvSpPr>
          <p:spPr>
            <a:xfrm>
              <a:off x="7426460" y="3134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7" name="pt26857"/>
            <p:cNvSpPr/>
            <p:nvPr/>
          </p:nvSpPr>
          <p:spPr>
            <a:xfrm>
              <a:off x="7467670" y="3312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8" name="pt26858"/>
            <p:cNvSpPr/>
            <p:nvPr/>
          </p:nvSpPr>
          <p:spPr>
            <a:xfrm>
              <a:off x="7466367" y="3589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59" name="pt26859"/>
            <p:cNvSpPr/>
            <p:nvPr/>
          </p:nvSpPr>
          <p:spPr>
            <a:xfrm>
              <a:off x="7447947" y="34467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0" name="pt26860"/>
            <p:cNvSpPr/>
            <p:nvPr/>
          </p:nvSpPr>
          <p:spPr>
            <a:xfrm>
              <a:off x="7430342" y="31588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1" name="pt26861"/>
            <p:cNvSpPr/>
            <p:nvPr/>
          </p:nvSpPr>
          <p:spPr>
            <a:xfrm>
              <a:off x="7482591" y="31160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2" name="pt26862"/>
            <p:cNvSpPr/>
            <p:nvPr/>
          </p:nvSpPr>
          <p:spPr>
            <a:xfrm>
              <a:off x="7463345" y="3418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3" name="pt26863"/>
            <p:cNvSpPr/>
            <p:nvPr/>
          </p:nvSpPr>
          <p:spPr>
            <a:xfrm>
              <a:off x="7496334" y="33327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4" name="pt26864"/>
            <p:cNvSpPr/>
            <p:nvPr/>
          </p:nvSpPr>
          <p:spPr>
            <a:xfrm>
              <a:off x="7469724" y="3286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5" name="pt26865"/>
            <p:cNvSpPr/>
            <p:nvPr/>
          </p:nvSpPr>
          <p:spPr>
            <a:xfrm>
              <a:off x="7496261" y="3469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6" name="pt26866"/>
            <p:cNvSpPr/>
            <p:nvPr/>
          </p:nvSpPr>
          <p:spPr>
            <a:xfrm>
              <a:off x="7412803" y="3267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7" name="pt26867"/>
            <p:cNvSpPr/>
            <p:nvPr/>
          </p:nvSpPr>
          <p:spPr>
            <a:xfrm>
              <a:off x="7438506" y="3020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8" name="pt26868"/>
            <p:cNvSpPr/>
            <p:nvPr/>
          </p:nvSpPr>
          <p:spPr>
            <a:xfrm>
              <a:off x="7444188" y="3159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69" name="pt26869"/>
            <p:cNvSpPr/>
            <p:nvPr/>
          </p:nvSpPr>
          <p:spPr>
            <a:xfrm>
              <a:off x="7394743" y="3218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0" name="pt26870"/>
            <p:cNvSpPr/>
            <p:nvPr/>
          </p:nvSpPr>
          <p:spPr>
            <a:xfrm>
              <a:off x="7497006" y="3313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1" name="pt26871"/>
            <p:cNvSpPr/>
            <p:nvPr/>
          </p:nvSpPr>
          <p:spPr>
            <a:xfrm>
              <a:off x="7418592" y="3071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2" name="pt26872"/>
            <p:cNvSpPr/>
            <p:nvPr/>
          </p:nvSpPr>
          <p:spPr>
            <a:xfrm>
              <a:off x="7509061" y="31242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3" name="pt26873"/>
            <p:cNvSpPr/>
            <p:nvPr/>
          </p:nvSpPr>
          <p:spPr>
            <a:xfrm>
              <a:off x="7411275" y="31392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4" name="pt26874"/>
            <p:cNvSpPr/>
            <p:nvPr/>
          </p:nvSpPr>
          <p:spPr>
            <a:xfrm>
              <a:off x="7459479" y="3441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5" name="pt26875"/>
            <p:cNvSpPr/>
            <p:nvPr/>
          </p:nvSpPr>
          <p:spPr>
            <a:xfrm>
              <a:off x="7407948" y="32663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6" name="pt26876"/>
            <p:cNvSpPr/>
            <p:nvPr/>
          </p:nvSpPr>
          <p:spPr>
            <a:xfrm>
              <a:off x="7436443" y="3023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7" name="pt26877"/>
            <p:cNvSpPr/>
            <p:nvPr/>
          </p:nvSpPr>
          <p:spPr>
            <a:xfrm>
              <a:off x="7433539" y="3102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8" name="pt26878"/>
            <p:cNvSpPr/>
            <p:nvPr/>
          </p:nvSpPr>
          <p:spPr>
            <a:xfrm>
              <a:off x="7437316" y="31717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79" name="pt26879"/>
            <p:cNvSpPr/>
            <p:nvPr/>
          </p:nvSpPr>
          <p:spPr>
            <a:xfrm>
              <a:off x="7435645" y="29420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0" name="pt26880"/>
            <p:cNvSpPr/>
            <p:nvPr/>
          </p:nvSpPr>
          <p:spPr>
            <a:xfrm>
              <a:off x="7442157" y="3025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1" name="pt26881"/>
            <p:cNvSpPr/>
            <p:nvPr/>
          </p:nvSpPr>
          <p:spPr>
            <a:xfrm>
              <a:off x="7467029" y="3144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2" name="pt26882"/>
            <p:cNvSpPr/>
            <p:nvPr/>
          </p:nvSpPr>
          <p:spPr>
            <a:xfrm>
              <a:off x="7445356" y="3338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3" name="pt26883"/>
            <p:cNvSpPr/>
            <p:nvPr/>
          </p:nvSpPr>
          <p:spPr>
            <a:xfrm>
              <a:off x="7401747" y="33735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4" name="pt26884"/>
            <p:cNvSpPr/>
            <p:nvPr/>
          </p:nvSpPr>
          <p:spPr>
            <a:xfrm>
              <a:off x="7443771" y="32487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5" name="pt26885"/>
            <p:cNvSpPr/>
            <p:nvPr/>
          </p:nvSpPr>
          <p:spPr>
            <a:xfrm>
              <a:off x="7509507" y="33322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6" name="pt26886"/>
            <p:cNvSpPr/>
            <p:nvPr/>
          </p:nvSpPr>
          <p:spPr>
            <a:xfrm>
              <a:off x="7526264" y="30314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7" name="pt26887"/>
            <p:cNvSpPr/>
            <p:nvPr/>
          </p:nvSpPr>
          <p:spPr>
            <a:xfrm>
              <a:off x="7550952" y="34790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8" name="pt26888"/>
            <p:cNvSpPr/>
            <p:nvPr/>
          </p:nvSpPr>
          <p:spPr>
            <a:xfrm>
              <a:off x="7418583" y="31607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89" name="pt26889"/>
            <p:cNvSpPr/>
            <p:nvPr/>
          </p:nvSpPr>
          <p:spPr>
            <a:xfrm>
              <a:off x="7472524" y="32819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0" name="pt26890"/>
            <p:cNvSpPr/>
            <p:nvPr/>
          </p:nvSpPr>
          <p:spPr>
            <a:xfrm>
              <a:off x="7451727" y="3451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1" name="pt26891"/>
            <p:cNvSpPr/>
            <p:nvPr/>
          </p:nvSpPr>
          <p:spPr>
            <a:xfrm>
              <a:off x="7474154" y="3528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2" name="pt26892"/>
            <p:cNvSpPr/>
            <p:nvPr/>
          </p:nvSpPr>
          <p:spPr>
            <a:xfrm>
              <a:off x="7446280" y="32764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3" name="pt26893"/>
            <p:cNvSpPr/>
            <p:nvPr/>
          </p:nvSpPr>
          <p:spPr>
            <a:xfrm>
              <a:off x="7411004" y="30706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4" name="pt26894"/>
            <p:cNvSpPr/>
            <p:nvPr/>
          </p:nvSpPr>
          <p:spPr>
            <a:xfrm>
              <a:off x="7541277" y="3157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5" name="pt26895"/>
            <p:cNvSpPr/>
            <p:nvPr/>
          </p:nvSpPr>
          <p:spPr>
            <a:xfrm>
              <a:off x="7443780" y="31472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6" name="pt26896"/>
            <p:cNvSpPr/>
            <p:nvPr/>
          </p:nvSpPr>
          <p:spPr>
            <a:xfrm>
              <a:off x="7452808" y="33866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7" name="pt26897"/>
            <p:cNvSpPr/>
            <p:nvPr/>
          </p:nvSpPr>
          <p:spPr>
            <a:xfrm>
              <a:off x="7447707" y="3154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8" name="pt26898"/>
            <p:cNvSpPr/>
            <p:nvPr/>
          </p:nvSpPr>
          <p:spPr>
            <a:xfrm>
              <a:off x="7444014" y="3105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899" name="pt26899"/>
            <p:cNvSpPr/>
            <p:nvPr/>
          </p:nvSpPr>
          <p:spPr>
            <a:xfrm>
              <a:off x="7383337" y="3139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0" name="pt26900"/>
            <p:cNvSpPr/>
            <p:nvPr/>
          </p:nvSpPr>
          <p:spPr>
            <a:xfrm>
              <a:off x="7460378" y="33011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1" name="pt26901"/>
            <p:cNvSpPr/>
            <p:nvPr/>
          </p:nvSpPr>
          <p:spPr>
            <a:xfrm>
              <a:off x="7409382" y="33894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2" name="pt26902"/>
            <p:cNvSpPr/>
            <p:nvPr/>
          </p:nvSpPr>
          <p:spPr>
            <a:xfrm>
              <a:off x="7401929" y="3094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3" name="pt26903"/>
            <p:cNvSpPr/>
            <p:nvPr/>
          </p:nvSpPr>
          <p:spPr>
            <a:xfrm>
              <a:off x="7496335" y="3508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4" name="pt26904"/>
            <p:cNvSpPr/>
            <p:nvPr/>
          </p:nvSpPr>
          <p:spPr>
            <a:xfrm>
              <a:off x="7837286" y="358025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05" name="pt26905"/>
            <p:cNvSpPr/>
            <p:nvPr/>
          </p:nvSpPr>
          <p:spPr>
            <a:xfrm>
              <a:off x="7424685" y="3034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6" name="pt26906"/>
            <p:cNvSpPr/>
            <p:nvPr/>
          </p:nvSpPr>
          <p:spPr>
            <a:xfrm>
              <a:off x="8277578" y="32830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7" name="pt26907"/>
            <p:cNvSpPr/>
            <p:nvPr/>
          </p:nvSpPr>
          <p:spPr>
            <a:xfrm>
              <a:off x="7505004" y="3468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8" name="pt26908"/>
            <p:cNvSpPr/>
            <p:nvPr/>
          </p:nvSpPr>
          <p:spPr>
            <a:xfrm>
              <a:off x="7366975" y="3119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09" name="pt26909"/>
            <p:cNvSpPr/>
            <p:nvPr/>
          </p:nvSpPr>
          <p:spPr>
            <a:xfrm>
              <a:off x="7412200" y="30063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0" name="pt26910"/>
            <p:cNvSpPr/>
            <p:nvPr/>
          </p:nvSpPr>
          <p:spPr>
            <a:xfrm>
              <a:off x="7434749" y="30740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1" name="pt26911"/>
            <p:cNvSpPr/>
            <p:nvPr/>
          </p:nvSpPr>
          <p:spPr>
            <a:xfrm>
              <a:off x="7410436" y="30141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2" name="pt26912"/>
            <p:cNvSpPr/>
            <p:nvPr/>
          </p:nvSpPr>
          <p:spPr>
            <a:xfrm>
              <a:off x="7480998" y="3050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3" name="pt26913"/>
            <p:cNvSpPr/>
            <p:nvPr/>
          </p:nvSpPr>
          <p:spPr>
            <a:xfrm>
              <a:off x="7418961" y="2961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4" name="pt26914"/>
            <p:cNvSpPr/>
            <p:nvPr/>
          </p:nvSpPr>
          <p:spPr>
            <a:xfrm>
              <a:off x="7411722" y="33012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5" name="pt26915"/>
            <p:cNvSpPr/>
            <p:nvPr/>
          </p:nvSpPr>
          <p:spPr>
            <a:xfrm>
              <a:off x="7417296" y="3315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6" name="pt26916"/>
            <p:cNvSpPr/>
            <p:nvPr/>
          </p:nvSpPr>
          <p:spPr>
            <a:xfrm>
              <a:off x="7499230" y="3266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7" name="pt26917"/>
            <p:cNvSpPr/>
            <p:nvPr/>
          </p:nvSpPr>
          <p:spPr>
            <a:xfrm>
              <a:off x="7413399" y="3047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8" name="pt26918"/>
            <p:cNvSpPr/>
            <p:nvPr/>
          </p:nvSpPr>
          <p:spPr>
            <a:xfrm>
              <a:off x="7446344" y="3585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19" name="pt26919"/>
            <p:cNvSpPr/>
            <p:nvPr/>
          </p:nvSpPr>
          <p:spPr>
            <a:xfrm>
              <a:off x="7349649" y="310236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20" name="pt26920"/>
            <p:cNvSpPr/>
            <p:nvPr/>
          </p:nvSpPr>
          <p:spPr>
            <a:xfrm>
              <a:off x="7439206" y="3334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1" name="pt26921"/>
            <p:cNvSpPr/>
            <p:nvPr/>
          </p:nvSpPr>
          <p:spPr>
            <a:xfrm>
              <a:off x="7457517" y="31134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2" name="pt26922"/>
            <p:cNvSpPr/>
            <p:nvPr/>
          </p:nvSpPr>
          <p:spPr>
            <a:xfrm>
              <a:off x="7393738" y="3137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3" name="pt26923"/>
            <p:cNvSpPr/>
            <p:nvPr/>
          </p:nvSpPr>
          <p:spPr>
            <a:xfrm>
              <a:off x="7418567" y="30490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4" name="pt26924"/>
            <p:cNvSpPr/>
            <p:nvPr/>
          </p:nvSpPr>
          <p:spPr>
            <a:xfrm>
              <a:off x="7436853" y="30707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5" name="pt26925"/>
            <p:cNvSpPr/>
            <p:nvPr/>
          </p:nvSpPr>
          <p:spPr>
            <a:xfrm>
              <a:off x="7422243" y="30917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6" name="pt26926"/>
            <p:cNvSpPr/>
            <p:nvPr/>
          </p:nvSpPr>
          <p:spPr>
            <a:xfrm>
              <a:off x="7422879" y="34074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7" name="pt26927"/>
            <p:cNvSpPr/>
            <p:nvPr/>
          </p:nvSpPr>
          <p:spPr>
            <a:xfrm>
              <a:off x="7428203" y="32461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28" name="pt26928"/>
            <p:cNvSpPr/>
            <p:nvPr/>
          </p:nvSpPr>
          <p:spPr>
            <a:xfrm>
              <a:off x="7295545" y="313995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29" name="pt26929"/>
            <p:cNvSpPr/>
            <p:nvPr/>
          </p:nvSpPr>
          <p:spPr>
            <a:xfrm>
              <a:off x="7466015" y="33652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0" name="pt26930"/>
            <p:cNvSpPr/>
            <p:nvPr/>
          </p:nvSpPr>
          <p:spPr>
            <a:xfrm>
              <a:off x="7451135" y="3490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1" name="pt26931"/>
            <p:cNvSpPr/>
            <p:nvPr/>
          </p:nvSpPr>
          <p:spPr>
            <a:xfrm>
              <a:off x="7442882" y="3044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2" name="pt26932"/>
            <p:cNvSpPr/>
            <p:nvPr/>
          </p:nvSpPr>
          <p:spPr>
            <a:xfrm>
              <a:off x="7462567" y="3196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3" name="pt26933"/>
            <p:cNvSpPr/>
            <p:nvPr/>
          </p:nvSpPr>
          <p:spPr>
            <a:xfrm>
              <a:off x="7465717" y="3013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4" name="pt26934"/>
            <p:cNvSpPr/>
            <p:nvPr/>
          </p:nvSpPr>
          <p:spPr>
            <a:xfrm>
              <a:off x="7425474" y="30769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5" name="pt26935"/>
            <p:cNvSpPr/>
            <p:nvPr/>
          </p:nvSpPr>
          <p:spPr>
            <a:xfrm>
              <a:off x="7507637" y="3348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6" name="pt26936"/>
            <p:cNvSpPr/>
            <p:nvPr/>
          </p:nvSpPr>
          <p:spPr>
            <a:xfrm>
              <a:off x="7421388" y="31282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7" name="pt26937"/>
            <p:cNvSpPr/>
            <p:nvPr/>
          </p:nvSpPr>
          <p:spPr>
            <a:xfrm>
              <a:off x="7440685" y="32556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8" name="pt26938"/>
            <p:cNvSpPr/>
            <p:nvPr/>
          </p:nvSpPr>
          <p:spPr>
            <a:xfrm>
              <a:off x="7465614" y="34154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39" name="pt26939"/>
            <p:cNvSpPr/>
            <p:nvPr/>
          </p:nvSpPr>
          <p:spPr>
            <a:xfrm>
              <a:off x="7407546" y="30627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0" name="pt26940"/>
            <p:cNvSpPr/>
            <p:nvPr/>
          </p:nvSpPr>
          <p:spPr>
            <a:xfrm>
              <a:off x="7437688" y="3157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1" name="pt26941"/>
            <p:cNvSpPr/>
            <p:nvPr/>
          </p:nvSpPr>
          <p:spPr>
            <a:xfrm>
              <a:off x="7950807" y="3285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2" name="pt26942"/>
            <p:cNvSpPr/>
            <p:nvPr/>
          </p:nvSpPr>
          <p:spPr>
            <a:xfrm>
              <a:off x="7457794" y="3114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3" name="pt26943"/>
            <p:cNvSpPr/>
            <p:nvPr/>
          </p:nvSpPr>
          <p:spPr>
            <a:xfrm>
              <a:off x="7395405" y="31698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4" name="pt26944"/>
            <p:cNvSpPr/>
            <p:nvPr/>
          </p:nvSpPr>
          <p:spPr>
            <a:xfrm>
              <a:off x="7435660" y="3387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5" name="pt26945"/>
            <p:cNvSpPr/>
            <p:nvPr/>
          </p:nvSpPr>
          <p:spPr>
            <a:xfrm>
              <a:off x="7437226" y="3275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6" name="pt26946"/>
            <p:cNvSpPr/>
            <p:nvPr/>
          </p:nvSpPr>
          <p:spPr>
            <a:xfrm>
              <a:off x="7424833" y="31720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7" name="pt26947"/>
            <p:cNvSpPr/>
            <p:nvPr/>
          </p:nvSpPr>
          <p:spPr>
            <a:xfrm>
              <a:off x="7498355" y="3117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8" name="pt26948"/>
            <p:cNvSpPr/>
            <p:nvPr/>
          </p:nvSpPr>
          <p:spPr>
            <a:xfrm>
              <a:off x="7426161" y="3483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49" name="pt26949"/>
            <p:cNvSpPr/>
            <p:nvPr/>
          </p:nvSpPr>
          <p:spPr>
            <a:xfrm>
              <a:off x="7417314" y="31557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0" name="pt26950"/>
            <p:cNvSpPr/>
            <p:nvPr/>
          </p:nvSpPr>
          <p:spPr>
            <a:xfrm>
              <a:off x="7434007" y="31730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1" name="pt26951"/>
            <p:cNvSpPr/>
            <p:nvPr/>
          </p:nvSpPr>
          <p:spPr>
            <a:xfrm>
              <a:off x="7406969" y="30470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2" name="pt26952"/>
            <p:cNvSpPr/>
            <p:nvPr/>
          </p:nvSpPr>
          <p:spPr>
            <a:xfrm>
              <a:off x="7443566" y="3118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3" name="pt26953"/>
            <p:cNvSpPr/>
            <p:nvPr/>
          </p:nvSpPr>
          <p:spPr>
            <a:xfrm>
              <a:off x="7433889" y="3059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4" name="pt26954"/>
            <p:cNvSpPr/>
            <p:nvPr/>
          </p:nvSpPr>
          <p:spPr>
            <a:xfrm>
              <a:off x="8384046" y="31924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5" name="pt26955"/>
            <p:cNvSpPr/>
            <p:nvPr/>
          </p:nvSpPr>
          <p:spPr>
            <a:xfrm>
              <a:off x="7430351" y="3012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6" name="pt26956"/>
            <p:cNvSpPr/>
            <p:nvPr/>
          </p:nvSpPr>
          <p:spPr>
            <a:xfrm>
              <a:off x="7439623" y="3103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7" name="pt26957"/>
            <p:cNvSpPr/>
            <p:nvPr/>
          </p:nvSpPr>
          <p:spPr>
            <a:xfrm>
              <a:off x="7452202" y="30826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8" name="pt26958"/>
            <p:cNvSpPr/>
            <p:nvPr/>
          </p:nvSpPr>
          <p:spPr>
            <a:xfrm>
              <a:off x="7390731" y="3104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59" name="pt26959"/>
            <p:cNvSpPr/>
            <p:nvPr/>
          </p:nvSpPr>
          <p:spPr>
            <a:xfrm>
              <a:off x="7466911" y="3403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0" name="pt26960"/>
            <p:cNvSpPr/>
            <p:nvPr/>
          </p:nvSpPr>
          <p:spPr>
            <a:xfrm>
              <a:off x="7485485" y="3266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1" name="pt26961"/>
            <p:cNvSpPr/>
            <p:nvPr/>
          </p:nvSpPr>
          <p:spPr>
            <a:xfrm>
              <a:off x="7153854" y="3224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2" name="pt26962"/>
            <p:cNvSpPr/>
            <p:nvPr/>
          </p:nvSpPr>
          <p:spPr>
            <a:xfrm>
              <a:off x="7443656" y="29730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3" name="pt26963"/>
            <p:cNvSpPr/>
            <p:nvPr/>
          </p:nvSpPr>
          <p:spPr>
            <a:xfrm>
              <a:off x="7454147" y="3086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4" name="pt26964"/>
            <p:cNvSpPr/>
            <p:nvPr/>
          </p:nvSpPr>
          <p:spPr>
            <a:xfrm>
              <a:off x="7420903" y="3188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5" name="pt26965"/>
            <p:cNvSpPr/>
            <p:nvPr/>
          </p:nvSpPr>
          <p:spPr>
            <a:xfrm>
              <a:off x="7489544" y="3145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6" name="pt26966"/>
            <p:cNvSpPr/>
            <p:nvPr/>
          </p:nvSpPr>
          <p:spPr>
            <a:xfrm>
              <a:off x="7387815" y="3633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7" name="pt26967"/>
            <p:cNvSpPr/>
            <p:nvPr/>
          </p:nvSpPr>
          <p:spPr>
            <a:xfrm>
              <a:off x="7305250" y="310682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68" name="pt26968"/>
            <p:cNvSpPr/>
            <p:nvPr/>
          </p:nvSpPr>
          <p:spPr>
            <a:xfrm>
              <a:off x="7421665" y="3089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69" name="pt26969"/>
            <p:cNvSpPr/>
            <p:nvPr/>
          </p:nvSpPr>
          <p:spPr>
            <a:xfrm>
              <a:off x="7392067" y="31851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0" name="pt26970"/>
            <p:cNvSpPr/>
            <p:nvPr/>
          </p:nvSpPr>
          <p:spPr>
            <a:xfrm>
              <a:off x="7415669" y="3166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1" name="pt26971"/>
            <p:cNvSpPr/>
            <p:nvPr/>
          </p:nvSpPr>
          <p:spPr>
            <a:xfrm>
              <a:off x="7423075" y="3124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2" name="pt26972"/>
            <p:cNvSpPr/>
            <p:nvPr/>
          </p:nvSpPr>
          <p:spPr>
            <a:xfrm>
              <a:off x="7932061" y="32703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3" name="pt26973"/>
            <p:cNvSpPr/>
            <p:nvPr/>
          </p:nvSpPr>
          <p:spPr>
            <a:xfrm>
              <a:off x="7458912" y="30742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4" name="pt26974"/>
            <p:cNvSpPr/>
            <p:nvPr/>
          </p:nvSpPr>
          <p:spPr>
            <a:xfrm>
              <a:off x="7452047" y="3179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5" name="pt26975"/>
            <p:cNvSpPr/>
            <p:nvPr/>
          </p:nvSpPr>
          <p:spPr>
            <a:xfrm>
              <a:off x="7401430" y="3075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6" name="pt26976"/>
            <p:cNvSpPr/>
            <p:nvPr/>
          </p:nvSpPr>
          <p:spPr>
            <a:xfrm>
              <a:off x="7429214" y="31624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7" name="pt26977"/>
            <p:cNvSpPr/>
            <p:nvPr/>
          </p:nvSpPr>
          <p:spPr>
            <a:xfrm>
              <a:off x="7422987" y="3164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8" name="pt26978"/>
            <p:cNvSpPr/>
            <p:nvPr/>
          </p:nvSpPr>
          <p:spPr>
            <a:xfrm>
              <a:off x="7427320" y="33490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79" name="pt26979"/>
            <p:cNvSpPr/>
            <p:nvPr/>
          </p:nvSpPr>
          <p:spPr>
            <a:xfrm>
              <a:off x="7447717" y="3401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0" name="pt26980"/>
            <p:cNvSpPr/>
            <p:nvPr/>
          </p:nvSpPr>
          <p:spPr>
            <a:xfrm>
              <a:off x="7494396" y="34438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1" name="pt26981"/>
            <p:cNvSpPr/>
            <p:nvPr/>
          </p:nvSpPr>
          <p:spPr>
            <a:xfrm>
              <a:off x="7347763" y="314067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82" name="pt26982"/>
            <p:cNvSpPr/>
            <p:nvPr/>
          </p:nvSpPr>
          <p:spPr>
            <a:xfrm>
              <a:off x="7567241" y="3392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3" name="pt26983"/>
            <p:cNvSpPr/>
            <p:nvPr/>
          </p:nvSpPr>
          <p:spPr>
            <a:xfrm>
              <a:off x="7437144" y="3076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4" name="pt26984"/>
            <p:cNvSpPr/>
            <p:nvPr/>
          </p:nvSpPr>
          <p:spPr>
            <a:xfrm>
              <a:off x="7422105" y="34995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5" name="pt26985"/>
            <p:cNvSpPr/>
            <p:nvPr/>
          </p:nvSpPr>
          <p:spPr>
            <a:xfrm>
              <a:off x="7479654" y="35264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6" name="pt26986"/>
            <p:cNvSpPr/>
            <p:nvPr/>
          </p:nvSpPr>
          <p:spPr>
            <a:xfrm>
              <a:off x="7422417" y="33774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7" name="pt26987"/>
            <p:cNvSpPr/>
            <p:nvPr/>
          </p:nvSpPr>
          <p:spPr>
            <a:xfrm>
              <a:off x="7416217" y="33325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8" name="pt26988"/>
            <p:cNvSpPr/>
            <p:nvPr/>
          </p:nvSpPr>
          <p:spPr>
            <a:xfrm>
              <a:off x="7427555" y="29695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89" name="pt26989"/>
            <p:cNvSpPr/>
            <p:nvPr/>
          </p:nvSpPr>
          <p:spPr>
            <a:xfrm>
              <a:off x="7439086" y="32317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0" name="pt26990"/>
            <p:cNvSpPr/>
            <p:nvPr/>
          </p:nvSpPr>
          <p:spPr>
            <a:xfrm>
              <a:off x="7461299" y="3007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1" name="pt26991"/>
            <p:cNvSpPr/>
            <p:nvPr/>
          </p:nvSpPr>
          <p:spPr>
            <a:xfrm>
              <a:off x="7445164" y="3418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2" name="pt26992"/>
            <p:cNvSpPr/>
            <p:nvPr/>
          </p:nvSpPr>
          <p:spPr>
            <a:xfrm>
              <a:off x="7426671" y="3142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3" name="pt26993"/>
            <p:cNvSpPr/>
            <p:nvPr/>
          </p:nvSpPr>
          <p:spPr>
            <a:xfrm>
              <a:off x="7476616" y="3176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4" name="pt26994"/>
            <p:cNvSpPr/>
            <p:nvPr/>
          </p:nvSpPr>
          <p:spPr>
            <a:xfrm>
              <a:off x="7382670" y="32273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5" name="pt26995"/>
            <p:cNvSpPr/>
            <p:nvPr/>
          </p:nvSpPr>
          <p:spPr>
            <a:xfrm>
              <a:off x="7403525" y="3127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6" name="pt26996"/>
            <p:cNvSpPr/>
            <p:nvPr/>
          </p:nvSpPr>
          <p:spPr>
            <a:xfrm>
              <a:off x="7460665" y="3168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7" name="pt26997"/>
            <p:cNvSpPr/>
            <p:nvPr/>
          </p:nvSpPr>
          <p:spPr>
            <a:xfrm>
              <a:off x="7408254" y="31338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8" name="pt26998"/>
            <p:cNvSpPr/>
            <p:nvPr/>
          </p:nvSpPr>
          <p:spPr>
            <a:xfrm>
              <a:off x="7468837" y="3565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6999" name="pt26999"/>
            <p:cNvSpPr/>
            <p:nvPr/>
          </p:nvSpPr>
          <p:spPr>
            <a:xfrm>
              <a:off x="7448832" y="3020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0" name="pt27000"/>
            <p:cNvSpPr/>
            <p:nvPr/>
          </p:nvSpPr>
          <p:spPr>
            <a:xfrm>
              <a:off x="7360727" y="3198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1" name="pt27001"/>
            <p:cNvSpPr/>
            <p:nvPr/>
          </p:nvSpPr>
          <p:spPr>
            <a:xfrm>
              <a:off x="7448064" y="31666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2" name="pt27002"/>
            <p:cNvSpPr/>
            <p:nvPr/>
          </p:nvSpPr>
          <p:spPr>
            <a:xfrm>
              <a:off x="7451287" y="3345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3" name="pt27003"/>
            <p:cNvSpPr/>
            <p:nvPr/>
          </p:nvSpPr>
          <p:spPr>
            <a:xfrm>
              <a:off x="7402300" y="30815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4" name="pt27004"/>
            <p:cNvSpPr/>
            <p:nvPr/>
          </p:nvSpPr>
          <p:spPr>
            <a:xfrm>
              <a:off x="7587417" y="31812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5" name="pt27005"/>
            <p:cNvSpPr/>
            <p:nvPr/>
          </p:nvSpPr>
          <p:spPr>
            <a:xfrm>
              <a:off x="7402252" y="3166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6" name="pt27006"/>
            <p:cNvSpPr/>
            <p:nvPr/>
          </p:nvSpPr>
          <p:spPr>
            <a:xfrm>
              <a:off x="7446686" y="31222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7" name="pt27007"/>
            <p:cNvSpPr/>
            <p:nvPr/>
          </p:nvSpPr>
          <p:spPr>
            <a:xfrm>
              <a:off x="7456697" y="34243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8" name="pt27008"/>
            <p:cNvSpPr/>
            <p:nvPr/>
          </p:nvSpPr>
          <p:spPr>
            <a:xfrm>
              <a:off x="7443256" y="32870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09" name="pt27009"/>
            <p:cNvSpPr/>
            <p:nvPr/>
          </p:nvSpPr>
          <p:spPr>
            <a:xfrm>
              <a:off x="7412775" y="31793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0" name="pt27010"/>
            <p:cNvSpPr/>
            <p:nvPr/>
          </p:nvSpPr>
          <p:spPr>
            <a:xfrm>
              <a:off x="7374987" y="32331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1" name="pt27011"/>
            <p:cNvSpPr/>
            <p:nvPr/>
          </p:nvSpPr>
          <p:spPr>
            <a:xfrm>
              <a:off x="7430862" y="3124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2" name="pt27012"/>
            <p:cNvSpPr/>
            <p:nvPr/>
          </p:nvSpPr>
          <p:spPr>
            <a:xfrm>
              <a:off x="7440530" y="33780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3" name="pt27013"/>
            <p:cNvSpPr/>
            <p:nvPr/>
          </p:nvSpPr>
          <p:spPr>
            <a:xfrm>
              <a:off x="7421468" y="30642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4" name="pt27014"/>
            <p:cNvSpPr/>
            <p:nvPr/>
          </p:nvSpPr>
          <p:spPr>
            <a:xfrm>
              <a:off x="7402203" y="30880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5" name="pt27015"/>
            <p:cNvSpPr/>
            <p:nvPr/>
          </p:nvSpPr>
          <p:spPr>
            <a:xfrm>
              <a:off x="7479462" y="30689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6" name="pt27016"/>
            <p:cNvSpPr/>
            <p:nvPr/>
          </p:nvSpPr>
          <p:spPr>
            <a:xfrm>
              <a:off x="7415711" y="3201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7" name="pt27017"/>
            <p:cNvSpPr/>
            <p:nvPr/>
          </p:nvSpPr>
          <p:spPr>
            <a:xfrm>
              <a:off x="7404678" y="3136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8" name="pt27018"/>
            <p:cNvSpPr/>
            <p:nvPr/>
          </p:nvSpPr>
          <p:spPr>
            <a:xfrm>
              <a:off x="7430335" y="32637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19" name="pt27019"/>
            <p:cNvSpPr/>
            <p:nvPr/>
          </p:nvSpPr>
          <p:spPr>
            <a:xfrm>
              <a:off x="7388804" y="30745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0" name="pt27020"/>
            <p:cNvSpPr/>
            <p:nvPr/>
          </p:nvSpPr>
          <p:spPr>
            <a:xfrm>
              <a:off x="7467465" y="30736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1" name="pt27021"/>
            <p:cNvSpPr/>
            <p:nvPr/>
          </p:nvSpPr>
          <p:spPr>
            <a:xfrm>
              <a:off x="7498773" y="34718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2" name="pt27022"/>
            <p:cNvSpPr/>
            <p:nvPr/>
          </p:nvSpPr>
          <p:spPr>
            <a:xfrm>
              <a:off x="7387048" y="3138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3" name="pt27023"/>
            <p:cNvSpPr/>
            <p:nvPr/>
          </p:nvSpPr>
          <p:spPr>
            <a:xfrm>
              <a:off x="7517759" y="32020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4" name="pt27024"/>
            <p:cNvSpPr/>
            <p:nvPr/>
          </p:nvSpPr>
          <p:spPr>
            <a:xfrm>
              <a:off x="7443533" y="33726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5" name="pt27025"/>
            <p:cNvSpPr/>
            <p:nvPr/>
          </p:nvSpPr>
          <p:spPr>
            <a:xfrm>
              <a:off x="7456464" y="34616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6" name="pt27026"/>
            <p:cNvSpPr/>
            <p:nvPr/>
          </p:nvSpPr>
          <p:spPr>
            <a:xfrm>
              <a:off x="7460634" y="35100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7" name="pt27027"/>
            <p:cNvSpPr/>
            <p:nvPr/>
          </p:nvSpPr>
          <p:spPr>
            <a:xfrm>
              <a:off x="7391744" y="31039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8" name="pt27028"/>
            <p:cNvSpPr/>
            <p:nvPr/>
          </p:nvSpPr>
          <p:spPr>
            <a:xfrm>
              <a:off x="7430025" y="33201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29" name="pt27029"/>
            <p:cNvSpPr/>
            <p:nvPr/>
          </p:nvSpPr>
          <p:spPr>
            <a:xfrm>
              <a:off x="7380245" y="3401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0" name="pt27030"/>
            <p:cNvSpPr/>
            <p:nvPr/>
          </p:nvSpPr>
          <p:spPr>
            <a:xfrm>
              <a:off x="7446644" y="31458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1" name="pt27031"/>
            <p:cNvSpPr/>
            <p:nvPr/>
          </p:nvSpPr>
          <p:spPr>
            <a:xfrm>
              <a:off x="7433838" y="3139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2" name="pt27032"/>
            <p:cNvSpPr/>
            <p:nvPr/>
          </p:nvSpPr>
          <p:spPr>
            <a:xfrm>
              <a:off x="7442947" y="30945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3" name="pt27033"/>
            <p:cNvSpPr/>
            <p:nvPr/>
          </p:nvSpPr>
          <p:spPr>
            <a:xfrm>
              <a:off x="7709063" y="304790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34" name="pt27034"/>
            <p:cNvSpPr/>
            <p:nvPr/>
          </p:nvSpPr>
          <p:spPr>
            <a:xfrm>
              <a:off x="7478586" y="33402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5" name="pt27035"/>
            <p:cNvSpPr/>
            <p:nvPr/>
          </p:nvSpPr>
          <p:spPr>
            <a:xfrm>
              <a:off x="7418734" y="30247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6" name="pt27036"/>
            <p:cNvSpPr/>
            <p:nvPr/>
          </p:nvSpPr>
          <p:spPr>
            <a:xfrm>
              <a:off x="7432934" y="3045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7" name="pt27037"/>
            <p:cNvSpPr/>
            <p:nvPr/>
          </p:nvSpPr>
          <p:spPr>
            <a:xfrm>
              <a:off x="7425446" y="31154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8" name="pt27038"/>
            <p:cNvSpPr/>
            <p:nvPr/>
          </p:nvSpPr>
          <p:spPr>
            <a:xfrm>
              <a:off x="7460744" y="35086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39" name="pt27039"/>
            <p:cNvSpPr/>
            <p:nvPr/>
          </p:nvSpPr>
          <p:spPr>
            <a:xfrm>
              <a:off x="7465628" y="33327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0" name="pt27040"/>
            <p:cNvSpPr/>
            <p:nvPr/>
          </p:nvSpPr>
          <p:spPr>
            <a:xfrm>
              <a:off x="7427938" y="33531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1" name="pt27041"/>
            <p:cNvSpPr/>
            <p:nvPr/>
          </p:nvSpPr>
          <p:spPr>
            <a:xfrm>
              <a:off x="7441401" y="3185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2" name="pt27042"/>
            <p:cNvSpPr/>
            <p:nvPr/>
          </p:nvSpPr>
          <p:spPr>
            <a:xfrm>
              <a:off x="7437344" y="31708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3" name="pt27043"/>
            <p:cNvSpPr/>
            <p:nvPr/>
          </p:nvSpPr>
          <p:spPr>
            <a:xfrm>
              <a:off x="7441606" y="3152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4" name="pt27044"/>
            <p:cNvSpPr/>
            <p:nvPr/>
          </p:nvSpPr>
          <p:spPr>
            <a:xfrm>
              <a:off x="7388771" y="32031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5" name="pt27045"/>
            <p:cNvSpPr/>
            <p:nvPr/>
          </p:nvSpPr>
          <p:spPr>
            <a:xfrm>
              <a:off x="7565100" y="311382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46" name="pt27046"/>
            <p:cNvSpPr/>
            <p:nvPr/>
          </p:nvSpPr>
          <p:spPr>
            <a:xfrm>
              <a:off x="7428179" y="30411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7" name="pt27047"/>
            <p:cNvSpPr/>
            <p:nvPr/>
          </p:nvSpPr>
          <p:spPr>
            <a:xfrm>
              <a:off x="7448085" y="3122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8" name="pt27048"/>
            <p:cNvSpPr/>
            <p:nvPr/>
          </p:nvSpPr>
          <p:spPr>
            <a:xfrm>
              <a:off x="7412196" y="3120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49" name="pt27049"/>
            <p:cNvSpPr/>
            <p:nvPr/>
          </p:nvSpPr>
          <p:spPr>
            <a:xfrm>
              <a:off x="7463039" y="3128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0" name="pt27050"/>
            <p:cNvSpPr/>
            <p:nvPr/>
          </p:nvSpPr>
          <p:spPr>
            <a:xfrm>
              <a:off x="7436067" y="3307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1" name="pt27051"/>
            <p:cNvSpPr/>
            <p:nvPr/>
          </p:nvSpPr>
          <p:spPr>
            <a:xfrm>
              <a:off x="7415594" y="33130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2" name="pt27052"/>
            <p:cNvSpPr/>
            <p:nvPr/>
          </p:nvSpPr>
          <p:spPr>
            <a:xfrm>
              <a:off x="7397848" y="31727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3" name="pt27053"/>
            <p:cNvSpPr/>
            <p:nvPr/>
          </p:nvSpPr>
          <p:spPr>
            <a:xfrm>
              <a:off x="7480905" y="30894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4" name="pt27054"/>
            <p:cNvSpPr/>
            <p:nvPr/>
          </p:nvSpPr>
          <p:spPr>
            <a:xfrm>
              <a:off x="7391094" y="30365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5" name="pt27055"/>
            <p:cNvSpPr/>
            <p:nvPr/>
          </p:nvSpPr>
          <p:spPr>
            <a:xfrm>
              <a:off x="7407083" y="3114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6" name="pt27056"/>
            <p:cNvSpPr/>
            <p:nvPr/>
          </p:nvSpPr>
          <p:spPr>
            <a:xfrm>
              <a:off x="7426205" y="34836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7" name="pt27057"/>
            <p:cNvSpPr/>
            <p:nvPr/>
          </p:nvSpPr>
          <p:spPr>
            <a:xfrm>
              <a:off x="7415616" y="33059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8" name="pt27058"/>
            <p:cNvSpPr/>
            <p:nvPr/>
          </p:nvSpPr>
          <p:spPr>
            <a:xfrm>
              <a:off x="7451061" y="30076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59" name="pt27059"/>
            <p:cNvSpPr/>
            <p:nvPr/>
          </p:nvSpPr>
          <p:spPr>
            <a:xfrm>
              <a:off x="7448003" y="3174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0" name="pt27060"/>
            <p:cNvSpPr/>
            <p:nvPr/>
          </p:nvSpPr>
          <p:spPr>
            <a:xfrm>
              <a:off x="7493482" y="31950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1" name="pt27061"/>
            <p:cNvSpPr/>
            <p:nvPr/>
          </p:nvSpPr>
          <p:spPr>
            <a:xfrm>
              <a:off x="7409584" y="30769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2" name="pt27062"/>
            <p:cNvSpPr/>
            <p:nvPr/>
          </p:nvSpPr>
          <p:spPr>
            <a:xfrm>
              <a:off x="7386380" y="3179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3" name="pt27063"/>
            <p:cNvSpPr/>
            <p:nvPr/>
          </p:nvSpPr>
          <p:spPr>
            <a:xfrm>
              <a:off x="7497520" y="3051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4" name="pt27064"/>
            <p:cNvSpPr/>
            <p:nvPr/>
          </p:nvSpPr>
          <p:spPr>
            <a:xfrm>
              <a:off x="7492182" y="3166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5" name="pt27065"/>
            <p:cNvSpPr/>
            <p:nvPr/>
          </p:nvSpPr>
          <p:spPr>
            <a:xfrm>
              <a:off x="7425627" y="3248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6" name="pt27066"/>
            <p:cNvSpPr/>
            <p:nvPr/>
          </p:nvSpPr>
          <p:spPr>
            <a:xfrm>
              <a:off x="7380400" y="30920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7" name="pt27067"/>
            <p:cNvSpPr/>
            <p:nvPr/>
          </p:nvSpPr>
          <p:spPr>
            <a:xfrm>
              <a:off x="7385670" y="31418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8" name="pt27068"/>
            <p:cNvSpPr/>
            <p:nvPr/>
          </p:nvSpPr>
          <p:spPr>
            <a:xfrm>
              <a:off x="7356902" y="30301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69" name="pt27069"/>
            <p:cNvSpPr/>
            <p:nvPr/>
          </p:nvSpPr>
          <p:spPr>
            <a:xfrm>
              <a:off x="7447839" y="30923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0" name="pt27070"/>
            <p:cNvSpPr/>
            <p:nvPr/>
          </p:nvSpPr>
          <p:spPr>
            <a:xfrm>
              <a:off x="7391963" y="3068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1" name="pt27071"/>
            <p:cNvSpPr/>
            <p:nvPr/>
          </p:nvSpPr>
          <p:spPr>
            <a:xfrm>
              <a:off x="7458783" y="31678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2" name="pt27072"/>
            <p:cNvSpPr/>
            <p:nvPr/>
          </p:nvSpPr>
          <p:spPr>
            <a:xfrm>
              <a:off x="7466692" y="31126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3" name="pt27073"/>
            <p:cNvSpPr/>
            <p:nvPr/>
          </p:nvSpPr>
          <p:spPr>
            <a:xfrm>
              <a:off x="7462178" y="30900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4" name="pt27074"/>
            <p:cNvSpPr/>
            <p:nvPr/>
          </p:nvSpPr>
          <p:spPr>
            <a:xfrm>
              <a:off x="7463459" y="32829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5" name="pt27075"/>
            <p:cNvSpPr/>
            <p:nvPr/>
          </p:nvSpPr>
          <p:spPr>
            <a:xfrm>
              <a:off x="7412618" y="30740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6" name="pt27076"/>
            <p:cNvSpPr/>
            <p:nvPr/>
          </p:nvSpPr>
          <p:spPr>
            <a:xfrm>
              <a:off x="7508229" y="34591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7" name="pt27077"/>
            <p:cNvSpPr/>
            <p:nvPr/>
          </p:nvSpPr>
          <p:spPr>
            <a:xfrm>
              <a:off x="7406391" y="3141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8" name="pt27078"/>
            <p:cNvSpPr/>
            <p:nvPr/>
          </p:nvSpPr>
          <p:spPr>
            <a:xfrm>
              <a:off x="7443386" y="30387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79" name="pt27079"/>
            <p:cNvSpPr/>
            <p:nvPr/>
          </p:nvSpPr>
          <p:spPr>
            <a:xfrm>
              <a:off x="7434063" y="2998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0" name="pt27080"/>
            <p:cNvSpPr/>
            <p:nvPr/>
          </p:nvSpPr>
          <p:spPr>
            <a:xfrm>
              <a:off x="7404219" y="3241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1" name="pt27081"/>
            <p:cNvSpPr/>
            <p:nvPr/>
          </p:nvSpPr>
          <p:spPr>
            <a:xfrm>
              <a:off x="7453170" y="3118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2" name="pt27082"/>
            <p:cNvSpPr/>
            <p:nvPr/>
          </p:nvSpPr>
          <p:spPr>
            <a:xfrm>
              <a:off x="7447432" y="3286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3" name="pt27083"/>
            <p:cNvSpPr/>
            <p:nvPr/>
          </p:nvSpPr>
          <p:spPr>
            <a:xfrm>
              <a:off x="7393056" y="30985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4" name="pt27084"/>
            <p:cNvSpPr/>
            <p:nvPr/>
          </p:nvSpPr>
          <p:spPr>
            <a:xfrm>
              <a:off x="7424012" y="31494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5" name="pt27085"/>
            <p:cNvSpPr/>
            <p:nvPr/>
          </p:nvSpPr>
          <p:spPr>
            <a:xfrm>
              <a:off x="7419729" y="30929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6" name="pt27086"/>
            <p:cNvSpPr/>
            <p:nvPr/>
          </p:nvSpPr>
          <p:spPr>
            <a:xfrm>
              <a:off x="7467579" y="2948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7" name="pt27087"/>
            <p:cNvSpPr/>
            <p:nvPr/>
          </p:nvSpPr>
          <p:spPr>
            <a:xfrm>
              <a:off x="7365604" y="3202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8" name="pt27088"/>
            <p:cNvSpPr/>
            <p:nvPr/>
          </p:nvSpPr>
          <p:spPr>
            <a:xfrm>
              <a:off x="7417203" y="3156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89" name="pt27089"/>
            <p:cNvSpPr/>
            <p:nvPr/>
          </p:nvSpPr>
          <p:spPr>
            <a:xfrm>
              <a:off x="8053909" y="31447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0" name="pt27090"/>
            <p:cNvSpPr/>
            <p:nvPr/>
          </p:nvSpPr>
          <p:spPr>
            <a:xfrm>
              <a:off x="7583477" y="31488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1" name="pt27091"/>
            <p:cNvSpPr/>
            <p:nvPr/>
          </p:nvSpPr>
          <p:spPr>
            <a:xfrm>
              <a:off x="7460221" y="3143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2" name="pt27092"/>
            <p:cNvSpPr/>
            <p:nvPr/>
          </p:nvSpPr>
          <p:spPr>
            <a:xfrm>
              <a:off x="7413962" y="3281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3" name="pt27093"/>
            <p:cNvSpPr/>
            <p:nvPr/>
          </p:nvSpPr>
          <p:spPr>
            <a:xfrm>
              <a:off x="7434142" y="3175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4" name="pt27094"/>
            <p:cNvSpPr/>
            <p:nvPr/>
          </p:nvSpPr>
          <p:spPr>
            <a:xfrm>
              <a:off x="7422200" y="3191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5" name="pt27095"/>
            <p:cNvSpPr/>
            <p:nvPr/>
          </p:nvSpPr>
          <p:spPr>
            <a:xfrm>
              <a:off x="7412466" y="33944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6" name="pt27096"/>
            <p:cNvSpPr/>
            <p:nvPr/>
          </p:nvSpPr>
          <p:spPr>
            <a:xfrm>
              <a:off x="7443251" y="3447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7" name="pt27097"/>
            <p:cNvSpPr/>
            <p:nvPr/>
          </p:nvSpPr>
          <p:spPr>
            <a:xfrm>
              <a:off x="7472463" y="3488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8" name="pt27098"/>
            <p:cNvSpPr/>
            <p:nvPr/>
          </p:nvSpPr>
          <p:spPr>
            <a:xfrm>
              <a:off x="7475101" y="3397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099" name="pt27099"/>
            <p:cNvSpPr/>
            <p:nvPr/>
          </p:nvSpPr>
          <p:spPr>
            <a:xfrm>
              <a:off x="7464871" y="3206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0" name="pt27100"/>
            <p:cNvSpPr/>
            <p:nvPr/>
          </p:nvSpPr>
          <p:spPr>
            <a:xfrm>
              <a:off x="7461413" y="3420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1" name="pt27101"/>
            <p:cNvSpPr/>
            <p:nvPr/>
          </p:nvSpPr>
          <p:spPr>
            <a:xfrm>
              <a:off x="7429928" y="32187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2" name="pt27102"/>
            <p:cNvSpPr/>
            <p:nvPr/>
          </p:nvSpPr>
          <p:spPr>
            <a:xfrm>
              <a:off x="7494389" y="31144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3" name="pt27103"/>
            <p:cNvSpPr/>
            <p:nvPr/>
          </p:nvSpPr>
          <p:spPr>
            <a:xfrm>
              <a:off x="7397566" y="3259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4" name="pt27104"/>
            <p:cNvSpPr/>
            <p:nvPr/>
          </p:nvSpPr>
          <p:spPr>
            <a:xfrm>
              <a:off x="7413021" y="33442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5" name="pt27105"/>
            <p:cNvSpPr/>
            <p:nvPr/>
          </p:nvSpPr>
          <p:spPr>
            <a:xfrm>
              <a:off x="7434950" y="3269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6" name="pt27106"/>
            <p:cNvSpPr/>
            <p:nvPr/>
          </p:nvSpPr>
          <p:spPr>
            <a:xfrm>
              <a:off x="7528612" y="33561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7" name="pt27107"/>
            <p:cNvSpPr/>
            <p:nvPr/>
          </p:nvSpPr>
          <p:spPr>
            <a:xfrm>
              <a:off x="7436391" y="33074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8" name="pt27108"/>
            <p:cNvSpPr/>
            <p:nvPr/>
          </p:nvSpPr>
          <p:spPr>
            <a:xfrm>
              <a:off x="7440366" y="31027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09" name="pt27109"/>
            <p:cNvSpPr/>
            <p:nvPr/>
          </p:nvSpPr>
          <p:spPr>
            <a:xfrm>
              <a:off x="7470393" y="35975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0" name="pt27110"/>
            <p:cNvSpPr/>
            <p:nvPr/>
          </p:nvSpPr>
          <p:spPr>
            <a:xfrm>
              <a:off x="7411270" y="30065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1" name="pt27111"/>
            <p:cNvSpPr/>
            <p:nvPr/>
          </p:nvSpPr>
          <p:spPr>
            <a:xfrm>
              <a:off x="7441487" y="30701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2" name="pt27112"/>
            <p:cNvSpPr/>
            <p:nvPr/>
          </p:nvSpPr>
          <p:spPr>
            <a:xfrm>
              <a:off x="7521430" y="35860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3" name="pt27113"/>
            <p:cNvSpPr/>
            <p:nvPr/>
          </p:nvSpPr>
          <p:spPr>
            <a:xfrm>
              <a:off x="7443017" y="31040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4" name="pt27114"/>
            <p:cNvSpPr/>
            <p:nvPr/>
          </p:nvSpPr>
          <p:spPr>
            <a:xfrm>
              <a:off x="7446037" y="31505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5" name="pt27115"/>
            <p:cNvSpPr/>
            <p:nvPr/>
          </p:nvSpPr>
          <p:spPr>
            <a:xfrm>
              <a:off x="7422562" y="3056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6" name="pt27116"/>
            <p:cNvSpPr/>
            <p:nvPr/>
          </p:nvSpPr>
          <p:spPr>
            <a:xfrm>
              <a:off x="7463956" y="3335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7" name="pt27117"/>
            <p:cNvSpPr/>
            <p:nvPr/>
          </p:nvSpPr>
          <p:spPr>
            <a:xfrm>
              <a:off x="7424735" y="33767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8" name="pt27118"/>
            <p:cNvSpPr/>
            <p:nvPr/>
          </p:nvSpPr>
          <p:spPr>
            <a:xfrm>
              <a:off x="7418323" y="32022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19" name="pt27119"/>
            <p:cNvSpPr/>
            <p:nvPr/>
          </p:nvSpPr>
          <p:spPr>
            <a:xfrm>
              <a:off x="7480766" y="3741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0" name="pt27120"/>
            <p:cNvSpPr/>
            <p:nvPr/>
          </p:nvSpPr>
          <p:spPr>
            <a:xfrm>
              <a:off x="7440086" y="32035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1" name="pt27121"/>
            <p:cNvSpPr/>
            <p:nvPr/>
          </p:nvSpPr>
          <p:spPr>
            <a:xfrm>
              <a:off x="7419777" y="3087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2" name="pt27122"/>
            <p:cNvSpPr/>
            <p:nvPr/>
          </p:nvSpPr>
          <p:spPr>
            <a:xfrm>
              <a:off x="7362446" y="2835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3" name="pt27123"/>
            <p:cNvSpPr/>
            <p:nvPr/>
          </p:nvSpPr>
          <p:spPr>
            <a:xfrm>
              <a:off x="7396052" y="36117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4" name="pt27124"/>
            <p:cNvSpPr/>
            <p:nvPr/>
          </p:nvSpPr>
          <p:spPr>
            <a:xfrm>
              <a:off x="7468489" y="34259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5" name="pt27125"/>
            <p:cNvSpPr/>
            <p:nvPr/>
          </p:nvSpPr>
          <p:spPr>
            <a:xfrm>
              <a:off x="7453760" y="35727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6" name="pt27126"/>
            <p:cNvSpPr/>
            <p:nvPr/>
          </p:nvSpPr>
          <p:spPr>
            <a:xfrm>
              <a:off x="7469535" y="3106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7" name="pt27127"/>
            <p:cNvSpPr/>
            <p:nvPr/>
          </p:nvSpPr>
          <p:spPr>
            <a:xfrm>
              <a:off x="7408254" y="31861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8" name="pt27128"/>
            <p:cNvSpPr/>
            <p:nvPr/>
          </p:nvSpPr>
          <p:spPr>
            <a:xfrm>
              <a:off x="7418088" y="31210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29" name="pt27129"/>
            <p:cNvSpPr/>
            <p:nvPr/>
          </p:nvSpPr>
          <p:spPr>
            <a:xfrm>
              <a:off x="7439823" y="3155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0" name="pt27130"/>
            <p:cNvSpPr/>
            <p:nvPr/>
          </p:nvSpPr>
          <p:spPr>
            <a:xfrm>
              <a:off x="7511704" y="33256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1" name="pt27131"/>
            <p:cNvSpPr/>
            <p:nvPr/>
          </p:nvSpPr>
          <p:spPr>
            <a:xfrm>
              <a:off x="7450399" y="2980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2" name="pt27132"/>
            <p:cNvSpPr/>
            <p:nvPr/>
          </p:nvSpPr>
          <p:spPr>
            <a:xfrm>
              <a:off x="7502860" y="32610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3" name="pt27133"/>
            <p:cNvSpPr/>
            <p:nvPr/>
          </p:nvSpPr>
          <p:spPr>
            <a:xfrm>
              <a:off x="7437659" y="3145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4" name="pt27134"/>
            <p:cNvSpPr/>
            <p:nvPr/>
          </p:nvSpPr>
          <p:spPr>
            <a:xfrm>
              <a:off x="7466698" y="33149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5" name="pt27135"/>
            <p:cNvSpPr/>
            <p:nvPr/>
          </p:nvSpPr>
          <p:spPr>
            <a:xfrm>
              <a:off x="7464933" y="3106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6" name="pt27136"/>
            <p:cNvSpPr/>
            <p:nvPr/>
          </p:nvSpPr>
          <p:spPr>
            <a:xfrm>
              <a:off x="7452747" y="30835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7" name="pt27137"/>
            <p:cNvSpPr/>
            <p:nvPr/>
          </p:nvSpPr>
          <p:spPr>
            <a:xfrm>
              <a:off x="7383548" y="3275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8" name="pt27138"/>
            <p:cNvSpPr/>
            <p:nvPr/>
          </p:nvSpPr>
          <p:spPr>
            <a:xfrm>
              <a:off x="7467921" y="26243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39" name="pt27139"/>
            <p:cNvSpPr/>
            <p:nvPr/>
          </p:nvSpPr>
          <p:spPr>
            <a:xfrm>
              <a:off x="7494097" y="2953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0" name="pt27140"/>
            <p:cNvSpPr/>
            <p:nvPr/>
          </p:nvSpPr>
          <p:spPr>
            <a:xfrm>
              <a:off x="7433890" y="32921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1" name="pt27141"/>
            <p:cNvSpPr/>
            <p:nvPr/>
          </p:nvSpPr>
          <p:spPr>
            <a:xfrm>
              <a:off x="7415289" y="3137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2" name="pt27142"/>
            <p:cNvSpPr/>
            <p:nvPr/>
          </p:nvSpPr>
          <p:spPr>
            <a:xfrm>
              <a:off x="7441375" y="31713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3" name="pt27143"/>
            <p:cNvSpPr/>
            <p:nvPr/>
          </p:nvSpPr>
          <p:spPr>
            <a:xfrm>
              <a:off x="7446955" y="3165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4" name="pt27144"/>
            <p:cNvSpPr/>
            <p:nvPr/>
          </p:nvSpPr>
          <p:spPr>
            <a:xfrm>
              <a:off x="7426870" y="3349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5" name="pt27145"/>
            <p:cNvSpPr/>
            <p:nvPr/>
          </p:nvSpPr>
          <p:spPr>
            <a:xfrm>
              <a:off x="7423621" y="2893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6" name="pt27146"/>
            <p:cNvSpPr/>
            <p:nvPr/>
          </p:nvSpPr>
          <p:spPr>
            <a:xfrm>
              <a:off x="7439965" y="31440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7" name="pt27147"/>
            <p:cNvSpPr/>
            <p:nvPr/>
          </p:nvSpPr>
          <p:spPr>
            <a:xfrm>
              <a:off x="7449155" y="30839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8" name="pt27148"/>
            <p:cNvSpPr/>
            <p:nvPr/>
          </p:nvSpPr>
          <p:spPr>
            <a:xfrm>
              <a:off x="7054137" y="32730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49" name="pt27149"/>
            <p:cNvSpPr/>
            <p:nvPr/>
          </p:nvSpPr>
          <p:spPr>
            <a:xfrm>
              <a:off x="7451591" y="31725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0" name="pt27150"/>
            <p:cNvSpPr/>
            <p:nvPr/>
          </p:nvSpPr>
          <p:spPr>
            <a:xfrm>
              <a:off x="8123038" y="293607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51" name="pt27151"/>
            <p:cNvSpPr/>
            <p:nvPr/>
          </p:nvSpPr>
          <p:spPr>
            <a:xfrm>
              <a:off x="7414496" y="32914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2" name="pt27152"/>
            <p:cNvSpPr/>
            <p:nvPr/>
          </p:nvSpPr>
          <p:spPr>
            <a:xfrm>
              <a:off x="7456294" y="3636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3" name="pt27153"/>
            <p:cNvSpPr/>
            <p:nvPr/>
          </p:nvSpPr>
          <p:spPr>
            <a:xfrm>
              <a:off x="7434287" y="33574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4" name="pt27154"/>
            <p:cNvSpPr/>
            <p:nvPr/>
          </p:nvSpPr>
          <p:spPr>
            <a:xfrm>
              <a:off x="7416896" y="3355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5" name="pt27155"/>
            <p:cNvSpPr/>
            <p:nvPr/>
          </p:nvSpPr>
          <p:spPr>
            <a:xfrm>
              <a:off x="7445790" y="31883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6" name="pt27156"/>
            <p:cNvSpPr/>
            <p:nvPr/>
          </p:nvSpPr>
          <p:spPr>
            <a:xfrm>
              <a:off x="7456564" y="33128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7" name="pt27157"/>
            <p:cNvSpPr/>
            <p:nvPr/>
          </p:nvSpPr>
          <p:spPr>
            <a:xfrm>
              <a:off x="7440774" y="3308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8" name="pt27158"/>
            <p:cNvSpPr/>
            <p:nvPr/>
          </p:nvSpPr>
          <p:spPr>
            <a:xfrm>
              <a:off x="7469935" y="3261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59" name="pt27159"/>
            <p:cNvSpPr/>
            <p:nvPr/>
          </p:nvSpPr>
          <p:spPr>
            <a:xfrm>
              <a:off x="7449381" y="3541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0" name="pt27160"/>
            <p:cNvSpPr/>
            <p:nvPr/>
          </p:nvSpPr>
          <p:spPr>
            <a:xfrm>
              <a:off x="7450922" y="35103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1" name="pt27161"/>
            <p:cNvSpPr/>
            <p:nvPr/>
          </p:nvSpPr>
          <p:spPr>
            <a:xfrm>
              <a:off x="7437296" y="32040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2" name="pt27162"/>
            <p:cNvSpPr/>
            <p:nvPr/>
          </p:nvSpPr>
          <p:spPr>
            <a:xfrm>
              <a:off x="7402032" y="32266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3" name="pt27163"/>
            <p:cNvSpPr/>
            <p:nvPr/>
          </p:nvSpPr>
          <p:spPr>
            <a:xfrm>
              <a:off x="7445965" y="3467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4" name="pt27164"/>
            <p:cNvSpPr/>
            <p:nvPr/>
          </p:nvSpPr>
          <p:spPr>
            <a:xfrm>
              <a:off x="7285404" y="3477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5" name="pt27165"/>
            <p:cNvSpPr/>
            <p:nvPr/>
          </p:nvSpPr>
          <p:spPr>
            <a:xfrm>
              <a:off x="7469291" y="3098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6" name="pt27166"/>
            <p:cNvSpPr/>
            <p:nvPr/>
          </p:nvSpPr>
          <p:spPr>
            <a:xfrm>
              <a:off x="7436843" y="3343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7" name="pt27167"/>
            <p:cNvSpPr/>
            <p:nvPr/>
          </p:nvSpPr>
          <p:spPr>
            <a:xfrm>
              <a:off x="7435244" y="3177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8" name="pt27168"/>
            <p:cNvSpPr/>
            <p:nvPr/>
          </p:nvSpPr>
          <p:spPr>
            <a:xfrm>
              <a:off x="7642671" y="34007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69" name="pt27169"/>
            <p:cNvSpPr/>
            <p:nvPr/>
          </p:nvSpPr>
          <p:spPr>
            <a:xfrm>
              <a:off x="7413842" y="30761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0" name="pt27170"/>
            <p:cNvSpPr/>
            <p:nvPr/>
          </p:nvSpPr>
          <p:spPr>
            <a:xfrm>
              <a:off x="7436739" y="3151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1" name="pt27171"/>
            <p:cNvSpPr/>
            <p:nvPr/>
          </p:nvSpPr>
          <p:spPr>
            <a:xfrm>
              <a:off x="7709962" y="358797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72" name="pt27172"/>
            <p:cNvSpPr/>
            <p:nvPr/>
          </p:nvSpPr>
          <p:spPr>
            <a:xfrm>
              <a:off x="7440932" y="34257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3" name="pt27173"/>
            <p:cNvSpPr/>
            <p:nvPr/>
          </p:nvSpPr>
          <p:spPr>
            <a:xfrm>
              <a:off x="7455289" y="31841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4" name="pt27174"/>
            <p:cNvSpPr/>
            <p:nvPr/>
          </p:nvSpPr>
          <p:spPr>
            <a:xfrm>
              <a:off x="7484456" y="31100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5" name="pt27175"/>
            <p:cNvSpPr/>
            <p:nvPr/>
          </p:nvSpPr>
          <p:spPr>
            <a:xfrm>
              <a:off x="7498116" y="3202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6" name="pt27176"/>
            <p:cNvSpPr/>
            <p:nvPr/>
          </p:nvSpPr>
          <p:spPr>
            <a:xfrm>
              <a:off x="7409606" y="30175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7" name="pt27177"/>
            <p:cNvSpPr/>
            <p:nvPr/>
          </p:nvSpPr>
          <p:spPr>
            <a:xfrm>
              <a:off x="7494434" y="3054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8" name="pt27178"/>
            <p:cNvSpPr/>
            <p:nvPr/>
          </p:nvSpPr>
          <p:spPr>
            <a:xfrm>
              <a:off x="7388705" y="31341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79" name="pt27179"/>
            <p:cNvSpPr/>
            <p:nvPr/>
          </p:nvSpPr>
          <p:spPr>
            <a:xfrm>
              <a:off x="7426488" y="3104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0" name="pt27180"/>
            <p:cNvSpPr/>
            <p:nvPr/>
          </p:nvSpPr>
          <p:spPr>
            <a:xfrm>
              <a:off x="7348205" y="31017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1" name="pt27181"/>
            <p:cNvSpPr/>
            <p:nvPr/>
          </p:nvSpPr>
          <p:spPr>
            <a:xfrm>
              <a:off x="7437290" y="3178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2" name="pt27182"/>
            <p:cNvSpPr/>
            <p:nvPr/>
          </p:nvSpPr>
          <p:spPr>
            <a:xfrm>
              <a:off x="7369641" y="32242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3" name="pt27183"/>
            <p:cNvSpPr/>
            <p:nvPr/>
          </p:nvSpPr>
          <p:spPr>
            <a:xfrm>
              <a:off x="7443163" y="34029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4" name="pt27184"/>
            <p:cNvSpPr/>
            <p:nvPr/>
          </p:nvSpPr>
          <p:spPr>
            <a:xfrm>
              <a:off x="7431002" y="31448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5" name="pt27185"/>
            <p:cNvSpPr/>
            <p:nvPr/>
          </p:nvSpPr>
          <p:spPr>
            <a:xfrm>
              <a:off x="7448751" y="3081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6" name="pt27186"/>
            <p:cNvSpPr/>
            <p:nvPr/>
          </p:nvSpPr>
          <p:spPr>
            <a:xfrm>
              <a:off x="7433681" y="3028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7" name="pt27187"/>
            <p:cNvSpPr/>
            <p:nvPr/>
          </p:nvSpPr>
          <p:spPr>
            <a:xfrm>
              <a:off x="7409247" y="3132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8" name="pt27188"/>
            <p:cNvSpPr/>
            <p:nvPr/>
          </p:nvSpPr>
          <p:spPr>
            <a:xfrm>
              <a:off x="7437688" y="3035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89" name="pt27189"/>
            <p:cNvSpPr/>
            <p:nvPr/>
          </p:nvSpPr>
          <p:spPr>
            <a:xfrm>
              <a:off x="7431091" y="3098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0" name="pt27190"/>
            <p:cNvSpPr/>
            <p:nvPr/>
          </p:nvSpPr>
          <p:spPr>
            <a:xfrm>
              <a:off x="7449469" y="3148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1" name="pt27191"/>
            <p:cNvSpPr/>
            <p:nvPr/>
          </p:nvSpPr>
          <p:spPr>
            <a:xfrm>
              <a:off x="7471934" y="3126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2" name="pt27192"/>
            <p:cNvSpPr/>
            <p:nvPr/>
          </p:nvSpPr>
          <p:spPr>
            <a:xfrm>
              <a:off x="7415570" y="3294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3" name="pt27193"/>
            <p:cNvSpPr/>
            <p:nvPr/>
          </p:nvSpPr>
          <p:spPr>
            <a:xfrm>
              <a:off x="7423677" y="3109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4" name="pt27194"/>
            <p:cNvSpPr/>
            <p:nvPr/>
          </p:nvSpPr>
          <p:spPr>
            <a:xfrm>
              <a:off x="7361247" y="3172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5" name="pt27195"/>
            <p:cNvSpPr/>
            <p:nvPr/>
          </p:nvSpPr>
          <p:spPr>
            <a:xfrm>
              <a:off x="7421566" y="31021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6" name="pt27196"/>
            <p:cNvSpPr/>
            <p:nvPr/>
          </p:nvSpPr>
          <p:spPr>
            <a:xfrm>
              <a:off x="7440979" y="3029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7" name="pt27197"/>
            <p:cNvSpPr/>
            <p:nvPr/>
          </p:nvSpPr>
          <p:spPr>
            <a:xfrm>
              <a:off x="7448475" y="31551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8" name="pt27198"/>
            <p:cNvSpPr/>
            <p:nvPr/>
          </p:nvSpPr>
          <p:spPr>
            <a:xfrm>
              <a:off x="7405957" y="31184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199" name="pt27199"/>
            <p:cNvSpPr/>
            <p:nvPr/>
          </p:nvSpPr>
          <p:spPr>
            <a:xfrm>
              <a:off x="7430310" y="33943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0" name="pt27200"/>
            <p:cNvSpPr/>
            <p:nvPr/>
          </p:nvSpPr>
          <p:spPr>
            <a:xfrm>
              <a:off x="7394105" y="2998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1" name="pt27201"/>
            <p:cNvSpPr/>
            <p:nvPr/>
          </p:nvSpPr>
          <p:spPr>
            <a:xfrm>
              <a:off x="7430026" y="3093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2" name="pt27202"/>
            <p:cNvSpPr/>
            <p:nvPr/>
          </p:nvSpPr>
          <p:spPr>
            <a:xfrm>
              <a:off x="7432658" y="32167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3" name="pt27203"/>
            <p:cNvSpPr/>
            <p:nvPr/>
          </p:nvSpPr>
          <p:spPr>
            <a:xfrm>
              <a:off x="7454928" y="31954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4" name="pt27204"/>
            <p:cNvSpPr/>
            <p:nvPr/>
          </p:nvSpPr>
          <p:spPr>
            <a:xfrm>
              <a:off x="7437383" y="31439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5" name="pt27205"/>
            <p:cNvSpPr/>
            <p:nvPr/>
          </p:nvSpPr>
          <p:spPr>
            <a:xfrm>
              <a:off x="7411478" y="32984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6" name="pt27206"/>
            <p:cNvSpPr/>
            <p:nvPr/>
          </p:nvSpPr>
          <p:spPr>
            <a:xfrm>
              <a:off x="7412185" y="30901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7" name="pt27207"/>
            <p:cNvSpPr/>
            <p:nvPr/>
          </p:nvSpPr>
          <p:spPr>
            <a:xfrm>
              <a:off x="8217675" y="32295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8" name="pt27208"/>
            <p:cNvSpPr/>
            <p:nvPr/>
          </p:nvSpPr>
          <p:spPr>
            <a:xfrm>
              <a:off x="7425315" y="30190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09" name="pt27209"/>
            <p:cNvSpPr/>
            <p:nvPr/>
          </p:nvSpPr>
          <p:spPr>
            <a:xfrm>
              <a:off x="7459262" y="3416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0" name="pt27210"/>
            <p:cNvSpPr/>
            <p:nvPr/>
          </p:nvSpPr>
          <p:spPr>
            <a:xfrm>
              <a:off x="7437735" y="3386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1" name="pt27211"/>
            <p:cNvSpPr/>
            <p:nvPr/>
          </p:nvSpPr>
          <p:spPr>
            <a:xfrm>
              <a:off x="7440564" y="3083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2" name="pt27212"/>
            <p:cNvSpPr/>
            <p:nvPr/>
          </p:nvSpPr>
          <p:spPr>
            <a:xfrm>
              <a:off x="7436947" y="3116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3" name="pt27213"/>
            <p:cNvSpPr/>
            <p:nvPr/>
          </p:nvSpPr>
          <p:spPr>
            <a:xfrm>
              <a:off x="7423998" y="31493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4" name="pt27214"/>
            <p:cNvSpPr/>
            <p:nvPr/>
          </p:nvSpPr>
          <p:spPr>
            <a:xfrm>
              <a:off x="7452297" y="3443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5" name="pt27215"/>
            <p:cNvSpPr/>
            <p:nvPr/>
          </p:nvSpPr>
          <p:spPr>
            <a:xfrm>
              <a:off x="7535289" y="3454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6" name="pt27216"/>
            <p:cNvSpPr/>
            <p:nvPr/>
          </p:nvSpPr>
          <p:spPr>
            <a:xfrm>
              <a:off x="7433883" y="3078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7" name="pt27217"/>
            <p:cNvSpPr/>
            <p:nvPr/>
          </p:nvSpPr>
          <p:spPr>
            <a:xfrm>
              <a:off x="7382625" y="31101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8" name="pt27218"/>
            <p:cNvSpPr/>
            <p:nvPr/>
          </p:nvSpPr>
          <p:spPr>
            <a:xfrm>
              <a:off x="7441683" y="3243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19" name="pt27219"/>
            <p:cNvSpPr/>
            <p:nvPr/>
          </p:nvSpPr>
          <p:spPr>
            <a:xfrm>
              <a:off x="7454652" y="28869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0" name="pt27220"/>
            <p:cNvSpPr/>
            <p:nvPr/>
          </p:nvSpPr>
          <p:spPr>
            <a:xfrm>
              <a:off x="7437957" y="34784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1" name="pt27221"/>
            <p:cNvSpPr/>
            <p:nvPr/>
          </p:nvSpPr>
          <p:spPr>
            <a:xfrm>
              <a:off x="7479590" y="3107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2" name="pt27222"/>
            <p:cNvSpPr/>
            <p:nvPr/>
          </p:nvSpPr>
          <p:spPr>
            <a:xfrm>
              <a:off x="7455075" y="3456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3" name="pt27223"/>
            <p:cNvSpPr/>
            <p:nvPr/>
          </p:nvSpPr>
          <p:spPr>
            <a:xfrm>
              <a:off x="7413905" y="29402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4" name="pt27224"/>
            <p:cNvSpPr/>
            <p:nvPr/>
          </p:nvSpPr>
          <p:spPr>
            <a:xfrm>
              <a:off x="7457991" y="31524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5" name="pt27225"/>
            <p:cNvSpPr/>
            <p:nvPr/>
          </p:nvSpPr>
          <p:spPr>
            <a:xfrm>
              <a:off x="7451293" y="31495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6" name="pt27226"/>
            <p:cNvSpPr/>
            <p:nvPr/>
          </p:nvSpPr>
          <p:spPr>
            <a:xfrm>
              <a:off x="7388140" y="3135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7" name="pt27227"/>
            <p:cNvSpPr/>
            <p:nvPr/>
          </p:nvSpPr>
          <p:spPr>
            <a:xfrm>
              <a:off x="7407671" y="32889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8" name="pt27228"/>
            <p:cNvSpPr/>
            <p:nvPr/>
          </p:nvSpPr>
          <p:spPr>
            <a:xfrm>
              <a:off x="7441406" y="3072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29" name="pt27229"/>
            <p:cNvSpPr/>
            <p:nvPr/>
          </p:nvSpPr>
          <p:spPr>
            <a:xfrm>
              <a:off x="7420198" y="3092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0" name="pt27230"/>
            <p:cNvSpPr/>
            <p:nvPr/>
          </p:nvSpPr>
          <p:spPr>
            <a:xfrm>
              <a:off x="7447863" y="3221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1" name="pt27231"/>
            <p:cNvSpPr/>
            <p:nvPr/>
          </p:nvSpPr>
          <p:spPr>
            <a:xfrm>
              <a:off x="6262560" y="3479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2" name="pt27232"/>
            <p:cNvSpPr/>
            <p:nvPr/>
          </p:nvSpPr>
          <p:spPr>
            <a:xfrm>
              <a:off x="7422674" y="34156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3" name="pt27233"/>
            <p:cNvSpPr/>
            <p:nvPr/>
          </p:nvSpPr>
          <p:spPr>
            <a:xfrm>
              <a:off x="7469962" y="3020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4" name="pt27234"/>
            <p:cNvSpPr/>
            <p:nvPr/>
          </p:nvSpPr>
          <p:spPr>
            <a:xfrm>
              <a:off x="7422787" y="3045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5" name="pt27235"/>
            <p:cNvSpPr/>
            <p:nvPr/>
          </p:nvSpPr>
          <p:spPr>
            <a:xfrm>
              <a:off x="7433840" y="2988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6" name="pt27236"/>
            <p:cNvSpPr/>
            <p:nvPr/>
          </p:nvSpPr>
          <p:spPr>
            <a:xfrm>
              <a:off x="7449622" y="3497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7" name="pt27237"/>
            <p:cNvSpPr/>
            <p:nvPr/>
          </p:nvSpPr>
          <p:spPr>
            <a:xfrm>
              <a:off x="7425110" y="30595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8" name="pt27238"/>
            <p:cNvSpPr/>
            <p:nvPr/>
          </p:nvSpPr>
          <p:spPr>
            <a:xfrm>
              <a:off x="7473532" y="35806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39" name="pt27239"/>
            <p:cNvSpPr/>
            <p:nvPr/>
          </p:nvSpPr>
          <p:spPr>
            <a:xfrm>
              <a:off x="7366999" y="3379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0" name="pt27240"/>
            <p:cNvSpPr/>
            <p:nvPr/>
          </p:nvSpPr>
          <p:spPr>
            <a:xfrm>
              <a:off x="7469184" y="3086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1" name="pt27241"/>
            <p:cNvSpPr/>
            <p:nvPr/>
          </p:nvSpPr>
          <p:spPr>
            <a:xfrm>
              <a:off x="7450544" y="3277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2" name="pt27242"/>
            <p:cNvSpPr/>
            <p:nvPr/>
          </p:nvSpPr>
          <p:spPr>
            <a:xfrm>
              <a:off x="7502078" y="31168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3" name="pt27243"/>
            <p:cNvSpPr/>
            <p:nvPr/>
          </p:nvSpPr>
          <p:spPr>
            <a:xfrm>
              <a:off x="7324919" y="3241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4" name="pt27244"/>
            <p:cNvSpPr/>
            <p:nvPr/>
          </p:nvSpPr>
          <p:spPr>
            <a:xfrm>
              <a:off x="7478997" y="3318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5" name="pt27245"/>
            <p:cNvSpPr/>
            <p:nvPr/>
          </p:nvSpPr>
          <p:spPr>
            <a:xfrm>
              <a:off x="7138519" y="3255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6" name="pt27246"/>
            <p:cNvSpPr/>
            <p:nvPr/>
          </p:nvSpPr>
          <p:spPr>
            <a:xfrm>
              <a:off x="7352330" y="45915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7" name="pt27247"/>
            <p:cNvSpPr/>
            <p:nvPr/>
          </p:nvSpPr>
          <p:spPr>
            <a:xfrm>
              <a:off x="7461449" y="35654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8" name="pt27248"/>
            <p:cNvSpPr/>
            <p:nvPr/>
          </p:nvSpPr>
          <p:spPr>
            <a:xfrm>
              <a:off x="7601637" y="31554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49" name="pt27249"/>
            <p:cNvSpPr/>
            <p:nvPr/>
          </p:nvSpPr>
          <p:spPr>
            <a:xfrm>
              <a:off x="7445682" y="31515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0" name="pt27250"/>
            <p:cNvSpPr/>
            <p:nvPr/>
          </p:nvSpPr>
          <p:spPr>
            <a:xfrm>
              <a:off x="8487409" y="302723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51" name="pt27251"/>
            <p:cNvSpPr/>
            <p:nvPr/>
          </p:nvSpPr>
          <p:spPr>
            <a:xfrm>
              <a:off x="7438492" y="31453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2" name="pt27252"/>
            <p:cNvSpPr/>
            <p:nvPr/>
          </p:nvSpPr>
          <p:spPr>
            <a:xfrm>
              <a:off x="7450953" y="32804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3" name="pt27253"/>
            <p:cNvSpPr/>
            <p:nvPr/>
          </p:nvSpPr>
          <p:spPr>
            <a:xfrm>
              <a:off x="7413115" y="31429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4" name="pt27254"/>
            <p:cNvSpPr/>
            <p:nvPr/>
          </p:nvSpPr>
          <p:spPr>
            <a:xfrm>
              <a:off x="7360789" y="31255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5" name="pt27255"/>
            <p:cNvSpPr/>
            <p:nvPr/>
          </p:nvSpPr>
          <p:spPr>
            <a:xfrm>
              <a:off x="7425920" y="31353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6" name="pt27256"/>
            <p:cNvSpPr/>
            <p:nvPr/>
          </p:nvSpPr>
          <p:spPr>
            <a:xfrm>
              <a:off x="7441992" y="30192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7" name="pt27257"/>
            <p:cNvSpPr/>
            <p:nvPr/>
          </p:nvSpPr>
          <p:spPr>
            <a:xfrm>
              <a:off x="7410981" y="3473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8" name="pt27258"/>
            <p:cNvSpPr/>
            <p:nvPr/>
          </p:nvSpPr>
          <p:spPr>
            <a:xfrm>
              <a:off x="7411857" y="3647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59" name="pt27259"/>
            <p:cNvSpPr/>
            <p:nvPr/>
          </p:nvSpPr>
          <p:spPr>
            <a:xfrm>
              <a:off x="7442507" y="3422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0" name="pt27260"/>
            <p:cNvSpPr/>
            <p:nvPr/>
          </p:nvSpPr>
          <p:spPr>
            <a:xfrm>
              <a:off x="7418722" y="3123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1" name="pt27261"/>
            <p:cNvSpPr/>
            <p:nvPr/>
          </p:nvSpPr>
          <p:spPr>
            <a:xfrm>
              <a:off x="7473921" y="32423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2" name="pt27262"/>
            <p:cNvSpPr/>
            <p:nvPr/>
          </p:nvSpPr>
          <p:spPr>
            <a:xfrm>
              <a:off x="7398120" y="33009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3" name="pt27263"/>
            <p:cNvSpPr/>
            <p:nvPr/>
          </p:nvSpPr>
          <p:spPr>
            <a:xfrm>
              <a:off x="7450929" y="34602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4" name="pt27264"/>
            <p:cNvSpPr/>
            <p:nvPr/>
          </p:nvSpPr>
          <p:spPr>
            <a:xfrm>
              <a:off x="6197387" y="32796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5" name="pt27265"/>
            <p:cNvSpPr/>
            <p:nvPr/>
          </p:nvSpPr>
          <p:spPr>
            <a:xfrm>
              <a:off x="8538682" y="33013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6" name="pt27266"/>
            <p:cNvSpPr/>
            <p:nvPr/>
          </p:nvSpPr>
          <p:spPr>
            <a:xfrm>
              <a:off x="7442241" y="33640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7" name="pt27267"/>
            <p:cNvSpPr/>
            <p:nvPr/>
          </p:nvSpPr>
          <p:spPr>
            <a:xfrm>
              <a:off x="7385109" y="33542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8" name="pt27268"/>
            <p:cNvSpPr/>
            <p:nvPr/>
          </p:nvSpPr>
          <p:spPr>
            <a:xfrm>
              <a:off x="7442133" y="3118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69" name="pt27269"/>
            <p:cNvSpPr/>
            <p:nvPr/>
          </p:nvSpPr>
          <p:spPr>
            <a:xfrm>
              <a:off x="7430164" y="32041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0" name="pt27270"/>
            <p:cNvSpPr/>
            <p:nvPr/>
          </p:nvSpPr>
          <p:spPr>
            <a:xfrm>
              <a:off x="7309628" y="33443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1" name="pt27271"/>
            <p:cNvSpPr/>
            <p:nvPr/>
          </p:nvSpPr>
          <p:spPr>
            <a:xfrm>
              <a:off x="7423497" y="3120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2" name="pt27272"/>
            <p:cNvSpPr/>
            <p:nvPr/>
          </p:nvSpPr>
          <p:spPr>
            <a:xfrm>
              <a:off x="7423934" y="30821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3" name="pt27273"/>
            <p:cNvSpPr/>
            <p:nvPr/>
          </p:nvSpPr>
          <p:spPr>
            <a:xfrm>
              <a:off x="7454485" y="30970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4" name="pt27274"/>
            <p:cNvSpPr/>
            <p:nvPr/>
          </p:nvSpPr>
          <p:spPr>
            <a:xfrm>
              <a:off x="7466723" y="3112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5" name="pt27275"/>
            <p:cNvSpPr/>
            <p:nvPr/>
          </p:nvSpPr>
          <p:spPr>
            <a:xfrm>
              <a:off x="7453501" y="31785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6" name="pt27276"/>
            <p:cNvSpPr/>
            <p:nvPr/>
          </p:nvSpPr>
          <p:spPr>
            <a:xfrm>
              <a:off x="7443356" y="31403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7" name="pt27277"/>
            <p:cNvSpPr/>
            <p:nvPr/>
          </p:nvSpPr>
          <p:spPr>
            <a:xfrm>
              <a:off x="7422343" y="3123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8" name="pt27278"/>
            <p:cNvSpPr/>
            <p:nvPr/>
          </p:nvSpPr>
          <p:spPr>
            <a:xfrm>
              <a:off x="7433989" y="3072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79" name="pt27279"/>
            <p:cNvSpPr/>
            <p:nvPr/>
          </p:nvSpPr>
          <p:spPr>
            <a:xfrm>
              <a:off x="7458855" y="2893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0" name="pt27280"/>
            <p:cNvSpPr/>
            <p:nvPr/>
          </p:nvSpPr>
          <p:spPr>
            <a:xfrm>
              <a:off x="7669470" y="36508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1" name="pt27281"/>
            <p:cNvSpPr/>
            <p:nvPr/>
          </p:nvSpPr>
          <p:spPr>
            <a:xfrm>
              <a:off x="7475608" y="3172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2" name="pt27282"/>
            <p:cNvSpPr/>
            <p:nvPr/>
          </p:nvSpPr>
          <p:spPr>
            <a:xfrm>
              <a:off x="7439584" y="3134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3" name="pt27283"/>
            <p:cNvSpPr/>
            <p:nvPr/>
          </p:nvSpPr>
          <p:spPr>
            <a:xfrm>
              <a:off x="7437410" y="31230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4" name="pt27284"/>
            <p:cNvSpPr/>
            <p:nvPr/>
          </p:nvSpPr>
          <p:spPr>
            <a:xfrm>
              <a:off x="7447920" y="30110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5" name="pt27285"/>
            <p:cNvSpPr/>
            <p:nvPr/>
          </p:nvSpPr>
          <p:spPr>
            <a:xfrm>
              <a:off x="7427613" y="30509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6" name="pt27286"/>
            <p:cNvSpPr/>
            <p:nvPr/>
          </p:nvSpPr>
          <p:spPr>
            <a:xfrm>
              <a:off x="7446867" y="31032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7" name="pt27287"/>
            <p:cNvSpPr/>
            <p:nvPr/>
          </p:nvSpPr>
          <p:spPr>
            <a:xfrm>
              <a:off x="7444902" y="31543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8" name="pt27288"/>
            <p:cNvSpPr/>
            <p:nvPr/>
          </p:nvSpPr>
          <p:spPr>
            <a:xfrm>
              <a:off x="7475647" y="32556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89" name="pt27289"/>
            <p:cNvSpPr/>
            <p:nvPr/>
          </p:nvSpPr>
          <p:spPr>
            <a:xfrm>
              <a:off x="7432591" y="32979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0" name="pt27290"/>
            <p:cNvSpPr/>
            <p:nvPr/>
          </p:nvSpPr>
          <p:spPr>
            <a:xfrm>
              <a:off x="7458627" y="3303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1" name="pt27291"/>
            <p:cNvSpPr/>
            <p:nvPr/>
          </p:nvSpPr>
          <p:spPr>
            <a:xfrm>
              <a:off x="7435453" y="31314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2" name="pt27292"/>
            <p:cNvSpPr/>
            <p:nvPr/>
          </p:nvSpPr>
          <p:spPr>
            <a:xfrm>
              <a:off x="7441564" y="30898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3" name="pt27293"/>
            <p:cNvSpPr/>
            <p:nvPr/>
          </p:nvSpPr>
          <p:spPr>
            <a:xfrm>
              <a:off x="7463869" y="3181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4" name="pt27294"/>
            <p:cNvSpPr/>
            <p:nvPr/>
          </p:nvSpPr>
          <p:spPr>
            <a:xfrm>
              <a:off x="7412483" y="32240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5" name="pt27295"/>
            <p:cNvSpPr/>
            <p:nvPr/>
          </p:nvSpPr>
          <p:spPr>
            <a:xfrm>
              <a:off x="7445435" y="3134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6" name="pt27296"/>
            <p:cNvSpPr/>
            <p:nvPr/>
          </p:nvSpPr>
          <p:spPr>
            <a:xfrm>
              <a:off x="7446970" y="3097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7" name="pt27297"/>
            <p:cNvSpPr/>
            <p:nvPr/>
          </p:nvSpPr>
          <p:spPr>
            <a:xfrm>
              <a:off x="7476556" y="3097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8" name="pt27298"/>
            <p:cNvSpPr/>
            <p:nvPr/>
          </p:nvSpPr>
          <p:spPr>
            <a:xfrm>
              <a:off x="7422636" y="30884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299" name="pt27299"/>
            <p:cNvSpPr/>
            <p:nvPr/>
          </p:nvSpPr>
          <p:spPr>
            <a:xfrm>
              <a:off x="7474709" y="3430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0" name="pt27300"/>
            <p:cNvSpPr/>
            <p:nvPr/>
          </p:nvSpPr>
          <p:spPr>
            <a:xfrm>
              <a:off x="7484203" y="30306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1" name="pt27301"/>
            <p:cNvSpPr/>
            <p:nvPr/>
          </p:nvSpPr>
          <p:spPr>
            <a:xfrm>
              <a:off x="7415992" y="31268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2" name="pt27302"/>
            <p:cNvSpPr/>
            <p:nvPr/>
          </p:nvSpPr>
          <p:spPr>
            <a:xfrm>
              <a:off x="7414376" y="3054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3" name="pt27303"/>
            <p:cNvSpPr/>
            <p:nvPr/>
          </p:nvSpPr>
          <p:spPr>
            <a:xfrm>
              <a:off x="7391443" y="3423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4" name="pt27304"/>
            <p:cNvSpPr/>
            <p:nvPr/>
          </p:nvSpPr>
          <p:spPr>
            <a:xfrm>
              <a:off x="7421703" y="3098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5" name="pt27305"/>
            <p:cNvSpPr/>
            <p:nvPr/>
          </p:nvSpPr>
          <p:spPr>
            <a:xfrm>
              <a:off x="7517972" y="31579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6" name="pt27306"/>
            <p:cNvSpPr/>
            <p:nvPr/>
          </p:nvSpPr>
          <p:spPr>
            <a:xfrm>
              <a:off x="7423855" y="3103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7" name="pt27307"/>
            <p:cNvSpPr/>
            <p:nvPr/>
          </p:nvSpPr>
          <p:spPr>
            <a:xfrm>
              <a:off x="7457070" y="30340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8" name="pt27308"/>
            <p:cNvSpPr/>
            <p:nvPr/>
          </p:nvSpPr>
          <p:spPr>
            <a:xfrm>
              <a:off x="7423165" y="31182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09" name="pt27309"/>
            <p:cNvSpPr/>
            <p:nvPr/>
          </p:nvSpPr>
          <p:spPr>
            <a:xfrm>
              <a:off x="7435063" y="33099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0" name="pt27310"/>
            <p:cNvSpPr/>
            <p:nvPr/>
          </p:nvSpPr>
          <p:spPr>
            <a:xfrm>
              <a:off x="7422364" y="3138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1" name="pt27311"/>
            <p:cNvSpPr/>
            <p:nvPr/>
          </p:nvSpPr>
          <p:spPr>
            <a:xfrm>
              <a:off x="7472434" y="33042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2" name="pt27312"/>
            <p:cNvSpPr/>
            <p:nvPr/>
          </p:nvSpPr>
          <p:spPr>
            <a:xfrm>
              <a:off x="7433361" y="3498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3" name="pt27313"/>
            <p:cNvSpPr/>
            <p:nvPr/>
          </p:nvSpPr>
          <p:spPr>
            <a:xfrm>
              <a:off x="7442822" y="3098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4" name="pt27314"/>
            <p:cNvSpPr/>
            <p:nvPr/>
          </p:nvSpPr>
          <p:spPr>
            <a:xfrm>
              <a:off x="7439019" y="31079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5" name="pt27315"/>
            <p:cNvSpPr/>
            <p:nvPr/>
          </p:nvSpPr>
          <p:spPr>
            <a:xfrm>
              <a:off x="7423835" y="34661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6" name="pt27316"/>
            <p:cNvSpPr/>
            <p:nvPr/>
          </p:nvSpPr>
          <p:spPr>
            <a:xfrm>
              <a:off x="7410155" y="3350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7" name="pt27317"/>
            <p:cNvSpPr/>
            <p:nvPr/>
          </p:nvSpPr>
          <p:spPr>
            <a:xfrm>
              <a:off x="7431773" y="31477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8" name="pt27318"/>
            <p:cNvSpPr/>
            <p:nvPr/>
          </p:nvSpPr>
          <p:spPr>
            <a:xfrm>
              <a:off x="7390732" y="31958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19" name="pt27319"/>
            <p:cNvSpPr/>
            <p:nvPr/>
          </p:nvSpPr>
          <p:spPr>
            <a:xfrm>
              <a:off x="7423452" y="3170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0" name="pt27320"/>
            <p:cNvSpPr/>
            <p:nvPr/>
          </p:nvSpPr>
          <p:spPr>
            <a:xfrm>
              <a:off x="7435267" y="3189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1" name="pt27321"/>
            <p:cNvSpPr/>
            <p:nvPr/>
          </p:nvSpPr>
          <p:spPr>
            <a:xfrm>
              <a:off x="7437590" y="3208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2" name="pt27322"/>
            <p:cNvSpPr/>
            <p:nvPr/>
          </p:nvSpPr>
          <p:spPr>
            <a:xfrm>
              <a:off x="7453000" y="34655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3" name="pt27323"/>
            <p:cNvSpPr/>
            <p:nvPr/>
          </p:nvSpPr>
          <p:spPr>
            <a:xfrm>
              <a:off x="7418647" y="2843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4" name="pt27324"/>
            <p:cNvSpPr/>
            <p:nvPr/>
          </p:nvSpPr>
          <p:spPr>
            <a:xfrm>
              <a:off x="7423137" y="33317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5" name="pt27325"/>
            <p:cNvSpPr/>
            <p:nvPr/>
          </p:nvSpPr>
          <p:spPr>
            <a:xfrm>
              <a:off x="7474501" y="34640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6" name="pt27326"/>
            <p:cNvSpPr/>
            <p:nvPr/>
          </p:nvSpPr>
          <p:spPr>
            <a:xfrm>
              <a:off x="7456948" y="31142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7" name="pt27327"/>
            <p:cNvSpPr/>
            <p:nvPr/>
          </p:nvSpPr>
          <p:spPr>
            <a:xfrm>
              <a:off x="7363385" y="32161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8" name="pt27328"/>
            <p:cNvSpPr/>
            <p:nvPr/>
          </p:nvSpPr>
          <p:spPr>
            <a:xfrm>
              <a:off x="7433980" y="32473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29" name="pt27329"/>
            <p:cNvSpPr/>
            <p:nvPr/>
          </p:nvSpPr>
          <p:spPr>
            <a:xfrm>
              <a:off x="7446185" y="3222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0" name="pt27330"/>
            <p:cNvSpPr/>
            <p:nvPr/>
          </p:nvSpPr>
          <p:spPr>
            <a:xfrm>
              <a:off x="7431817" y="2994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1" name="pt27331"/>
            <p:cNvSpPr/>
            <p:nvPr/>
          </p:nvSpPr>
          <p:spPr>
            <a:xfrm>
              <a:off x="7425543" y="31664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2" name="pt27332"/>
            <p:cNvSpPr/>
            <p:nvPr/>
          </p:nvSpPr>
          <p:spPr>
            <a:xfrm>
              <a:off x="7674019" y="34716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3" name="pt27333"/>
            <p:cNvSpPr/>
            <p:nvPr/>
          </p:nvSpPr>
          <p:spPr>
            <a:xfrm>
              <a:off x="7436435" y="3696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4" name="pt27334"/>
            <p:cNvSpPr/>
            <p:nvPr/>
          </p:nvSpPr>
          <p:spPr>
            <a:xfrm>
              <a:off x="7442154" y="3168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5" name="pt27335"/>
            <p:cNvSpPr/>
            <p:nvPr/>
          </p:nvSpPr>
          <p:spPr>
            <a:xfrm>
              <a:off x="7410504" y="3165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6" name="pt27336"/>
            <p:cNvSpPr/>
            <p:nvPr/>
          </p:nvSpPr>
          <p:spPr>
            <a:xfrm>
              <a:off x="7450254" y="30361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7" name="pt27337"/>
            <p:cNvSpPr/>
            <p:nvPr/>
          </p:nvSpPr>
          <p:spPr>
            <a:xfrm>
              <a:off x="7488601" y="3153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8" name="pt27338"/>
            <p:cNvSpPr/>
            <p:nvPr/>
          </p:nvSpPr>
          <p:spPr>
            <a:xfrm>
              <a:off x="7475602" y="34556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39" name="pt27339"/>
            <p:cNvSpPr/>
            <p:nvPr/>
          </p:nvSpPr>
          <p:spPr>
            <a:xfrm>
              <a:off x="7428025" y="31287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0" name="pt27340"/>
            <p:cNvSpPr/>
            <p:nvPr/>
          </p:nvSpPr>
          <p:spPr>
            <a:xfrm>
              <a:off x="7422545" y="3056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1" name="pt27341"/>
            <p:cNvSpPr/>
            <p:nvPr/>
          </p:nvSpPr>
          <p:spPr>
            <a:xfrm>
              <a:off x="7483015" y="32937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2" name="pt27342"/>
            <p:cNvSpPr/>
            <p:nvPr/>
          </p:nvSpPr>
          <p:spPr>
            <a:xfrm>
              <a:off x="7473706" y="3456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3" name="pt27343"/>
            <p:cNvSpPr/>
            <p:nvPr/>
          </p:nvSpPr>
          <p:spPr>
            <a:xfrm>
              <a:off x="7452391" y="31977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4" name="pt27344"/>
            <p:cNvSpPr/>
            <p:nvPr/>
          </p:nvSpPr>
          <p:spPr>
            <a:xfrm>
              <a:off x="7451227" y="3196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5" name="pt27345"/>
            <p:cNvSpPr/>
            <p:nvPr/>
          </p:nvSpPr>
          <p:spPr>
            <a:xfrm>
              <a:off x="7439421" y="31834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6" name="pt27346"/>
            <p:cNvSpPr/>
            <p:nvPr/>
          </p:nvSpPr>
          <p:spPr>
            <a:xfrm>
              <a:off x="7370524" y="3307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7" name="pt27347"/>
            <p:cNvSpPr/>
            <p:nvPr/>
          </p:nvSpPr>
          <p:spPr>
            <a:xfrm>
              <a:off x="7439112" y="31197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48" name="pt27348"/>
            <p:cNvSpPr/>
            <p:nvPr/>
          </p:nvSpPr>
          <p:spPr>
            <a:xfrm>
              <a:off x="7874549" y="357064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49" name="pt27349"/>
            <p:cNvSpPr/>
            <p:nvPr/>
          </p:nvSpPr>
          <p:spPr>
            <a:xfrm>
              <a:off x="7390300" y="3192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0" name="pt27350"/>
            <p:cNvSpPr/>
            <p:nvPr/>
          </p:nvSpPr>
          <p:spPr>
            <a:xfrm>
              <a:off x="7459500" y="33883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1" name="pt27351"/>
            <p:cNvSpPr/>
            <p:nvPr/>
          </p:nvSpPr>
          <p:spPr>
            <a:xfrm>
              <a:off x="7445740" y="3001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2" name="pt27352"/>
            <p:cNvSpPr/>
            <p:nvPr/>
          </p:nvSpPr>
          <p:spPr>
            <a:xfrm>
              <a:off x="7379934" y="3282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3" name="pt27353"/>
            <p:cNvSpPr/>
            <p:nvPr/>
          </p:nvSpPr>
          <p:spPr>
            <a:xfrm>
              <a:off x="7428888" y="32808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4" name="pt27354"/>
            <p:cNvSpPr/>
            <p:nvPr/>
          </p:nvSpPr>
          <p:spPr>
            <a:xfrm>
              <a:off x="7301821" y="31738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5" name="pt27355"/>
            <p:cNvSpPr/>
            <p:nvPr/>
          </p:nvSpPr>
          <p:spPr>
            <a:xfrm>
              <a:off x="7439621" y="31365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6" name="pt27356"/>
            <p:cNvSpPr/>
            <p:nvPr/>
          </p:nvSpPr>
          <p:spPr>
            <a:xfrm>
              <a:off x="7455906" y="32532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7" name="pt27357"/>
            <p:cNvSpPr/>
            <p:nvPr/>
          </p:nvSpPr>
          <p:spPr>
            <a:xfrm>
              <a:off x="7431733" y="2954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8" name="pt27358"/>
            <p:cNvSpPr/>
            <p:nvPr/>
          </p:nvSpPr>
          <p:spPr>
            <a:xfrm>
              <a:off x="7468190" y="30399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59" name="pt27359"/>
            <p:cNvSpPr/>
            <p:nvPr/>
          </p:nvSpPr>
          <p:spPr>
            <a:xfrm>
              <a:off x="7438382" y="34341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0" name="pt27360"/>
            <p:cNvSpPr/>
            <p:nvPr/>
          </p:nvSpPr>
          <p:spPr>
            <a:xfrm>
              <a:off x="7416649" y="31191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1" name="pt27361"/>
            <p:cNvSpPr/>
            <p:nvPr/>
          </p:nvSpPr>
          <p:spPr>
            <a:xfrm>
              <a:off x="7417531" y="32165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2" name="pt27362"/>
            <p:cNvSpPr/>
            <p:nvPr/>
          </p:nvSpPr>
          <p:spPr>
            <a:xfrm>
              <a:off x="7459054" y="3058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3" name="pt27363"/>
            <p:cNvSpPr/>
            <p:nvPr/>
          </p:nvSpPr>
          <p:spPr>
            <a:xfrm>
              <a:off x="7441319" y="3254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4" name="pt27364"/>
            <p:cNvSpPr/>
            <p:nvPr/>
          </p:nvSpPr>
          <p:spPr>
            <a:xfrm>
              <a:off x="7456232" y="3274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5" name="pt27365"/>
            <p:cNvSpPr/>
            <p:nvPr/>
          </p:nvSpPr>
          <p:spPr>
            <a:xfrm>
              <a:off x="7455367" y="3139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6" name="pt27366"/>
            <p:cNvSpPr/>
            <p:nvPr/>
          </p:nvSpPr>
          <p:spPr>
            <a:xfrm>
              <a:off x="7452639" y="3083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7" name="pt27367"/>
            <p:cNvSpPr/>
            <p:nvPr/>
          </p:nvSpPr>
          <p:spPr>
            <a:xfrm>
              <a:off x="7438835" y="3232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8" name="pt27368"/>
            <p:cNvSpPr/>
            <p:nvPr/>
          </p:nvSpPr>
          <p:spPr>
            <a:xfrm>
              <a:off x="7457207" y="3105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69" name="pt27369"/>
            <p:cNvSpPr/>
            <p:nvPr/>
          </p:nvSpPr>
          <p:spPr>
            <a:xfrm>
              <a:off x="7432541" y="31299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0" name="pt27370"/>
            <p:cNvSpPr/>
            <p:nvPr/>
          </p:nvSpPr>
          <p:spPr>
            <a:xfrm>
              <a:off x="7454736" y="3696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1" name="pt27371"/>
            <p:cNvSpPr/>
            <p:nvPr/>
          </p:nvSpPr>
          <p:spPr>
            <a:xfrm>
              <a:off x="7404113" y="3161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2" name="pt27372"/>
            <p:cNvSpPr/>
            <p:nvPr/>
          </p:nvSpPr>
          <p:spPr>
            <a:xfrm>
              <a:off x="7442117" y="32606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3" name="pt27373"/>
            <p:cNvSpPr/>
            <p:nvPr/>
          </p:nvSpPr>
          <p:spPr>
            <a:xfrm>
              <a:off x="7438471" y="31417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4" name="pt27374"/>
            <p:cNvSpPr/>
            <p:nvPr/>
          </p:nvSpPr>
          <p:spPr>
            <a:xfrm>
              <a:off x="7386833" y="3097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5" name="pt27375"/>
            <p:cNvSpPr/>
            <p:nvPr/>
          </p:nvSpPr>
          <p:spPr>
            <a:xfrm>
              <a:off x="7413077" y="31205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6" name="pt27376"/>
            <p:cNvSpPr/>
            <p:nvPr/>
          </p:nvSpPr>
          <p:spPr>
            <a:xfrm>
              <a:off x="7391837" y="30815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7" name="pt27377"/>
            <p:cNvSpPr/>
            <p:nvPr/>
          </p:nvSpPr>
          <p:spPr>
            <a:xfrm>
              <a:off x="7440277" y="32032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8" name="pt27378"/>
            <p:cNvSpPr/>
            <p:nvPr/>
          </p:nvSpPr>
          <p:spPr>
            <a:xfrm>
              <a:off x="7466368" y="3591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79" name="pt27379"/>
            <p:cNvSpPr/>
            <p:nvPr/>
          </p:nvSpPr>
          <p:spPr>
            <a:xfrm>
              <a:off x="7436017" y="31030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0" name="pt27380"/>
            <p:cNvSpPr/>
            <p:nvPr/>
          </p:nvSpPr>
          <p:spPr>
            <a:xfrm>
              <a:off x="7383582" y="30780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1" name="pt27381"/>
            <p:cNvSpPr/>
            <p:nvPr/>
          </p:nvSpPr>
          <p:spPr>
            <a:xfrm>
              <a:off x="7424353" y="29938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2" name="pt27382"/>
            <p:cNvSpPr/>
            <p:nvPr/>
          </p:nvSpPr>
          <p:spPr>
            <a:xfrm>
              <a:off x="7454170" y="3263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3" name="pt27383"/>
            <p:cNvSpPr/>
            <p:nvPr/>
          </p:nvSpPr>
          <p:spPr>
            <a:xfrm>
              <a:off x="7454605" y="30711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4" name="pt27384"/>
            <p:cNvSpPr/>
            <p:nvPr/>
          </p:nvSpPr>
          <p:spPr>
            <a:xfrm>
              <a:off x="7458466" y="36006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5" name="pt27385"/>
            <p:cNvSpPr/>
            <p:nvPr/>
          </p:nvSpPr>
          <p:spPr>
            <a:xfrm>
              <a:off x="7337513" y="301337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86" name="pt27386"/>
            <p:cNvSpPr/>
            <p:nvPr/>
          </p:nvSpPr>
          <p:spPr>
            <a:xfrm>
              <a:off x="7493592" y="31473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7" name="pt27387"/>
            <p:cNvSpPr/>
            <p:nvPr/>
          </p:nvSpPr>
          <p:spPr>
            <a:xfrm>
              <a:off x="7451186" y="3111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8" name="pt27388"/>
            <p:cNvSpPr/>
            <p:nvPr/>
          </p:nvSpPr>
          <p:spPr>
            <a:xfrm>
              <a:off x="7431209" y="30841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89" name="pt27389"/>
            <p:cNvSpPr/>
            <p:nvPr/>
          </p:nvSpPr>
          <p:spPr>
            <a:xfrm>
              <a:off x="7487591" y="31454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0" name="pt27390"/>
            <p:cNvSpPr/>
            <p:nvPr/>
          </p:nvSpPr>
          <p:spPr>
            <a:xfrm>
              <a:off x="7424592" y="30810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1" name="pt27391"/>
            <p:cNvSpPr/>
            <p:nvPr/>
          </p:nvSpPr>
          <p:spPr>
            <a:xfrm>
              <a:off x="7497470" y="3396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2" name="pt27392"/>
            <p:cNvSpPr/>
            <p:nvPr/>
          </p:nvSpPr>
          <p:spPr>
            <a:xfrm>
              <a:off x="7442070" y="31837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3" name="pt27393"/>
            <p:cNvSpPr/>
            <p:nvPr/>
          </p:nvSpPr>
          <p:spPr>
            <a:xfrm>
              <a:off x="7524383" y="31509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4" name="pt27394"/>
            <p:cNvSpPr/>
            <p:nvPr/>
          </p:nvSpPr>
          <p:spPr>
            <a:xfrm>
              <a:off x="7408634" y="31613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5" name="pt27395"/>
            <p:cNvSpPr/>
            <p:nvPr/>
          </p:nvSpPr>
          <p:spPr>
            <a:xfrm>
              <a:off x="7230222" y="3321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6" name="pt27396"/>
            <p:cNvSpPr/>
            <p:nvPr/>
          </p:nvSpPr>
          <p:spPr>
            <a:xfrm>
              <a:off x="7454568" y="33666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7" name="pt27397"/>
            <p:cNvSpPr/>
            <p:nvPr/>
          </p:nvSpPr>
          <p:spPr>
            <a:xfrm>
              <a:off x="7432460" y="30395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8" name="pt27398"/>
            <p:cNvSpPr/>
            <p:nvPr/>
          </p:nvSpPr>
          <p:spPr>
            <a:xfrm>
              <a:off x="7427696" y="3525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399" name="pt27399"/>
            <p:cNvSpPr/>
            <p:nvPr/>
          </p:nvSpPr>
          <p:spPr>
            <a:xfrm>
              <a:off x="7470584" y="3302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0" name="pt27400"/>
            <p:cNvSpPr/>
            <p:nvPr/>
          </p:nvSpPr>
          <p:spPr>
            <a:xfrm>
              <a:off x="7497121" y="31266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1" name="pt27401"/>
            <p:cNvSpPr/>
            <p:nvPr/>
          </p:nvSpPr>
          <p:spPr>
            <a:xfrm>
              <a:off x="7345045" y="3694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2" name="pt27402"/>
            <p:cNvSpPr/>
            <p:nvPr/>
          </p:nvSpPr>
          <p:spPr>
            <a:xfrm>
              <a:off x="7430473" y="31172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3" name="pt27403"/>
            <p:cNvSpPr/>
            <p:nvPr/>
          </p:nvSpPr>
          <p:spPr>
            <a:xfrm>
              <a:off x="7401870" y="3654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4" name="pt27404"/>
            <p:cNvSpPr/>
            <p:nvPr/>
          </p:nvSpPr>
          <p:spPr>
            <a:xfrm>
              <a:off x="7510599" y="23340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5" name="pt27405"/>
            <p:cNvSpPr/>
            <p:nvPr/>
          </p:nvSpPr>
          <p:spPr>
            <a:xfrm>
              <a:off x="7469100" y="30369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6" name="pt27406"/>
            <p:cNvSpPr/>
            <p:nvPr/>
          </p:nvSpPr>
          <p:spPr>
            <a:xfrm>
              <a:off x="7457412" y="30344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7" name="pt27407"/>
            <p:cNvSpPr/>
            <p:nvPr/>
          </p:nvSpPr>
          <p:spPr>
            <a:xfrm>
              <a:off x="7436921" y="33141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8" name="pt27408"/>
            <p:cNvSpPr/>
            <p:nvPr/>
          </p:nvSpPr>
          <p:spPr>
            <a:xfrm>
              <a:off x="6941979" y="33754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09" name="pt27409"/>
            <p:cNvSpPr/>
            <p:nvPr/>
          </p:nvSpPr>
          <p:spPr>
            <a:xfrm>
              <a:off x="7412587" y="31567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0" name="pt27410"/>
            <p:cNvSpPr/>
            <p:nvPr/>
          </p:nvSpPr>
          <p:spPr>
            <a:xfrm>
              <a:off x="7471061" y="30053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1" name="pt27411"/>
            <p:cNvSpPr/>
            <p:nvPr/>
          </p:nvSpPr>
          <p:spPr>
            <a:xfrm>
              <a:off x="7429232" y="31464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2" name="pt27412"/>
            <p:cNvSpPr/>
            <p:nvPr/>
          </p:nvSpPr>
          <p:spPr>
            <a:xfrm>
              <a:off x="7439375" y="31906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3" name="pt27413"/>
            <p:cNvSpPr/>
            <p:nvPr/>
          </p:nvSpPr>
          <p:spPr>
            <a:xfrm>
              <a:off x="7413690" y="32379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4" name="pt27414"/>
            <p:cNvSpPr/>
            <p:nvPr/>
          </p:nvSpPr>
          <p:spPr>
            <a:xfrm>
              <a:off x="7430899" y="3119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5" name="pt27415"/>
            <p:cNvSpPr/>
            <p:nvPr/>
          </p:nvSpPr>
          <p:spPr>
            <a:xfrm>
              <a:off x="7824141" y="352156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16" name="pt27416"/>
            <p:cNvSpPr/>
            <p:nvPr/>
          </p:nvSpPr>
          <p:spPr>
            <a:xfrm>
              <a:off x="7445863" y="32542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7" name="pt27417"/>
            <p:cNvSpPr/>
            <p:nvPr/>
          </p:nvSpPr>
          <p:spPr>
            <a:xfrm>
              <a:off x="7407887" y="33378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8" name="pt27418"/>
            <p:cNvSpPr/>
            <p:nvPr/>
          </p:nvSpPr>
          <p:spPr>
            <a:xfrm>
              <a:off x="7486773" y="3423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19" name="pt27419"/>
            <p:cNvSpPr/>
            <p:nvPr/>
          </p:nvSpPr>
          <p:spPr>
            <a:xfrm>
              <a:off x="7450502" y="32985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0" name="pt27420"/>
            <p:cNvSpPr/>
            <p:nvPr/>
          </p:nvSpPr>
          <p:spPr>
            <a:xfrm>
              <a:off x="7524403" y="3333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1" name="pt27421"/>
            <p:cNvSpPr/>
            <p:nvPr/>
          </p:nvSpPr>
          <p:spPr>
            <a:xfrm>
              <a:off x="7460983" y="34914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2" name="pt27422"/>
            <p:cNvSpPr/>
            <p:nvPr/>
          </p:nvSpPr>
          <p:spPr>
            <a:xfrm>
              <a:off x="7670054" y="3304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3" name="pt27423"/>
            <p:cNvSpPr/>
            <p:nvPr/>
          </p:nvSpPr>
          <p:spPr>
            <a:xfrm>
              <a:off x="7457434" y="3266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4" name="pt27424"/>
            <p:cNvSpPr/>
            <p:nvPr/>
          </p:nvSpPr>
          <p:spPr>
            <a:xfrm>
              <a:off x="7378185" y="31381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5" name="pt27425"/>
            <p:cNvSpPr/>
            <p:nvPr/>
          </p:nvSpPr>
          <p:spPr>
            <a:xfrm>
              <a:off x="7441973" y="30950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6" name="pt27426"/>
            <p:cNvSpPr/>
            <p:nvPr/>
          </p:nvSpPr>
          <p:spPr>
            <a:xfrm>
              <a:off x="7604264" y="346731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27" name="pt27427"/>
            <p:cNvSpPr/>
            <p:nvPr/>
          </p:nvSpPr>
          <p:spPr>
            <a:xfrm>
              <a:off x="7422294" y="3500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8" name="pt27428"/>
            <p:cNvSpPr/>
            <p:nvPr/>
          </p:nvSpPr>
          <p:spPr>
            <a:xfrm>
              <a:off x="7416268" y="32312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29" name="pt27429"/>
            <p:cNvSpPr/>
            <p:nvPr/>
          </p:nvSpPr>
          <p:spPr>
            <a:xfrm>
              <a:off x="7450159" y="32429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0" name="pt27430"/>
            <p:cNvSpPr/>
            <p:nvPr/>
          </p:nvSpPr>
          <p:spPr>
            <a:xfrm>
              <a:off x="7425126" y="31015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1" name="pt27431"/>
            <p:cNvSpPr/>
            <p:nvPr/>
          </p:nvSpPr>
          <p:spPr>
            <a:xfrm>
              <a:off x="7699001" y="32970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2" name="pt27432"/>
            <p:cNvSpPr/>
            <p:nvPr/>
          </p:nvSpPr>
          <p:spPr>
            <a:xfrm>
              <a:off x="7468522" y="36998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3" name="pt27433"/>
            <p:cNvSpPr/>
            <p:nvPr/>
          </p:nvSpPr>
          <p:spPr>
            <a:xfrm>
              <a:off x="7422036" y="3313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4" name="pt27434"/>
            <p:cNvSpPr/>
            <p:nvPr/>
          </p:nvSpPr>
          <p:spPr>
            <a:xfrm>
              <a:off x="7422046" y="3191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5" name="pt27435"/>
            <p:cNvSpPr/>
            <p:nvPr/>
          </p:nvSpPr>
          <p:spPr>
            <a:xfrm>
              <a:off x="7171762" y="32582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6" name="pt27436"/>
            <p:cNvSpPr/>
            <p:nvPr/>
          </p:nvSpPr>
          <p:spPr>
            <a:xfrm>
              <a:off x="7425483" y="30136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7" name="pt27437"/>
            <p:cNvSpPr/>
            <p:nvPr/>
          </p:nvSpPr>
          <p:spPr>
            <a:xfrm>
              <a:off x="7430891" y="307989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8" name="pt27438"/>
            <p:cNvSpPr/>
            <p:nvPr/>
          </p:nvSpPr>
          <p:spPr>
            <a:xfrm>
              <a:off x="7432778" y="33175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39" name="pt27439"/>
            <p:cNvSpPr/>
            <p:nvPr/>
          </p:nvSpPr>
          <p:spPr>
            <a:xfrm>
              <a:off x="7427805" y="32893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0" name="pt27440"/>
            <p:cNvSpPr/>
            <p:nvPr/>
          </p:nvSpPr>
          <p:spPr>
            <a:xfrm>
              <a:off x="7444434" y="3433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1" name="pt27441"/>
            <p:cNvSpPr/>
            <p:nvPr/>
          </p:nvSpPr>
          <p:spPr>
            <a:xfrm>
              <a:off x="7404718" y="3204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2" name="pt27442"/>
            <p:cNvSpPr/>
            <p:nvPr/>
          </p:nvSpPr>
          <p:spPr>
            <a:xfrm>
              <a:off x="7411863" y="3076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3" name="pt27443"/>
            <p:cNvSpPr/>
            <p:nvPr/>
          </p:nvSpPr>
          <p:spPr>
            <a:xfrm>
              <a:off x="7447527" y="3116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4" name="pt27444"/>
            <p:cNvSpPr/>
            <p:nvPr/>
          </p:nvSpPr>
          <p:spPr>
            <a:xfrm>
              <a:off x="7354365" y="31332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5" name="pt27445"/>
            <p:cNvSpPr/>
            <p:nvPr/>
          </p:nvSpPr>
          <p:spPr>
            <a:xfrm>
              <a:off x="7469101" y="31131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6" name="pt27446"/>
            <p:cNvSpPr/>
            <p:nvPr/>
          </p:nvSpPr>
          <p:spPr>
            <a:xfrm>
              <a:off x="7433126" y="32855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7" name="pt27447"/>
            <p:cNvSpPr/>
            <p:nvPr/>
          </p:nvSpPr>
          <p:spPr>
            <a:xfrm>
              <a:off x="7432180" y="31776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8" name="pt27448"/>
            <p:cNvSpPr/>
            <p:nvPr/>
          </p:nvSpPr>
          <p:spPr>
            <a:xfrm>
              <a:off x="7390693" y="3319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49" name="pt27449"/>
            <p:cNvSpPr/>
            <p:nvPr/>
          </p:nvSpPr>
          <p:spPr>
            <a:xfrm>
              <a:off x="7454257" y="3301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0" name="pt27450"/>
            <p:cNvSpPr/>
            <p:nvPr/>
          </p:nvSpPr>
          <p:spPr>
            <a:xfrm>
              <a:off x="7502339" y="33848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1" name="pt27451"/>
            <p:cNvSpPr/>
            <p:nvPr/>
          </p:nvSpPr>
          <p:spPr>
            <a:xfrm>
              <a:off x="7482384" y="36314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2" name="pt27452"/>
            <p:cNvSpPr/>
            <p:nvPr/>
          </p:nvSpPr>
          <p:spPr>
            <a:xfrm>
              <a:off x="7408067" y="3123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3" name="pt27453"/>
            <p:cNvSpPr/>
            <p:nvPr/>
          </p:nvSpPr>
          <p:spPr>
            <a:xfrm>
              <a:off x="7432011" y="30371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4" name="pt27454"/>
            <p:cNvSpPr/>
            <p:nvPr/>
          </p:nvSpPr>
          <p:spPr>
            <a:xfrm>
              <a:off x="7447662" y="3400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5" name="pt27455"/>
            <p:cNvSpPr/>
            <p:nvPr/>
          </p:nvSpPr>
          <p:spPr>
            <a:xfrm>
              <a:off x="7406252" y="3080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6" name="pt27456"/>
            <p:cNvSpPr/>
            <p:nvPr/>
          </p:nvSpPr>
          <p:spPr>
            <a:xfrm>
              <a:off x="7331560" y="317640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57" name="pt27457"/>
            <p:cNvSpPr/>
            <p:nvPr/>
          </p:nvSpPr>
          <p:spPr>
            <a:xfrm>
              <a:off x="7447364" y="31846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8" name="pt27458"/>
            <p:cNvSpPr/>
            <p:nvPr/>
          </p:nvSpPr>
          <p:spPr>
            <a:xfrm>
              <a:off x="7439256" y="31461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59" name="pt27459"/>
            <p:cNvSpPr/>
            <p:nvPr/>
          </p:nvSpPr>
          <p:spPr>
            <a:xfrm>
              <a:off x="7450040" y="35769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0" name="pt27460"/>
            <p:cNvSpPr/>
            <p:nvPr/>
          </p:nvSpPr>
          <p:spPr>
            <a:xfrm>
              <a:off x="7468953" y="33939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1" name="pt27461"/>
            <p:cNvSpPr/>
            <p:nvPr/>
          </p:nvSpPr>
          <p:spPr>
            <a:xfrm>
              <a:off x="7419384" y="3039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2" name="pt27462"/>
            <p:cNvSpPr/>
            <p:nvPr/>
          </p:nvSpPr>
          <p:spPr>
            <a:xfrm>
              <a:off x="7465801" y="31612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3" name="pt27463"/>
            <p:cNvSpPr/>
            <p:nvPr/>
          </p:nvSpPr>
          <p:spPr>
            <a:xfrm>
              <a:off x="7445846" y="30445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4" name="pt27464"/>
            <p:cNvSpPr/>
            <p:nvPr/>
          </p:nvSpPr>
          <p:spPr>
            <a:xfrm>
              <a:off x="7498186" y="35763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5" name="pt27465"/>
            <p:cNvSpPr/>
            <p:nvPr/>
          </p:nvSpPr>
          <p:spPr>
            <a:xfrm>
              <a:off x="7425279" y="30768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6" name="pt27466"/>
            <p:cNvSpPr/>
            <p:nvPr/>
          </p:nvSpPr>
          <p:spPr>
            <a:xfrm>
              <a:off x="7418281" y="34211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7" name="pt27467"/>
            <p:cNvSpPr/>
            <p:nvPr/>
          </p:nvSpPr>
          <p:spPr>
            <a:xfrm>
              <a:off x="7463649" y="32930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8" name="pt27468"/>
            <p:cNvSpPr/>
            <p:nvPr/>
          </p:nvSpPr>
          <p:spPr>
            <a:xfrm>
              <a:off x="7465711" y="30899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69" name="pt27469"/>
            <p:cNvSpPr/>
            <p:nvPr/>
          </p:nvSpPr>
          <p:spPr>
            <a:xfrm>
              <a:off x="7379935" y="33316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0" name="pt27470"/>
            <p:cNvSpPr/>
            <p:nvPr/>
          </p:nvSpPr>
          <p:spPr>
            <a:xfrm>
              <a:off x="7465934" y="31524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1" name="pt27471"/>
            <p:cNvSpPr/>
            <p:nvPr/>
          </p:nvSpPr>
          <p:spPr>
            <a:xfrm>
              <a:off x="7422174" y="31638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2" name="pt27472"/>
            <p:cNvSpPr/>
            <p:nvPr/>
          </p:nvSpPr>
          <p:spPr>
            <a:xfrm>
              <a:off x="6732681" y="363614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73" name="pt27473"/>
            <p:cNvSpPr/>
            <p:nvPr/>
          </p:nvSpPr>
          <p:spPr>
            <a:xfrm>
              <a:off x="7573409" y="342131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74" name="pt27474"/>
            <p:cNvSpPr/>
            <p:nvPr/>
          </p:nvSpPr>
          <p:spPr>
            <a:xfrm>
              <a:off x="7458692" y="34507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5" name="pt27475"/>
            <p:cNvSpPr/>
            <p:nvPr/>
          </p:nvSpPr>
          <p:spPr>
            <a:xfrm>
              <a:off x="7528213" y="34109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6" name="pt27476"/>
            <p:cNvSpPr/>
            <p:nvPr/>
          </p:nvSpPr>
          <p:spPr>
            <a:xfrm>
              <a:off x="7464879" y="31250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7" name="pt27477"/>
            <p:cNvSpPr/>
            <p:nvPr/>
          </p:nvSpPr>
          <p:spPr>
            <a:xfrm>
              <a:off x="7436883" y="3549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8" name="pt27478"/>
            <p:cNvSpPr/>
            <p:nvPr/>
          </p:nvSpPr>
          <p:spPr>
            <a:xfrm>
              <a:off x="7421615" y="3111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79" name="pt27479"/>
            <p:cNvSpPr/>
            <p:nvPr/>
          </p:nvSpPr>
          <p:spPr>
            <a:xfrm>
              <a:off x="7416707" y="3104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0" name="pt27480"/>
            <p:cNvSpPr/>
            <p:nvPr/>
          </p:nvSpPr>
          <p:spPr>
            <a:xfrm>
              <a:off x="7414244" y="34804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1" name="pt27481"/>
            <p:cNvSpPr/>
            <p:nvPr/>
          </p:nvSpPr>
          <p:spPr>
            <a:xfrm>
              <a:off x="7462202" y="31069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2" name="pt27482"/>
            <p:cNvSpPr/>
            <p:nvPr/>
          </p:nvSpPr>
          <p:spPr>
            <a:xfrm>
              <a:off x="7407769" y="31388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3" name="pt27483"/>
            <p:cNvSpPr/>
            <p:nvPr/>
          </p:nvSpPr>
          <p:spPr>
            <a:xfrm>
              <a:off x="7473928" y="3494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4" name="pt27484"/>
            <p:cNvSpPr/>
            <p:nvPr/>
          </p:nvSpPr>
          <p:spPr>
            <a:xfrm>
              <a:off x="7502159" y="3236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5" name="pt27485"/>
            <p:cNvSpPr/>
            <p:nvPr/>
          </p:nvSpPr>
          <p:spPr>
            <a:xfrm>
              <a:off x="7452738" y="30861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6" name="pt27486"/>
            <p:cNvSpPr/>
            <p:nvPr/>
          </p:nvSpPr>
          <p:spPr>
            <a:xfrm>
              <a:off x="7421627" y="32186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7" name="pt27487"/>
            <p:cNvSpPr/>
            <p:nvPr/>
          </p:nvSpPr>
          <p:spPr>
            <a:xfrm>
              <a:off x="7579673" y="3270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8" name="pt27488"/>
            <p:cNvSpPr/>
            <p:nvPr/>
          </p:nvSpPr>
          <p:spPr>
            <a:xfrm>
              <a:off x="7461387" y="31146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89" name="pt27489"/>
            <p:cNvSpPr/>
            <p:nvPr/>
          </p:nvSpPr>
          <p:spPr>
            <a:xfrm>
              <a:off x="7416513" y="30837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0" name="pt27490"/>
            <p:cNvSpPr/>
            <p:nvPr/>
          </p:nvSpPr>
          <p:spPr>
            <a:xfrm>
              <a:off x="7417125" y="30951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1" name="pt27491"/>
            <p:cNvSpPr/>
            <p:nvPr/>
          </p:nvSpPr>
          <p:spPr>
            <a:xfrm>
              <a:off x="7391702" y="32092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2" name="pt27492"/>
            <p:cNvSpPr/>
            <p:nvPr/>
          </p:nvSpPr>
          <p:spPr>
            <a:xfrm>
              <a:off x="7431291" y="3071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3" name="pt27493"/>
            <p:cNvSpPr/>
            <p:nvPr/>
          </p:nvSpPr>
          <p:spPr>
            <a:xfrm>
              <a:off x="7419549" y="33497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4" name="pt27494"/>
            <p:cNvSpPr/>
            <p:nvPr/>
          </p:nvSpPr>
          <p:spPr>
            <a:xfrm>
              <a:off x="7420081" y="32428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5" name="pt27495"/>
            <p:cNvSpPr/>
            <p:nvPr/>
          </p:nvSpPr>
          <p:spPr>
            <a:xfrm>
              <a:off x="7479953" y="33116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6" name="pt27496"/>
            <p:cNvSpPr/>
            <p:nvPr/>
          </p:nvSpPr>
          <p:spPr>
            <a:xfrm>
              <a:off x="5951636" y="32290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7" name="pt27497"/>
            <p:cNvSpPr/>
            <p:nvPr/>
          </p:nvSpPr>
          <p:spPr>
            <a:xfrm>
              <a:off x="7384426" y="3101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8" name="pt27498"/>
            <p:cNvSpPr/>
            <p:nvPr/>
          </p:nvSpPr>
          <p:spPr>
            <a:xfrm>
              <a:off x="7426952" y="3096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499" name="pt27499"/>
            <p:cNvSpPr/>
            <p:nvPr/>
          </p:nvSpPr>
          <p:spPr>
            <a:xfrm>
              <a:off x="7433158" y="31610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0" name="pt27500"/>
            <p:cNvSpPr/>
            <p:nvPr/>
          </p:nvSpPr>
          <p:spPr>
            <a:xfrm>
              <a:off x="7431264" y="31523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1" name="pt27501"/>
            <p:cNvSpPr/>
            <p:nvPr/>
          </p:nvSpPr>
          <p:spPr>
            <a:xfrm>
              <a:off x="7444264" y="3361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2" name="pt27502"/>
            <p:cNvSpPr/>
            <p:nvPr/>
          </p:nvSpPr>
          <p:spPr>
            <a:xfrm>
              <a:off x="7413378" y="31038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3" name="pt27503"/>
            <p:cNvSpPr/>
            <p:nvPr/>
          </p:nvSpPr>
          <p:spPr>
            <a:xfrm>
              <a:off x="7420563" y="30700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4" name="pt27504"/>
            <p:cNvSpPr/>
            <p:nvPr/>
          </p:nvSpPr>
          <p:spPr>
            <a:xfrm>
              <a:off x="7442771" y="3120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5" name="pt27505"/>
            <p:cNvSpPr/>
            <p:nvPr/>
          </p:nvSpPr>
          <p:spPr>
            <a:xfrm>
              <a:off x="7436055" y="30942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6" name="pt27506"/>
            <p:cNvSpPr/>
            <p:nvPr/>
          </p:nvSpPr>
          <p:spPr>
            <a:xfrm>
              <a:off x="7447611" y="3071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7" name="pt27507"/>
            <p:cNvSpPr/>
            <p:nvPr/>
          </p:nvSpPr>
          <p:spPr>
            <a:xfrm>
              <a:off x="7447909" y="30992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8" name="pt27508"/>
            <p:cNvSpPr/>
            <p:nvPr/>
          </p:nvSpPr>
          <p:spPr>
            <a:xfrm>
              <a:off x="7501141" y="3254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09" name="pt27509"/>
            <p:cNvSpPr/>
            <p:nvPr/>
          </p:nvSpPr>
          <p:spPr>
            <a:xfrm>
              <a:off x="7373841" y="32806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0" name="pt27510"/>
            <p:cNvSpPr/>
            <p:nvPr/>
          </p:nvSpPr>
          <p:spPr>
            <a:xfrm>
              <a:off x="7440262" y="31227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1" name="pt27511"/>
            <p:cNvSpPr/>
            <p:nvPr/>
          </p:nvSpPr>
          <p:spPr>
            <a:xfrm>
              <a:off x="7426667" y="30769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2" name="pt27512"/>
            <p:cNvSpPr/>
            <p:nvPr/>
          </p:nvSpPr>
          <p:spPr>
            <a:xfrm>
              <a:off x="7383516" y="30758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3" name="pt27513"/>
            <p:cNvSpPr/>
            <p:nvPr/>
          </p:nvSpPr>
          <p:spPr>
            <a:xfrm>
              <a:off x="7410079" y="32547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4" name="pt27514"/>
            <p:cNvSpPr/>
            <p:nvPr/>
          </p:nvSpPr>
          <p:spPr>
            <a:xfrm>
              <a:off x="7431664" y="30469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5" name="pt27515"/>
            <p:cNvSpPr/>
            <p:nvPr/>
          </p:nvSpPr>
          <p:spPr>
            <a:xfrm>
              <a:off x="7422309" y="31616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6" name="pt27516"/>
            <p:cNvSpPr/>
            <p:nvPr/>
          </p:nvSpPr>
          <p:spPr>
            <a:xfrm>
              <a:off x="7438932" y="31380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7" name="pt27517"/>
            <p:cNvSpPr/>
            <p:nvPr/>
          </p:nvSpPr>
          <p:spPr>
            <a:xfrm>
              <a:off x="7467756" y="33764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8" name="pt27518"/>
            <p:cNvSpPr/>
            <p:nvPr/>
          </p:nvSpPr>
          <p:spPr>
            <a:xfrm>
              <a:off x="7448021" y="3003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19" name="pt27519"/>
            <p:cNvSpPr/>
            <p:nvPr/>
          </p:nvSpPr>
          <p:spPr>
            <a:xfrm>
              <a:off x="7462839" y="30956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0" name="pt27520"/>
            <p:cNvSpPr/>
            <p:nvPr/>
          </p:nvSpPr>
          <p:spPr>
            <a:xfrm>
              <a:off x="7462767" y="33533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1" name="pt27521"/>
            <p:cNvSpPr/>
            <p:nvPr/>
          </p:nvSpPr>
          <p:spPr>
            <a:xfrm>
              <a:off x="7546059" y="3376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2" name="pt27522"/>
            <p:cNvSpPr/>
            <p:nvPr/>
          </p:nvSpPr>
          <p:spPr>
            <a:xfrm>
              <a:off x="7430712" y="32102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3" name="pt27523"/>
            <p:cNvSpPr/>
            <p:nvPr/>
          </p:nvSpPr>
          <p:spPr>
            <a:xfrm>
              <a:off x="7430971" y="3446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4" name="pt27524"/>
            <p:cNvSpPr/>
            <p:nvPr/>
          </p:nvSpPr>
          <p:spPr>
            <a:xfrm>
              <a:off x="7467771" y="31856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5" name="pt27525"/>
            <p:cNvSpPr/>
            <p:nvPr/>
          </p:nvSpPr>
          <p:spPr>
            <a:xfrm>
              <a:off x="7446246" y="3506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6" name="pt27526"/>
            <p:cNvSpPr/>
            <p:nvPr/>
          </p:nvSpPr>
          <p:spPr>
            <a:xfrm>
              <a:off x="7418514" y="3118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7" name="pt27527"/>
            <p:cNvSpPr/>
            <p:nvPr/>
          </p:nvSpPr>
          <p:spPr>
            <a:xfrm>
              <a:off x="7454505" y="31965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8" name="pt27528"/>
            <p:cNvSpPr/>
            <p:nvPr/>
          </p:nvSpPr>
          <p:spPr>
            <a:xfrm>
              <a:off x="7327933" y="3237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29" name="pt27529"/>
            <p:cNvSpPr/>
            <p:nvPr/>
          </p:nvSpPr>
          <p:spPr>
            <a:xfrm>
              <a:off x="7478867" y="31501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0" name="pt27530"/>
            <p:cNvSpPr/>
            <p:nvPr/>
          </p:nvSpPr>
          <p:spPr>
            <a:xfrm>
              <a:off x="7430198" y="30827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1" name="pt27531"/>
            <p:cNvSpPr/>
            <p:nvPr/>
          </p:nvSpPr>
          <p:spPr>
            <a:xfrm>
              <a:off x="7455382" y="3097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2" name="pt27532"/>
            <p:cNvSpPr/>
            <p:nvPr/>
          </p:nvSpPr>
          <p:spPr>
            <a:xfrm>
              <a:off x="7431282" y="31607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3" name="pt27533"/>
            <p:cNvSpPr/>
            <p:nvPr/>
          </p:nvSpPr>
          <p:spPr>
            <a:xfrm>
              <a:off x="7434834" y="33645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4" name="pt27534"/>
            <p:cNvSpPr/>
            <p:nvPr/>
          </p:nvSpPr>
          <p:spPr>
            <a:xfrm>
              <a:off x="7480660" y="3346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5" name="pt27535"/>
            <p:cNvSpPr/>
            <p:nvPr/>
          </p:nvSpPr>
          <p:spPr>
            <a:xfrm>
              <a:off x="7408815" y="3211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6" name="pt27536"/>
            <p:cNvSpPr/>
            <p:nvPr/>
          </p:nvSpPr>
          <p:spPr>
            <a:xfrm>
              <a:off x="7436770" y="3038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7" name="pt27537"/>
            <p:cNvSpPr/>
            <p:nvPr/>
          </p:nvSpPr>
          <p:spPr>
            <a:xfrm>
              <a:off x="7445558" y="32555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8" name="pt27538"/>
            <p:cNvSpPr/>
            <p:nvPr/>
          </p:nvSpPr>
          <p:spPr>
            <a:xfrm>
              <a:off x="7478759" y="3291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39" name="pt27539"/>
            <p:cNvSpPr/>
            <p:nvPr/>
          </p:nvSpPr>
          <p:spPr>
            <a:xfrm>
              <a:off x="7440073" y="3167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0" name="pt27540"/>
            <p:cNvSpPr/>
            <p:nvPr/>
          </p:nvSpPr>
          <p:spPr>
            <a:xfrm>
              <a:off x="7448872" y="31231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1" name="pt27541"/>
            <p:cNvSpPr/>
            <p:nvPr/>
          </p:nvSpPr>
          <p:spPr>
            <a:xfrm>
              <a:off x="7455053" y="35000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2" name="pt27542"/>
            <p:cNvSpPr/>
            <p:nvPr/>
          </p:nvSpPr>
          <p:spPr>
            <a:xfrm>
              <a:off x="7416410" y="29269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3" name="pt27543"/>
            <p:cNvSpPr/>
            <p:nvPr/>
          </p:nvSpPr>
          <p:spPr>
            <a:xfrm>
              <a:off x="7418631" y="3170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4" name="pt27544"/>
            <p:cNvSpPr/>
            <p:nvPr/>
          </p:nvSpPr>
          <p:spPr>
            <a:xfrm>
              <a:off x="7487416" y="34748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5" name="pt27545"/>
            <p:cNvSpPr/>
            <p:nvPr/>
          </p:nvSpPr>
          <p:spPr>
            <a:xfrm>
              <a:off x="7457855" y="28726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6" name="pt27546"/>
            <p:cNvSpPr/>
            <p:nvPr/>
          </p:nvSpPr>
          <p:spPr>
            <a:xfrm>
              <a:off x="7242024" y="32070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7" name="pt27547"/>
            <p:cNvSpPr/>
            <p:nvPr/>
          </p:nvSpPr>
          <p:spPr>
            <a:xfrm>
              <a:off x="7424438" y="3274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8" name="pt27548"/>
            <p:cNvSpPr/>
            <p:nvPr/>
          </p:nvSpPr>
          <p:spPr>
            <a:xfrm>
              <a:off x="7492108" y="33486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49" name="pt27549"/>
            <p:cNvSpPr/>
            <p:nvPr/>
          </p:nvSpPr>
          <p:spPr>
            <a:xfrm>
              <a:off x="7424258" y="31380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0" name="pt27550"/>
            <p:cNvSpPr/>
            <p:nvPr/>
          </p:nvSpPr>
          <p:spPr>
            <a:xfrm>
              <a:off x="7438011" y="30402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1" name="pt27551"/>
            <p:cNvSpPr/>
            <p:nvPr/>
          </p:nvSpPr>
          <p:spPr>
            <a:xfrm>
              <a:off x="7487396" y="3038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2" name="pt27552"/>
            <p:cNvSpPr/>
            <p:nvPr/>
          </p:nvSpPr>
          <p:spPr>
            <a:xfrm>
              <a:off x="7440297" y="30621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3" name="pt27553"/>
            <p:cNvSpPr/>
            <p:nvPr/>
          </p:nvSpPr>
          <p:spPr>
            <a:xfrm>
              <a:off x="7330818" y="34734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4" name="pt27554"/>
            <p:cNvSpPr/>
            <p:nvPr/>
          </p:nvSpPr>
          <p:spPr>
            <a:xfrm>
              <a:off x="7394003" y="19709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5" name="pt27555"/>
            <p:cNvSpPr/>
            <p:nvPr/>
          </p:nvSpPr>
          <p:spPr>
            <a:xfrm>
              <a:off x="7448991" y="3284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6" name="pt27556"/>
            <p:cNvSpPr/>
            <p:nvPr/>
          </p:nvSpPr>
          <p:spPr>
            <a:xfrm>
              <a:off x="7496696" y="34209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7" name="pt27557"/>
            <p:cNvSpPr/>
            <p:nvPr/>
          </p:nvSpPr>
          <p:spPr>
            <a:xfrm>
              <a:off x="7430099" y="31666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8" name="pt27558"/>
            <p:cNvSpPr/>
            <p:nvPr/>
          </p:nvSpPr>
          <p:spPr>
            <a:xfrm>
              <a:off x="7537616" y="3415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59" name="pt27559"/>
            <p:cNvSpPr/>
            <p:nvPr/>
          </p:nvSpPr>
          <p:spPr>
            <a:xfrm>
              <a:off x="7435822" y="31299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0" name="pt27560"/>
            <p:cNvSpPr/>
            <p:nvPr/>
          </p:nvSpPr>
          <p:spPr>
            <a:xfrm>
              <a:off x="7458203" y="3165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1" name="pt27561"/>
            <p:cNvSpPr/>
            <p:nvPr/>
          </p:nvSpPr>
          <p:spPr>
            <a:xfrm>
              <a:off x="7463905" y="31062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2" name="pt27562"/>
            <p:cNvSpPr/>
            <p:nvPr/>
          </p:nvSpPr>
          <p:spPr>
            <a:xfrm>
              <a:off x="7436859" y="31969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3" name="pt27563"/>
            <p:cNvSpPr/>
            <p:nvPr/>
          </p:nvSpPr>
          <p:spPr>
            <a:xfrm>
              <a:off x="7426277" y="32613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4" name="pt27564"/>
            <p:cNvSpPr/>
            <p:nvPr/>
          </p:nvSpPr>
          <p:spPr>
            <a:xfrm>
              <a:off x="7421593" y="30706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5" name="pt27565"/>
            <p:cNvSpPr/>
            <p:nvPr/>
          </p:nvSpPr>
          <p:spPr>
            <a:xfrm>
              <a:off x="7454711" y="3248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6" name="pt27566"/>
            <p:cNvSpPr/>
            <p:nvPr/>
          </p:nvSpPr>
          <p:spPr>
            <a:xfrm>
              <a:off x="7403811" y="31335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7" name="pt27567"/>
            <p:cNvSpPr/>
            <p:nvPr/>
          </p:nvSpPr>
          <p:spPr>
            <a:xfrm>
              <a:off x="7441523" y="30154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8" name="pt27568"/>
            <p:cNvSpPr/>
            <p:nvPr/>
          </p:nvSpPr>
          <p:spPr>
            <a:xfrm>
              <a:off x="7416313" y="3314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69" name="pt27569"/>
            <p:cNvSpPr/>
            <p:nvPr/>
          </p:nvSpPr>
          <p:spPr>
            <a:xfrm>
              <a:off x="7453931" y="31328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0" name="pt27570"/>
            <p:cNvSpPr/>
            <p:nvPr/>
          </p:nvSpPr>
          <p:spPr>
            <a:xfrm>
              <a:off x="7393063" y="31493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1" name="pt27571"/>
            <p:cNvSpPr/>
            <p:nvPr/>
          </p:nvSpPr>
          <p:spPr>
            <a:xfrm>
              <a:off x="7391884" y="3151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2" name="pt27572"/>
            <p:cNvSpPr/>
            <p:nvPr/>
          </p:nvSpPr>
          <p:spPr>
            <a:xfrm>
              <a:off x="7399282" y="32383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3" name="pt27573"/>
            <p:cNvSpPr/>
            <p:nvPr/>
          </p:nvSpPr>
          <p:spPr>
            <a:xfrm>
              <a:off x="7448828" y="31339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4" name="pt27574"/>
            <p:cNvSpPr/>
            <p:nvPr/>
          </p:nvSpPr>
          <p:spPr>
            <a:xfrm>
              <a:off x="7464539" y="30619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5" name="pt27575"/>
            <p:cNvSpPr/>
            <p:nvPr/>
          </p:nvSpPr>
          <p:spPr>
            <a:xfrm>
              <a:off x="6896871" y="33638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6" name="pt27576"/>
            <p:cNvSpPr/>
            <p:nvPr/>
          </p:nvSpPr>
          <p:spPr>
            <a:xfrm>
              <a:off x="7481860" y="33556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7" name="pt27577"/>
            <p:cNvSpPr/>
            <p:nvPr/>
          </p:nvSpPr>
          <p:spPr>
            <a:xfrm>
              <a:off x="7447995" y="3130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8" name="pt27578"/>
            <p:cNvSpPr/>
            <p:nvPr/>
          </p:nvSpPr>
          <p:spPr>
            <a:xfrm>
              <a:off x="7488069" y="3126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79" name="pt27579"/>
            <p:cNvSpPr/>
            <p:nvPr/>
          </p:nvSpPr>
          <p:spPr>
            <a:xfrm>
              <a:off x="7448779" y="35036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0" name="pt27580"/>
            <p:cNvSpPr/>
            <p:nvPr/>
          </p:nvSpPr>
          <p:spPr>
            <a:xfrm>
              <a:off x="7465544" y="31793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1" name="pt27581"/>
            <p:cNvSpPr/>
            <p:nvPr/>
          </p:nvSpPr>
          <p:spPr>
            <a:xfrm>
              <a:off x="7446597" y="3121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2" name="pt27582"/>
            <p:cNvSpPr/>
            <p:nvPr/>
          </p:nvSpPr>
          <p:spPr>
            <a:xfrm>
              <a:off x="7095587" y="2923596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83" name="pt27583"/>
            <p:cNvSpPr/>
            <p:nvPr/>
          </p:nvSpPr>
          <p:spPr>
            <a:xfrm>
              <a:off x="7435117" y="3547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4" name="pt27584"/>
            <p:cNvSpPr/>
            <p:nvPr/>
          </p:nvSpPr>
          <p:spPr>
            <a:xfrm>
              <a:off x="7443912" y="30644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5" name="pt27585"/>
            <p:cNvSpPr/>
            <p:nvPr/>
          </p:nvSpPr>
          <p:spPr>
            <a:xfrm>
              <a:off x="7530704" y="3267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6" name="pt27586"/>
            <p:cNvSpPr/>
            <p:nvPr/>
          </p:nvSpPr>
          <p:spPr>
            <a:xfrm>
              <a:off x="7454106" y="32448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7" name="pt27587"/>
            <p:cNvSpPr/>
            <p:nvPr/>
          </p:nvSpPr>
          <p:spPr>
            <a:xfrm>
              <a:off x="7369722" y="31788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8" name="pt27588"/>
            <p:cNvSpPr/>
            <p:nvPr/>
          </p:nvSpPr>
          <p:spPr>
            <a:xfrm>
              <a:off x="7423434" y="3353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89" name="pt27589"/>
            <p:cNvSpPr/>
            <p:nvPr/>
          </p:nvSpPr>
          <p:spPr>
            <a:xfrm>
              <a:off x="7457692" y="31694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0" name="pt27590"/>
            <p:cNvSpPr/>
            <p:nvPr/>
          </p:nvSpPr>
          <p:spPr>
            <a:xfrm>
              <a:off x="7433440" y="31063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1" name="pt27591"/>
            <p:cNvSpPr/>
            <p:nvPr/>
          </p:nvSpPr>
          <p:spPr>
            <a:xfrm>
              <a:off x="7450117" y="32326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2" name="pt27592"/>
            <p:cNvSpPr/>
            <p:nvPr/>
          </p:nvSpPr>
          <p:spPr>
            <a:xfrm>
              <a:off x="7454881" y="31272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3" name="pt27593"/>
            <p:cNvSpPr/>
            <p:nvPr/>
          </p:nvSpPr>
          <p:spPr>
            <a:xfrm>
              <a:off x="7443529" y="31496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4" name="pt27594"/>
            <p:cNvSpPr/>
            <p:nvPr/>
          </p:nvSpPr>
          <p:spPr>
            <a:xfrm>
              <a:off x="7444444" y="30847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5" name="pt27595"/>
            <p:cNvSpPr/>
            <p:nvPr/>
          </p:nvSpPr>
          <p:spPr>
            <a:xfrm>
              <a:off x="7718846" y="3301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6" name="pt27596"/>
            <p:cNvSpPr/>
            <p:nvPr/>
          </p:nvSpPr>
          <p:spPr>
            <a:xfrm>
              <a:off x="7447137" y="29045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7" name="pt27597"/>
            <p:cNvSpPr/>
            <p:nvPr/>
          </p:nvSpPr>
          <p:spPr>
            <a:xfrm>
              <a:off x="7435246" y="31132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8" name="pt27598"/>
            <p:cNvSpPr/>
            <p:nvPr/>
          </p:nvSpPr>
          <p:spPr>
            <a:xfrm>
              <a:off x="7423335" y="30563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599" name="pt27599"/>
            <p:cNvSpPr/>
            <p:nvPr/>
          </p:nvSpPr>
          <p:spPr>
            <a:xfrm>
              <a:off x="7490604" y="32014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0" name="pt27600"/>
            <p:cNvSpPr/>
            <p:nvPr/>
          </p:nvSpPr>
          <p:spPr>
            <a:xfrm>
              <a:off x="7418357" y="31693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1" name="pt27601"/>
            <p:cNvSpPr/>
            <p:nvPr/>
          </p:nvSpPr>
          <p:spPr>
            <a:xfrm>
              <a:off x="7431662" y="3036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2" name="pt27602"/>
            <p:cNvSpPr/>
            <p:nvPr/>
          </p:nvSpPr>
          <p:spPr>
            <a:xfrm>
              <a:off x="7107131" y="3316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3" name="pt27603"/>
            <p:cNvSpPr/>
            <p:nvPr/>
          </p:nvSpPr>
          <p:spPr>
            <a:xfrm>
              <a:off x="7391537" y="35241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4" name="pt27604"/>
            <p:cNvSpPr/>
            <p:nvPr/>
          </p:nvSpPr>
          <p:spPr>
            <a:xfrm>
              <a:off x="7401493" y="31665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5" name="pt27605"/>
            <p:cNvSpPr/>
            <p:nvPr/>
          </p:nvSpPr>
          <p:spPr>
            <a:xfrm>
              <a:off x="7218674" y="315349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06" name="pt27606"/>
            <p:cNvSpPr/>
            <p:nvPr/>
          </p:nvSpPr>
          <p:spPr>
            <a:xfrm>
              <a:off x="7500397" y="32522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7" name="pt27607"/>
            <p:cNvSpPr/>
            <p:nvPr/>
          </p:nvSpPr>
          <p:spPr>
            <a:xfrm>
              <a:off x="7450436" y="3062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08" name="pt27608"/>
            <p:cNvSpPr/>
            <p:nvPr/>
          </p:nvSpPr>
          <p:spPr>
            <a:xfrm>
              <a:off x="8326471" y="360040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09" name="pt27609"/>
            <p:cNvSpPr/>
            <p:nvPr/>
          </p:nvSpPr>
          <p:spPr>
            <a:xfrm>
              <a:off x="7267718" y="302656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10" name="pt27610"/>
            <p:cNvSpPr/>
            <p:nvPr/>
          </p:nvSpPr>
          <p:spPr>
            <a:xfrm>
              <a:off x="7449083" y="3093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1" name="pt27611"/>
            <p:cNvSpPr/>
            <p:nvPr/>
          </p:nvSpPr>
          <p:spPr>
            <a:xfrm>
              <a:off x="7428063" y="30939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2" name="pt27612"/>
            <p:cNvSpPr/>
            <p:nvPr/>
          </p:nvSpPr>
          <p:spPr>
            <a:xfrm>
              <a:off x="7429991" y="31416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3" name="pt27613"/>
            <p:cNvSpPr/>
            <p:nvPr/>
          </p:nvSpPr>
          <p:spPr>
            <a:xfrm>
              <a:off x="6472335" y="473545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14" name="pt27614"/>
            <p:cNvSpPr/>
            <p:nvPr/>
          </p:nvSpPr>
          <p:spPr>
            <a:xfrm>
              <a:off x="7433628" y="31550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5" name="pt27615"/>
            <p:cNvSpPr/>
            <p:nvPr/>
          </p:nvSpPr>
          <p:spPr>
            <a:xfrm>
              <a:off x="7447885" y="285806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6" name="pt27616"/>
            <p:cNvSpPr/>
            <p:nvPr/>
          </p:nvSpPr>
          <p:spPr>
            <a:xfrm>
              <a:off x="7424207" y="30926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7" name="pt27617"/>
            <p:cNvSpPr/>
            <p:nvPr/>
          </p:nvSpPr>
          <p:spPr>
            <a:xfrm>
              <a:off x="7423321" y="30953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8" name="pt27618"/>
            <p:cNvSpPr/>
            <p:nvPr/>
          </p:nvSpPr>
          <p:spPr>
            <a:xfrm>
              <a:off x="7327811" y="358491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19" name="pt27619"/>
            <p:cNvSpPr/>
            <p:nvPr/>
          </p:nvSpPr>
          <p:spPr>
            <a:xfrm>
              <a:off x="7437879" y="30264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0" name="pt27620"/>
            <p:cNvSpPr/>
            <p:nvPr/>
          </p:nvSpPr>
          <p:spPr>
            <a:xfrm>
              <a:off x="7456101" y="32019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1" name="pt27621"/>
            <p:cNvSpPr/>
            <p:nvPr/>
          </p:nvSpPr>
          <p:spPr>
            <a:xfrm>
              <a:off x="7434853" y="3010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2" name="pt27622"/>
            <p:cNvSpPr/>
            <p:nvPr/>
          </p:nvSpPr>
          <p:spPr>
            <a:xfrm>
              <a:off x="7395784" y="30661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3" name="pt27623"/>
            <p:cNvSpPr/>
            <p:nvPr/>
          </p:nvSpPr>
          <p:spPr>
            <a:xfrm>
              <a:off x="7416253" y="30645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4" name="pt27624"/>
            <p:cNvSpPr/>
            <p:nvPr/>
          </p:nvSpPr>
          <p:spPr>
            <a:xfrm>
              <a:off x="7397570" y="32828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5" name="pt27625"/>
            <p:cNvSpPr/>
            <p:nvPr/>
          </p:nvSpPr>
          <p:spPr>
            <a:xfrm>
              <a:off x="7432397" y="32190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6" name="pt27626"/>
            <p:cNvSpPr/>
            <p:nvPr/>
          </p:nvSpPr>
          <p:spPr>
            <a:xfrm>
              <a:off x="7430003" y="32265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7" name="pt27627"/>
            <p:cNvSpPr/>
            <p:nvPr/>
          </p:nvSpPr>
          <p:spPr>
            <a:xfrm>
              <a:off x="7449291" y="31831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8" name="pt27628"/>
            <p:cNvSpPr/>
            <p:nvPr/>
          </p:nvSpPr>
          <p:spPr>
            <a:xfrm>
              <a:off x="7443112" y="3123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29" name="pt27629"/>
            <p:cNvSpPr/>
            <p:nvPr/>
          </p:nvSpPr>
          <p:spPr>
            <a:xfrm>
              <a:off x="7455575" y="3089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0" name="pt27630"/>
            <p:cNvSpPr/>
            <p:nvPr/>
          </p:nvSpPr>
          <p:spPr>
            <a:xfrm>
              <a:off x="7408987" y="30606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1" name="pt27631"/>
            <p:cNvSpPr/>
            <p:nvPr/>
          </p:nvSpPr>
          <p:spPr>
            <a:xfrm>
              <a:off x="7621157" y="304984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32" name="pt27632"/>
            <p:cNvSpPr/>
            <p:nvPr/>
          </p:nvSpPr>
          <p:spPr>
            <a:xfrm>
              <a:off x="7448308" y="30430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3" name="pt27633"/>
            <p:cNvSpPr/>
            <p:nvPr/>
          </p:nvSpPr>
          <p:spPr>
            <a:xfrm>
              <a:off x="7529174" y="3399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4" name="pt27634"/>
            <p:cNvSpPr/>
            <p:nvPr/>
          </p:nvSpPr>
          <p:spPr>
            <a:xfrm>
              <a:off x="7432469" y="32036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5" name="pt27635"/>
            <p:cNvSpPr/>
            <p:nvPr/>
          </p:nvSpPr>
          <p:spPr>
            <a:xfrm>
              <a:off x="7442522" y="32208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6" name="pt27636"/>
            <p:cNvSpPr/>
            <p:nvPr/>
          </p:nvSpPr>
          <p:spPr>
            <a:xfrm>
              <a:off x="7447270" y="32724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7" name="pt27637"/>
            <p:cNvSpPr/>
            <p:nvPr/>
          </p:nvSpPr>
          <p:spPr>
            <a:xfrm>
              <a:off x="7442277" y="36641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8" name="pt27638"/>
            <p:cNvSpPr/>
            <p:nvPr/>
          </p:nvSpPr>
          <p:spPr>
            <a:xfrm>
              <a:off x="7439849" y="31873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39" name="pt27639"/>
            <p:cNvSpPr/>
            <p:nvPr/>
          </p:nvSpPr>
          <p:spPr>
            <a:xfrm>
              <a:off x="7458725" y="32601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0" name="pt27640"/>
            <p:cNvSpPr/>
            <p:nvPr/>
          </p:nvSpPr>
          <p:spPr>
            <a:xfrm>
              <a:off x="7434611" y="3337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1" name="pt27641"/>
            <p:cNvSpPr/>
            <p:nvPr/>
          </p:nvSpPr>
          <p:spPr>
            <a:xfrm>
              <a:off x="7683489" y="357033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42" name="pt27642"/>
            <p:cNvSpPr/>
            <p:nvPr/>
          </p:nvSpPr>
          <p:spPr>
            <a:xfrm>
              <a:off x="7392788" y="32072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3" name="pt27643"/>
            <p:cNvSpPr/>
            <p:nvPr/>
          </p:nvSpPr>
          <p:spPr>
            <a:xfrm>
              <a:off x="7470323" y="34894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4" name="pt27644"/>
            <p:cNvSpPr/>
            <p:nvPr/>
          </p:nvSpPr>
          <p:spPr>
            <a:xfrm>
              <a:off x="7418797" y="32305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5" name="pt27645"/>
            <p:cNvSpPr/>
            <p:nvPr/>
          </p:nvSpPr>
          <p:spPr>
            <a:xfrm>
              <a:off x="7422331" y="30315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6" name="pt27646"/>
            <p:cNvSpPr/>
            <p:nvPr/>
          </p:nvSpPr>
          <p:spPr>
            <a:xfrm>
              <a:off x="7423599" y="32110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7" name="pt27647"/>
            <p:cNvSpPr/>
            <p:nvPr/>
          </p:nvSpPr>
          <p:spPr>
            <a:xfrm>
              <a:off x="7429586" y="3205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8" name="pt27648"/>
            <p:cNvSpPr/>
            <p:nvPr/>
          </p:nvSpPr>
          <p:spPr>
            <a:xfrm>
              <a:off x="7400987" y="29493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49" name="pt27649"/>
            <p:cNvSpPr/>
            <p:nvPr/>
          </p:nvSpPr>
          <p:spPr>
            <a:xfrm>
              <a:off x="7415838" y="30024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0" name="pt27650"/>
            <p:cNvSpPr/>
            <p:nvPr/>
          </p:nvSpPr>
          <p:spPr>
            <a:xfrm>
              <a:off x="7476476" y="30672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1" name="pt27651"/>
            <p:cNvSpPr/>
            <p:nvPr/>
          </p:nvSpPr>
          <p:spPr>
            <a:xfrm>
              <a:off x="7466189" y="322613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2" name="pt27652"/>
            <p:cNvSpPr/>
            <p:nvPr/>
          </p:nvSpPr>
          <p:spPr>
            <a:xfrm>
              <a:off x="7346858" y="3127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3" name="pt27653"/>
            <p:cNvSpPr/>
            <p:nvPr/>
          </p:nvSpPr>
          <p:spPr>
            <a:xfrm>
              <a:off x="7424082" y="35190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4" name="pt27654"/>
            <p:cNvSpPr/>
            <p:nvPr/>
          </p:nvSpPr>
          <p:spPr>
            <a:xfrm>
              <a:off x="7446386" y="29907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5" name="pt27655"/>
            <p:cNvSpPr/>
            <p:nvPr/>
          </p:nvSpPr>
          <p:spPr>
            <a:xfrm>
              <a:off x="7456105" y="30620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6" name="pt27656"/>
            <p:cNvSpPr/>
            <p:nvPr/>
          </p:nvSpPr>
          <p:spPr>
            <a:xfrm>
              <a:off x="7454911" y="3184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7" name="pt27657"/>
            <p:cNvSpPr/>
            <p:nvPr/>
          </p:nvSpPr>
          <p:spPr>
            <a:xfrm>
              <a:off x="7415605" y="30924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8" name="pt27658"/>
            <p:cNvSpPr/>
            <p:nvPr/>
          </p:nvSpPr>
          <p:spPr>
            <a:xfrm>
              <a:off x="7453267" y="30618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59" name="pt27659"/>
            <p:cNvSpPr/>
            <p:nvPr/>
          </p:nvSpPr>
          <p:spPr>
            <a:xfrm>
              <a:off x="7402107" y="33049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0" name="pt27660"/>
            <p:cNvSpPr/>
            <p:nvPr/>
          </p:nvSpPr>
          <p:spPr>
            <a:xfrm>
              <a:off x="7476357" y="30608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1" name="pt27661"/>
            <p:cNvSpPr/>
            <p:nvPr/>
          </p:nvSpPr>
          <p:spPr>
            <a:xfrm>
              <a:off x="7439725" y="3092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2" name="pt27662"/>
            <p:cNvSpPr/>
            <p:nvPr/>
          </p:nvSpPr>
          <p:spPr>
            <a:xfrm>
              <a:off x="7332985" y="31029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3" name="pt27663"/>
            <p:cNvSpPr/>
            <p:nvPr/>
          </p:nvSpPr>
          <p:spPr>
            <a:xfrm>
              <a:off x="7454024" y="29301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4" name="pt27664"/>
            <p:cNvSpPr/>
            <p:nvPr/>
          </p:nvSpPr>
          <p:spPr>
            <a:xfrm>
              <a:off x="7435528" y="30306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5" name="pt27665"/>
            <p:cNvSpPr/>
            <p:nvPr/>
          </p:nvSpPr>
          <p:spPr>
            <a:xfrm>
              <a:off x="7412788" y="35103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6" name="pt27666"/>
            <p:cNvSpPr/>
            <p:nvPr/>
          </p:nvSpPr>
          <p:spPr>
            <a:xfrm>
              <a:off x="7472648" y="31560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7" name="pt27667"/>
            <p:cNvSpPr/>
            <p:nvPr/>
          </p:nvSpPr>
          <p:spPr>
            <a:xfrm>
              <a:off x="7432775" y="32607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8" name="pt27668"/>
            <p:cNvSpPr/>
            <p:nvPr/>
          </p:nvSpPr>
          <p:spPr>
            <a:xfrm>
              <a:off x="6341191" y="3231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69" name="pt27669"/>
            <p:cNvSpPr/>
            <p:nvPr/>
          </p:nvSpPr>
          <p:spPr>
            <a:xfrm>
              <a:off x="7421131" y="3172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0" name="pt27670"/>
            <p:cNvSpPr/>
            <p:nvPr/>
          </p:nvSpPr>
          <p:spPr>
            <a:xfrm>
              <a:off x="7423745" y="29226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1" name="pt27671"/>
            <p:cNvSpPr/>
            <p:nvPr/>
          </p:nvSpPr>
          <p:spPr>
            <a:xfrm>
              <a:off x="7389725" y="3156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2" name="pt27672"/>
            <p:cNvSpPr/>
            <p:nvPr/>
          </p:nvSpPr>
          <p:spPr>
            <a:xfrm>
              <a:off x="7576906" y="32263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3" name="pt27673"/>
            <p:cNvSpPr/>
            <p:nvPr/>
          </p:nvSpPr>
          <p:spPr>
            <a:xfrm>
              <a:off x="7367140" y="35469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4" name="pt27674"/>
            <p:cNvSpPr/>
            <p:nvPr/>
          </p:nvSpPr>
          <p:spPr>
            <a:xfrm>
              <a:off x="7455139" y="30285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5" name="pt27675"/>
            <p:cNvSpPr/>
            <p:nvPr/>
          </p:nvSpPr>
          <p:spPr>
            <a:xfrm>
              <a:off x="7451014" y="3029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6" name="pt27676"/>
            <p:cNvSpPr/>
            <p:nvPr/>
          </p:nvSpPr>
          <p:spPr>
            <a:xfrm>
              <a:off x="7409049" y="30702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7" name="pt27677"/>
            <p:cNvSpPr/>
            <p:nvPr/>
          </p:nvSpPr>
          <p:spPr>
            <a:xfrm>
              <a:off x="7432266" y="3464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8" name="pt27678"/>
            <p:cNvSpPr/>
            <p:nvPr/>
          </p:nvSpPr>
          <p:spPr>
            <a:xfrm>
              <a:off x="7420528" y="30468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79" name="pt27679"/>
            <p:cNvSpPr/>
            <p:nvPr/>
          </p:nvSpPr>
          <p:spPr>
            <a:xfrm>
              <a:off x="7401841" y="3209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0" name="pt27680"/>
            <p:cNvSpPr/>
            <p:nvPr/>
          </p:nvSpPr>
          <p:spPr>
            <a:xfrm>
              <a:off x="7405426" y="3206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1" name="pt27681"/>
            <p:cNvSpPr/>
            <p:nvPr/>
          </p:nvSpPr>
          <p:spPr>
            <a:xfrm>
              <a:off x="7423696" y="30897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2" name="pt27682"/>
            <p:cNvSpPr/>
            <p:nvPr/>
          </p:nvSpPr>
          <p:spPr>
            <a:xfrm>
              <a:off x="7434455" y="3563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3" name="pt27683"/>
            <p:cNvSpPr/>
            <p:nvPr/>
          </p:nvSpPr>
          <p:spPr>
            <a:xfrm>
              <a:off x="7539773" y="2974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4" name="pt27684"/>
            <p:cNvSpPr/>
            <p:nvPr/>
          </p:nvSpPr>
          <p:spPr>
            <a:xfrm>
              <a:off x="7564300" y="32808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5" name="pt27685"/>
            <p:cNvSpPr/>
            <p:nvPr/>
          </p:nvSpPr>
          <p:spPr>
            <a:xfrm>
              <a:off x="7418783" y="30949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6" name="pt27686"/>
            <p:cNvSpPr/>
            <p:nvPr/>
          </p:nvSpPr>
          <p:spPr>
            <a:xfrm>
              <a:off x="7459068" y="30580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7" name="pt27687"/>
            <p:cNvSpPr/>
            <p:nvPr/>
          </p:nvSpPr>
          <p:spPr>
            <a:xfrm>
              <a:off x="7469399" y="3282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8" name="pt27688"/>
            <p:cNvSpPr/>
            <p:nvPr/>
          </p:nvSpPr>
          <p:spPr>
            <a:xfrm>
              <a:off x="7496435" y="31121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89" name="pt27689"/>
            <p:cNvSpPr/>
            <p:nvPr/>
          </p:nvSpPr>
          <p:spPr>
            <a:xfrm>
              <a:off x="7439877" y="32096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0" name="pt27690"/>
            <p:cNvSpPr/>
            <p:nvPr/>
          </p:nvSpPr>
          <p:spPr>
            <a:xfrm>
              <a:off x="7438163" y="30780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1" name="pt27691"/>
            <p:cNvSpPr/>
            <p:nvPr/>
          </p:nvSpPr>
          <p:spPr>
            <a:xfrm>
              <a:off x="7426351" y="31806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2" name="pt27692"/>
            <p:cNvSpPr/>
            <p:nvPr/>
          </p:nvSpPr>
          <p:spPr>
            <a:xfrm>
              <a:off x="7408092" y="30201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3" name="pt27693"/>
            <p:cNvSpPr/>
            <p:nvPr/>
          </p:nvSpPr>
          <p:spPr>
            <a:xfrm>
              <a:off x="7437789" y="31840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4" name="pt27694"/>
            <p:cNvSpPr/>
            <p:nvPr/>
          </p:nvSpPr>
          <p:spPr>
            <a:xfrm>
              <a:off x="6875194" y="3183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5" name="pt27695"/>
            <p:cNvSpPr/>
            <p:nvPr/>
          </p:nvSpPr>
          <p:spPr>
            <a:xfrm>
              <a:off x="7404382" y="33625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6" name="pt27696"/>
            <p:cNvSpPr/>
            <p:nvPr/>
          </p:nvSpPr>
          <p:spPr>
            <a:xfrm>
              <a:off x="7400128" y="30785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7" name="pt27697"/>
            <p:cNvSpPr/>
            <p:nvPr/>
          </p:nvSpPr>
          <p:spPr>
            <a:xfrm>
              <a:off x="7428495" y="324538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8" name="pt27698"/>
            <p:cNvSpPr/>
            <p:nvPr/>
          </p:nvSpPr>
          <p:spPr>
            <a:xfrm>
              <a:off x="7470640" y="30727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699" name="pt27699"/>
            <p:cNvSpPr/>
            <p:nvPr/>
          </p:nvSpPr>
          <p:spPr>
            <a:xfrm>
              <a:off x="7433728" y="303871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0" name="pt27700"/>
            <p:cNvSpPr/>
            <p:nvPr/>
          </p:nvSpPr>
          <p:spPr>
            <a:xfrm>
              <a:off x="7440261" y="29861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1" name="pt27701"/>
            <p:cNvSpPr/>
            <p:nvPr/>
          </p:nvSpPr>
          <p:spPr>
            <a:xfrm>
              <a:off x="7431412" y="30098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2" name="pt27702"/>
            <p:cNvSpPr/>
            <p:nvPr/>
          </p:nvSpPr>
          <p:spPr>
            <a:xfrm>
              <a:off x="7424555" y="3109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3" name="pt27703"/>
            <p:cNvSpPr/>
            <p:nvPr/>
          </p:nvSpPr>
          <p:spPr>
            <a:xfrm>
              <a:off x="7461849" y="33381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4" name="pt27704"/>
            <p:cNvSpPr/>
            <p:nvPr/>
          </p:nvSpPr>
          <p:spPr>
            <a:xfrm>
              <a:off x="7439674" y="30470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5" name="pt27705"/>
            <p:cNvSpPr/>
            <p:nvPr/>
          </p:nvSpPr>
          <p:spPr>
            <a:xfrm>
              <a:off x="7558181" y="317214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06" name="pt27706"/>
            <p:cNvSpPr/>
            <p:nvPr/>
          </p:nvSpPr>
          <p:spPr>
            <a:xfrm>
              <a:off x="7450678" y="30384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7" name="pt27707"/>
            <p:cNvSpPr/>
            <p:nvPr/>
          </p:nvSpPr>
          <p:spPr>
            <a:xfrm>
              <a:off x="7348968" y="31504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8" name="pt27708"/>
            <p:cNvSpPr/>
            <p:nvPr/>
          </p:nvSpPr>
          <p:spPr>
            <a:xfrm>
              <a:off x="7421478" y="3152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09" name="pt27709"/>
            <p:cNvSpPr/>
            <p:nvPr/>
          </p:nvSpPr>
          <p:spPr>
            <a:xfrm>
              <a:off x="7442147" y="30529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0" name="pt27710"/>
            <p:cNvSpPr/>
            <p:nvPr/>
          </p:nvSpPr>
          <p:spPr>
            <a:xfrm>
              <a:off x="7455355" y="31524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1" name="pt27711"/>
            <p:cNvSpPr/>
            <p:nvPr/>
          </p:nvSpPr>
          <p:spPr>
            <a:xfrm>
              <a:off x="7453033" y="33401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2" name="pt27712"/>
            <p:cNvSpPr/>
            <p:nvPr/>
          </p:nvSpPr>
          <p:spPr>
            <a:xfrm>
              <a:off x="7417571" y="3124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3" name="pt27713"/>
            <p:cNvSpPr/>
            <p:nvPr/>
          </p:nvSpPr>
          <p:spPr>
            <a:xfrm>
              <a:off x="7465862" y="30984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4" name="pt27714"/>
            <p:cNvSpPr/>
            <p:nvPr/>
          </p:nvSpPr>
          <p:spPr>
            <a:xfrm>
              <a:off x="7464205" y="300882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5" name="pt27715"/>
            <p:cNvSpPr/>
            <p:nvPr/>
          </p:nvSpPr>
          <p:spPr>
            <a:xfrm>
              <a:off x="7452228" y="3051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6" name="pt27716"/>
            <p:cNvSpPr/>
            <p:nvPr/>
          </p:nvSpPr>
          <p:spPr>
            <a:xfrm>
              <a:off x="7458050" y="29668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7" name="pt27717"/>
            <p:cNvSpPr/>
            <p:nvPr/>
          </p:nvSpPr>
          <p:spPr>
            <a:xfrm>
              <a:off x="7420307" y="341853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8" name="pt27718"/>
            <p:cNvSpPr/>
            <p:nvPr/>
          </p:nvSpPr>
          <p:spPr>
            <a:xfrm>
              <a:off x="7431867" y="30753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19" name="pt27719"/>
            <p:cNvSpPr/>
            <p:nvPr/>
          </p:nvSpPr>
          <p:spPr>
            <a:xfrm>
              <a:off x="7462522" y="3167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0" name="pt27720"/>
            <p:cNvSpPr/>
            <p:nvPr/>
          </p:nvSpPr>
          <p:spPr>
            <a:xfrm>
              <a:off x="7493819" y="33684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1" name="pt27721"/>
            <p:cNvSpPr/>
            <p:nvPr/>
          </p:nvSpPr>
          <p:spPr>
            <a:xfrm>
              <a:off x="7493779" y="3095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2" name="pt27722"/>
            <p:cNvSpPr/>
            <p:nvPr/>
          </p:nvSpPr>
          <p:spPr>
            <a:xfrm>
              <a:off x="7437063" y="3107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3" name="pt27723"/>
            <p:cNvSpPr/>
            <p:nvPr/>
          </p:nvSpPr>
          <p:spPr>
            <a:xfrm>
              <a:off x="7468285" y="3428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4" name="pt27724"/>
            <p:cNvSpPr/>
            <p:nvPr/>
          </p:nvSpPr>
          <p:spPr>
            <a:xfrm>
              <a:off x="7439919" y="30948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5" name="pt27725"/>
            <p:cNvSpPr/>
            <p:nvPr/>
          </p:nvSpPr>
          <p:spPr>
            <a:xfrm>
              <a:off x="7509064" y="29676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6" name="pt27726"/>
            <p:cNvSpPr/>
            <p:nvPr/>
          </p:nvSpPr>
          <p:spPr>
            <a:xfrm>
              <a:off x="7428638" y="29646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7" name="pt27727"/>
            <p:cNvSpPr/>
            <p:nvPr/>
          </p:nvSpPr>
          <p:spPr>
            <a:xfrm>
              <a:off x="7423377" y="31594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8" name="pt27728"/>
            <p:cNvSpPr/>
            <p:nvPr/>
          </p:nvSpPr>
          <p:spPr>
            <a:xfrm>
              <a:off x="7441246" y="3112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29" name="pt27729"/>
            <p:cNvSpPr/>
            <p:nvPr/>
          </p:nvSpPr>
          <p:spPr>
            <a:xfrm>
              <a:off x="5918055" y="3222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0" name="pt27730"/>
            <p:cNvSpPr/>
            <p:nvPr/>
          </p:nvSpPr>
          <p:spPr>
            <a:xfrm>
              <a:off x="7470952" y="33931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1" name="pt27731"/>
            <p:cNvSpPr/>
            <p:nvPr/>
          </p:nvSpPr>
          <p:spPr>
            <a:xfrm>
              <a:off x="7441680" y="31061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2" name="pt27732"/>
            <p:cNvSpPr/>
            <p:nvPr/>
          </p:nvSpPr>
          <p:spPr>
            <a:xfrm>
              <a:off x="7415559" y="30265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3" name="pt27733"/>
            <p:cNvSpPr/>
            <p:nvPr/>
          </p:nvSpPr>
          <p:spPr>
            <a:xfrm>
              <a:off x="7421440" y="30860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4" name="pt27734"/>
            <p:cNvSpPr/>
            <p:nvPr/>
          </p:nvSpPr>
          <p:spPr>
            <a:xfrm>
              <a:off x="7448500" y="3010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5" name="pt27735"/>
            <p:cNvSpPr/>
            <p:nvPr/>
          </p:nvSpPr>
          <p:spPr>
            <a:xfrm>
              <a:off x="7368596" y="30869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6" name="pt27736"/>
            <p:cNvSpPr/>
            <p:nvPr/>
          </p:nvSpPr>
          <p:spPr>
            <a:xfrm>
              <a:off x="7461364" y="3488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7" name="pt27737"/>
            <p:cNvSpPr/>
            <p:nvPr/>
          </p:nvSpPr>
          <p:spPr>
            <a:xfrm>
              <a:off x="7435460" y="30627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8" name="pt27738"/>
            <p:cNvSpPr/>
            <p:nvPr/>
          </p:nvSpPr>
          <p:spPr>
            <a:xfrm>
              <a:off x="7467199" y="32072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39" name="pt27739"/>
            <p:cNvSpPr/>
            <p:nvPr/>
          </p:nvSpPr>
          <p:spPr>
            <a:xfrm>
              <a:off x="7481766" y="330357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0" name="pt27740"/>
            <p:cNvSpPr/>
            <p:nvPr/>
          </p:nvSpPr>
          <p:spPr>
            <a:xfrm>
              <a:off x="7415608" y="29494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1" name="pt27741"/>
            <p:cNvSpPr/>
            <p:nvPr/>
          </p:nvSpPr>
          <p:spPr>
            <a:xfrm>
              <a:off x="7432482" y="31741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2" name="pt27742"/>
            <p:cNvSpPr/>
            <p:nvPr/>
          </p:nvSpPr>
          <p:spPr>
            <a:xfrm>
              <a:off x="7388550" y="3139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3" name="pt27743"/>
            <p:cNvSpPr/>
            <p:nvPr/>
          </p:nvSpPr>
          <p:spPr>
            <a:xfrm>
              <a:off x="7415504" y="34054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4" name="pt27744"/>
            <p:cNvSpPr/>
            <p:nvPr/>
          </p:nvSpPr>
          <p:spPr>
            <a:xfrm>
              <a:off x="7417799" y="32260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5" name="pt27745"/>
            <p:cNvSpPr/>
            <p:nvPr/>
          </p:nvSpPr>
          <p:spPr>
            <a:xfrm>
              <a:off x="5585760" y="33024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6" name="pt27746"/>
            <p:cNvSpPr/>
            <p:nvPr/>
          </p:nvSpPr>
          <p:spPr>
            <a:xfrm>
              <a:off x="7451067" y="32417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7" name="pt27747"/>
            <p:cNvSpPr/>
            <p:nvPr/>
          </p:nvSpPr>
          <p:spPr>
            <a:xfrm>
              <a:off x="7437919" y="33590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8" name="pt27748"/>
            <p:cNvSpPr/>
            <p:nvPr/>
          </p:nvSpPr>
          <p:spPr>
            <a:xfrm>
              <a:off x="7471737" y="30678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49" name="pt27749"/>
            <p:cNvSpPr/>
            <p:nvPr/>
          </p:nvSpPr>
          <p:spPr>
            <a:xfrm>
              <a:off x="7429845" y="31883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0" name="pt27750"/>
            <p:cNvSpPr/>
            <p:nvPr/>
          </p:nvSpPr>
          <p:spPr>
            <a:xfrm>
              <a:off x="7442320" y="30421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1" name="pt27751"/>
            <p:cNvSpPr/>
            <p:nvPr/>
          </p:nvSpPr>
          <p:spPr>
            <a:xfrm>
              <a:off x="7269998" y="309730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52" name="pt27752"/>
            <p:cNvSpPr/>
            <p:nvPr/>
          </p:nvSpPr>
          <p:spPr>
            <a:xfrm>
              <a:off x="7423795" y="3096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3" name="pt27753"/>
            <p:cNvSpPr/>
            <p:nvPr/>
          </p:nvSpPr>
          <p:spPr>
            <a:xfrm>
              <a:off x="7491581" y="34265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4" name="pt27754"/>
            <p:cNvSpPr/>
            <p:nvPr/>
          </p:nvSpPr>
          <p:spPr>
            <a:xfrm>
              <a:off x="7429032" y="320991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5" name="pt27755"/>
            <p:cNvSpPr/>
            <p:nvPr/>
          </p:nvSpPr>
          <p:spPr>
            <a:xfrm>
              <a:off x="7416993" y="32437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6" name="pt27756"/>
            <p:cNvSpPr/>
            <p:nvPr/>
          </p:nvSpPr>
          <p:spPr>
            <a:xfrm>
              <a:off x="7480171" y="31479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7" name="pt27757"/>
            <p:cNvSpPr/>
            <p:nvPr/>
          </p:nvSpPr>
          <p:spPr>
            <a:xfrm>
              <a:off x="7556419" y="30971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8" name="pt27758"/>
            <p:cNvSpPr/>
            <p:nvPr/>
          </p:nvSpPr>
          <p:spPr>
            <a:xfrm>
              <a:off x="7419926" y="28788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59" name="pt27759"/>
            <p:cNvSpPr/>
            <p:nvPr/>
          </p:nvSpPr>
          <p:spPr>
            <a:xfrm>
              <a:off x="7398349" y="3126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0" name="pt27760"/>
            <p:cNvSpPr/>
            <p:nvPr/>
          </p:nvSpPr>
          <p:spPr>
            <a:xfrm>
              <a:off x="7262064" y="35568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1" name="pt27761"/>
            <p:cNvSpPr/>
            <p:nvPr/>
          </p:nvSpPr>
          <p:spPr>
            <a:xfrm>
              <a:off x="7404642" y="32447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2" name="pt27762"/>
            <p:cNvSpPr/>
            <p:nvPr/>
          </p:nvSpPr>
          <p:spPr>
            <a:xfrm>
              <a:off x="7445143" y="309092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3" name="pt27763"/>
            <p:cNvSpPr/>
            <p:nvPr/>
          </p:nvSpPr>
          <p:spPr>
            <a:xfrm>
              <a:off x="7425497" y="30967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4" name="pt27764"/>
            <p:cNvSpPr/>
            <p:nvPr/>
          </p:nvSpPr>
          <p:spPr>
            <a:xfrm>
              <a:off x="7451079" y="31779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5" name="pt27765"/>
            <p:cNvSpPr/>
            <p:nvPr/>
          </p:nvSpPr>
          <p:spPr>
            <a:xfrm>
              <a:off x="7445497" y="31176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6" name="pt27766"/>
            <p:cNvSpPr/>
            <p:nvPr/>
          </p:nvSpPr>
          <p:spPr>
            <a:xfrm>
              <a:off x="7459417" y="45175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7" name="pt27767"/>
            <p:cNvSpPr/>
            <p:nvPr/>
          </p:nvSpPr>
          <p:spPr>
            <a:xfrm>
              <a:off x="7206918" y="3306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8" name="pt27768"/>
            <p:cNvSpPr/>
            <p:nvPr/>
          </p:nvSpPr>
          <p:spPr>
            <a:xfrm>
              <a:off x="5870851" y="33851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69" name="pt27769"/>
            <p:cNvSpPr/>
            <p:nvPr/>
          </p:nvSpPr>
          <p:spPr>
            <a:xfrm>
              <a:off x="6811778" y="3663825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70" name="pt27770"/>
            <p:cNvSpPr/>
            <p:nvPr/>
          </p:nvSpPr>
          <p:spPr>
            <a:xfrm>
              <a:off x="7431866" y="31481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1" name="pt27771"/>
            <p:cNvSpPr/>
            <p:nvPr/>
          </p:nvSpPr>
          <p:spPr>
            <a:xfrm>
              <a:off x="7447607" y="30590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2" name="pt27772"/>
            <p:cNvSpPr/>
            <p:nvPr/>
          </p:nvSpPr>
          <p:spPr>
            <a:xfrm>
              <a:off x="6888188" y="352518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73" name="pt27773"/>
            <p:cNvSpPr/>
            <p:nvPr/>
          </p:nvSpPr>
          <p:spPr>
            <a:xfrm>
              <a:off x="7401882" y="3272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4" name="pt27774"/>
            <p:cNvSpPr/>
            <p:nvPr/>
          </p:nvSpPr>
          <p:spPr>
            <a:xfrm>
              <a:off x="7455490" y="35413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5" name="pt27775"/>
            <p:cNvSpPr/>
            <p:nvPr/>
          </p:nvSpPr>
          <p:spPr>
            <a:xfrm>
              <a:off x="7444696" y="30345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6" name="pt27776"/>
            <p:cNvSpPr/>
            <p:nvPr/>
          </p:nvSpPr>
          <p:spPr>
            <a:xfrm>
              <a:off x="7459844" y="30775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7" name="pt27777"/>
            <p:cNvSpPr/>
            <p:nvPr/>
          </p:nvSpPr>
          <p:spPr>
            <a:xfrm>
              <a:off x="7393525" y="306028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8" name="pt27778"/>
            <p:cNvSpPr/>
            <p:nvPr/>
          </p:nvSpPr>
          <p:spPr>
            <a:xfrm>
              <a:off x="7396003" y="30722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79" name="pt27779"/>
            <p:cNvSpPr/>
            <p:nvPr/>
          </p:nvSpPr>
          <p:spPr>
            <a:xfrm>
              <a:off x="7420756" y="3053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0" name="pt27780"/>
            <p:cNvSpPr/>
            <p:nvPr/>
          </p:nvSpPr>
          <p:spPr>
            <a:xfrm>
              <a:off x="7457954" y="32803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1" name="pt27781"/>
            <p:cNvSpPr/>
            <p:nvPr/>
          </p:nvSpPr>
          <p:spPr>
            <a:xfrm>
              <a:off x="7424440" y="29705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2" name="pt27782"/>
            <p:cNvSpPr/>
            <p:nvPr/>
          </p:nvSpPr>
          <p:spPr>
            <a:xfrm>
              <a:off x="6646341" y="34828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3" name="pt27783"/>
            <p:cNvSpPr/>
            <p:nvPr/>
          </p:nvSpPr>
          <p:spPr>
            <a:xfrm>
              <a:off x="7436311" y="32483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4" name="pt27784"/>
            <p:cNvSpPr/>
            <p:nvPr/>
          </p:nvSpPr>
          <p:spPr>
            <a:xfrm>
              <a:off x="7421615" y="31981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5" name="pt27785"/>
            <p:cNvSpPr/>
            <p:nvPr/>
          </p:nvSpPr>
          <p:spPr>
            <a:xfrm>
              <a:off x="7439926" y="30879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6" name="pt27786"/>
            <p:cNvSpPr/>
            <p:nvPr/>
          </p:nvSpPr>
          <p:spPr>
            <a:xfrm>
              <a:off x="7433420" y="32274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7" name="pt27787"/>
            <p:cNvSpPr/>
            <p:nvPr/>
          </p:nvSpPr>
          <p:spPr>
            <a:xfrm>
              <a:off x="7477661" y="32759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8" name="pt27788"/>
            <p:cNvSpPr/>
            <p:nvPr/>
          </p:nvSpPr>
          <p:spPr>
            <a:xfrm>
              <a:off x="7430967" y="28658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89" name="pt27789"/>
            <p:cNvSpPr/>
            <p:nvPr/>
          </p:nvSpPr>
          <p:spPr>
            <a:xfrm>
              <a:off x="7357604" y="31137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0" name="pt27790"/>
            <p:cNvSpPr/>
            <p:nvPr/>
          </p:nvSpPr>
          <p:spPr>
            <a:xfrm>
              <a:off x="7457155" y="30573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1" name="pt27791"/>
            <p:cNvSpPr/>
            <p:nvPr/>
          </p:nvSpPr>
          <p:spPr>
            <a:xfrm>
              <a:off x="7438727" y="323383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2" name="pt27792"/>
            <p:cNvSpPr/>
            <p:nvPr/>
          </p:nvSpPr>
          <p:spPr>
            <a:xfrm>
              <a:off x="7417960" y="30373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3" name="pt27793"/>
            <p:cNvSpPr/>
            <p:nvPr/>
          </p:nvSpPr>
          <p:spPr>
            <a:xfrm>
              <a:off x="7405177" y="290058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4" name="pt27794"/>
            <p:cNvSpPr/>
            <p:nvPr/>
          </p:nvSpPr>
          <p:spPr>
            <a:xfrm>
              <a:off x="7446510" y="3184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5" name="pt27795"/>
            <p:cNvSpPr/>
            <p:nvPr/>
          </p:nvSpPr>
          <p:spPr>
            <a:xfrm>
              <a:off x="7426164" y="307812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6" name="pt27796"/>
            <p:cNvSpPr/>
            <p:nvPr/>
          </p:nvSpPr>
          <p:spPr>
            <a:xfrm>
              <a:off x="7424001" y="46754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7" name="pt27797"/>
            <p:cNvSpPr/>
            <p:nvPr/>
          </p:nvSpPr>
          <p:spPr>
            <a:xfrm>
              <a:off x="7369036" y="28797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8" name="pt27798"/>
            <p:cNvSpPr/>
            <p:nvPr/>
          </p:nvSpPr>
          <p:spPr>
            <a:xfrm>
              <a:off x="7465645" y="33908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799" name="pt27799"/>
            <p:cNvSpPr/>
            <p:nvPr/>
          </p:nvSpPr>
          <p:spPr>
            <a:xfrm>
              <a:off x="7488119" y="30849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0" name="pt27800"/>
            <p:cNvSpPr/>
            <p:nvPr/>
          </p:nvSpPr>
          <p:spPr>
            <a:xfrm>
              <a:off x="7429028" y="29625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1" name="pt27801"/>
            <p:cNvSpPr/>
            <p:nvPr/>
          </p:nvSpPr>
          <p:spPr>
            <a:xfrm>
              <a:off x="7525103" y="32913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2" name="pt27802"/>
            <p:cNvSpPr/>
            <p:nvPr/>
          </p:nvSpPr>
          <p:spPr>
            <a:xfrm>
              <a:off x="7500552" y="31085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3" name="pt27803"/>
            <p:cNvSpPr/>
            <p:nvPr/>
          </p:nvSpPr>
          <p:spPr>
            <a:xfrm>
              <a:off x="7456359" y="326174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4" name="pt27804"/>
            <p:cNvSpPr/>
            <p:nvPr/>
          </p:nvSpPr>
          <p:spPr>
            <a:xfrm>
              <a:off x="7434764" y="30221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5" name="pt27805"/>
            <p:cNvSpPr/>
            <p:nvPr/>
          </p:nvSpPr>
          <p:spPr>
            <a:xfrm>
              <a:off x="7422086" y="301577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6" name="pt27806"/>
            <p:cNvSpPr/>
            <p:nvPr/>
          </p:nvSpPr>
          <p:spPr>
            <a:xfrm>
              <a:off x="7422233" y="310830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7" name="pt27807"/>
            <p:cNvSpPr/>
            <p:nvPr/>
          </p:nvSpPr>
          <p:spPr>
            <a:xfrm>
              <a:off x="7492801" y="3526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8" name="pt27808"/>
            <p:cNvSpPr/>
            <p:nvPr/>
          </p:nvSpPr>
          <p:spPr>
            <a:xfrm>
              <a:off x="7471577" y="35043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09" name="pt27809"/>
            <p:cNvSpPr/>
            <p:nvPr/>
          </p:nvSpPr>
          <p:spPr>
            <a:xfrm>
              <a:off x="7457361" y="30391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0" name="pt27810"/>
            <p:cNvSpPr/>
            <p:nvPr/>
          </p:nvSpPr>
          <p:spPr>
            <a:xfrm>
              <a:off x="7408933" y="2685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1" name="pt27811"/>
            <p:cNvSpPr/>
            <p:nvPr/>
          </p:nvSpPr>
          <p:spPr>
            <a:xfrm>
              <a:off x="7445541" y="35472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2" name="pt27812"/>
            <p:cNvSpPr/>
            <p:nvPr/>
          </p:nvSpPr>
          <p:spPr>
            <a:xfrm>
              <a:off x="7401327" y="35319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3" name="pt27813"/>
            <p:cNvSpPr/>
            <p:nvPr/>
          </p:nvSpPr>
          <p:spPr>
            <a:xfrm>
              <a:off x="7416023" y="31070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4" name="pt27814"/>
            <p:cNvSpPr/>
            <p:nvPr/>
          </p:nvSpPr>
          <p:spPr>
            <a:xfrm>
              <a:off x="7437738" y="302137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5" name="pt27815"/>
            <p:cNvSpPr/>
            <p:nvPr/>
          </p:nvSpPr>
          <p:spPr>
            <a:xfrm>
              <a:off x="8270377" y="328699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6" name="pt27816"/>
            <p:cNvSpPr/>
            <p:nvPr/>
          </p:nvSpPr>
          <p:spPr>
            <a:xfrm>
              <a:off x="7428634" y="31939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7" name="pt27817"/>
            <p:cNvSpPr/>
            <p:nvPr/>
          </p:nvSpPr>
          <p:spPr>
            <a:xfrm>
              <a:off x="7432511" y="31837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8" name="pt27818"/>
            <p:cNvSpPr/>
            <p:nvPr/>
          </p:nvSpPr>
          <p:spPr>
            <a:xfrm>
              <a:off x="7462313" y="3136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19" name="pt27819"/>
            <p:cNvSpPr/>
            <p:nvPr/>
          </p:nvSpPr>
          <p:spPr>
            <a:xfrm>
              <a:off x="7456984" y="312910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0" name="pt27820"/>
            <p:cNvSpPr/>
            <p:nvPr/>
          </p:nvSpPr>
          <p:spPr>
            <a:xfrm>
              <a:off x="7391767" y="31805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1" name="pt27821"/>
            <p:cNvSpPr/>
            <p:nvPr/>
          </p:nvSpPr>
          <p:spPr>
            <a:xfrm>
              <a:off x="7455770" y="308544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2" name="pt27822"/>
            <p:cNvSpPr/>
            <p:nvPr/>
          </p:nvSpPr>
          <p:spPr>
            <a:xfrm>
              <a:off x="7465978" y="34557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3" name="pt27823"/>
            <p:cNvSpPr/>
            <p:nvPr/>
          </p:nvSpPr>
          <p:spPr>
            <a:xfrm>
              <a:off x="7454068" y="3378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4" name="pt27824"/>
            <p:cNvSpPr/>
            <p:nvPr/>
          </p:nvSpPr>
          <p:spPr>
            <a:xfrm>
              <a:off x="7486460" y="33627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5" name="pt27825"/>
            <p:cNvSpPr/>
            <p:nvPr/>
          </p:nvSpPr>
          <p:spPr>
            <a:xfrm>
              <a:off x="7428164" y="33285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6" name="pt27826"/>
            <p:cNvSpPr/>
            <p:nvPr/>
          </p:nvSpPr>
          <p:spPr>
            <a:xfrm>
              <a:off x="7424179" y="30628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7" name="pt27827"/>
            <p:cNvSpPr/>
            <p:nvPr/>
          </p:nvSpPr>
          <p:spPr>
            <a:xfrm>
              <a:off x="7426297" y="29981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8" name="pt27828"/>
            <p:cNvSpPr/>
            <p:nvPr/>
          </p:nvSpPr>
          <p:spPr>
            <a:xfrm>
              <a:off x="7449670" y="320599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29" name="pt27829"/>
            <p:cNvSpPr/>
            <p:nvPr/>
          </p:nvSpPr>
          <p:spPr>
            <a:xfrm>
              <a:off x="7387314" y="279268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0" name="pt27830"/>
            <p:cNvSpPr/>
            <p:nvPr/>
          </p:nvSpPr>
          <p:spPr>
            <a:xfrm>
              <a:off x="7392386" y="3576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1" name="pt27831"/>
            <p:cNvSpPr/>
            <p:nvPr/>
          </p:nvSpPr>
          <p:spPr>
            <a:xfrm>
              <a:off x="7372099" y="36085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2" name="pt27832"/>
            <p:cNvSpPr/>
            <p:nvPr/>
          </p:nvSpPr>
          <p:spPr>
            <a:xfrm>
              <a:off x="7430477" y="30472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3" name="pt27833"/>
            <p:cNvSpPr/>
            <p:nvPr/>
          </p:nvSpPr>
          <p:spPr>
            <a:xfrm>
              <a:off x="7451573" y="31949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4" name="pt27834"/>
            <p:cNvSpPr/>
            <p:nvPr/>
          </p:nvSpPr>
          <p:spPr>
            <a:xfrm>
              <a:off x="7440775" y="32340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5" name="pt27835"/>
            <p:cNvSpPr/>
            <p:nvPr/>
          </p:nvSpPr>
          <p:spPr>
            <a:xfrm>
              <a:off x="7399850" y="3209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6" name="pt27836"/>
            <p:cNvSpPr/>
            <p:nvPr/>
          </p:nvSpPr>
          <p:spPr>
            <a:xfrm>
              <a:off x="7435303" y="30013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7" name="pt27837"/>
            <p:cNvSpPr/>
            <p:nvPr/>
          </p:nvSpPr>
          <p:spPr>
            <a:xfrm>
              <a:off x="7466320" y="28713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38" name="pt27838"/>
            <p:cNvSpPr/>
            <p:nvPr/>
          </p:nvSpPr>
          <p:spPr>
            <a:xfrm>
              <a:off x="6000055" y="392329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39" name="pt27839"/>
            <p:cNvSpPr/>
            <p:nvPr/>
          </p:nvSpPr>
          <p:spPr>
            <a:xfrm>
              <a:off x="7442436" y="34169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0" name="pt27840"/>
            <p:cNvSpPr/>
            <p:nvPr/>
          </p:nvSpPr>
          <p:spPr>
            <a:xfrm>
              <a:off x="7433188" y="3118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1" name="pt27841"/>
            <p:cNvSpPr/>
            <p:nvPr/>
          </p:nvSpPr>
          <p:spPr>
            <a:xfrm>
              <a:off x="7439665" y="31168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2" name="pt27842"/>
            <p:cNvSpPr/>
            <p:nvPr/>
          </p:nvSpPr>
          <p:spPr>
            <a:xfrm>
              <a:off x="7426660" y="35591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3" name="pt27843"/>
            <p:cNvSpPr/>
            <p:nvPr/>
          </p:nvSpPr>
          <p:spPr>
            <a:xfrm>
              <a:off x="7454971" y="32008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4" name="pt27844"/>
            <p:cNvSpPr/>
            <p:nvPr/>
          </p:nvSpPr>
          <p:spPr>
            <a:xfrm>
              <a:off x="7411497" y="30309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5" name="pt27845"/>
            <p:cNvSpPr/>
            <p:nvPr/>
          </p:nvSpPr>
          <p:spPr>
            <a:xfrm>
              <a:off x="7305565" y="466377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6" name="pt27846"/>
            <p:cNvSpPr/>
            <p:nvPr/>
          </p:nvSpPr>
          <p:spPr>
            <a:xfrm>
              <a:off x="7412952" y="31974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7" name="pt27847"/>
            <p:cNvSpPr/>
            <p:nvPr/>
          </p:nvSpPr>
          <p:spPr>
            <a:xfrm>
              <a:off x="7441469" y="31966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8" name="pt27848"/>
            <p:cNvSpPr/>
            <p:nvPr/>
          </p:nvSpPr>
          <p:spPr>
            <a:xfrm>
              <a:off x="7482924" y="311698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49" name="pt27849"/>
            <p:cNvSpPr/>
            <p:nvPr/>
          </p:nvSpPr>
          <p:spPr>
            <a:xfrm>
              <a:off x="6866512" y="3233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0" name="pt27850"/>
            <p:cNvSpPr/>
            <p:nvPr/>
          </p:nvSpPr>
          <p:spPr>
            <a:xfrm>
              <a:off x="7446904" y="26592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1" name="pt27851"/>
            <p:cNvSpPr/>
            <p:nvPr/>
          </p:nvSpPr>
          <p:spPr>
            <a:xfrm>
              <a:off x="7458430" y="34979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2" name="pt27852"/>
            <p:cNvSpPr/>
            <p:nvPr/>
          </p:nvSpPr>
          <p:spPr>
            <a:xfrm>
              <a:off x="7423096" y="30589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3" name="pt27853"/>
            <p:cNvSpPr/>
            <p:nvPr/>
          </p:nvSpPr>
          <p:spPr>
            <a:xfrm>
              <a:off x="7400535" y="35259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4" name="pt27854"/>
            <p:cNvSpPr/>
            <p:nvPr/>
          </p:nvSpPr>
          <p:spPr>
            <a:xfrm>
              <a:off x="7461239" y="352377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5" name="pt27855"/>
            <p:cNvSpPr/>
            <p:nvPr/>
          </p:nvSpPr>
          <p:spPr>
            <a:xfrm>
              <a:off x="7432203" y="30979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6" name="pt27856"/>
            <p:cNvSpPr/>
            <p:nvPr/>
          </p:nvSpPr>
          <p:spPr>
            <a:xfrm>
              <a:off x="7493038" y="32574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7" name="pt27857"/>
            <p:cNvSpPr/>
            <p:nvPr/>
          </p:nvSpPr>
          <p:spPr>
            <a:xfrm>
              <a:off x="7424834" y="299036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8" name="pt27858"/>
            <p:cNvSpPr/>
            <p:nvPr/>
          </p:nvSpPr>
          <p:spPr>
            <a:xfrm>
              <a:off x="7429448" y="33065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59" name="pt27859"/>
            <p:cNvSpPr/>
            <p:nvPr/>
          </p:nvSpPr>
          <p:spPr>
            <a:xfrm>
              <a:off x="7459230" y="30134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0" name="pt27860"/>
            <p:cNvSpPr/>
            <p:nvPr/>
          </p:nvSpPr>
          <p:spPr>
            <a:xfrm>
              <a:off x="7407259" y="34420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1" name="pt27861"/>
            <p:cNvSpPr/>
            <p:nvPr/>
          </p:nvSpPr>
          <p:spPr>
            <a:xfrm>
              <a:off x="7488311" y="35411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2" name="pt27862"/>
            <p:cNvSpPr/>
            <p:nvPr/>
          </p:nvSpPr>
          <p:spPr>
            <a:xfrm>
              <a:off x="7404934" y="34913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3" name="pt27863"/>
            <p:cNvSpPr/>
            <p:nvPr/>
          </p:nvSpPr>
          <p:spPr>
            <a:xfrm>
              <a:off x="7442982" y="3013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4" name="pt27864"/>
            <p:cNvSpPr/>
            <p:nvPr/>
          </p:nvSpPr>
          <p:spPr>
            <a:xfrm>
              <a:off x="7466836" y="33865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5" name="pt27865"/>
            <p:cNvSpPr/>
            <p:nvPr/>
          </p:nvSpPr>
          <p:spPr>
            <a:xfrm>
              <a:off x="6846443" y="230125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66" name="pt27866"/>
            <p:cNvSpPr/>
            <p:nvPr/>
          </p:nvSpPr>
          <p:spPr>
            <a:xfrm>
              <a:off x="7420843" y="29417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7" name="pt27867"/>
            <p:cNvSpPr/>
            <p:nvPr/>
          </p:nvSpPr>
          <p:spPr>
            <a:xfrm>
              <a:off x="7456075" y="34235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8" name="pt27868"/>
            <p:cNvSpPr/>
            <p:nvPr/>
          </p:nvSpPr>
          <p:spPr>
            <a:xfrm>
              <a:off x="7412085" y="32748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69" name="pt27869"/>
            <p:cNvSpPr/>
            <p:nvPr/>
          </p:nvSpPr>
          <p:spPr>
            <a:xfrm>
              <a:off x="7456607" y="302911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0" name="pt27870"/>
            <p:cNvSpPr/>
            <p:nvPr/>
          </p:nvSpPr>
          <p:spPr>
            <a:xfrm>
              <a:off x="7422642" y="31796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1" name="pt27871"/>
            <p:cNvSpPr/>
            <p:nvPr/>
          </p:nvSpPr>
          <p:spPr>
            <a:xfrm>
              <a:off x="7438151" y="30223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2" name="pt27872"/>
            <p:cNvSpPr/>
            <p:nvPr/>
          </p:nvSpPr>
          <p:spPr>
            <a:xfrm>
              <a:off x="7463951" y="29626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3" name="pt27873"/>
            <p:cNvSpPr/>
            <p:nvPr/>
          </p:nvSpPr>
          <p:spPr>
            <a:xfrm>
              <a:off x="7362537" y="31292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4" name="pt27874"/>
            <p:cNvSpPr/>
            <p:nvPr/>
          </p:nvSpPr>
          <p:spPr>
            <a:xfrm>
              <a:off x="7441272" y="30111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5" name="pt27875"/>
            <p:cNvSpPr/>
            <p:nvPr/>
          </p:nvSpPr>
          <p:spPr>
            <a:xfrm>
              <a:off x="7453661" y="32598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6" name="pt27876"/>
            <p:cNvSpPr/>
            <p:nvPr/>
          </p:nvSpPr>
          <p:spPr>
            <a:xfrm>
              <a:off x="6848844" y="33930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7" name="pt27877"/>
            <p:cNvSpPr/>
            <p:nvPr/>
          </p:nvSpPr>
          <p:spPr>
            <a:xfrm>
              <a:off x="7443446" y="309057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8" name="pt27878"/>
            <p:cNvSpPr/>
            <p:nvPr/>
          </p:nvSpPr>
          <p:spPr>
            <a:xfrm>
              <a:off x="7419516" y="329356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79" name="pt27879"/>
            <p:cNvSpPr/>
            <p:nvPr/>
          </p:nvSpPr>
          <p:spPr>
            <a:xfrm>
              <a:off x="7456564" y="26887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0" name="pt27880"/>
            <p:cNvSpPr/>
            <p:nvPr/>
          </p:nvSpPr>
          <p:spPr>
            <a:xfrm>
              <a:off x="7445534" y="3156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1" name="pt27881"/>
            <p:cNvSpPr/>
            <p:nvPr/>
          </p:nvSpPr>
          <p:spPr>
            <a:xfrm>
              <a:off x="7444990" y="3122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2" name="pt27882"/>
            <p:cNvSpPr/>
            <p:nvPr/>
          </p:nvSpPr>
          <p:spPr>
            <a:xfrm>
              <a:off x="7431074" y="29955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3" name="pt27883"/>
            <p:cNvSpPr/>
            <p:nvPr/>
          </p:nvSpPr>
          <p:spPr>
            <a:xfrm>
              <a:off x="7315447" y="352261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4" name="pt27884"/>
            <p:cNvSpPr/>
            <p:nvPr/>
          </p:nvSpPr>
          <p:spPr>
            <a:xfrm>
              <a:off x="7505584" y="32631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5" name="pt27885"/>
            <p:cNvSpPr/>
            <p:nvPr/>
          </p:nvSpPr>
          <p:spPr>
            <a:xfrm>
              <a:off x="7454399" y="31186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6" name="pt27886"/>
            <p:cNvSpPr/>
            <p:nvPr/>
          </p:nvSpPr>
          <p:spPr>
            <a:xfrm>
              <a:off x="7439556" y="31017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7" name="pt27887"/>
            <p:cNvSpPr/>
            <p:nvPr/>
          </p:nvSpPr>
          <p:spPr>
            <a:xfrm>
              <a:off x="7388287" y="3113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8" name="pt27888"/>
            <p:cNvSpPr/>
            <p:nvPr/>
          </p:nvSpPr>
          <p:spPr>
            <a:xfrm>
              <a:off x="7434808" y="33485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89" name="pt27889"/>
            <p:cNvSpPr/>
            <p:nvPr/>
          </p:nvSpPr>
          <p:spPr>
            <a:xfrm>
              <a:off x="7377779" y="314524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0" name="pt27890"/>
            <p:cNvSpPr/>
            <p:nvPr/>
          </p:nvSpPr>
          <p:spPr>
            <a:xfrm>
              <a:off x="7441161" y="30110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1" name="pt27891"/>
            <p:cNvSpPr/>
            <p:nvPr/>
          </p:nvSpPr>
          <p:spPr>
            <a:xfrm>
              <a:off x="7431702" y="31029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2" name="pt27892"/>
            <p:cNvSpPr/>
            <p:nvPr/>
          </p:nvSpPr>
          <p:spPr>
            <a:xfrm>
              <a:off x="7422423" y="320098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3" name="pt27893"/>
            <p:cNvSpPr/>
            <p:nvPr/>
          </p:nvSpPr>
          <p:spPr>
            <a:xfrm>
              <a:off x="7426241" y="415895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4" name="pt27894"/>
            <p:cNvSpPr/>
            <p:nvPr/>
          </p:nvSpPr>
          <p:spPr>
            <a:xfrm>
              <a:off x="7460445" y="315070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5" name="pt27895"/>
            <p:cNvSpPr/>
            <p:nvPr/>
          </p:nvSpPr>
          <p:spPr>
            <a:xfrm>
              <a:off x="7429559" y="30734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6" name="pt27896"/>
            <p:cNvSpPr/>
            <p:nvPr/>
          </p:nvSpPr>
          <p:spPr>
            <a:xfrm>
              <a:off x="7428772" y="306709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7" name="pt27897"/>
            <p:cNvSpPr/>
            <p:nvPr/>
          </p:nvSpPr>
          <p:spPr>
            <a:xfrm>
              <a:off x="6103296" y="31792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8" name="pt27898"/>
            <p:cNvSpPr/>
            <p:nvPr/>
          </p:nvSpPr>
          <p:spPr>
            <a:xfrm>
              <a:off x="7481175" y="298221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899" name="pt27899"/>
            <p:cNvSpPr/>
            <p:nvPr/>
          </p:nvSpPr>
          <p:spPr>
            <a:xfrm>
              <a:off x="7387934" y="31048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0" name="pt27900"/>
            <p:cNvSpPr/>
            <p:nvPr/>
          </p:nvSpPr>
          <p:spPr>
            <a:xfrm>
              <a:off x="7444371" y="34274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1" name="pt27901"/>
            <p:cNvSpPr/>
            <p:nvPr/>
          </p:nvSpPr>
          <p:spPr>
            <a:xfrm>
              <a:off x="7441601" y="31135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2" name="pt27902"/>
            <p:cNvSpPr/>
            <p:nvPr/>
          </p:nvSpPr>
          <p:spPr>
            <a:xfrm>
              <a:off x="7440760" y="32288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3" name="pt27903"/>
            <p:cNvSpPr/>
            <p:nvPr/>
          </p:nvSpPr>
          <p:spPr>
            <a:xfrm>
              <a:off x="7567309" y="3272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4" name="pt27904"/>
            <p:cNvSpPr/>
            <p:nvPr/>
          </p:nvSpPr>
          <p:spPr>
            <a:xfrm>
              <a:off x="7308642" y="288462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5" name="pt27905"/>
            <p:cNvSpPr/>
            <p:nvPr/>
          </p:nvSpPr>
          <p:spPr>
            <a:xfrm>
              <a:off x="7438939" y="335811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6" name="pt27906"/>
            <p:cNvSpPr/>
            <p:nvPr/>
          </p:nvSpPr>
          <p:spPr>
            <a:xfrm>
              <a:off x="7260803" y="3170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7" name="pt27907"/>
            <p:cNvSpPr/>
            <p:nvPr/>
          </p:nvSpPr>
          <p:spPr>
            <a:xfrm>
              <a:off x="7232944" y="309088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08" name="pt27908"/>
            <p:cNvSpPr/>
            <p:nvPr/>
          </p:nvSpPr>
          <p:spPr>
            <a:xfrm>
              <a:off x="7431323" y="319324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09" name="pt27909"/>
            <p:cNvSpPr/>
            <p:nvPr/>
          </p:nvSpPr>
          <p:spPr>
            <a:xfrm>
              <a:off x="7299166" y="327110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0" name="pt27910"/>
            <p:cNvSpPr/>
            <p:nvPr/>
          </p:nvSpPr>
          <p:spPr>
            <a:xfrm>
              <a:off x="7432991" y="31309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1" name="pt27911"/>
            <p:cNvSpPr/>
            <p:nvPr/>
          </p:nvSpPr>
          <p:spPr>
            <a:xfrm>
              <a:off x="7380258" y="27939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2" name="pt27912"/>
            <p:cNvSpPr/>
            <p:nvPr/>
          </p:nvSpPr>
          <p:spPr>
            <a:xfrm>
              <a:off x="7452130" y="32103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3" name="pt27913"/>
            <p:cNvSpPr/>
            <p:nvPr/>
          </p:nvSpPr>
          <p:spPr>
            <a:xfrm>
              <a:off x="7443179" y="29999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4" name="pt27914"/>
            <p:cNvSpPr/>
            <p:nvPr/>
          </p:nvSpPr>
          <p:spPr>
            <a:xfrm>
              <a:off x="7382075" y="31616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5" name="pt27915"/>
            <p:cNvSpPr/>
            <p:nvPr/>
          </p:nvSpPr>
          <p:spPr>
            <a:xfrm>
              <a:off x="7466988" y="318666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6" name="pt27916"/>
            <p:cNvSpPr/>
            <p:nvPr/>
          </p:nvSpPr>
          <p:spPr>
            <a:xfrm>
              <a:off x="7308090" y="32659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17" name="pt27917"/>
            <p:cNvSpPr/>
            <p:nvPr/>
          </p:nvSpPr>
          <p:spPr>
            <a:xfrm>
              <a:off x="7270877" y="301682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18" name="pt27918"/>
            <p:cNvSpPr/>
            <p:nvPr/>
          </p:nvSpPr>
          <p:spPr>
            <a:xfrm>
              <a:off x="6814613" y="4610730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19" name="pt27919"/>
            <p:cNvSpPr/>
            <p:nvPr/>
          </p:nvSpPr>
          <p:spPr>
            <a:xfrm>
              <a:off x="7431420" y="32201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0" name="pt27920"/>
            <p:cNvSpPr/>
            <p:nvPr/>
          </p:nvSpPr>
          <p:spPr>
            <a:xfrm>
              <a:off x="7390302" y="3117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1" name="pt27921"/>
            <p:cNvSpPr/>
            <p:nvPr/>
          </p:nvSpPr>
          <p:spPr>
            <a:xfrm>
              <a:off x="7429220" y="31872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2" name="pt27922"/>
            <p:cNvSpPr/>
            <p:nvPr/>
          </p:nvSpPr>
          <p:spPr>
            <a:xfrm>
              <a:off x="7438774" y="3078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3" name="pt27923"/>
            <p:cNvSpPr/>
            <p:nvPr/>
          </p:nvSpPr>
          <p:spPr>
            <a:xfrm>
              <a:off x="7363932" y="35215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4" name="pt27924"/>
            <p:cNvSpPr/>
            <p:nvPr/>
          </p:nvSpPr>
          <p:spPr>
            <a:xfrm>
              <a:off x="7451452" y="30468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5" name="pt27925"/>
            <p:cNvSpPr/>
            <p:nvPr/>
          </p:nvSpPr>
          <p:spPr>
            <a:xfrm>
              <a:off x="6219880" y="31142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6" name="pt27926"/>
            <p:cNvSpPr/>
            <p:nvPr/>
          </p:nvSpPr>
          <p:spPr>
            <a:xfrm>
              <a:off x="7472796" y="34340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7" name="pt27927"/>
            <p:cNvSpPr/>
            <p:nvPr/>
          </p:nvSpPr>
          <p:spPr>
            <a:xfrm>
              <a:off x="7468913" y="393900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8" name="pt27928"/>
            <p:cNvSpPr/>
            <p:nvPr/>
          </p:nvSpPr>
          <p:spPr>
            <a:xfrm>
              <a:off x="7470221" y="307273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29" name="pt27929"/>
            <p:cNvSpPr/>
            <p:nvPr/>
          </p:nvSpPr>
          <p:spPr>
            <a:xfrm>
              <a:off x="7432549" y="32580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0" name="pt27930"/>
            <p:cNvSpPr/>
            <p:nvPr/>
          </p:nvSpPr>
          <p:spPr>
            <a:xfrm>
              <a:off x="7441875" y="30552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1" name="pt27931"/>
            <p:cNvSpPr/>
            <p:nvPr/>
          </p:nvSpPr>
          <p:spPr>
            <a:xfrm>
              <a:off x="7044225" y="3749598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32" name="pt27932"/>
            <p:cNvSpPr/>
            <p:nvPr/>
          </p:nvSpPr>
          <p:spPr>
            <a:xfrm>
              <a:off x="7431598" y="323558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3" name="pt27933"/>
            <p:cNvSpPr/>
            <p:nvPr/>
          </p:nvSpPr>
          <p:spPr>
            <a:xfrm>
              <a:off x="7424545" y="31296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4" name="pt27934"/>
            <p:cNvSpPr/>
            <p:nvPr/>
          </p:nvSpPr>
          <p:spPr>
            <a:xfrm>
              <a:off x="7436995" y="29589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5" name="pt27935"/>
            <p:cNvSpPr/>
            <p:nvPr/>
          </p:nvSpPr>
          <p:spPr>
            <a:xfrm>
              <a:off x="7459021" y="311062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6" name="pt27936"/>
            <p:cNvSpPr/>
            <p:nvPr/>
          </p:nvSpPr>
          <p:spPr>
            <a:xfrm>
              <a:off x="7432553" y="34044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7" name="pt27937"/>
            <p:cNvSpPr/>
            <p:nvPr/>
          </p:nvSpPr>
          <p:spPr>
            <a:xfrm>
              <a:off x="8193517" y="323617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8" name="pt27938"/>
            <p:cNvSpPr/>
            <p:nvPr/>
          </p:nvSpPr>
          <p:spPr>
            <a:xfrm>
              <a:off x="7444917" y="307116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39" name="pt27939"/>
            <p:cNvSpPr/>
            <p:nvPr/>
          </p:nvSpPr>
          <p:spPr>
            <a:xfrm>
              <a:off x="7455824" y="30826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0" name="pt27940"/>
            <p:cNvSpPr/>
            <p:nvPr/>
          </p:nvSpPr>
          <p:spPr>
            <a:xfrm>
              <a:off x="7466866" y="31297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1" name="pt27941"/>
            <p:cNvSpPr/>
            <p:nvPr/>
          </p:nvSpPr>
          <p:spPr>
            <a:xfrm>
              <a:off x="7429041" y="3096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2" name="pt27942"/>
            <p:cNvSpPr/>
            <p:nvPr/>
          </p:nvSpPr>
          <p:spPr>
            <a:xfrm>
              <a:off x="7428263" y="28141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3" name="pt27943"/>
            <p:cNvSpPr/>
            <p:nvPr/>
          </p:nvSpPr>
          <p:spPr>
            <a:xfrm>
              <a:off x="7413053" y="29444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4" name="pt27944"/>
            <p:cNvSpPr/>
            <p:nvPr/>
          </p:nvSpPr>
          <p:spPr>
            <a:xfrm>
              <a:off x="7323134" y="317159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5" name="pt27945"/>
            <p:cNvSpPr/>
            <p:nvPr/>
          </p:nvSpPr>
          <p:spPr>
            <a:xfrm>
              <a:off x="7338602" y="3131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6" name="pt27946"/>
            <p:cNvSpPr/>
            <p:nvPr/>
          </p:nvSpPr>
          <p:spPr>
            <a:xfrm>
              <a:off x="7799281" y="318818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7" name="pt27947"/>
            <p:cNvSpPr/>
            <p:nvPr/>
          </p:nvSpPr>
          <p:spPr>
            <a:xfrm>
              <a:off x="7436433" y="3161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8" name="pt27948"/>
            <p:cNvSpPr/>
            <p:nvPr/>
          </p:nvSpPr>
          <p:spPr>
            <a:xfrm>
              <a:off x="7487167" y="32273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49" name="pt27949"/>
            <p:cNvSpPr/>
            <p:nvPr/>
          </p:nvSpPr>
          <p:spPr>
            <a:xfrm>
              <a:off x="7435498" y="347500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0" name="pt27950"/>
            <p:cNvSpPr/>
            <p:nvPr/>
          </p:nvSpPr>
          <p:spPr>
            <a:xfrm>
              <a:off x="7467251" y="30137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1" name="pt27951"/>
            <p:cNvSpPr/>
            <p:nvPr/>
          </p:nvSpPr>
          <p:spPr>
            <a:xfrm>
              <a:off x="7441821" y="30941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2" name="pt27952"/>
            <p:cNvSpPr/>
            <p:nvPr/>
          </p:nvSpPr>
          <p:spPr>
            <a:xfrm>
              <a:off x="7235433" y="3650673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53" name="pt27953"/>
            <p:cNvSpPr/>
            <p:nvPr/>
          </p:nvSpPr>
          <p:spPr>
            <a:xfrm>
              <a:off x="7446273" y="31162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4" name="pt27954"/>
            <p:cNvSpPr/>
            <p:nvPr/>
          </p:nvSpPr>
          <p:spPr>
            <a:xfrm>
              <a:off x="7468362" y="315621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5" name="pt27955"/>
            <p:cNvSpPr/>
            <p:nvPr/>
          </p:nvSpPr>
          <p:spPr>
            <a:xfrm>
              <a:off x="7431563" y="31860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6" name="pt27956"/>
            <p:cNvSpPr/>
            <p:nvPr/>
          </p:nvSpPr>
          <p:spPr>
            <a:xfrm>
              <a:off x="7435092" y="31335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7" name="pt27957"/>
            <p:cNvSpPr/>
            <p:nvPr/>
          </p:nvSpPr>
          <p:spPr>
            <a:xfrm>
              <a:off x="7598851" y="365210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58" name="pt27958"/>
            <p:cNvSpPr/>
            <p:nvPr/>
          </p:nvSpPr>
          <p:spPr>
            <a:xfrm>
              <a:off x="7453585" y="32788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59" name="pt27959"/>
            <p:cNvSpPr/>
            <p:nvPr/>
          </p:nvSpPr>
          <p:spPr>
            <a:xfrm>
              <a:off x="7459395" y="33641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0" name="pt27960"/>
            <p:cNvSpPr/>
            <p:nvPr/>
          </p:nvSpPr>
          <p:spPr>
            <a:xfrm>
              <a:off x="6208999" y="3532861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61" name="pt27961"/>
            <p:cNvSpPr/>
            <p:nvPr/>
          </p:nvSpPr>
          <p:spPr>
            <a:xfrm>
              <a:off x="7436812" y="343160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2" name="pt27962"/>
            <p:cNvSpPr/>
            <p:nvPr/>
          </p:nvSpPr>
          <p:spPr>
            <a:xfrm>
              <a:off x="7445778" y="32814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3" name="pt27963"/>
            <p:cNvSpPr/>
            <p:nvPr/>
          </p:nvSpPr>
          <p:spPr>
            <a:xfrm>
              <a:off x="7422995" y="316062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4" name="pt27964"/>
            <p:cNvSpPr/>
            <p:nvPr/>
          </p:nvSpPr>
          <p:spPr>
            <a:xfrm>
              <a:off x="7448206" y="30683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5" name="pt27965"/>
            <p:cNvSpPr/>
            <p:nvPr/>
          </p:nvSpPr>
          <p:spPr>
            <a:xfrm>
              <a:off x="7271823" y="337479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6" name="pt27966"/>
            <p:cNvSpPr/>
            <p:nvPr/>
          </p:nvSpPr>
          <p:spPr>
            <a:xfrm>
              <a:off x="7425389" y="332847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7" name="pt27967"/>
            <p:cNvSpPr/>
            <p:nvPr/>
          </p:nvSpPr>
          <p:spPr>
            <a:xfrm>
              <a:off x="7445122" y="359285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8" name="pt27968"/>
            <p:cNvSpPr/>
            <p:nvPr/>
          </p:nvSpPr>
          <p:spPr>
            <a:xfrm>
              <a:off x="7335370" y="303699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69" name="pt27969"/>
            <p:cNvSpPr/>
            <p:nvPr/>
          </p:nvSpPr>
          <p:spPr>
            <a:xfrm>
              <a:off x="7470011" y="307574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0" name="pt27970"/>
            <p:cNvSpPr/>
            <p:nvPr/>
          </p:nvSpPr>
          <p:spPr>
            <a:xfrm>
              <a:off x="7431721" y="321581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1" name="pt27971"/>
            <p:cNvSpPr/>
            <p:nvPr/>
          </p:nvSpPr>
          <p:spPr>
            <a:xfrm>
              <a:off x="7433388" y="314744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2" name="pt27972"/>
            <p:cNvSpPr/>
            <p:nvPr/>
          </p:nvSpPr>
          <p:spPr>
            <a:xfrm>
              <a:off x="7492651" y="348346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3" name="pt27973"/>
            <p:cNvSpPr/>
            <p:nvPr/>
          </p:nvSpPr>
          <p:spPr>
            <a:xfrm>
              <a:off x="7449921" y="35598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4" name="pt27974"/>
            <p:cNvSpPr/>
            <p:nvPr/>
          </p:nvSpPr>
          <p:spPr>
            <a:xfrm>
              <a:off x="7400768" y="316343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5" name="pt27975"/>
            <p:cNvSpPr/>
            <p:nvPr/>
          </p:nvSpPr>
          <p:spPr>
            <a:xfrm>
              <a:off x="7802130" y="306121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76" name="pt27976"/>
            <p:cNvSpPr/>
            <p:nvPr/>
          </p:nvSpPr>
          <p:spPr>
            <a:xfrm>
              <a:off x="7408018" y="401393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7" name="pt27977"/>
            <p:cNvSpPr/>
            <p:nvPr/>
          </p:nvSpPr>
          <p:spPr>
            <a:xfrm>
              <a:off x="7441864" y="335645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8" name="pt27978"/>
            <p:cNvSpPr/>
            <p:nvPr/>
          </p:nvSpPr>
          <p:spPr>
            <a:xfrm>
              <a:off x="7422880" y="312503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79" name="pt27979"/>
            <p:cNvSpPr/>
            <p:nvPr/>
          </p:nvSpPr>
          <p:spPr>
            <a:xfrm>
              <a:off x="7413172" y="234419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0" name="pt27980"/>
            <p:cNvSpPr/>
            <p:nvPr/>
          </p:nvSpPr>
          <p:spPr>
            <a:xfrm>
              <a:off x="7392744" y="34092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1" name="pt27981"/>
            <p:cNvSpPr/>
            <p:nvPr/>
          </p:nvSpPr>
          <p:spPr>
            <a:xfrm>
              <a:off x="7454437" y="344086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2" name="pt27982"/>
            <p:cNvSpPr/>
            <p:nvPr/>
          </p:nvSpPr>
          <p:spPr>
            <a:xfrm>
              <a:off x="7441658" y="31028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3" name="pt27983"/>
            <p:cNvSpPr/>
            <p:nvPr/>
          </p:nvSpPr>
          <p:spPr>
            <a:xfrm>
              <a:off x="7458268" y="38353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4" name="pt27984"/>
            <p:cNvSpPr/>
            <p:nvPr/>
          </p:nvSpPr>
          <p:spPr>
            <a:xfrm>
              <a:off x="7374131" y="32359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5" name="pt27985"/>
            <p:cNvSpPr/>
            <p:nvPr/>
          </p:nvSpPr>
          <p:spPr>
            <a:xfrm>
              <a:off x="7493929" y="383397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6" name="pt27986"/>
            <p:cNvSpPr/>
            <p:nvPr/>
          </p:nvSpPr>
          <p:spPr>
            <a:xfrm>
              <a:off x="6539986" y="336465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7" name="pt27987"/>
            <p:cNvSpPr/>
            <p:nvPr/>
          </p:nvSpPr>
          <p:spPr>
            <a:xfrm>
              <a:off x="6812417" y="3539994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88" name="pt27988"/>
            <p:cNvSpPr/>
            <p:nvPr/>
          </p:nvSpPr>
          <p:spPr>
            <a:xfrm>
              <a:off x="7408412" y="295897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89" name="pt27989"/>
            <p:cNvSpPr/>
            <p:nvPr/>
          </p:nvSpPr>
          <p:spPr>
            <a:xfrm>
              <a:off x="7447135" y="32723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0" name="pt27990"/>
            <p:cNvSpPr/>
            <p:nvPr/>
          </p:nvSpPr>
          <p:spPr>
            <a:xfrm>
              <a:off x="7431853" y="34178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1" name="pt27991"/>
            <p:cNvSpPr/>
            <p:nvPr/>
          </p:nvSpPr>
          <p:spPr>
            <a:xfrm>
              <a:off x="7435013" y="295830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2" name="pt27992"/>
            <p:cNvSpPr/>
            <p:nvPr/>
          </p:nvSpPr>
          <p:spPr>
            <a:xfrm>
              <a:off x="7411124" y="333533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3" name="pt27993"/>
            <p:cNvSpPr/>
            <p:nvPr/>
          </p:nvSpPr>
          <p:spPr>
            <a:xfrm>
              <a:off x="7436885" y="336041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4" name="pt27994"/>
            <p:cNvSpPr/>
            <p:nvPr/>
          </p:nvSpPr>
          <p:spPr>
            <a:xfrm>
              <a:off x="7404968" y="322736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5" name="pt27995"/>
            <p:cNvSpPr/>
            <p:nvPr/>
          </p:nvSpPr>
          <p:spPr>
            <a:xfrm>
              <a:off x="7419357" y="313155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6" name="pt27996"/>
            <p:cNvSpPr/>
            <p:nvPr/>
          </p:nvSpPr>
          <p:spPr>
            <a:xfrm>
              <a:off x="7432258" y="310914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7" name="pt27997"/>
            <p:cNvSpPr/>
            <p:nvPr/>
          </p:nvSpPr>
          <p:spPr>
            <a:xfrm>
              <a:off x="7479410" y="325894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8" name="pt27998"/>
            <p:cNvSpPr/>
            <p:nvPr/>
          </p:nvSpPr>
          <p:spPr>
            <a:xfrm>
              <a:off x="7437507" y="301033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7999" name="pt27999"/>
            <p:cNvSpPr/>
            <p:nvPr/>
          </p:nvSpPr>
          <p:spPr>
            <a:xfrm>
              <a:off x="6631302" y="3859157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00" name="pt28000"/>
            <p:cNvSpPr/>
            <p:nvPr/>
          </p:nvSpPr>
          <p:spPr>
            <a:xfrm>
              <a:off x="7409404" y="3641353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1" name="pt28001"/>
            <p:cNvSpPr/>
            <p:nvPr/>
          </p:nvSpPr>
          <p:spPr>
            <a:xfrm>
              <a:off x="7449067" y="3259800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2" name="pt28002"/>
            <p:cNvSpPr/>
            <p:nvPr/>
          </p:nvSpPr>
          <p:spPr>
            <a:xfrm>
              <a:off x="7447320" y="312489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3" name="pt28003"/>
            <p:cNvSpPr/>
            <p:nvPr/>
          </p:nvSpPr>
          <p:spPr>
            <a:xfrm>
              <a:off x="7741449" y="3798692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04" name="pt28004"/>
            <p:cNvSpPr/>
            <p:nvPr/>
          </p:nvSpPr>
          <p:spPr>
            <a:xfrm>
              <a:off x="7458508" y="344645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5" name="pt28005"/>
            <p:cNvSpPr/>
            <p:nvPr/>
          </p:nvSpPr>
          <p:spPr>
            <a:xfrm>
              <a:off x="7457941" y="312785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6" name="pt28006"/>
            <p:cNvSpPr/>
            <p:nvPr/>
          </p:nvSpPr>
          <p:spPr>
            <a:xfrm>
              <a:off x="7399215" y="330742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7" name="pt28007"/>
            <p:cNvSpPr/>
            <p:nvPr/>
          </p:nvSpPr>
          <p:spPr>
            <a:xfrm>
              <a:off x="7245890" y="321162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8" name="pt28008"/>
            <p:cNvSpPr/>
            <p:nvPr/>
          </p:nvSpPr>
          <p:spPr>
            <a:xfrm>
              <a:off x="7150141" y="3272865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09" name="pt28009"/>
            <p:cNvSpPr/>
            <p:nvPr/>
          </p:nvSpPr>
          <p:spPr>
            <a:xfrm>
              <a:off x="7435129" y="293258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0" name="pt28010"/>
            <p:cNvSpPr/>
            <p:nvPr/>
          </p:nvSpPr>
          <p:spPr>
            <a:xfrm>
              <a:off x="7420014" y="310535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1" name="pt28011"/>
            <p:cNvSpPr/>
            <p:nvPr/>
          </p:nvSpPr>
          <p:spPr>
            <a:xfrm>
              <a:off x="7867134" y="337095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2" name="pt28012"/>
            <p:cNvSpPr/>
            <p:nvPr/>
          </p:nvSpPr>
          <p:spPr>
            <a:xfrm>
              <a:off x="7391239" y="3457136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3" name="pt28013"/>
            <p:cNvSpPr/>
            <p:nvPr/>
          </p:nvSpPr>
          <p:spPr>
            <a:xfrm>
              <a:off x="7374376" y="3202792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4" name="pt28014"/>
            <p:cNvSpPr/>
            <p:nvPr/>
          </p:nvSpPr>
          <p:spPr>
            <a:xfrm>
              <a:off x="7419489" y="321868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5" name="pt28015"/>
            <p:cNvSpPr/>
            <p:nvPr/>
          </p:nvSpPr>
          <p:spPr>
            <a:xfrm>
              <a:off x="7357766" y="3217244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6" name="pt28016"/>
            <p:cNvSpPr/>
            <p:nvPr/>
          </p:nvSpPr>
          <p:spPr>
            <a:xfrm>
              <a:off x="7446006" y="3330929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7" name="pt28017"/>
            <p:cNvSpPr/>
            <p:nvPr/>
          </p:nvSpPr>
          <p:spPr>
            <a:xfrm>
              <a:off x="7510082" y="298140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8" name="pt28018"/>
            <p:cNvSpPr/>
            <p:nvPr/>
          </p:nvSpPr>
          <p:spPr>
            <a:xfrm>
              <a:off x="7372834" y="3336447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19" name="pt28019"/>
            <p:cNvSpPr/>
            <p:nvPr/>
          </p:nvSpPr>
          <p:spPr>
            <a:xfrm>
              <a:off x="6739718" y="3159561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0" name="pt28020"/>
            <p:cNvSpPr/>
            <p:nvPr/>
          </p:nvSpPr>
          <p:spPr>
            <a:xfrm>
              <a:off x="7404827" y="3571228"/>
              <a:ext cx="54165" cy="54165"/>
            </a:xfrm>
            <a:prstGeom prst="ellipse">
              <a:avLst/>
            </a:prstGeom>
            <a:solidFill>
              <a:srgbClr val="FC8D59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1" name="pt28021"/>
            <p:cNvSpPr/>
            <p:nvPr/>
          </p:nvSpPr>
          <p:spPr>
            <a:xfrm>
              <a:off x="7020448" y="376392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22" name="pt28022"/>
            <p:cNvSpPr/>
            <p:nvPr/>
          </p:nvSpPr>
          <p:spPr>
            <a:xfrm>
              <a:off x="7487918" y="3203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3" name="pt28023"/>
            <p:cNvSpPr/>
            <p:nvPr/>
          </p:nvSpPr>
          <p:spPr>
            <a:xfrm>
              <a:off x="6527435" y="34366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4" name="pt28024"/>
            <p:cNvSpPr/>
            <p:nvPr/>
          </p:nvSpPr>
          <p:spPr>
            <a:xfrm>
              <a:off x="7456705" y="3240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5" name="pt28025"/>
            <p:cNvSpPr/>
            <p:nvPr/>
          </p:nvSpPr>
          <p:spPr>
            <a:xfrm>
              <a:off x="7351372" y="3324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6" name="pt28026"/>
            <p:cNvSpPr/>
            <p:nvPr/>
          </p:nvSpPr>
          <p:spPr>
            <a:xfrm>
              <a:off x="6556641" y="342879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27" name="pt28027"/>
            <p:cNvSpPr/>
            <p:nvPr/>
          </p:nvSpPr>
          <p:spPr>
            <a:xfrm>
              <a:off x="7373541" y="3319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28" name="pt28028"/>
            <p:cNvSpPr/>
            <p:nvPr/>
          </p:nvSpPr>
          <p:spPr>
            <a:xfrm>
              <a:off x="7206351" y="393681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29" name="pt28029"/>
            <p:cNvSpPr/>
            <p:nvPr/>
          </p:nvSpPr>
          <p:spPr>
            <a:xfrm>
              <a:off x="7426338" y="3360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0" name="pt28030"/>
            <p:cNvSpPr/>
            <p:nvPr/>
          </p:nvSpPr>
          <p:spPr>
            <a:xfrm>
              <a:off x="7445036" y="3560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1" name="pt28031"/>
            <p:cNvSpPr/>
            <p:nvPr/>
          </p:nvSpPr>
          <p:spPr>
            <a:xfrm>
              <a:off x="7403578" y="3240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2" name="pt28032"/>
            <p:cNvSpPr/>
            <p:nvPr/>
          </p:nvSpPr>
          <p:spPr>
            <a:xfrm>
              <a:off x="7302050" y="3307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3" name="pt28033"/>
            <p:cNvSpPr/>
            <p:nvPr/>
          </p:nvSpPr>
          <p:spPr>
            <a:xfrm>
              <a:off x="7042013" y="371538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34" name="pt28034"/>
            <p:cNvSpPr/>
            <p:nvPr/>
          </p:nvSpPr>
          <p:spPr>
            <a:xfrm>
              <a:off x="7443279" y="3351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5" name="pt28035"/>
            <p:cNvSpPr/>
            <p:nvPr/>
          </p:nvSpPr>
          <p:spPr>
            <a:xfrm>
              <a:off x="7450566" y="3286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6" name="pt28036"/>
            <p:cNvSpPr/>
            <p:nvPr/>
          </p:nvSpPr>
          <p:spPr>
            <a:xfrm>
              <a:off x="6964308" y="416175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37" name="pt28037"/>
            <p:cNvSpPr/>
            <p:nvPr/>
          </p:nvSpPr>
          <p:spPr>
            <a:xfrm>
              <a:off x="7370262" y="4245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8" name="pt28038"/>
            <p:cNvSpPr/>
            <p:nvPr/>
          </p:nvSpPr>
          <p:spPr>
            <a:xfrm>
              <a:off x="7681842" y="3384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39" name="pt28039"/>
            <p:cNvSpPr/>
            <p:nvPr/>
          </p:nvSpPr>
          <p:spPr>
            <a:xfrm>
              <a:off x="7948355" y="277533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40" name="pt28040"/>
            <p:cNvSpPr/>
            <p:nvPr/>
          </p:nvSpPr>
          <p:spPr>
            <a:xfrm>
              <a:off x="7372831" y="3194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1" name="pt28041"/>
            <p:cNvSpPr/>
            <p:nvPr/>
          </p:nvSpPr>
          <p:spPr>
            <a:xfrm>
              <a:off x="7463334" y="25441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2" name="pt28042"/>
            <p:cNvSpPr/>
            <p:nvPr/>
          </p:nvSpPr>
          <p:spPr>
            <a:xfrm>
              <a:off x="7465989" y="3204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3" name="pt28043"/>
            <p:cNvSpPr/>
            <p:nvPr/>
          </p:nvSpPr>
          <p:spPr>
            <a:xfrm>
              <a:off x="7516102" y="3553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4" name="pt28044"/>
            <p:cNvSpPr/>
            <p:nvPr/>
          </p:nvSpPr>
          <p:spPr>
            <a:xfrm>
              <a:off x="7406481" y="3717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5" name="pt28045"/>
            <p:cNvSpPr/>
            <p:nvPr/>
          </p:nvSpPr>
          <p:spPr>
            <a:xfrm>
              <a:off x="7377625" y="3461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6" name="pt28046"/>
            <p:cNvSpPr/>
            <p:nvPr/>
          </p:nvSpPr>
          <p:spPr>
            <a:xfrm>
              <a:off x="7404876" y="40784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7" name="pt28047"/>
            <p:cNvSpPr/>
            <p:nvPr/>
          </p:nvSpPr>
          <p:spPr>
            <a:xfrm>
              <a:off x="7448800" y="32036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8" name="pt28048"/>
            <p:cNvSpPr/>
            <p:nvPr/>
          </p:nvSpPr>
          <p:spPr>
            <a:xfrm>
              <a:off x="7416453" y="3579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49" name="pt28049"/>
            <p:cNvSpPr/>
            <p:nvPr/>
          </p:nvSpPr>
          <p:spPr>
            <a:xfrm>
              <a:off x="7418329" y="4031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0" name="pt28050"/>
            <p:cNvSpPr/>
            <p:nvPr/>
          </p:nvSpPr>
          <p:spPr>
            <a:xfrm>
              <a:off x="7444640" y="33379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1" name="pt28051"/>
            <p:cNvSpPr/>
            <p:nvPr/>
          </p:nvSpPr>
          <p:spPr>
            <a:xfrm>
              <a:off x="7412905" y="3668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2" name="pt28052"/>
            <p:cNvSpPr/>
            <p:nvPr/>
          </p:nvSpPr>
          <p:spPr>
            <a:xfrm>
              <a:off x="7346814" y="3598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3" name="pt28053"/>
            <p:cNvSpPr/>
            <p:nvPr/>
          </p:nvSpPr>
          <p:spPr>
            <a:xfrm>
              <a:off x="7427372" y="36308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4" name="pt28054"/>
            <p:cNvSpPr/>
            <p:nvPr/>
          </p:nvSpPr>
          <p:spPr>
            <a:xfrm>
              <a:off x="7421352" y="3732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5" name="pt28055"/>
            <p:cNvSpPr/>
            <p:nvPr/>
          </p:nvSpPr>
          <p:spPr>
            <a:xfrm>
              <a:off x="7442080" y="3776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6" name="pt28056"/>
            <p:cNvSpPr/>
            <p:nvPr/>
          </p:nvSpPr>
          <p:spPr>
            <a:xfrm>
              <a:off x="7454028" y="35961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7" name="pt28057"/>
            <p:cNvSpPr/>
            <p:nvPr/>
          </p:nvSpPr>
          <p:spPr>
            <a:xfrm>
              <a:off x="7404382" y="3438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8" name="pt28058"/>
            <p:cNvSpPr/>
            <p:nvPr/>
          </p:nvSpPr>
          <p:spPr>
            <a:xfrm>
              <a:off x="7439353" y="3512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59" name="pt28059"/>
            <p:cNvSpPr/>
            <p:nvPr/>
          </p:nvSpPr>
          <p:spPr>
            <a:xfrm>
              <a:off x="7472091" y="32526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0" name="pt28060"/>
            <p:cNvSpPr/>
            <p:nvPr/>
          </p:nvSpPr>
          <p:spPr>
            <a:xfrm>
              <a:off x="7447584" y="3217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1" name="pt28061"/>
            <p:cNvSpPr/>
            <p:nvPr/>
          </p:nvSpPr>
          <p:spPr>
            <a:xfrm>
              <a:off x="7414337" y="3233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2" name="pt28062"/>
            <p:cNvSpPr/>
            <p:nvPr/>
          </p:nvSpPr>
          <p:spPr>
            <a:xfrm>
              <a:off x="7509992" y="3159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3" name="pt28063"/>
            <p:cNvSpPr/>
            <p:nvPr/>
          </p:nvSpPr>
          <p:spPr>
            <a:xfrm>
              <a:off x="7410003" y="5167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4" name="pt28064"/>
            <p:cNvSpPr/>
            <p:nvPr/>
          </p:nvSpPr>
          <p:spPr>
            <a:xfrm>
              <a:off x="7474339" y="1735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5" name="pt28065"/>
            <p:cNvSpPr/>
            <p:nvPr/>
          </p:nvSpPr>
          <p:spPr>
            <a:xfrm>
              <a:off x="7418903" y="2800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6" name="pt28066"/>
            <p:cNvSpPr/>
            <p:nvPr/>
          </p:nvSpPr>
          <p:spPr>
            <a:xfrm>
              <a:off x="7456349" y="31710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7" name="pt28067"/>
            <p:cNvSpPr/>
            <p:nvPr/>
          </p:nvSpPr>
          <p:spPr>
            <a:xfrm>
              <a:off x="7427598" y="3306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8" name="pt28068"/>
            <p:cNvSpPr/>
            <p:nvPr/>
          </p:nvSpPr>
          <p:spPr>
            <a:xfrm>
              <a:off x="7437676" y="3282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69" name="pt28069"/>
            <p:cNvSpPr/>
            <p:nvPr/>
          </p:nvSpPr>
          <p:spPr>
            <a:xfrm>
              <a:off x="7431086" y="3336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0" name="pt28070"/>
            <p:cNvSpPr/>
            <p:nvPr/>
          </p:nvSpPr>
          <p:spPr>
            <a:xfrm>
              <a:off x="7427314" y="2876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1" name="pt28071"/>
            <p:cNvSpPr/>
            <p:nvPr/>
          </p:nvSpPr>
          <p:spPr>
            <a:xfrm>
              <a:off x="7296973" y="3847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2" name="pt28072"/>
            <p:cNvSpPr/>
            <p:nvPr/>
          </p:nvSpPr>
          <p:spPr>
            <a:xfrm>
              <a:off x="7426067" y="34302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3" name="pt28073"/>
            <p:cNvSpPr/>
            <p:nvPr/>
          </p:nvSpPr>
          <p:spPr>
            <a:xfrm>
              <a:off x="7434795" y="3422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4" name="pt28074"/>
            <p:cNvSpPr/>
            <p:nvPr/>
          </p:nvSpPr>
          <p:spPr>
            <a:xfrm>
              <a:off x="7415420" y="3352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5" name="pt28075"/>
            <p:cNvSpPr/>
            <p:nvPr/>
          </p:nvSpPr>
          <p:spPr>
            <a:xfrm>
              <a:off x="7426419" y="3477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6" name="pt28076"/>
            <p:cNvSpPr/>
            <p:nvPr/>
          </p:nvSpPr>
          <p:spPr>
            <a:xfrm>
              <a:off x="7424489" y="31896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7" name="pt28077"/>
            <p:cNvSpPr/>
            <p:nvPr/>
          </p:nvSpPr>
          <p:spPr>
            <a:xfrm>
              <a:off x="7419073" y="3616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8" name="pt28078"/>
            <p:cNvSpPr/>
            <p:nvPr/>
          </p:nvSpPr>
          <p:spPr>
            <a:xfrm>
              <a:off x="7447322" y="35566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79" name="pt28079"/>
            <p:cNvSpPr/>
            <p:nvPr/>
          </p:nvSpPr>
          <p:spPr>
            <a:xfrm>
              <a:off x="7406564" y="3606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0" name="pt28080"/>
            <p:cNvSpPr/>
            <p:nvPr/>
          </p:nvSpPr>
          <p:spPr>
            <a:xfrm>
              <a:off x="7425355" y="3437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1" name="pt28081"/>
            <p:cNvSpPr/>
            <p:nvPr/>
          </p:nvSpPr>
          <p:spPr>
            <a:xfrm>
              <a:off x="7434603" y="3253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2" name="pt28082"/>
            <p:cNvSpPr/>
            <p:nvPr/>
          </p:nvSpPr>
          <p:spPr>
            <a:xfrm>
              <a:off x="7422699" y="3601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3" name="pt28083"/>
            <p:cNvSpPr/>
            <p:nvPr/>
          </p:nvSpPr>
          <p:spPr>
            <a:xfrm>
              <a:off x="7492175" y="3650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4" name="pt28084"/>
            <p:cNvSpPr/>
            <p:nvPr/>
          </p:nvSpPr>
          <p:spPr>
            <a:xfrm>
              <a:off x="7433691" y="42106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5" name="pt28085"/>
            <p:cNvSpPr/>
            <p:nvPr/>
          </p:nvSpPr>
          <p:spPr>
            <a:xfrm>
              <a:off x="7456505" y="3617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6" name="pt28086"/>
            <p:cNvSpPr/>
            <p:nvPr/>
          </p:nvSpPr>
          <p:spPr>
            <a:xfrm>
              <a:off x="7447657" y="4230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7" name="pt28087"/>
            <p:cNvSpPr/>
            <p:nvPr/>
          </p:nvSpPr>
          <p:spPr>
            <a:xfrm>
              <a:off x="8220953" y="279394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88" name="pt28088"/>
            <p:cNvSpPr/>
            <p:nvPr/>
          </p:nvSpPr>
          <p:spPr>
            <a:xfrm>
              <a:off x="7470653" y="28044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89" name="pt28089"/>
            <p:cNvSpPr/>
            <p:nvPr/>
          </p:nvSpPr>
          <p:spPr>
            <a:xfrm>
              <a:off x="7430619" y="3256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0" name="pt28090"/>
            <p:cNvSpPr/>
            <p:nvPr/>
          </p:nvSpPr>
          <p:spPr>
            <a:xfrm>
              <a:off x="7437268" y="2984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1" name="pt28091"/>
            <p:cNvSpPr/>
            <p:nvPr/>
          </p:nvSpPr>
          <p:spPr>
            <a:xfrm>
              <a:off x="7453987" y="2981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2" name="pt28092"/>
            <p:cNvSpPr/>
            <p:nvPr/>
          </p:nvSpPr>
          <p:spPr>
            <a:xfrm>
              <a:off x="7464518" y="3156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3" name="pt28093"/>
            <p:cNvSpPr/>
            <p:nvPr/>
          </p:nvSpPr>
          <p:spPr>
            <a:xfrm>
              <a:off x="7440816" y="3424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4" name="pt28094"/>
            <p:cNvSpPr/>
            <p:nvPr/>
          </p:nvSpPr>
          <p:spPr>
            <a:xfrm>
              <a:off x="7381664" y="3518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5" name="pt28095"/>
            <p:cNvSpPr/>
            <p:nvPr/>
          </p:nvSpPr>
          <p:spPr>
            <a:xfrm>
              <a:off x="7404222" y="3638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6" name="pt28096"/>
            <p:cNvSpPr/>
            <p:nvPr/>
          </p:nvSpPr>
          <p:spPr>
            <a:xfrm>
              <a:off x="7434571" y="3402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7" name="pt28097"/>
            <p:cNvSpPr/>
            <p:nvPr/>
          </p:nvSpPr>
          <p:spPr>
            <a:xfrm>
              <a:off x="7435630" y="36636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8" name="pt28098"/>
            <p:cNvSpPr/>
            <p:nvPr/>
          </p:nvSpPr>
          <p:spPr>
            <a:xfrm>
              <a:off x="7400810" y="3691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099" name="pt28099"/>
            <p:cNvSpPr/>
            <p:nvPr/>
          </p:nvSpPr>
          <p:spPr>
            <a:xfrm>
              <a:off x="7456694" y="3251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0" name="pt28100"/>
            <p:cNvSpPr/>
            <p:nvPr/>
          </p:nvSpPr>
          <p:spPr>
            <a:xfrm>
              <a:off x="7479088" y="3234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1" name="pt28101"/>
            <p:cNvSpPr/>
            <p:nvPr/>
          </p:nvSpPr>
          <p:spPr>
            <a:xfrm>
              <a:off x="7437723" y="3534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2" name="pt28102"/>
            <p:cNvSpPr/>
            <p:nvPr/>
          </p:nvSpPr>
          <p:spPr>
            <a:xfrm>
              <a:off x="7426376" y="3347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3" name="pt28103"/>
            <p:cNvSpPr/>
            <p:nvPr/>
          </p:nvSpPr>
          <p:spPr>
            <a:xfrm>
              <a:off x="7420714" y="3467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4" name="pt28104"/>
            <p:cNvSpPr/>
            <p:nvPr/>
          </p:nvSpPr>
          <p:spPr>
            <a:xfrm>
              <a:off x="7437449" y="3458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5" name="pt28105"/>
            <p:cNvSpPr/>
            <p:nvPr/>
          </p:nvSpPr>
          <p:spPr>
            <a:xfrm>
              <a:off x="7403522" y="3235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6" name="pt28106"/>
            <p:cNvSpPr/>
            <p:nvPr/>
          </p:nvSpPr>
          <p:spPr>
            <a:xfrm>
              <a:off x="6779621" y="396762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07" name="pt28107"/>
            <p:cNvSpPr/>
            <p:nvPr/>
          </p:nvSpPr>
          <p:spPr>
            <a:xfrm>
              <a:off x="7417027" y="3388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8" name="pt28108"/>
            <p:cNvSpPr/>
            <p:nvPr/>
          </p:nvSpPr>
          <p:spPr>
            <a:xfrm>
              <a:off x="7642308" y="2536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09" name="pt28109"/>
            <p:cNvSpPr/>
            <p:nvPr/>
          </p:nvSpPr>
          <p:spPr>
            <a:xfrm>
              <a:off x="7407922" y="4558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0" name="pt28110"/>
            <p:cNvSpPr/>
            <p:nvPr/>
          </p:nvSpPr>
          <p:spPr>
            <a:xfrm>
              <a:off x="6732786" y="360795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11" name="pt28111"/>
            <p:cNvSpPr/>
            <p:nvPr/>
          </p:nvSpPr>
          <p:spPr>
            <a:xfrm>
              <a:off x="7442878" y="3411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2" name="pt28112"/>
            <p:cNvSpPr/>
            <p:nvPr/>
          </p:nvSpPr>
          <p:spPr>
            <a:xfrm>
              <a:off x="7422825" y="33491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3" name="pt28113"/>
            <p:cNvSpPr/>
            <p:nvPr/>
          </p:nvSpPr>
          <p:spPr>
            <a:xfrm>
              <a:off x="7427468" y="3635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4" name="pt28114"/>
            <p:cNvSpPr/>
            <p:nvPr/>
          </p:nvSpPr>
          <p:spPr>
            <a:xfrm>
              <a:off x="7446760" y="3533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5" name="pt28115"/>
            <p:cNvSpPr/>
            <p:nvPr/>
          </p:nvSpPr>
          <p:spPr>
            <a:xfrm>
              <a:off x="7489614" y="32629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6" name="pt28116"/>
            <p:cNvSpPr/>
            <p:nvPr/>
          </p:nvSpPr>
          <p:spPr>
            <a:xfrm>
              <a:off x="7447735" y="3510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7" name="pt28117"/>
            <p:cNvSpPr/>
            <p:nvPr/>
          </p:nvSpPr>
          <p:spPr>
            <a:xfrm>
              <a:off x="7317476" y="3704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8" name="pt28118"/>
            <p:cNvSpPr/>
            <p:nvPr/>
          </p:nvSpPr>
          <p:spPr>
            <a:xfrm>
              <a:off x="7442203" y="3651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19" name="pt28119"/>
            <p:cNvSpPr/>
            <p:nvPr/>
          </p:nvSpPr>
          <p:spPr>
            <a:xfrm>
              <a:off x="7442770" y="3272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0" name="pt28120"/>
            <p:cNvSpPr/>
            <p:nvPr/>
          </p:nvSpPr>
          <p:spPr>
            <a:xfrm>
              <a:off x="7328321" y="4649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1" name="pt28121"/>
            <p:cNvSpPr/>
            <p:nvPr/>
          </p:nvSpPr>
          <p:spPr>
            <a:xfrm>
              <a:off x="7414339" y="4729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2" name="pt28122"/>
            <p:cNvSpPr/>
            <p:nvPr/>
          </p:nvSpPr>
          <p:spPr>
            <a:xfrm>
              <a:off x="7378119" y="4541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3" name="pt28123"/>
            <p:cNvSpPr/>
            <p:nvPr/>
          </p:nvSpPr>
          <p:spPr>
            <a:xfrm>
              <a:off x="7364376" y="50010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4" name="pt28124"/>
            <p:cNvSpPr/>
            <p:nvPr/>
          </p:nvSpPr>
          <p:spPr>
            <a:xfrm>
              <a:off x="7421079" y="4927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5" name="pt28125"/>
            <p:cNvSpPr/>
            <p:nvPr/>
          </p:nvSpPr>
          <p:spPr>
            <a:xfrm>
              <a:off x="7429215" y="3688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6" name="pt28126"/>
            <p:cNvSpPr/>
            <p:nvPr/>
          </p:nvSpPr>
          <p:spPr>
            <a:xfrm>
              <a:off x="7433520" y="3694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7" name="pt28127"/>
            <p:cNvSpPr/>
            <p:nvPr/>
          </p:nvSpPr>
          <p:spPr>
            <a:xfrm>
              <a:off x="7474726" y="3265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8" name="pt28128"/>
            <p:cNvSpPr/>
            <p:nvPr/>
          </p:nvSpPr>
          <p:spPr>
            <a:xfrm>
              <a:off x="7453272" y="3040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29" name="pt28129"/>
            <p:cNvSpPr/>
            <p:nvPr/>
          </p:nvSpPr>
          <p:spPr>
            <a:xfrm>
              <a:off x="7491075" y="32123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0" name="pt28130"/>
            <p:cNvSpPr/>
            <p:nvPr/>
          </p:nvSpPr>
          <p:spPr>
            <a:xfrm>
              <a:off x="7459068" y="3202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1" name="pt28131"/>
            <p:cNvSpPr/>
            <p:nvPr/>
          </p:nvSpPr>
          <p:spPr>
            <a:xfrm>
              <a:off x="7456681" y="3303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2" name="pt28132"/>
            <p:cNvSpPr/>
            <p:nvPr/>
          </p:nvSpPr>
          <p:spPr>
            <a:xfrm>
              <a:off x="7466531" y="33168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3" name="pt28133"/>
            <p:cNvSpPr/>
            <p:nvPr/>
          </p:nvSpPr>
          <p:spPr>
            <a:xfrm>
              <a:off x="7406800" y="3937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4" name="pt28134"/>
            <p:cNvSpPr/>
            <p:nvPr/>
          </p:nvSpPr>
          <p:spPr>
            <a:xfrm>
              <a:off x="7443164" y="3258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5" name="pt28135"/>
            <p:cNvSpPr/>
            <p:nvPr/>
          </p:nvSpPr>
          <p:spPr>
            <a:xfrm>
              <a:off x="7438189" y="35327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6" name="pt28136"/>
            <p:cNvSpPr/>
            <p:nvPr/>
          </p:nvSpPr>
          <p:spPr>
            <a:xfrm>
              <a:off x="7438016" y="3269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7" name="pt28137"/>
            <p:cNvSpPr/>
            <p:nvPr/>
          </p:nvSpPr>
          <p:spPr>
            <a:xfrm>
              <a:off x="7433267" y="33109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8" name="pt28138"/>
            <p:cNvSpPr/>
            <p:nvPr/>
          </p:nvSpPr>
          <p:spPr>
            <a:xfrm>
              <a:off x="7452260" y="3319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39" name="pt28139"/>
            <p:cNvSpPr/>
            <p:nvPr/>
          </p:nvSpPr>
          <p:spPr>
            <a:xfrm>
              <a:off x="7427495" y="3811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0" name="pt28140"/>
            <p:cNvSpPr/>
            <p:nvPr/>
          </p:nvSpPr>
          <p:spPr>
            <a:xfrm>
              <a:off x="7163240" y="42183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1" name="pt28141"/>
            <p:cNvSpPr/>
            <p:nvPr/>
          </p:nvSpPr>
          <p:spPr>
            <a:xfrm>
              <a:off x="7417020" y="2998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2" name="pt28142"/>
            <p:cNvSpPr/>
            <p:nvPr/>
          </p:nvSpPr>
          <p:spPr>
            <a:xfrm>
              <a:off x="7444564" y="3374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3" name="pt28143"/>
            <p:cNvSpPr/>
            <p:nvPr/>
          </p:nvSpPr>
          <p:spPr>
            <a:xfrm>
              <a:off x="7436500" y="3453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4" name="pt28144"/>
            <p:cNvSpPr/>
            <p:nvPr/>
          </p:nvSpPr>
          <p:spPr>
            <a:xfrm>
              <a:off x="7365167" y="3603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5" name="pt28145"/>
            <p:cNvSpPr/>
            <p:nvPr/>
          </p:nvSpPr>
          <p:spPr>
            <a:xfrm>
              <a:off x="6618612" y="32159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6" name="pt28146"/>
            <p:cNvSpPr/>
            <p:nvPr/>
          </p:nvSpPr>
          <p:spPr>
            <a:xfrm>
              <a:off x="7433849" y="32951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7" name="pt28147"/>
            <p:cNvSpPr/>
            <p:nvPr/>
          </p:nvSpPr>
          <p:spPr>
            <a:xfrm>
              <a:off x="7462187" y="32717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8" name="pt28148"/>
            <p:cNvSpPr/>
            <p:nvPr/>
          </p:nvSpPr>
          <p:spPr>
            <a:xfrm>
              <a:off x="7411544" y="34997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49" name="pt28149"/>
            <p:cNvSpPr/>
            <p:nvPr/>
          </p:nvSpPr>
          <p:spPr>
            <a:xfrm>
              <a:off x="7461987" y="3158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0" name="pt28150"/>
            <p:cNvSpPr/>
            <p:nvPr/>
          </p:nvSpPr>
          <p:spPr>
            <a:xfrm>
              <a:off x="7418177" y="33669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1" name="pt28151"/>
            <p:cNvSpPr/>
            <p:nvPr/>
          </p:nvSpPr>
          <p:spPr>
            <a:xfrm>
              <a:off x="7438504" y="3530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2" name="pt28152"/>
            <p:cNvSpPr/>
            <p:nvPr/>
          </p:nvSpPr>
          <p:spPr>
            <a:xfrm>
              <a:off x="7425919" y="3494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3" name="pt28153"/>
            <p:cNvSpPr/>
            <p:nvPr/>
          </p:nvSpPr>
          <p:spPr>
            <a:xfrm>
              <a:off x="7452177" y="3288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4" name="pt28154"/>
            <p:cNvSpPr/>
            <p:nvPr/>
          </p:nvSpPr>
          <p:spPr>
            <a:xfrm>
              <a:off x="7432492" y="3304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5" name="pt28155"/>
            <p:cNvSpPr/>
            <p:nvPr/>
          </p:nvSpPr>
          <p:spPr>
            <a:xfrm>
              <a:off x="7436887" y="3177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6" name="pt28156"/>
            <p:cNvSpPr/>
            <p:nvPr/>
          </p:nvSpPr>
          <p:spPr>
            <a:xfrm>
              <a:off x="7427698" y="3415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7" name="pt28157"/>
            <p:cNvSpPr/>
            <p:nvPr/>
          </p:nvSpPr>
          <p:spPr>
            <a:xfrm>
              <a:off x="7393960" y="4699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8" name="pt28158"/>
            <p:cNvSpPr/>
            <p:nvPr/>
          </p:nvSpPr>
          <p:spPr>
            <a:xfrm>
              <a:off x="7385386" y="4701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59" name="pt28159"/>
            <p:cNvSpPr/>
            <p:nvPr/>
          </p:nvSpPr>
          <p:spPr>
            <a:xfrm>
              <a:off x="6796927" y="476873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60" name="pt28160"/>
            <p:cNvSpPr/>
            <p:nvPr/>
          </p:nvSpPr>
          <p:spPr>
            <a:xfrm>
              <a:off x="7386473" y="37073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1" name="pt28161"/>
            <p:cNvSpPr/>
            <p:nvPr/>
          </p:nvSpPr>
          <p:spPr>
            <a:xfrm>
              <a:off x="7363970" y="4272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2" name="pt28162"/>
            <p:cNvSpPr/>
            <p:nvPr/>
          </p:nvSpPr>
          <p:spPr>
            <a:xfrm>
              <a:off x="7465630" y="3263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3" name="pt28163"/>
            <p:cNvSpPr/>
            <p:nvPr/>
          </p:nvSpPr>
          <p:spPr>
            <a:xfrm>
              <a:off x="7154922" y="347652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64" name="pt28164"/>
            <p:cNvSpPr/>
            <p:nvPr/>
          </p:nvSpPr>
          <p:spPr>
            <a:xfrm>
              <a:off x="7426068" y="37667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5" name="pt28165"/>
            <p:cNvSpPr/>
            <p:nvPr/>
          </p:nvSpPr>
          <p:spPr>
            <a:xfrm>
              <a:off x="7343467" y="35109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6" name="pt28166"/>
            <p:cNvSpPr/>
            <p:nvPr/>
          </p:nvSpPr>
          <p:spPr>
            <a:xfrm>
              <a:off x="7445396" y="3481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7" name="pt28167"/>
            <p:cNvSpPr/>
            <p:nvPr/>
          </p:nvSpPr>
          <p:spPr>
            <a:xfrm>
              <a:off x="7451129" y="3704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8" name="pt28168"/>
            <p:cNvSpPr/>
            <p:nvPr/>
          </p:nvSpPr>
          <p:spPr>
            <a:xfrm>
              <a:off x="7464365" y="3349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69" name="pt28169"/>
            <p:cNvSpPr/>
            <p:nvPr/>
          </p:nvSpPr>
          <p:spPr>
            <a:xfrm>
              <a:off x="7444248" y="3494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0" name="pt28170"/>
            <p:cNvSpPr/>
            <p:nvPr/>
          </p:nvSpPr>
          <p:spPr>
            <a:xfrm>
              <a:off x="7430725" y="33303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1" name="pt28171"/>
            <p:cNvSpPr/>
            <p:nvPr/>
          </p:nvSpPr>
          <p:spPr>
            <a:xfrm>
              <a:off x="7429455" y="3197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2" name="pt28172"/>
            <p:cNvSpPr/>
            <p:nvPr/>
          </p:nvSpPr>
          <p:spPr>
            <a:xfrm>
              <a:off x="7420584" y="36195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3" name="pt28173"/>
            <p:cNvSpPr/>
            <p:nvPr/>
          </p:nvSpPr>
          <p:spPr>
            <a:xfrm>
              <a:off x="7405412" y="3329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4" name="pt28174"/>
            <p:cNvSpPr/>
            <p:nvPr/>
          </p:nvSpPr>
          <p:spPr>
            <a:xfrm>
              <a:off x="7378702" y="3316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5" name="pt28175"/>
            <p:cNvSpPr/>
            <p:nvPr/>
          </p:nvSpPr>
          <p:spPr>
            <a:xfrm>
              <a:off x="7455373" y="35011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6" name="pt28176"/>
            <p:cNvSpPr/>
            <p:nvPr/>
          </p:nvSpPr>
          <p:spPr>
            <a:xfrm>
              <a:off x="7369807" y="4370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7" name="pt28177"/>
            <p:cNvSpPr/>
            <p:nvPr/>
          </p:nvSpPr>
          <p:spPr>
            <a:xfrm>
              <a:off x="7091072" y="403641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78" name="pt28178"/>
            <p:cNvSpPr/>
            <p:nvPr/>
          </p:nvSpPr>
          <p:spPr>
            <a:xfrm>
              <a:off x="7454535" y="3317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79" name="pt28179"/>
            <p:cNvSpPr/>
            <p:nvPr/>
          </p:nvSpPr>
          <p:spPr>
            <a:xfrm>
              <a:off x="7457808" y="3790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0" name="pt28180"/>
            <p:cNvSpPr/>
            <p:nvPr/>
          </p:nvSpPr>
          <p:spPr>
            <a:xfrm>
              <a:off x="7448090" y="3354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1" name="pt28181"/>
            <p:cNvSpPr/>
            <p:nvPr/>
          </p:nvSpPr>
          <p:spPr>
            <a:xfrm>
              <a:off x="7463100" y="3386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2" name="pt28182"/>
            <p:cNvSpPr/>
            <p:nvPr/>
          </p:nvSpPr>
          <p:spPr>
            <a:xfrm>
              <a:off x="6863570" y="457807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83" name="pt28183"/>
            <p:cNvSpPr/>
            <p:nvPr/>
          </p:nvSpPr>
          <p:spPr>
            <a:xfrm>
              <a:off x="7394091" y="4906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4" name="pt28184"/>
            <p:cNvSpPr/>
            <p:nvPr/>
          </p:nvSpPr>
          <p:spPr>
            <a:xfrm>
              <a:off x="7402881" y="36617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5" name="pt28185"/>
            <p:cNvSpPr/>
            <p:nvPr/>
          </p:nvSpPr>
          <p:spPr>
            <a:xfrm>
              <a:off x="7418458" y="3670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6" name="pt28186"/>
            <p:cNvSpPr/>
            <p:nvPr/>
          </p:nvSpPr>
          <p:spPr>
            <a:xfrm>
              <a:off x="7424721" y="36901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7" name="pt28187"/>
            <p:cNvSpPr/>
            <p:nvPr/>
          </p:nvSpPr>
          <p:spPr>
            <a:xfrm>
              <a:off x="7394241" y="3706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8" name="pt28188"/>
            <p:cNvSpPr/>
            <p:nvPr/>
          </p:nvSpPr>
          <p:spPr>
            <a:xfrm>
              <a:off x="7360164" y="3831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89" name="pt28189"/>
            <p:cNvSpPr/>
            <p:nvPr/>
          </p:nvSpPr>
          <p:spPr>
            <a:xfrm>
              <a:off x="7275845" y="340991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90" name="pt28190"/>
            <p:cNvSpPr/>
            <p:nvPr/>
          </p:nvSpPr>
          <p:spPr>
            <a:xfrm>
              <a:off x="7449936" y="3675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1" name="pt28191"/>
            <p:cNvSpPr/>
            <p:nvPr/>
          </p:nvSpPr>
          <p:spPr>
            <a:xfrm>
              <a:off x="7421275" y="3546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2" name="pt28192"/>
            <p:cNvSpPr/>
            <p:nvPr/>
          </p:nvSpPr>
          <p:spPr>
            <a:xfrm>
              <a:off x="7450735" y="3552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3" name="pt28193"/>
            <p:cNvSpPr/>
            <p:nvPr/>
          </p:nvSpPr>
          <p:spPr>
            <a:xfrm>
              <a:off x="7426708" y="3749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4" name="pt28194"/>
            <p:cNvSpPr/>
            <p:nvPr/>
          </p:nvSpPr>
          <p:spPr>
            <a:xfrm>
              <a:off x="7369714" y="32427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5" name="pt28195"/>
            <p:cNvSpPr/>
            <p:nvPr/>
          </p:nvSpPr>
          <p:spPr>
            <a:xfrm>
              <a:off x="7455801" y="3524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6" name="pt28196"/>
            <p:cNvSpPr/>
            <p:nvPr/>
          </p:nvSpPr>
          <p:spPr>
            <a:xfrm>
              <a:off x="7415945" y="2926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7" name="pt28197"/>
            <p:cNvSpPr/>
            <p:nvPr/>
          </p:nvSpPr>
          <p:spPr>
            <a:xfrm>
              <a:off x="7426638" y="3542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8" name="pt28198"/>
            <p:cNvSpPr/>
            <p:nvPr/>
          </p:nvSpPr>
          <p:spPr>
            <a:xfrm>
              <a:off x="7436751" y="3848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199" name="pt28199"/>
            <p:cNvSpPr/>
            <p:nvPr/>
          </p:nvSpPr>
          <p:spPr>
            <a:xfrm>
              <a:off x="7421041" y="5022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0" name="pt28200"/>
            <p:cNvSpPr/>
            <p:nvPr/>
          </p:nvSpPr>
          <p:spPr>
            <a:xfrm>
              <a:off x="7418206" y="3566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1" name="pt28201"/>
            <p:cNvSpPr/>
            <p:nvPr/>
          </p:nvSpPr>
          <p:spPr>
            <a:xfrm>
              <a:off x="7419009" y="3234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2" name="pt28202"/>
            <p:cNvSpPr/>
            <p:nvPr/>
          </p:nvSpPr>
          <p:spPr>
            <a:xfrm>
              <a:off x="7433510" y="3652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3" name="pt28203"/>
            <p:cNvSpPr/>
            <p:nvPr/>
          </p:nvSpPr>
          <p:spPr>
            <a:xfrm>
              <a:off x="7429224" y="3460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4" name="pt28204"/>
            <p:cNvSpPr/>
            <p:nvPr/>
          </p:nvSpPr>
          <p:spPr>
            <a:xfrm>
              <a:off x="7436112" y="3349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5" name="pt28205"/>
            <p:cNvSpPr/>
            <p:nvPr/>
          </p:nvSpPr>
          <p:spPr>
            <a:xfrm>
              <a:off x="7455081" y="33687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6" name="pt28206"/>
            <p:cNvSpPr/>
            <p:nvPr/>
          </p:nvSpPr>
          <p:spPr>
            <a:xfrm>
              <a:off x="7401109" y="3229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7" name="pt28207"/>
            <p:cNvSpPr/>
            <p:nvPr/>
          </p:nvSpPr>
          <p:spPr>
            <a:xfrm>
              <a:off x="7446179" y="33385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8" name="pt28208"/>
            <p:cNvSpPr/>
            <p:nvPr/>
          </p:nvSpPr>
          <p:spPr>
            <a:xfrm>
              <a:off x="6619249" y="33929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09" name="pt28209"/>
            <p:cNvSpPr/>
            <p:nvPr/>
          </p:nvSpPr>
          <p:spPr>
            <a:xfrm>
              <a:off x="7438644" y="33967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0" name="pt28210"/>
            <p:cNvSpPr/>
            <p:nvPr/>
          </p:nvSpPr>
          <p:spPr>
            <a:xfrm>
              <a:off x="7439602" y="2928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1" name="pt28211"/>
            <p:cNvSpPr/>
            <p:nvPr/>
          </p:nvSpPr>
          <p:spPr>
            <a:xfrm>
              <a:off x="7501070" y="3044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2" name="pt28212"/>
            <p:cNvSpPr/>
            <p:nvPr/>
          </p:nvSpPr>
          <p:spPr>
            <a:xfrm>
              <a:off x="7441021" y="3270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3" name="pt28213"/>
            <p:cNvSpPr/>
            <p:nvPr/>
          </p:nvSpPr>
          <p:spPr>
            <a:xfrm>
              <a:off x="7399450" y="3974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4" name="pt28214"/>
            <p:cNvSpPr/>
            <p:nvPr/>
          </p:nvSpPr>
          <p:spPr>
            <a:xfrm>
              <a:off x="7407682" y="37025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5" name="pt28215"/>
            <p:cNvSpPr/>
            <p:nvPr/>
          </p:nvSpPr>
          <p:spPr>
            <a:xfrm>
              <a:off x="7424157" y="35048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6" name="pt28216"/>
            <p:cNvSpPr/>
            <p:nvPr/>
          </p:nvSpPr>
          <p:spPr>
            <a:xfrm>
              <a:off x="7461684" y="3335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7" name="pt28217"/>
            <p:cNvSpPr/>
            <p:nvPr/>
          </p:nvSpPr>
          <p:spPr>
            <a:xfrm>
              <a:off x="7416624" y="36281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8" name="pt28218"/>
            <p:cNvSpPr/>
            <p:nvPr/>
          </p:nvSpPr>
          <p:spPr>
            <a:xfrm>
              <a:off x="7494677" y="3086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19" name="pt28219"/>
            <p:cNvSpPr/>
            <p:nvPr/>
          </p:nvSpPr>
          <p:spPr>
            <a:xfrm>
              <a:off x="7454720" y="3289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0" name="pt28220"/>
            <p:cNvSpPr/>
            <p:nvPr/>
          </p:nvSpPr>
          <p:spPr>
            <a:xfrm>
              <a:off x="7326211" y="4490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1" name="pt28221"/>
            <p:cNvSpPr/>
            <p:nvPr/>
          </p:nvSpPr>
          <p:spPr>
            <a:xfrm>
              <a:off x="7273680" y="46469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2" name="pt28222"/>
            <p:cNvSpPr/>
            <p:nvPr/>
          </p:nvSpPr>
          <p:spPr>
            <a:xfrm>
              <a:off x="7421965" y="33119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3" name="pt28223"/>
            <p:cNvSpPr/>
            <p:nvPr/>
          </p:nvSpPr>
          <p:spPr>
            <a:xfrm>
              <a:off x="7011448" y="426660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24" name="pt28224"/>
            <p:cNvSpPr/>
            <p:nvPr/>
          </p:nvSpPr>
          <p:spPr>
            <a:xfrm>
              <a:off x="7186075" y="3635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5" name="pt28225"/>
            <p:cNvSpPr/>
            <p:nvPr/>
          </p:nvSpPr>
          <p:spPr>
            <a:xfrm>
              <a:off x="7546992" y="2908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6" name="pt28226"/>
            <p:cNvSpPr/>
            <p:nvPr/>
          </p:nvSpPr>
          <p:spPr>
            <a:xfrm>
              <a:off x="7462651" y="31886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7" name="pt28227"/>
            <p:cNvSpPr/>
            <p:nvPr/>
          </p:nvSpPr>
          <p:spPr>
            <a:xfrm>
              <a:off x="7187695" y="36911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8" name="pt28228"/>
            <p:cNvSpPr/>
            <p:nvPr/>
          </p:nvSpPr>
          <p:spPr>
            <a:xfrm>
              <a:off x="7914496" y="3099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29" name="pt28229"/>
            <p:cNvSpPr/>
            <p:nvPr/>
          </p:nvSpPr>
          <p:spPr>
            <a:xfrm>
              <a:off x="7415485" y="3322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0" name="pt28230"/>
            <p:cNvSpPr/>
            <p:nvPr/>
          </p:nvSpPr>
          <p:spPr>
            <a:xfrm>
              <a:off x="7404732" y="3697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1" name="pt28231"/>
            <p:cNvSpPr/>
            <p:nvPr/>
          </p:nvSpPr>
          <p:spPr>
            <a:xfrm>
              <a:off x="7448610" y="3645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2" name="pt28232"/>
            <p:cNvSpPr/>
            <p:nvPr/>
          </p:nvSpPr>
          <p:spPr>
            <a:xfrm>
              <a:off x="7415960" y="3607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3" name="pt28233"/>
            <p:cNvSpPr/>
            <p:nvPr/>
          </p:nvSpPr>
          <p:spPr>
            <a:xfrm>
              <a:off x="7439640" y="3848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4" name="pt28234"/>
            <p:cNvSpPr/>
            <p:nvPr/>
          </p:nvSpPr>
          <p:spPr>
            <a:xfrm>
              <a:off x="7418796" y="35514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5" name="pt28235"/>
            <p:cNvSpPr/>
            <p:nvPr/>
          </p:nvSpPr>
          <p:spPr>
            <a:xfrm>
              <a:off x="7501367" y="3126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6" name="pt28236"/>
            <p:cNvSpPr/>
            <p:nvPr/>
          </p:nvSpPr>
          <p:spPr>
            <a:xfrm>
              <a:off x="7459472" y="3532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7" name="pt28237"/>
            <p:cNvSpPr/>
            <p:nvPr/>
          </p:nvSpPr>
          <p:spPr>
            <a:xfrm>
              <a:off x="7437636" y="3384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38" name="pt28238"/>
            <p:cNvSpPr/>
            <p:nvPr/>
          </p:nvSpPr>
          <p:spPr>
            <a:xfrm>
              <a:off x="6914629" y="348378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39" name="pt28239"/>
            <p:cNvSpPr/>
            <p:nvPr/>
          </p:nvSpPr>
          <p:spPr>
            <a:xfrm>
              <a:off x="7472658" y="35033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0" name="pt28240"/>
            <p:cNvSpPr/>
            <p:nvPr/>
          </p:nvSpPr>
          <p:spPr>
            <a:xfrm>
              <a:off x="7374296" y="4618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1" name="pt28241"/>
            <p:cNvSpPr/>
            <p:nvPr/>
          </p:nvSpPr>
          <p:spPr>
            <a:xfrm>
              <a:off x="7397754" y="51683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2" name="pt28242"/>
            <p:cNvSpPr/>
            <p:nvPr/>
          </p:nvSpPr>
          <p:spPr>
            <a:xfrm>
              <a:off x="7399483" y="3432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3" name="pt28243"/>
            <p:cNvSpPr/>
            <p:nvPr/>
          </p:nvSpPr>
          <p:spPr>
            <a:xfrm>
              <a:off x="7455261" y="32823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4" name="pt28244"/>
            <p:cNvSpPr/>
            <p:nvPr/>
          </p:nvSpPr>
          <p:spPr>
            <a:xfrm>
              <a:off x="7438400" y="3704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5" name="pt28245"/>
            <p:cNvSpPr/>
            <p:nvPr/>
          </p:nvSpPr>
          <p:spPr>
            <a:xfrm>
              <a:off x="7439951" y="3574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6" name="pt28246"/>
            <p:cNvSpPr/>
            <p:nvPr/>
          </p:nvSpPr>
          <p:spPr>
            <a:xfrm>
              <a:off x="7412858" y="3406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7" name="pt28247"/>
            <p:cNvSpPr/>
            <p:nvPr/>
          </p:nvSpPr>
          <p:spPr>
            <a:xfrm>
              <a:off x="7453544" y="31078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8" name="pt28248"/>
            <p:cNvSpPr/>
            <p:nvPr/>
          </p:nvSpPr>
          <p:spPr>
            <a:xfrm>
              <a:off x="7350260" y="3303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49" name="pt28249"/>
            <p:cNvSpPr/>
            <p:nvPr/>
          </p:nvSpPr>
          <p:spPr>
            <a:xfrm>
              <a:off x="7380345" y="4070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0" name="pt28250"/>
            <p:cNvSpPr/>
            <p:nvPr/>
          </p:nvSpPr>
          <p:spPr>
            <a:xfrm>
              <a:off x="7422161" y="3263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1" name="pt28251"/>
            <p:cNvSpPr/>
            <p:nvPr/>
          </p:nvSpPr>
          <p:spPr>
            <a:xfrm>
              <a:off x="7488988" y="3137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2" name="pt28252"/>
            <p:cNvSpPr/>
            <p:nvPr/>
          </p:nvSpPr>
          <p:spPr>
            <a:xfrm>
              <a:off x="7429388" y="3253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3" name="pt28253"/>
            <p:cNvSpPr/>
            <p:nvPr/>
          </p:nvSpPr>
          <p:spPr>
            <a:xfrm>
              <a:off x="7794295" y="31705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4" name="pt28254"/>
            <p:cNvSpPr/>
            <p:nvPr/>
          </p:nvSpPr>
          <p:spPr>
            <a:xfrm>
              <a:off x="7483722" y="3021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5" name="pt28255"/>
            <p:cNvSpPr/>
            <p:nvPr/>
          </p:nvSpPr>
          <p:spPr>
            <a:xfrm>
              <a:off x="7444095" y="31495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6" name="pt28256"/>
            <p:cNvSpPr/>
            <p:nvPr/>
          </p:nvSpPr>
          <p:spPr>
            <a:xfrm>
              <a:off x="7431692" y="3291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7" name="pt28257"/>
            <p:cNvSpPr/>
            <p:nvPr/>
          </p:nvSpPr>
          <p:spPr>
            <a:xfrm>
              <a:off x="7460922" y="32729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58" name="pt28258"/>
            <p:cNvSpPr/>
            <p:nvPr/>
          </p:nvSpPr>
          <p:spPr>
            <a:xfrm>
              <a:off x="7114665" y="370654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59" name="pt28259"/>
            <p:cNvSpPr/>
            <p:nvPr/>
          </p:nvSpPr>
          <p:spPr>
            <a:xfrm>
              <a:off x="7407479" y="3310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0" name="pt28260"/>
            <p:cNvSpPr/>
            <p:nvPr/>
          </p:nvSpPr>
          <p:spPr>
            <a:xfrm>
              <a:off x="7435471" y="35785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1" name="pt28261"/>
            <p:cNvSpPr/>
            <p:nvPr/>
          </p:nvSpPr>
          <p:spPr>
            <a:xfrm>
              <a:off x="7426277" y="3265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2" name="pt28262"/>
            <p:cNvSpPr/>
            <p:nvPr/>
          </p:nvSpPr>
          <p:spPr>
            <a:xfrm>
              <a:off x="7463129" y="3312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3" name="pt28263"/>
            <p:cNvSpPr/>
            <p:nvPr/>
          </p:nvSpPr>
          <p:spPr>
            <a:xfrm>
              <a:off x="7711192" y="2945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4" name="pt28264"/>
            <p:cNvSpPr/>
            <p:nvPr/>
          </p:nvSpPr>
          <p:spPr>
            <a:xfrm>
              <a:off x="7371296" y="4838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5" name="pt28265"/>
            <p:cNvSpPr/>
            <p:nvPr/>
          </p:nvSpPr>
          <p:spPr>
            <a:xfrm>
              <a:off x="7103939" y="340157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66" name="pt28266"/>
            <p:cNvSpPr/>
            <p:nvPr/>
          </p:nvSpPr>
          <p:spPr>
            <a:xfrm>
              <a:off x="7152111" y="350804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67" name="pt28267"/>
            <p:cNvSpPr/>
            <p:nvPr/>
          </p:nvSpPr>
          <p:spPr>
            <a:xfrm>
              <a:off x="7442834" y="3194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8" name="pt28268"/>
            <p:cNvSpPr/>
            <p:nvPr/>
          </p:nvSpPr>
          <p:spPr>
            <a:xfrm>
              <a:off x="7339064" y="3302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69" name="pt28269"/>
            <p:cNvSpPr/>
            <p:nvPr/>
          </p:nvSpPr>
          <p:spPr>
            <a:xfrm>
              <a:off x="7512110" y="2783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0" name="pt28270"/>
            <p:cNvSpPr/>
            <p:nvPr/>
          </p:nvSpPr>
          <p:spPr>
            <a:xfrm>
              <a:off x="7442460" y="33733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1" name="pt28271"/>
            <p:cNvSpPr/>
            <p:nvPr/>
          </p:nvSpPr>
          <p:spPr>
            <a:xfrm>
              <a:off x="7457034" y="3195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2" name="pt28272"/>
            <p:cNvSpPr/>
            <p:nvPr/>
          </p:nvSpPr>
          <p:spPr>
            <a:xfrm>
              <a:off x="7448526" y="3101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3" name="pt28273"/>
            <p:cNvSpPr/>
            <p:nvPr/>
          </p:nvSpPr>
          <p:spPr>
            <a:xfrm>
              <a:off x="8261753" y="276522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74" name="pt28274"/>
            <p:cNvSpPr/>
            <p:nvPr/>
          </p:nvSpPr>
          <p:spPr>
            <a:xfrm>
              <a:off x="7422407" y="39965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5" name="pt28275"/>
            <p:cNvSpPr/>
            <p:nvPr/>
          </p:nvSpPr>
          <p:spPr>
            <a:xfrm>
              <a:off x="7369685" y="2971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6" name="pt28276"/>
            <p:cNvSpPr/>
            <p:nvPr/>
          </p:nvSpPr>
          <p:spPr>
            <a:xfrm>
              <a:off x="7476350" y="2988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7" name="pt28277"/>
            <p:cNvSpPr/>
            <p:nvPr/>
          </p:nvSpPr>
          <p:spPr>
            <a:xfrm>
              <a:off x="7436380" y="3418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8" name="pt28278"/>
            <p:cNvSpPr/>
            <p:nvPr/>
          </p:nvSpPr>
          <p:spPr>
            <a:xfrm>
              <a:off x="7445158" y="3310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79" name="pt28279"/>
            <p:cNvSpPr/>
            <p:nvPr/>
          </p:nvSpPr>
          <p:spPr>
            <a:xfrm>
              <a:off x="7408463" y="3656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0" name="pt28280"/>
            <p:cNvSpPr/>
            <p:nvPr/>
          </p:nvSpPr>
          <p:spPr>
            <a:xfrm>
              <a:off x="7458216" y="3168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1" name="pt28281"/>
            <p:cNvSpPr/>
            <p:nvPr/>
          </p:nvSpPr>
          <p:spPr>
            <a:xfrm>
              <a:off x="7425991" y="3167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2" name="pt28282"/>
            <p:cNvSpPr/>
            <p:nvPr/>
          </p:nvSpPr>
          <p:spPr>
            <a:xfrm>
              <a:off x="7421497" y="3270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3" name="pt28283"/>
            <p:cNvSpPr/>
            <p:nvPr/>
          </p:nvSpPr>
          <p:spPr>
            <a:xfrm>
              <a:off x="7429976" y="3161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4" name="pt28284"/>
            <p:cNvSpPr/>
            <p:nvPr/>
          </p:nvSpPr>
          <p:spPr>
            <a:xfrm>
              <a:off x="7444350" y="3597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5" name="pt28285"/>
            <p:cNvSpPr/>
            <p:nvPr/>
          </p:nvSpPr>
          <p:spPr>
            <a:xfrm>
              <a:off x="7410635" y="3272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6" name="pt28286"/>
            <p:cNvSpPr/>
            <p:nvPr/>
          </p:nvSpPr>
          <p:spPr>
            <a:xfrm>
              <a:off x="7443105" y="27496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7" name="pt28287"/>
            <p:cNvSpPr/>
            <p:nvPr/>
          </p:nvSpPr>
          <p:spPr>
            <a:xfrm>
              <a:off x="7509194" y="3197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8" name="pt28288"/>
            <p:cNvSpPr/>
            <p:nvPr/>
          </p:nvSpPr>
          <p:spPr>
            <a:xfrm>
              <a:off x="7281443" y="31854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89" name="pt28289"/>
            <p:cNvSpPr/>
            <p:nvPr/>
          </p:nvSpPr>
          <p:spPr>
            <a:xfrm>
              <a:off x="7421345" y="34683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0" name="pt28290"/>
            <p:cNvSpPr/>
            <p:nvPr/>
          </p:nvSpPr>
          <p:spPr>
            <a:xfrm>
              <a:off x="7474018" y="3245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1" name="pt28291"/>
            <p:cNvSpPr/>
            <p:nvPr/>
          </p:nvSpPr>
          <p:spPr>
            <a:xfrm>
              <a:off x="7448881" y="3262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2" name="pt28292"/>
            <p:cNvSpPr/>
            <p:nvPr/>
          </p:nvSpPr>
          <p:spPr>
            <a:xfrm>
              <a:off x="7460892" y="3095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3" name="pt28293"/>
            <p:cNvSpPr/>
            <p:nvPr/>
          </p:nvSpPr>
          <p:spPr>
            <a:xfrm>
              <a:off x="7353512" y="3669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4" name="pt28294"/>
            <p:cNvSpPr/>
            <p:nvPr/>
          </p:nvSpPr>
          <p:spPr>
            <a:xfrm>
              <a:off x="7459195" y="3062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5" name="pt28295"/>
            <p:cNvSpPr/>
            <p:nvPr/>
          </p:nvSpPr>
          <p:spPr>
            <a:xfrm>
              <a:off x="6460411" y="3251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6" name="pt28296"/>
            <p:cNvSpPr/>
            <p:nvPr/>
          </p:nvSpPr>
          <p:spPr>
            <a:xfrm>
              <a:off x="7385376" y="35854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7" name="pt28297"/>
            <p:cNvSpPr/>
            <p:nvPr/>
          </p:nvSpPr>
          <p:spPr>
            <a:xfrm>
              <a:off x="7427969" y="33115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8" name="pt28298"/>
            <p:cNvSpPr/>
            <p:nvPr/>
          </p:nvSpPr>
          <p:spPr>
            <a:xfrm>
              <a:off x="7401137" y="3566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299" name="pt28299"/>
            <p:cNvSpPr/>
            <p:nvPr/>
          </p:nvSpPr>
          <p:spPr>
            <a:xfrm>
              <a:off x="7411735" y="35983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0" name="pt28300"/>
            <p:cNvSpPr/>
            <p:nvPr/>
          </p:nvSpPr>
          <p:spPr>
            <a:xfrm>
              <a:off x="7496081" y="3248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1" name="pt28301"/>
            <p:cNvSpPr/>
            <p:nvPr/>
          </p:nvSpPr>
          <p:spPr>
            <a:xfrm>
              <a:off x="7419991" y="32038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2" name="pt28302"/>
            <p:cNvSpPr/>
            <p:nvPr/>
          </p:nvSpPr>
          <p:spPr>
            <a:xfrm>
              <a:off x="7388561" y="3644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3" name="pt28303"/>
            <p:cNvSpPr/>
            <p:nvPr/>
          </p:nvSpPr>
          <p:spPr>
            <a:xfrm>
              <a:off x="7302491" y="3685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4" name="pt28304"/>
            <p:cNvSpPr/>
            <p:nvPr/>
          </p:nvSpPr>
          <p:spPr>
            <a:xfrm>
              <a:off x="7859911" y="3151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5" name="pt28305"/>
            <p:cNvSpPr/>
            <p:nvPr/>
          </p:nvSpPr>
          <p:spPr>
            <a:xfrm>
              <a:off x="7435387" y="31196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6" name="pt28306"/>
            <p:cNvSpPr/>
            <p:nvPr/>
          </p:nvSpPr>
          <p:spPr>
            <a:xfrm>
              <a:off x="7438488" y="3692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7" name="pt28307"/>
            <p:cNvSpPr/>
            <p:nvPr/>
          </p:nvSpPr>
          <p:spPr>
            <a:xfrm>
              <a:off x="7481855" y="3176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08" name="pt28308"/>
            <p:cNvSpPr/>
            <p:nvPr/>
          </p:nvSpPr>
          <p:spPr>
            <a:xfrm>
              <a:off x="7138224" y="381845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09" name="pt28309"/>
            <p:cNvSpPr/>
            <p:nvPr/>
          </p:nvSpPr>
          <p:spPr>
            <a:xfrm>
              <a:off x="7451374" y="3219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0" name="pt28310"/>
            <p:cNvSpPr/>
            <p:nvPr/>
          </p:nvSpPr>
          <p:spPr>
            <a:xfrm>
              <a:off x="7418174" y="3308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1" name="pt28311"/>
            <p:cNvSpPr/>
            <p:nvPr/>
          </p:nvSpPr>
          <p:spPr>
            <a:xfrm>
              <a:off x="7401897" y="34084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2" name="pt28312"/>
            <p:cNvSpPr/>
            <p:nvPr/>
          </p:nvSpPr>
          <p:spPr>
            <a:xfrm>
              <a:off x="7422153" y="3787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3" name="pt28313"/>
            <p:cNvSpPr/>
            <p:nvPr/>
          </p:nvSpPr>
          <p:spPr>
            <a:xfrm>
              <a:off x="7447752" y="3397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4" name="pt28314"/>
            <p:cNvSpPr/>
            <p:nvPr/>
          </p:nvSpPr>
          <p:spPr>
            <a:xfrm>
              <a:off x="7457047" y="3476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5" name="pt28315"/>
            <p:cNvSpPr/>
            <p:nvPr/>
          </p:nvSpPr>
          <p:spPr>
            <a:xfrm>
              <a:off x="7447540" y="34620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6" name="pt28316"/>
            <p:cNvSpPr/>
            <p:nvPr/>
          </p:nvSpPr>
          <p:spPr>
            <a:xfrm>
              <a:off x="7503405" y="3356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7" name="pt28317"/>
            <p:cNvSpPr/>
            <p:nvPr/>
          </p:nvSpPr>
          <p:spPr>
            <a:xfrm>
              <a:off x="7478542" y="33435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8" name="pt28318"/>
            <p:cNvSpPr/>
            <p:nvPr/>
          </p:nvSpPr>
          <p:spPr>
            <a:xfrm>
              <a:off x="7482022" y="3236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19" name="pt28319"/>
            <p:cNvSpPr/>
            <p:nvPr/>
          </p:nvSpPr>
          <p:spPr>
            <a:xfrm>
              <a:off x="7428761" y="3109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0" name="pt28320"/>
            <p:cNvSpPr/>
            <p:nvPr/>
          </p:nvSpPr>
          <p:spPr>
            <a:xfrm>
              <a:off x="7456514" y="37027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1" name="pt28321"/>
            <p:cNvSpPr/>
            <p:nvPr/>
          </p:nvSpPr>
          <p:spPr>
            <a:xfrm>
              <a:off x="7479655" y="3339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2" name="pt28322"/>
            <p:cNvSpPr/>
            <p:nvPr/>
          </p:nvSpPr>
          <p:spPr>
            <a:xfrm>
              <a:off x="6876062" y="398162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23" name="pt28323"/>
            <p:cNvSpPr/>
            <p:nvPr/>
          </p:nvSpPr>
          <p:spPr>
            <a:xfrm>
              <a:off x="7423535" y="3232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4" name="pt28324"/>
            <p:cNvSpPr/>
            <p:nvPr/>
          </p:nvSpPr>
          <p:spPr>
            <a:xfrm>
              <a:off x="7365763" y="3345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5" name="pt28325"/>
            <p:cNvSpPr/>
            <p:nvPr/>
          </p:nvSpPr>
          <p:spPr>
            <a:xfrm>
              <a:off x="7429333" y="4345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6" name="pt28326"/>
            <p:cNvSpPr/>
            <p:nvPr/>
          </p:nvSpPr>
          <p:spPr>
            <a:xfrm>
              <a:off x="7427516" y="3185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7" name="pt28327"/>
            <p:cNvSpPr/>
            <p:nvPr/>
          </p:nvSpPr>
          <p:spPr>
            <a:xfrm>
              <a:off x="7440823" y="4413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8" name="pt28328"/>
            <p:cNvSpPr/>
            <p:nvPr/>
          </p:nvSpPr>
          <p:spPr>
            <a:xfrm>
              <a:off x="7404395" y="45476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29" name="pt28329"/>
            <p:cNvSpPr/>
            <p:nvPr/>
          </p:nvSpPr>
          <p:spPr>
            <a:xfrm>
              <a:off x="7326360" y="4239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0" name="pt28330"/>
            <p:cNvSpPr/>
            <p:nvPr/>
          </p:nvSpPr>
          <p:spPr>
            <a:xfrm>
              <a:off x="6677593" y="407872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31" name="pt28331"/>
            <p:cNvSpPr/>
            <p:nvPr/>
          </p:nvSpPr>
          <p:spPr>
            <a:xfrm>
              <a:off x="7302007" y="3415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2" name="pt28332"/>
            <p:cNvSpPr/>
            <p:nvPr/>
          </p:nvSpPr>
          <p:spPr>
            <a:xfrm>
              <a:off x="7197434" y="32933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3" name="pt28333"/>
            <p:cNvSpPr/>
            <p:nvPr/>
          </p:nvSpPr>
          <p:spPr>
            <a:xfrm>
              <a:off x="7447336" y="36265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4" name="pt28334"/>
            <p:cNvSpPr/>
            <p:nvPr/>
          </p:nvSpPr>
          <p:spPr>
            <a:xfrm>
              <a:off x="7480871" y="3296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5" name="pt28335"/>
            <p:cNvSpPr/>
            <p:nvPr/>
          </p:nvSpPr>
          <p:spPr>
            <a:xfrm>
              <a:off x="7448041" y="33552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6" name="pt28336"/>
            <p:cNvSpPr/>
            <p:nvPr/>
          </p:nvSpPr>
          <p:spPr>
            <a:xfrm>
              <a:off x="7451798" y="3290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7" name="pt28337"/>
            <p:cNvSpPr/>
            <p:nvPr/>
          </p:nvSpPr>
          <p:spPr>
            <a:xfrm>
              <a:off x="7564251" y="3212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8" name="pt28338"/>
            <p:cNvSpPr/>
            <p:nvPr/>
          </p:nvSpPr>
          <p:spPr>
            <a:xfrm>
              <a:off x="7451781" y="32058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39" name="pt28339"/>
            <p:cNvSpPr/>
            <p:nvPr/>
          </p:nvSpPr>
          <p:spPr>
            <a:xfrm>
              <a:off x="7449194" y="2970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0" name="pt28340"/>
            <p:cNvSpPr/>
            <p:nvPr/>
          </p:nvSpPr>
          <p:spPr>
            <a:xfrm>
              <a:off x="7220615" y="3291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1" name="pt28341"/>
            <p:cNvSpPr/>
            <p:nvPr/>
          </p:nvSpPr>
          <p:spPr>
            <a:xfrm>
              <a:off x="7496056" y="3288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2" name="pt28342"/>
            <p:cNvSpPr/>
            <p:nvPr/>
          </p:nvSpPr>
          <p:spPr>
            <a:xfrm>
              <a:off x="7411597" y="34555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3" name="pt28343"/>
            <p:cNvSpPr/>
            <p:nvPr/>
          </p:nvSpPr>
          <p:spPr>
            <a:xfrm>
              <a:off x="7357947" y="3805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4" name="pt28344"/>
            <p:cNvSpPr/>
            <p:nvPr/>
          </p:nvSpPr>
          <p:spPr>
            <a:xfrm>
              <a:off x="7341898" y="40216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5" name="pt28345"/>
            <p:cNvSpPr/>
            <p:nvPr/>
          </p:nvSpPr>
          <p:spPr>
            <a:xfrm>
              <a:off x="7475144" y="33031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6" name="pt28346"/>
            <p:cNvSpPr/>
            <p:nvPr/>
          </p:nvSpPr>
          <p:spPr>
            <a:xfrm>
              <a:off x="7460001" y="3156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7" name="pt28347"/>
            <p:cNvSpPr/>
            <p:nvPr/>
          </p:nvSpPr>
          <p:spPr>
            <a:xfrm>
              <a:off x="7340678" y="3739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8" name="pt28348"/>
            <p:cNvSpPr/>
            <p:nvPr/>
          </p:nvSpPr>
          <p:spPr>
            <a:xfrm>
              <a:off x="7325117" y="3555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49" name="pt28349"/>
            <p:cNvSpPr/>
            <p:nvPr/>
          </p:nvSpPr>
          <p:spPr>
            <a:xfrm>
              <a:off x="7221113" y="435335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50" name="pt28350"/>
            <p:cNvSpPr/>
            <p:nvPr/>
          </p:nvSpPr>
          <p:spPr>
            <a:xfrm>
              <a:off x="7413749" y="3253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1" name="pt28351"/>
            <p:cNvSpPr/>
            <p:nvPr/>
          </p:nvSpPr>
          <p:spPr>
            <a:xfrm>
              <a:off x="7435355" y="3505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2" name="pt28352"/>
            <p:cNvSpPr/>
            <p:nvPr/>
          </p:nvSpPr>
          <p:spPr>
            <a:xfrm>
              <a:off x="7445704" y="3598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3" name="pt28353"/>
            <p:cNvSpPr/>
            <p:nvPr/>
          </p:nvSpPr>
          <p:spPr>
            <a:xfrm>
              <a:off x="7442776" y="3333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4" name="pt28354"/>
            <p:cNvSpPr/>
            <p:nvPr/>
          </p:nvSpPr>
          <p:spPr>
            <a:xfrm>
              <a:off x="7200224" y="373959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55" name="pt28355"/>
            <p:cNvSpPr/>
            <p:nvPr/>
          </p:nvSpPr>
          <p:spPr>
            <a:xfrm>
              <a:off x="7432306" y="3756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6" name="pt28356"/>
            <p:cNvSpPr/>
            <p:nvPr/>
          </p:nvSpPr>
          <p:spPr>
            <a:xfrm>
              <a:off x="7401619" y="5203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7" name="pt28357"/>
            <p:cNvSpPr/>
            <p:nvPr/>
          </p:nvSpPr>
          <p:spPr>
            <a:xfrm>
              <a:off x="7305990" y="4342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8" name="pt28358"/>
            <p:cNvSpPr/>
            <p:nvPr/>
          </p:nvSpPr>
          <p:spPr>
            <a:xfrm>
              <a:off x="7386167" y="34742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59" name="pt28359"/>
            <p:cNvSpPr/>
            <p:nvPr/>
          </p:nvSpPr>
          <p:spPr>
            <a:xfrm>
              <a:off x="7176402" y="3191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0" name="pt28360"/>
            <p:cNvSpPr/>
            <p:nvPr/>
          </p:nvSpPr>
          <p:spPr>
            <a:xfrm>
              <a:off x="7422569" y="3342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1" name="pt28361"/>
            <p:cNvSpPr/>
            <p:nvPr/>
          </p:nvSpPr>
          <p:spPr>
            <a:xfrm>
              <a:off x="7458367" y="3393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2" name="pt28362"/>
            <p:cNvSpPr/>
            <p:nvPr/>
          </p:nvSpPr>
          <p:spPr>
            <a:xfrm>
              <a:off x="7374459" y="2913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3" name="pt28363"/>
            <p:cNvSpPr/>
            <p:nvPr/>
          </p:nvSpPr>
          <p:spPr>
            <a:xfrm>
              <a:off x="7400941" y="3773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4" name="pt28364"/>
            <p:cNvSpPr/>
            <p:nvPr/>
          </p:nvSpPr>
          <p:spPr>
            <a:xfrm>
              <a:off x="7482831" y="32369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5" name="pt28365"/>
            <p:cNvSpPr/>
            <p:nvPr/>
          </p:nvSpPr>
          <p:spPr>
            <a:xfrm>
              <a:off x="7434787" y="3262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6" name="pt28366"/>
            <p:cNvSpPr/>
            <p:nvPr/>
          </p:nvSpPr>
          <p:spPr>
            <a:xfrm>
              <a:off x="7457648" y="30397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7" name="pt28367"/>
            <p:cNvSpPr/>
            <p:nvPr/>
          </p:nvSpPr>
          <p:spPr>
            <a:xfrm>
              <a:off x="7476723" y="2957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8" name="pt28368"/>
            <p:cNvSpPr/>
            <p:nvPr/>
          </p:nvSpPr>
          <p:spPr>
            <a:xfrm>
              <a:off x="7469021" y="31221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69" name="pt28369"/>
            <p:cNvSpPr/>
            <p:nvPr/>
          </p:nvSpPr>
          <p:spPr>
            <a:xfrm>
              <a:off x="7083472" y="447325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70" name="pt28370"/>
            <p:cNvSpPr/>
            <p:nvPr/>
          </p:nvSpPr>
          <p:spPr>
            <a:xfrm>
              <a:off x="7257048" y="40584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1" name="pt28371"/>
            <p:cNvSpPr/>
            <p:nvPr/>
          </p:nvSpPr>
          <p:spPr>
            <a:xfrm>
              <a:off x="7476591" y="3137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2" name="pt28372"/>
            <p:cNvSpPr/>
            <p:nvPr/>
          </p:nvSpPr>
          <p:spPr>
            <a:xfrm>
              <a:off x="7427848" y="3117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3" name="pt28373"/>
            <p:cNvSpPr/>
            <p:nvPr/>
          </p:nvSpPr>
          <p:spPr>
            <a:xfrm>
              <a:off x="7461399" y="31233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4" name="pt28374"/>
            <p:cNvSpPr/>
            <p:nvPr/>
          </p:nvSpPr>
          <p:spPr>
            <a:xfrm>
              <a:off x="7410453" y="3362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5" name="pt28375"/>
            <p:cNvSpPr/>
            <p:nvPr/>
          </p:nvSpPr>
          <p:spPr>
            <a:xfrm>
              <a:off x="7493183" y="3137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6" name="pt28376"/>
            <p:cNvSpPr/>
            <p:nvPr/>
          </p:nvSpPr>
          <p:spPr>
            <a:xfrm>
              <a:off x="7319110" y="39306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7" name="pt28377"/>
            <p:cNvSpPr/>
            <p:nvPr/>
          </p:nvSpPr>
          <p:spPr>
            <a:xfrm>
              <a:off x="7466898" y="3127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8" name="pt28378"/>
            <p:cNvSpPr/>
            <p:nvPr/>
          </p:nvSpPr>
          <p:spPr>
            <a:xfrm>
              <a:off x="7472273" y="3171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79" name="pt28379"/>
            <p:cNvSpPr/>
            <p:nvPr/>
          </p:nvSpPr>
          <p:spPr>
            <a:xfrm>
              <a:off x="7451198" y="3206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0" name="pt28380"/>
            <p:cNvSpPr/>
            <p:nvPr/>
          </p:nvSpPr>
          <p:spPr>
            <a:xfrm>
              <a:off x="7419934" y="3595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1" name="pt28381"/>
            <p:cNvSpPr/>
            <p:nvPr/>
          </p:nvSpPr>
          <p:spPr>
            <a:xfrm>
              <a:off x="7418849" y="3387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2" name="pt28382"/>
            <p:cNvSpPr/>
            <p:nvPr/>
          </p:nvSpPr>
          <p:spPr>
            <a:xfrm>
              <a:off x="7377097" y="23186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3" name="pt28383"/>
            <p:cNvSpPr/>
            <p:nvPr/>
          </p:nvSpPr>
          <p:spPr>
            <a:xfrm>
              <a:off x="7444416" y="2803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4" name="pt28384"/>
            <p:cNvSpPr/>
            <p:nvPr/>
          </p:nvSpPr>
          <p:spPr>
            <a:xfrm>
              <a:off x="7468166" y="3244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5" name="pt28385"/>
            <p:cNvSpPr/>
            <p:nvPr/>
          </p:nvSpPr>
          <p:spPr>
            <a:xfrm>
              <a:off x="7451030" y="2927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6" name="pt28386"/>
            <p:cNvSpPr/>
            <p:nvPr/>
          </p:nvSpPr>
          <p:spPr>
            <a:xfrm>
              <a:off x="7497832" y="3269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7" name="pt28387"/>
            <p:cNvSpPr/>
            <p:nvPr/>
          </p:nvSpPr>
          <p:spPr>
            <a:xfrm>
              <a:off x="7443725" y="29778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8" name="pt28388"/>
            <p:cNvSpPr/>
            <p:nvPr/>
          </p:nvSpPr>
          <p:spPr>
            <a:xfrm>
              <a:off x="7608509" y="2807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89" name="pt28389"/>
            <p:cNvSpPr/>
            <p:nvPr/>
          </p:nvSpPr>
          <p:spPr>
            <a:xfrm>
              <a:off x="7415486" y="3244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0" name="pt28390"/>
            <p:cNvSpPr/>
            <p:nvPr/>
          </p:nvSpPr>
          <p:spPr>
            <a:xfrm>
              <a:off x="7482608" y="3242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1" name="pt28391"/>
            <p:cNvSpPr/>
            <p:nvPr/>
          </p:nvSpPr>
          <p:spPr>
            <a:xfrm>
              <a:off x="7427829" y="3310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2" name="pt28392"/>
            <p:cNvSpPr/>
            <p:nvPr/>
          </p:nvSpPr>
          <p:spPr>
            <a:xfrm>
              <a:off x="7410037" y="3292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3" name="pt28393"/>
            <p:cNvSpPr/>
            <p:nvPr/>
          </p:nvSpPr>
          <p:spPr>
            <a:xfrm>
              <a:off x="7463220" y="3344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4" name="pt28394"/>
            <p:cNvSpPr/>
            <p:nvPr/>
          </p:nvSpPr>
          <p:spPr>
            <a:xfrm>
              <a:off x="7417297" y="37862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5" name="pt28395"/>
            <p:cNvSpPr/>
            <p:nvPr/>
          </p:nvSpPr>
          <p:spPr>
            <a:xfrm>
              <a:off x="7454206" y="2911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6" name="pt28396"/>
            <p:cNvSpPr/>
            <p:nvPr/>
          </p:nvSpPr>
          <p:spPr>
            <a:xfrm>
              <a:off x="7383774" y="4416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7" name="pt28397"/>
            <p:cNvSpPr/>
            <p:nvPr/>
          </p:nvSpPr>
          <p:spPr>
            <a:xfrm>
              <a:off x="7384022" y="3355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398" name="pt28398"/>
            <p:cNvSpPr/>
            <p:nvPr/>
          </p:nvSpPr>
          <p:spPr>
            <a:xfrm>
              <a:off x="5215286" y="287479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99" name="pt28399"/>
            <p:cNvSpPr/>
            <p:nvPr/>
          </p:nvSpPr>
          <p:spPr>
            <a:xfrm>
              <a:off x="8452753" y="3300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0" name="pt28400"/>
            <p:cNvSpPr/>
            <p:nvPr/>
          </p:nvSpPr>
          <p:spPr>
            <a:xfrm>
              <a:off x="7452083" y="3231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1" name="pt28401"/>
            <p:cNvSpPr/>
            <p:nvPr/>
          </p:nvSpPr>
          <p:spPr>
            <a:xfrm>
              <a:off x="7455817" y="3211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2" name="pt28402"/>
            <p:cNvSpPr/>
            <p:nvPr/>
          </p:nvSpPr>
          <p:spPr>
            <a:xfrm>
              <a:off x="7441178" y="3339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3" name="pt28403"/>
            <p:cNvSpPr/>
            <p:nvPr/>
          </p:nvSpPr>
          <p:spPr>
            <a:xfrm>
              <a:off x="7468210" y="2963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4" name="pt28404"/>
            <p:cNvSpPr/>
            <p:nvPr/>
          </p:nvSpPr>
          <p:spPr>
            <a:xfrm>
              <a:off x="7414381" y="3618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5" name="pt28405"/>
            <p:cNvSpPr/>
            <p:nvPr/>
          </p:nvSpPr>
          <p:spPr>
            <a:xfrm>
              <a:off x="7401403" y="3555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6" name="pt28406"/>
            <p:cNvSpPr/>
            <p:nvPr/>
          </p:nvSpPr>
          <p:spPr>
            <a:xfrm>
              <a:off x="7308226" y="3627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7" name="pt28407"/>
            <p:cNvSpPr/>
            <p:nvPr/>
          </p:nvSpPr>
          <p:spPr>
            <a:xfrm>
              <a:off x="5895567" y="3529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8" name="pt28408"/>
            <p:cNvSpPr/>
            <p:nvPr/>
          </p:nvSpPr>
          <p:spPr>
            <a:xfrm>
              <a:off x="7412137" y="2801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09" name="pt28409"/>
            <p:cNvSpPr/>
            <p:nvPr/>
          </p:nvSpPr>
          <p:spPr>
            <a:xfrm>
              <a:off x="7443950" y="3059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0" name="pt28410"/>
            <p:cNvSpPr/>
            <p:nvPr/>
          </p:nvSpPr>
          <p:spPr>
            <a:xfrm>
              <a:off x="7448102" y="31540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1" name="pt28411"/>
            <p:cNvSpPr/>
            <p:nvPr/>
          </p:nvSpPr>
          <p:spPr>
            <a:xfrm>
              <a:off x="7476089" y="30949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2" name="pt28412"/>
            <p:cNvSpPr/>
            <p:nvPr/>
          </p:nvSpPr>
          <p:spPr>
            <a:xfrm>
              <a:off x="7655957" y="287766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13" name="pt28413"/>
            <p:cNvSpPr/>
            <p:nvPr/>
          </p:nvSpPr>
          <p:spPr>
            <a:xfrm>
              <a:off x="7473223" y="3258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4" name="pt28414"/>
            <p:cNvSpPr/>
            <p:nvPr/>
          </p:nvSpPr>
          <p:spPr>
            <a:xfrm>
              <a:off x="7464109" y="3278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5" name="pt28415"/>
            <p:cNvSpPr/>
            <p:nvPr/>
          </p:nvSpPr>
          <p:spPr>
            <a:xfrm>
              <a:off x="7462015" y="33178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6" name="pt28416"/>
            <p:cNvSpPr/>
            <p:nvPr/>
          </p:nvSpPr>
          <p:spPr>
            <a:xfrm>
              <a:off x="7488075" y="3068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7" name="pt28417"/>
            <p:cNvSpPr/>
            <p:nvPr/>
          </p:nvSpPr>
          <p:spPr>
            <a:xfrm>
              <a:off x="7441533" y="2998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8" name="pt28418"/>
            <p:cNvSpPr/>
            <p:nvPr/>
          </p:nvSpPr>
          <p:spPr>
            <a:xfrm>
              <a:off x="7426273" y="32504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19" name="pt28419"/>
            <p:cNvSpPr/>
            <p:nvPr/>
          </p:nvSpPr>
          <p:spPr>
            <a:xfrm>
              <a:off x="7485147" y="3029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0" name="pt28420"/>
            <p:cNvSpPr/>
            <p:nvPr/>
          </p:nvSpPr>
          <p:spPr>
            <a:xfrm>
              <a:off x="5452617" y="3346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1" name="pt28421"/>
            <p:cNvSpPr/>
            <p:nvPr/>
          </p:nvSpPr>
          <p:spPr>
            <a:xfrm>
              <a:off x="7412425" y="32713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2" name="pt28422"/>
            <p:cNvSpPr/>
            <p:nvPr/>
          </p:nvSpPr>
          <p:spPr>
            <a:xfrm>
              <a:off x="7453535" y="3298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3" name="pt28423"/>
            <p:cNvSpPr/>
            <p:nvPr/>
          </p:nvSpPr>
          <p:spPr>
            <a:xfrm>
              <a:off x="7073540" y="3297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4" name="pt28424"/>
            <p:cNvSpPr/>
            <p:nvPr/>
          </p:nvSpPr>
          <p:spPr>
            <a:xfrm>
              <a:off x="7428845" y="3278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5" name="pt28425"/>
            <p:cNvSpPr/>
            <p:nvPr/>
          </p:nvSpPr>
          <p:spPr>
            <a:xfrm>
              <a:off x="7389143" y="33731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6" name="pt28426"/>
            <p:cNvSpPr/>
            <p:nvPr/>
          </p:nvSpPr>
          <p:spPr>
            <a:xfrm>
              <a:off x="7425486" y="3497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7" name="pt28427"/>
            <p:cNvSpPr/>
            <p:nvPr/>
          </p:nvSpPr>
          <p:spPr>
            <a:xfrm>
              <a:off x="7455024" y="31256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8" name="pt28428"/>
            <p:cNvSpPr/>
            <p:nvPr/>
          </p:nvSpPr>
          <p:spPr>
            <a:xfrm>
              <a:off x="7453469" y="3150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29" name="pt28429"/>
            <p:cNvSpPr/>
            <p:nvPr/>
          </p:nvSpPr>
          <p:spPr>
            <a:xfrm>
              <a:off x="7470136" y="3168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0" name="pt28430"/>
            <p:cNvSpPr/>
            <p:nvPr/>
          </p:nvSpPr>
          <p:spPr>
            <a:xfrm>
              <a:off x="7406260" y="3549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1" name="pt28431"/>
            <p:cNvSpPr/>
            <p:nvPr/>
          </p:nvSpPr>
          <p:spPr>
            <a:xfrm>
              <a:off x="7413124" y="34067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2" name="pt28432"/>
            <p:cNvSpPr/>
            <p:nvPr/>
          </p:nvSpPr>
          <p:spPr>
            <a:xfrm>
              <a:off x="7445303" y="3532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3" name="pt28433"/>
            <p:cNvSpPr/>
            <p:nvPr/>
          </p:nvSpPr>
          <p:spPr>
            <a:xfrm>
              <a:off x="7462105" y="3346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4" name="pt28434"/>
            <p:cNvSpPr/>
            <p:nvPr/>
          </p:nvSpPr>
          <p:spPr>
            <a:xfrm>
              <a:off x="7451405" y="3351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5" name="pt28435"/>
            <p:cNvSpPr/>
            <p:nvPr/>
          </p:nvSpPr>
          <p:spPr>
            <a:xfrm>
              <a:off x="7439957" y="3244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6" name="pt28436"/>
            <p:cNvSpPr/>
            <p:nvPr/>
          </p:nvSpPr>
          <p:spPr>
            <a:xfrm>
              <a:off x="7392815" y="3347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7" name="pt28437"/>
            <p:cNvSpPr/>
            <p:nvPr/>
          </p:nvSpPr>
          <p:spPr>
            <a:xfrm>
              <a:off x="7344406" y="3457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8" name="pt28438"/>
            <p:cNvSpPr/>
            <p:nvPr/>
          </p:nvSpPr>
          <p:spPr>
            <a:xfrm>
              <a:off x="7445615" y="3962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39" name="pt28439"/>
            <p:cNvSpPr/>
            <p:nvPr/>
          </p:nvSpPr>
          <p:spPr>
            <a:xfrm>
              <a:off x="7425214" y="32380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0" name="pt28440"/>
            <p:cNvSpPr/>
            <p:nvPr/>
          </p:nvSpPr>
          <p:spPr>
            <a:xfrm>
              <a:off x="7451062" y="3166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1" name="pt28441"/>
            <p:cNvSpPr/>
            <p:nvPr/>
          </p:nvSpPr>
          <p:spPr>
            <a:xfrm>
              <a:off x="7421842" y="30616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2" name="pt28442"/>
            <p:cNvSpPr/>
            <p:nvPr/>
          </p:nvSpPr>
          <p:spPr>
            <a:xfrm>
              <a:off x="7413677" y="3462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3" name="pt28443"/>
            <p:cNvSpPr/>
            <p:nvPr/>
          </p:nvSpPr>
          <p:spPr>
            <a:xfrm>
              <a:off x="7402734" y="4434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4" name="pt28444"/>
            <p:cNvSpPr/>
            <p:nvPr/>
          </p:nvSpPr>
          <p:spPr>
            <a:xfrm>
              <a:off x="7436236" y="3308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5" name="pt28445"/>
            <p:cNvSpPr/>
            <p:nvPr/>
          </p:nvSpPr>
          <p:spPr>
            <a:xfrm>
              <a:off x="7431470" y="3110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6" name="pt28446"/>
            <p:cNvSpPr/>
            <p:nvPr/>
          </p:nvSpPr>
          <p:spPr>
            <a:xfrm>
              <a:off x="7416507" y="3238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7" name="pt28447"/>
            <p:cNvSpPr/>
            <p:nvPr/>
          </p:nvSpPr>
          <p:spPr>
            <a:xfrm>
              <a:off x="7461041" y="3268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8" name="pt28448"/>
            <p:cNvSpPr/>
            <p:nvPr/>
          </p:nvSpPr>
          <p:spPr>
            <a:xfrm>
              <a:off x="7460550" y="31715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49" name="pt28449"/>
            <p:cNvSpPr/>
            <p:nvPr/>
          </p:nvSpPr>
          <p:spPr>
            <a:xfrm>
              <a:off x="7380215" y="4368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0" name="pt28450"/>
            <p:cNvSpPr/>
            <p:nvPr/>
          </p:nvSpPr>
          <p:spPr>
            <a:xfrm>
              <a:off x="7453385" y="2903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1" name="pt28451"/>
            <p:cNvSpPr/>
            <p:nvPr/>
          </p:nvSpPr>
          <p:spPr>
            <a:xfrm>
              <a:off x="7350553" y="3418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2" name="pt28452"/>
            <p:cNvSpPr/>
            <p:nvPr/>
          </p:nvSpPr>
          <p:spPr>
            <a:xfrm>
              <a:off x="7435943" y="3727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3" name="pt28453"/>
            <p:cNvSpPr/>
            <p:nvPr/>
          </p:nvSpPr>
          <p:spPr>
            <a:xfrm>
              <a:off x="7431861" y="4336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4" name="pt28454"/>
            <p:cNvSpPr/>
            <p:nvPr/>
          </p:nvSpPr>
          <p:spPr>
            <a:xfrm>
              <a:off x="7360005" y="3107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5" name="pt28455"/>
            <p:cNvSpPr/>
            <p:nvPr/>
          </p:nvSpPr>
          <p:spPr>
            <a:xfrm>
              <a:off x="5084441" y="3315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6" name="pt28456"/>
            <p:cNvSpPr/>
            <p:nvPr/>
          </p:nvSpPr>
          <p:spPr>
            <a:xfrm>
              <a:off x="7453672" y="32353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7" name="pt28457"/>
            <p:cNvSpPr/>
            <p:nvPr/>
          </p:nvSpPr>
          <p:spPr>
            <a:xfrm>
              <a:off x="7451198" y="32810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8" name="pt28458"/>
            <p:cNvSpPr/>
            <p:nvPr/>
          </p:nvSpPr>
          <p:spPr>
            <a:xfrm>
              <a:off x="7459331" y="3178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59" name="pt28459"/>
            <p:cNvSpPr/>
            <p:nvPr/>
          </p:nvSpPr>
          <p:spPr>
            <a:xfrm>
              <a:off x="7440562" y="32576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0" name="pt28460"/>
            <p:cNvSpPr/>
            <p:nvPr/>
          </p:nvSpPr>
          <p:spPr>
            <a:xfrm>
              <a:off x="7439541" y="45460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1" name="pt28461"/>
            <p:cNvSpPr/>
            <p:nvPr/>
          </p:nvSpPr>
          <p:spPr>
            <a:xfrm>
              <a:off x="7492538" y="3149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2" name="pt28462"/>
            <p:cNvSpPr/>
            <p:nvPr/>
          </p:nvSpPr>
          <p:spPr>
            <a:xfrm>
              <a:off x="7530324" y="31641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3" name="pt28463"/>
            <p:cNvSpPr/>
            <p:nvPr/>
          </p:nvSpPr>
          <p:spPr>
            <a:xfrm>
              <a:off x="7372322" y="3912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4" name="pt28464"/>
            <p:cNvSpPr/>
            <p:nvPr/>
          </p:nvSpPr>
          <p:spPr>
            <a:xfrm>
              <a:off x="7406525" y="4251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5" name="pt28465"/>
            <p:cNvSpPr/>
            <p:nvPr/>
          </p:nvSpPr>
          <p:spPr>
            <a:xfrm>
              <a:off x="7396774" y="39583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6" name="pt28466"/>
            <p:cNvSpPr/>
            <p:nvPr/>
          </p:nvSpPr>
          <p:spPr>
            <a:xfrm>
              <a:off x="7442442" y="3496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7" name="pt28467"/>
            <p:cNvSpPr/>
            <p:nvPr/>
          </p:nvSpPr>
          <p:spPr>
            <a:xfrm>
              <a:off x="7443536" y="3268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8" name="pt28468"/>
            <p:cNvSpPr/>
            <p:nvPr/>
          </p:nvSpPr>
          <p:spPr>
            <a:xfrm>
              <a:off x="7466679" y="31839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69" name="pt28469"/>
            <p:cNvSpPr/>
            <p:nvPr/>
          </p:nvSpPr>
          <p:spPr>
            <a:xfrm>
              <a:off x="7368927" y="3360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0" name="pt28470"/>
            <p:cNvSpPr/>
            <p:nvPr/>
          </p:nvSpPr>
          <p:spPr>
            <a:xfrm>
              <a:off x="7510789" y="3158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1" name="pt28471"/>
            <p:cNvSpPr/>
            <p:nvPr/>
          </p:nvSpPr>
          <p:spPr>
            <a:xfrm>
              <a:off x="7303938" y="2926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2" name="pt28472"/>
            <p:cNvSpPr/>
            <p:nvPr/>
          </p:nvSpPr>
          <p:spPr>
            <a:xfrm>
              <a:off x="7295520" y="3320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3" name="pt28473"/>
            <p:cNvSpPr/>
            <p:nvPr/>
          </p:nvSpPr>
          <p:spPr>
            <a:xfrm>
              <a:off x="7429648" y="34269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4" name="pt28474"/>
            <p:cNvSpPr/>
            <p:nvPr/>
          </p:nvSpPr>
          <p:spPr>
            <a:xfrm>
              <a:off x="7409838" y="3661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5" name="pt28475"/>
            <p:cNvSpPr/>
            <p:nvPr/>
          </p:nvSpPr>
          <p:spPr>
            <a:xfrm>
              <a:off x="7009979" y="3311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6" name="pt28476"/>
            <p:cNvSpPr/>
            <p:nvPr/>
          </p:nvSpPr>
          <p:spPr>
            <a:xfrm>
              <a:off x="7445013" y="3797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7" name="pt28477"/>
            <p:cNvSpPr/>
            <p:nvPr/>
          </p:nvSpPr>
          <p:spPr>
            <a:xfrm>
              <a:off x="7428901" y="3579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8" name="pt28478"/>
            <p:cNvSpPr/>
            <p:nvPr/>
          </p:nvSpPr>
          <p:spPr>
            <a:xfrm>
              <a:off x="7441984" y="2608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79" name="pt28479"/>
            <p:cNvSpPr/>
            <p:nvPr/>
          </p:nvSpPr>
          <p:spPr>
            <a:xfrm>
              <a:off x="7426480" y="3964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0" name="pt28480"/>
            <p:cNvSpPr/>
            <p:nvPr/>
          </p:nvSpPr>
          <p:spPr>
            <a:xfrm>
              <a:off x="7420560" y="3187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1" name="pt28481"/>
            <p:cNvSpPr/>
            <p:nvPr/>
          </p:nvSpPr>
          <p:spPr>
            <a:xfrm>
              <a:off x="7425780" y="3338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2" name="pt28482"/>
            <p:cNvSpPr/>
            <p:nvPr/>
          </p:nvSpPr>
          <p:spPr>
            <a:xfrm>
              <a:off x="7472488" y="3171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3" name="pt28483"/>
            <p:cNvSpPr/>
            <p:nvPr/>
          </p:nvSpPr>
          <p:spPr>
            <a:xfrm>
              <a:off x="7408360" y="3396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4" name="pt28484"/>
            <p:cNvSpPr/>
            <p:nvPr/>
          </p:nvSpPr>
          <p:spPr>
            <a:xfrm>
              <a:off x="7410113" y="3223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5" name="pt28485"/>
            <p:cNvSpPr/>
            <p:nvPr/>
          </p:nvSpPr>
          <p:spPr>
            <a:xfrm>
              <a:off x="7489295" y="2982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6" name="pt28486"/>
            <p:cNvSpPr/>
            <p:nvPr/>
          </p:nvSpPr>
          <p:spPr>
            <a:xfrm>
              <a:off x="7355048" y="3570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7" name="pt28487"/>
            <p:cNvSpPr/>
            <p:nvPr/>
          </p:nvSpPr>
          <p:spPr>
            <a:xfrm>
              <a:off x="7402467" y="3602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8" name="pt28488"/>
            <p:cNvSpPr/>
            <p:nvPr/>
          </p:nvSpPr>
          <p:spPr>
            <a:xfrm>
              <a:off x="7458204" y="3058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89" name="pt28489"/>
            <p:cNvSpPr/>
            <p:nvPr/>
          </p:nvSpPr>
          <p:spPr>
            <a:xfrm>
              <a:off x="7435296" y="3169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0" name="pt28490"/>
            <p:cNvSpPr/>
            <p:nvPr/>
          </p:nvSpPr>
          <p:spPr>
            <a:xfrm>
              <a:off x="7449726" y="3226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1" name="pt28491"/>
            <p:cNvSpPr/>
            <p:nvPr/>
          </p:nvSpPr>
          <p:spPr>
            <a:xfrm>
              <a:off x="7425745" y="3488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2" name="pt28492"/>
            <p:cNvSpPr/>
            <p:nvPr/>
          </p:nvSpPr>
          <p:spPr>
            <a:xfrm>
              <a:off x="7500555" y="3422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3" name="pt28493"/>
            <p:cNvSpPr/>
            <p:nvPr/>
          </p:nvSpPr>
          <p:spPr>
            <a:xfrm>
              <a:off x="7421882" y="35998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4" name="pt28494"/>
            <p:cNvSpPr/>
            <p:nvPr/>
          </p:nvSpPr>
          <p:spPr>
            <a:xfrm>
              <a:off x="7380777" y="3550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5" name="pt28495"/>
            <p:cNvSpPr/>
            <p:nvPr/>
          </p:nvSpPr>
          <p:spPr>
            <a:xfrm>
              <a:off x="7413126" y="3369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6" name="pt28496"/>
            <p:cNvSpPr/>
            <p:nvPr/>
          </p:nvSpPr>
          <p:spPr>
            <a:xfrm>
              <a:off x="6121009" y="3474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7" name="pt28497"/>
            <p:cNvSpPr/>
            <p:nvPr/>
          </p:nvSpPr>
          <p:spPr>
            <a:xfrm>
              <a:off x="7430566" y="3312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8" name="pt28498"/>
            <p:cNvSpPr/>
            <p:nvPr/>
          </p:nvSpPr>
          <p:spPr>
            <a:xfrm>
              <a:off x="7434011" y="3065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499" name="pt28499"/>
            <p:cNvSpPr/>
            <p:nvPr/>
          </p:nvSpPr>
          <p:spPr>
            <a:xfrm>
              <a:off x="7468240" y="3335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0" name="pt28500"/>
            <p:cNvSpPr/>
            <p:nvPr/>
          </p:nvSpPr>
          <p:spPr>
            <a:xfrm>
              <a:off x="7455311" y="31368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1" name="pt28501"/>
            <p:cNvSpPr/>
            <p:nvPr/>
          </p:nvSpPr>
          <p:spPr>
            <a:xfrm>
              <a:off x="7447587" y="3283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2" name="pt28502"/>
            <p:cNvSpPr/>
            <p:nvPr/>
          </p:nvSpPr>
          <p:spPr>
            <a:xfrm>
              <a:off x="7454497" y="3260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3" name="pt28503"/>
            <p:cNvSpPr/>
            <p:nvPr/>
          </p:nvSpPr>
          <p:spPr>
            <a:xfrm>
              <a:off x="7428991" y="3245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4" name="pt28504"/>
            <p:cNvSpPr/>
            <p:nvPr/>
          </p:nvSpPr>
          <p:spPr>
            <a:xfrm>
              <a:off x="7452742" y="3404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5" name="pt28505"/>
            <p:cNvSpPr/>
            <p:nvPr/>
          </p:nvSpPr>
          <p:spPr>
            <a:xfrm>
              <a:off x="7476973" y="29052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6" name="pt28506"/>
            <p:cNvSpPr/>
            <p:nvPr/>
          </p:nvSpPr>
          <p:spPr>
            <a:xfrm>
              <a:off x="7506781" y="3152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7" name="pt28507"/>
            <p:cNvSpPr/>
            <p:nvPr/>
          </p:nvSpPr>
          <p:spPr>
            <a:xfrm>
              <a:off x="7416827" y="33344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8" name="pt28508"/>
            <p:cNvSpPr/>
            <p:nvPr/>
          </p:nvSpPr>
          <p:spPr>
            <a:xfrm>
              <a:off x="7455358" y="32140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09" name="pt28509"/>
            <p:cNvSpPr/>
            <p:nvPr/>
          </p:nvSpPr>
          <p:spPr>
            <a:xfrm>
              <a:off x="7383781" y="38761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0" name="pt28510"/>
            <p:cNvSpPr/>
            <p:nvPr/>
          </p:nvSpPr>
          <p:spPr>
            <a:xfrm>
              <a:off x="7429720" y="3570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1" name="pt28511"/>
            <p:cNvSpPr/>
            <p:nvPr/>
          </p:nvSpPr>
          <p:spPr>
            <a:xfrm>
              <a:off x="7449760" y="3413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2" name="pt28512"/>
            <p:cNvSpPr/>
            <p:nvPr/>
          </p:nvSpPr>
          <p:spPr>
            <a:xfrm>
              <a:off x="7442520" y="3377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3" name="pt28513"/>
            <p:cNvSpPr/>
            <p:nvPr/>
          </p:nvSpPr>
          <p:spPr>
            <a:xfrm>
              <a:off x="7447765" y="3268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4" name="pt28514"/>
            <p:cNvSpPr/>
            <p:nvPr/>
          </p:nvSpPr>
          <p:spPr>
            <a:xfrm>
              <a:off x="7426141" y="33507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5" name="pt28515"/>
            <p:cNvSpPr/>
            <p:nvPr/>
          </p:nvSpPr>
          <p:spPr>
            <a:xfrm>
              <a:off x="7018022" y="3332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6" name="pt28516"/>
            <p:cNvSpPr/>
            <p:nvPr/>
          </p:nvSpPr>
          <p:spPr>
            <a:xfrm>
              <a:off x="6375942" y="434342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17" name="pt28517"/>
            <p:cNvSpPr/>
            <p:nvPr/>
          </p:nvSpPr>
          <p:spPr>
            <a:xfrm>
              <a:off x="7424096" y="4678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8" name="pt28518"/>
            <p:cNvSpPr/>
            <p:nvPr/>
          </p:nvSpPr>
          <p:spPr>
            <a:xfrm>
              <a:off x="7415802" y="5327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19" name="pt28519"/>
            <p:cNvSpPr/>
            <p:nvPr/>
          </p:nvSpPr>
          <p:spPr>
            <a:xfrm>
              <a:off x="7426480" y="36776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0" name="pt28520"/>
            <p:cNvSpPr/>
            <p:nvPr/>
          </p:nvSpPr>
          <p:spPr>
            <a:xfrm>
              <a:off x="7540231" y="319565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21" name="pt28521"/>
            <p:cNvSpPr/>
            <p:nvPr/>
          </p:nvSpPr>
          <p:spPr>
            <a:xfrm>
              <a:off x="7424884" y="3207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2" name="pt28522"/>
            <p:cNvSpPr/>
            <p:nvPr/>
          </p:nvSpPr>
          <p:spPr>
            <a:xfrm>
              <a:off x="7438896" y="3646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3" name="pt28523"/>
            <p:cNvSpPr/>
            <p:nvPr/>
          </p:nvSpPr>
          <p:spPr>
            <a:xfrm>
              <a:off x="7456677" y="3189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4" name="pt28524"/>
            <p:cNvSpPr/>
            <p:nvPr/>
          </p:nvSpPr>
          <p:spPr>
            <a:xfrm>
              <a:off x="7494338" y="31793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5" name="pt28525"/>
            <p:cNvSpPr/>
            <p:nvPr/>
          </p:nvSpPr>
          <p:spPr>
            <a:xfrm>
              <a:off x="7482272" y="28424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6" name="pt28526"/>
            <p:cNvSpPr/>
            <p:nvPr/>
          </p:nvSpPr>
          <p:spPr>
            <a:xfrm>
              <a:off x="7445094" y="30951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7" name="pt28527"/>
            <p:cNvSpPr/>
            <p:nvPr/>
          </p:nvSpPr>
          <p:spPr>
            <a:xfrm>
              <a:off x="7451267" y="3080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8" name="pt28528"/>
            <p:cNvSpPr/>
            <p:nvPr/>
          </p:nvSpPr>
          <p:spPr>
            <a:xfrm>
              <a:off x="7466996" y="3291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29" name="pt28529"/>
            <p:cNvSpPr/>
            <p:nvPr/>
          </p:nvSpPr>
          <p:spPr>
            <a:xfrm>
              <a:off x="7398351" y="3212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0" name="pt28530"/>
            <p:cNvSpPr/>
            <p:nvPr/>
          </p:nvSpPr>
          <p:spPr>
            <a:xfrm>
              <a:off x="7563205" y="32286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1" name="pt28531"/>
            <p:cNvSpPr/>
            <p:nvPr/>
          </p:nvSpPr>
          <p:spPr>
            <a:xfrm>
              <a:off x="6228839" y="3251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2" name="pt28532"/>
            <p:cNvSpPr/>
            <p:nvPr/>
          </p:nvSpPr>
          <p:spPr>
            <a:xfrm>
              <a:off x="7424526" y="3402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3" name="pt28533"/>
            <p:cNvSpPr/>
            <p:nvPr/>
          </p:nvSpPr>
          <p:spPr>
            <a:xfrm>
              <a:off x="7423774" y="3406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4" name="pt28534"/>
            <p:cNvSpPr/>
            <p:nvPr/>
          </p:nvSpPr>
          <p:spPr>
            <a:xfrm>
              <a:off x="7458417" y="3129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5" name="pt28535"/>
            <p:cNvSpPr/>
            <p:nvPr/>
          </p:nvSpPr>
          <p:spPr>
            <a:xfrm>
              <a:off x="7449432" y="32221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6" name="pt28536"/>
            <p:cNvSpPr/>
            <p:nvPr/>
          </p:nvSpPr>
          <p:spPr>
            <a:xfrm>
              <a:off x="7439094" y="3110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7" name="pt28537"/>
            <p:cNvSpPr/>
            <p:nvPr/>
          </p:nvSpPr>
          <p:spPr>
            <a:xfrm>
              <a:off x="7490815" y="3082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8" name="pt28538"/>
            <p:cNvSpPr/>
            <p:nvPr/>
          </p:nvSpPr>
          <p:spPr>
            <a:xfrm>
              <a:off x="7501021" y="30008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39" name="pt28539"/>
            <p:cNvSpPr/>
            <p:nvPr/>
          </p:nvSpPr>
          <p:spPr>
            <a:xfrm>
              <a:off x="7465592" y="31933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0" name="pt28540"/>
            <p:cNvSpPr/>
            <p:nvPr/>
          </p:nvSpPr>
          <p:spPr>
            <a:xfrm>
              <a:off x="7453845" y="3245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1" name="pt28541"/>
            <p:cNvSpPr/>
            <p:nvPr/>
          </p:nvSpPr>
          <p:spPr>
            <a:xfrm>
              <a:off x="7442334" y="3289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2" name="pt28542"/>
            <p:cNvSpPr/>
            <p:nvPr/>
          </p:nvSpPr>
          <p:spPr>
            <a:xfrm>
              <a:off x="7447113" y="3355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3" name="pt28543"/>
            <p:cNvSpPr/>
            <p:nvPr/>
          </p:nvSpPr>
          <p:spPr>
            <a:xfrm>
              <a:off x="6796481" y="3179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4" name="pt28544"/>
            <p:cNvSpPr/>
            <p:nvPr/>
          </p:nvSpPr>
          <p:spPr>
            <a:xfrm>
              <a:off x="7434823" y="3313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5" name="pt28545"/>
            <p:cNvSpPr/>
            <p:nvPr/>
          </p:nvSpPr>
          <p:spPr>
            <a:xfrm>
              <a:off x="7288315" y="32770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6" name="pt28546"/>
            <p:cNvSpPr/>
            <p:nvPr/>
          </p:nvSpPr>
          <p:spPr>
            <a:xfrm>
              <a:off x="7369471" y="36995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7" name="pt28547"/>
            <p:cNvSpPr/>
            <p:nvPr/>
          </p:nvSpPr>
          <p:spPr>
            <a:xfrm>
              <a:off x="7450137" y="34740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8" name="pt28548"/>
            <p:cNvSpPr/>
            <p:nvPr/>
          </p:nvSpPr>
          <p:spPr>
            <a:xfrm>
              <a:off x="7488452" y="3173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49" name="pt28549"/>
            <p:cNvSpPr/>
            <p:nvPr/>
          </p:nvSpPr>
          <p:spPr>
            <a:xfrm>
              <a:off x="7328722" y="4985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0" name="pt28550"/>
            <p:cNvSpPr/>
            <p:nvPr/>
          </p:nvSpPr>
          <p:spPr>
            <a:xfrm>
              <a:off x="7104636" y="45740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1" name="pt28551"/>
            <p:cNvSpPr/>
            <p:nvPr/>
          </p:nvSpPr>
          <p:spPr>
            <a:xfrm>
              <a:off x="7338213" y="4284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2" name="pt28552"/>
            <p:cNvSpPr/>
            <p:nvPr/>
          </p:nvSpPr>
          <p:spPr>
            <a:xfrm>
              <a:off x="6802651" y="377197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53" name="pt28553"/>
            <p:cNvSpPr/>
            <p:nvPr/>
          </p:nvSpPr>
          <p:spPr>
            <a:xfrm>
              <a:off x="7379083" y="35659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4" name="pt28554"/>
            <p:cNvSpPr/>
            <p:nvPr/>
          </p:nvSpPr>
          <p:spPr>
            <a:xfrm>
              <a:off x="7411934" y="3531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5" name="pt28555"/>
            <p:cNvSpPr/>
            <p:nvPr/>
          </p:nvSpPr>
          <p:spPr>
            <a:xfrm>
              <a:off x="7391327" y="5235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6" name="pt28556"/>
            <p:cNvSpPr/>
            <p:nvPr/>
          </p:nvSpPr>
          <p:spPr>
            <a:xfrm>
              <a:off x="7420063" y="3580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7" name="pt28557"/>
            <p:cNvSpPr/>
            <p:nvPr/>
          </p:nvSpPr>
          <p:spPr>
            <a:xfrm>
              <a:off x="7421460" y="3693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8" name="pt28558"/>
            <p:cNvSpPr/>
            <p:nvPr/>
          </p:nvSpPr>
          <p:spPr>
            <a:xfrm>
              <a:off x="7429834" y="3211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59" name="pt28559"/>
            <p:cNvSpPr/>
            <p:nvPr/>
          </p:nvSpPr>
          <p:spPr>
            <a:xfrm>
              <a:off x="7439434" y="32614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0" name="pt28560"/>
            <p:cNvSpPr/>
            <p:nvPr/>
          </p:nvSpPr>
          <p:spPr>
            <a:xfrm>
              <a:off x="7441859" y="33800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1" name="pt28561"/>
            <p:cNvSpPr/>
            <p:nvPr/>
          </p:nvSpPr>
          <p:spPr>
            <a:xfrm>
              <a:off x="7436286" y="3263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2" name="pt28562"/>
            <p:cNvSpPr/>
            <p:nvPr/>
          </p:nvSpPr>
          <p:spPr>
            <a:xfrm>
              <a:off x="7471622" y="32825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3" name="pt28563"/>
            <p:cNvSpPr/>
            <p:nvPr/>
          </p:nvSpPr>
          <p:spPr>
            <a:xfrm>
              <a:off x="7512542" y="3100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4" name="pt28564"/>
            <p:cNvSpPr/>
            <p:nvPr/>
          </p:nvSpPr>
          <p:spPr>
            <a:xfrm>
              <a:off x="7467974" y="32748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5" name="pt28565"/>
            <p:cNvSpPr/>
            <p:nvPr/>
          </p:nvSpPr>
          <p:spPr>
            <a:xfrm>
              <a:off x="7446864" y="34935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6" name="pt28566"/>
            <p:cNvSpPr/>
            <p:nvPr/>
          </p:nvSpPr>
          <p:spPr>
            <a:xfrm>
              <a:off x="7433516" y="3142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7" name="pt28567"/>
            <p:cNvSpPr/>
            <p:nvPr/>
          </p:nvSpPr>
          <p:spPr>
            <a:xfrm>
              <a:off x="7438598" y="3231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8" name="pt28568"/>
            <p:cNvSpPr/>
            <p:nvPr/>
          </p:nvSpPr>
          <p:spPr>
            <a:xfrm>
              <a:off x="8539437" y="3295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69" name="pt28569"/>
            <p:cNvSpPr/>
            <p:nvPr/>
          </p:nvSpPr>
          <p:spPr>
            <a:xfrm>
              <a:off x="7430692" y="30343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0" name="pt28570"/>
            <p:cNvSpPr/>
            <p:nvPr/>
          </p:nvSpPr>
          <p:spPr>
            <a:xfrm>
              <a:off x="7442423" y="31257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1" name="pt28571"/>
            <p:cNvSpPr/>
            <p:nvPr/>
          </p:nvSpPr>
          <p:spPr>
            <a:xfrm>
              <a:off x="7454640" y="3323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2" name="pt28572"/>
            <p:cNvSpPr/>
            <p:nvPr/>
          </p:nvSpPr>
          <p:spPr>
            <a:xfrm>
              <a:off x="7423358" y="3300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3" name="pt28573"/>
            <p:cNvSpPr/>
            <p:nvPr/>
          </p:nvSpPr>
          <p:spPr>
            <a:xfrm>
              <a:off x="7389174" y="3623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4" name="pt28574"/>
            <p:cNvSpPr/>
            <p:nvPr/>
          </p:nvSpPr>
          <p:spPr>
            <a:xfrm>
              <a:off x="7464089" y="32486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5" name="pt28575"/>
            <p:cNvSpPr/>
            <p:nvPr/>
          </p:nvSpPr>
          <p:spPr>
            <a:xfrm>
              <a:off x="7436959" y="3601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6" name="pt28576"/>
            <p:cNvSpPr/>
            <p:nvPr/>
          </p:nvSpPr>
          <p:spPr>
            <a:xfrm>
              <a:off x="7441695" y="3772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7" name="pt28577"/>
            <p:cNvSpPr/>
            <p:nvPr/>
          </p:nvSpPr>
          <p:spPr>
            <a:xfrm>
              <a:off x="7421766" y="3987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8" name="pt28578"/>
            <p:cNvSpPr/>
            <p:nvPr/>
          </p:nvSpPr>
          <p:spPr>
            <a:xfrm>
              <a:off x="7464210" y="3382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79" name="pt28579"/>
            <p:cNvSpPr/>
            <p:nvPr/>
          </p:nvSpPr>
          <p:spPr>
            <a:xfrm>
              <a:off x="7442026" y="3338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0" name="pt28580"/>
            <p:cNvSpPr/>
            <p:nvPr/>
          </p:nvSpPr>
          <p:spPr>
            <a:xfrm>
              <a:off x="7437741" y="36828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1" name="pt28581"/>
            <p:cNvSpPr/>
            <p:nvPr/>
          </p:nvSpPr>
          <p:spPr>
            <a:xfrm>
              <a:off x="7454428" y="3390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2" name="pt28582"/>
            <p:cNvSpPr/>
            <p:nvPr/>
          </p:nvSpPr>
          <p:spPr>
            <a:xfrm>
              <a:off x="7456488" y="3376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3" name="pt28583"/>
            <p:cNvSpPr/>
            <p:nvPr/>
          </p:nvSpPr>
          <p:spPr>
            <a:xfrm>
              <a:off x="7433951" y="36039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4" name="pt28584"/>
            <p:cNvSpPr/>
            <p:nvPr/>
          </p:nvSpPr>
          <p:spPr>
            <a:xfrm>
              <a:off x="7377492" y="3679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5" name="pt28585"/>
            <p:cNvSpPr/>
            <p:nvPr/>
          </p:nvSpPr>
          <p:spPr>
            <a:xfrm>
              <a:off x="7321480" y="3240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6" name="pt28586"/>
            <p:cNvSpPr/>
            <p:nvPr/>
          </p:nvSpPr>
          <p:spPr>
            <a:xfrm>
              <a:off x="7322166" y="3260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7" name="pt28587"/>
            <p:cNvSpPr/>
            <p:nvPr/>
          </p:nvSpPr>
          <p:spPr>
            <a:xfrm>
              <a:off x="7430063" y="32866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88" name="pt28588"/>
            <p:cNvSpPr/>
            <p:nvPr/>
          </p:nvSpPr>
          <p:spPr>
            <a:xfrm>
              <a:off x="9053695" y="190146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89" name="pt28589"/>
            <p:cNvSpPr/>
            <p:nvPr/>
          </p:nvSpPr>
          <p:spPr>
            <a:xfrm>
              <a:off x="7441057" y="3553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0" name="pt28590"/>
            <p:cNvSpPr/>
            <p:nvPr/>
          </p:nvSpPr>
          <p:spPr>
            <a:xfrm>
              <a:off x="7426001" y="37451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1" name="pt28591"/>
            <p:cNvSpPr/>
            <p:nvPr/>
          </p:nvSpPr>
          <p:spPr>
            <a:xfrm>
              <a:off x="7428018" y="3325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2" name="pt28592"/>
            <p:cNvSpPr/>
            <p:nvPr/>
          </p:nvSpPr>
          <p:spPr>
            <a:xfrm>
              <a:off x="7466927" y="3262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3" name="pt28593"/>
            <p:cNvSpPr/>
            <p:nvPr/>
          </p:nvSpPr>
          <p:spPr>
            <a:xfrm>
              <a:off x="7416942" y="3750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4" name="pt28594"/>
            <p:cNvSpPr/>
            <p:nvPr/>
          </p:nvSpPr>
          <p:spPr>
            <a:xfrm>
              <a:off x="7435334" y="37154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5" name="pt28595"/>
            <p:cNvSpPr/>
            <p:nvPr/>
          </p:nvSpPr>
          <p:spPr>
            <a:xfrm>
              <a:off x="7437949" y="3558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6" name="pt28596"/>
            <p:cNvSpPr/>
            <p:nvPr/>
          </p:nvSpPr>
          <p:spPr>
            <a:xfrm>
              <a:off x="7347591" y="3411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7" name="pt28597"/>
            <p:cNvSpPr/>
            <p:nvPr/>
          </p:nvSpPr>
          <p:spPr>
            <a:xfrm>
              <a:off x="7400361" y="3480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8" name="pt28598"/>
            <p:cNvSpPr/>
            <p:nvPr/>
          </p:nvSpPr>
          <p:spPr>
            <a:xfrm>
              <a:off x="7347562" y="3644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599" name="pt28599"/>
            <p:cNvSpPr/>
            <p:nvPr/>
          </p:nvSpPr>
          <p:spPr>
            <a:xfrm>
              <a:off x="7412427" y="36461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0" name="pt28600"/>
            <p:cNvSpPr/>
            <p:nvPr/>
          </p:nvSpPr>
          <p:spPr>
            <a:xfrm>
              <a:off x="7430855" y="3295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1" name="pt28601"/>
            <p:cNvSpPr/>
            <p:nvPr/>
          </p:nvSpPr>
          <p:spPr>
            <a:xfrm>
              <a:off x="7344464" y="3962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2" name="pt28602"/>
            <p:cNvSpPr/>
            <p:nvPr/>
          </p:nvSpPr>
          <p:spPr>
            <a:xfrm>
              <a:off x="7438054" y="3152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3" name="pt28603"/>
            <p:cNvSpPr/>
            <p:nvPr/>
          </p:nvSpPr>
          <p:spPr>
            <a:xfrm>
              <a:off x="6778069" y="448360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04" name="pt28604"/>
            <p:cNvSpPr/>
            <p:nvPr/>
          </p:nvSpPr>
          <p:spPr>
            <a:xfrm>
              <a:off x="7472366" y="3367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5" name="pt28605"/>
            <p:cNvSpPr/>
            <p:nvPr/>
          </p:nvSpPr>
          <p:spPr>
            <a:xfrm>
              <a:off x="7435407" y="3479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6" name="pt28606"/>
            <p:cNvSpPr/>
            <p:nvPr/>
          </p:nvSpPr>
          <p:spPr>
            <a:xfrm>
              <a:off x="7454776" y="28923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7" name="pt28607"/>
            <p:cNvSpPr/>
            <p:nvPr/>
          </p:nvSpPr>
          <p:spPr>
            <a:xfrm>
              <a:off x="7442836" y="3266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8" name="pt28608"/>
            <p:cNvSpPr/>
            <p:nvPr/>
          </p:nvSpPr>
          <p:spPr>
            <a:xfrm>
              <a:off x="7365047" y="47871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09" name="pt28609"/>
            <p:cNvSpPr/>
            <p:nvPr/>
          </p:nvSpPr>
          <p:spPr>
            <a:xfrm>
              <a:off x="7310571" y="40296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0" name="pt28610"/>
            <p:cNvSpPr/>
            <p:nvPr/>
          </p:nvSpPr>
          <p:spPr>
            <a:xfrm>
              <a:off x="7020448" y="463492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11" name="pt28611"/>
            <p:cNvSpPr/>
            <p:nvPr/>
          </p:nvSpPr>
          <p:spPr>
            <a:xfrm>
              <a:off x="7447121" y="3033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2" name="pt28612"/>
            <p:cNvSpPr/>
            <p:nvPr/>
          </p:nvSpPr>
          <p:spPr>
            <a:xfrm>
              <a:off x="7375821" y="4283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3" name="pt28613"/>
            <p:cNvSpPr/>
            <p:nvPr/>
          </p:nvSpPr>
          <p:spPr>
            <a:xfrm>
              <a:off x="7412128" y="3270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4" name="pt28614"/>
            <p:cNvSpPr/>
            <p:nvPr/>
          </p:nvSpPr>
          <p:spPr>
            <a:xfrm>
              <a:off x="7442081" y="3114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5" name="pt28615"/>
            <p:cNvSpPr/>
            <p:nvPr/>
          </p:nvSpPr>
          <p:spPr>
            <a:xfrm>
              <a:off x="7458859" y="39952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6" name="pt28616"/>
            <p:cNvSpPr/>
            <p:nvPr/>
          </p:nvSpPr>
          <p:spPr>
            <a:xfrm>
              <a:off x="7404431" y="3451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7" name="pt28617"/>
            <p:cNvSpPr/>
            <p:nvPr/>
          </p:nvSpPr>
          <p:spPr>
            <a:xfrm>
              <a:off x="7416371" y="3229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8" name="pt28618"/>
            <p:cNvSpPr/>
            <p:nvPr/>
          </p:nvSpPr>
          <p:spPr>
            <a:xfrm>
              <a:off x="7362417" y="3769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19" name="pt28619"/>
            <p:cNvSpPr/>
            <p:nvPr/>
          </p:nvSpPr>
          <p:spPr>
            <a:xfrm>
              <a:off x="7341088" y="3719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0" name="pt28620"/>
            <p:cNvSpPr/>
            <p:nvPr/>
          </p:nvSpPr>
          <p:spPr>
            <a:xfrm>
              <a:off x="7378924" y="3723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1" name="pt28621"/>
            <p:cNvSpPr/>
            <p:nvPr/>
          </p:nvSpPr>
          <p:spPr>
            <a:xfrm>
              <a:off x="7453403" y="3233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2" name="pt28622"/>
            <p:cNvSpPr/>
            <p:nvPr/>
          </p:nvSpPr>
          <p:spPr>
            <a:xfrm>
              <a:off x="7454745" y="34054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3" name="pt28623"/>
            <p:cNvSpPr/>
            <p:nvPr/>
          </p:nvSpPr>
          <p:spPr>
            <a:xfrm>
              <a:off x="7461335" y="32758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4" name="pt28624"/>
            <p:cNvSpPr/>
            <p:nvPr/>
          </p:nvSpPr>
          <p:spPr>
            <a:xfrm>
              <a:off x="7343166" y="34275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5" name="pt28625"/>
            <p:cNvSpPr/>
            <p:nvPr/>
          </p:nvSpPr>
          <p:spPr>
            <a:xfrm>
              <a:off x="7444852" y="3628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6" name="pt28626"/>
            <p:cNvSpPr/>
            <p:nvPr/>
          </p:nvSpPr>
          <p:spPr>
            <a:xfrm>
              <a:off x="7481313" y="3046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7" name="pt28627"/>
            <p:cNvSpPr/>
            <p:nvPr/>
          </p:nvSpPr>
          <p:spPr>
            <a:xfrm>
              <a:off x="7427399" y="3321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8" name="pt28628"/>
            <p:cNvSpPr/>
            <p:nvPr/>
          </p:nvSpPr>
          <p:spPr>
            <a:xfrm>
              <a:off x="7506764" y="3190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29" name="pt28629"/>
            <p:cNvSpPr/>
            <p:nvPr/>
          </p:nvSpPr>
          <p:spPr>
            <a:xfrm>
              <a:off x="7400469" y="3761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0" name="pt28630"/>
            <p:cNvSpPr/>
            <p:nvPr/>
          </p:nvSpPr>
          <p:spPr>
            <a:xfrm>
              <a:off x="7439434" y="3485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1" name="pt28631"/>
            <p:cNvSpPr/>
            <p:nvPr/>
          </p:nvSpPr>
          <p:spPr>
            <a:xfrm>
              <a:off x="7461532" y="33255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2" name="pt28632"/>
            <p:cNvSpPr/>
            <p:nvPr/>
          </p:nvSpPr>
          <p:spPr>
            <a:xfrm>
              <a:off x="7077667" y="3192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3" name="pt28633"/>
            <p:cNvSpPr/>
            <p:nvPr/>
          </p:nvSpPr>
          <p:spPr>
            <a:xfrm>
              <a:off x="7442225" y="3440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4" name="pt28634"/>
            <p:cNvSpPr/>
            <p:nvPr/>
          </p:nvSpPr>
          <p:spPr>
            <a:xfrm>
              <a:off x="7394180" y="3411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5" name="pt28635"/>
            <p:cNvSpPr/>
            <p:nvPr/>
          </p:nvSpPr>
          <p:spPr>
            <a:xfrm>
              <a:off x="7406382" y="32955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6" name="pt28636"/>
            <p:cNvSpPr/>
            <p:nvPr/>
          </p:nvSpPr>
          <p:spPr>
            <a:xfrm>
              <a:off x="7358720" y="3498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7" name="pt28637"/>
            <p:cNvSpPr/>
            <p:nvPr/>
          </p:nvSpPr>
          <p:spPr>
            <a:xfrm>
              <a:off x="7429803" y="3192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8" name="pt28638"/>
            <p:cNvSpPr/>
            <p:nvPr/>
          </p:nvSpPr>
          <p:spPr>
            <a:xfrm>
              <a:off x="7429575" y="3319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39" name="pt28639"/>
            <p:cNvSpPr/>
            <p:nvPr/>
          </p:nvSpPr>
          <p:spPr>
            <a:xfrm>
              <a:off x="7407433" y="4153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0" name="pt28640"/>
            <p:cNvSpPr/>
            <p:nvPr/>
          </p:nvSpPr>
          <p:spPr>
            <a:xfrm>
              <a:off x="7460385" y="32330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1" name="pt28641"/>
            <p:cNvSpPr/>
            <p:nvPr/>
          </p:nvSpPr>
          <p:spPr>
            <a:xfrm>
              <a:off x="7459047" y="3129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2" name="pt28642"/>
            <p:cNvSpPr/>
            <p:nvPr/>
          </p:nvSpPr>
          <p:spPr>
            <a:xfrm>
              <a:off x="7434305" y="3302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3" name="pt28643"/>
            <p:cNvSpPr/>
            <p:nvPr/>
          </p:nvSpPr>
          <p:spPr>
            <a:xfrm>
              <a:off x="7451259" y="3836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4" name="pt28644"/>
            <p:cNvSpPr/>
            <p:nvPr/>
          </p:nvSpPr>
          <p:spPr>
            <a:xfrm>
              <a:off x="7462614" y="3695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5" name="pt28645"/>
            <p:cNvSpPr/>
            <p:nvPr/>
          </p:nvSpPr>
          <p:spPr>
            <a:xfrm>
              <a:off x="7573320" y="311029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46" name="pt28646"/>
            <p:cNvSpPr/>
            <p:nvPr/>
          </p:nvSpPr>
          <p:spPr>
            <a:xfrm>
              <a:off x="7449081" y="3269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7" name="pt28647"/>
            <p:cNvSpPr/>
            <p:nvPr/>
          </p:nvSpPr>
          <p:spPr>
            <a:xfrm>
              <a:off x="7433160" y="36203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8" name="pt28648"/>
            <p:cNvSpPr/>
            <p:nvPr/>
          </p:nvSpPr>
          <p:spPr>
            <a:xfrm>
              <a:off x="7778885" y="3140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49" name="pt28649"/>
            <p:cNvSpPr/>
            <p:nvPr/>
          </p:nvSpPr>
          <p:spPr>
            <a:xfrm>
              <a:off x="7450041" y="2976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0" name="pt28650"/>
            <p:cNvSpPr/>
            <p:nvPr/>
          </p:nvSpPr>
          <p:spPr>
            <a:xfrm>
              <a:off x="7413638" y="3924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1" name="pt28651"/>
            <p:cNvSpPr/>
            <p:nvPr/>
          </p:nvSpPr>
          <p:spPr>
            <a:xfrm>
              <a:off x="7443295" y="38425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2" name="pt28652"/>
            <p:cNvSpPr/>
            <p:nvPr/>
          </p:nvSpPr>
          <p:spPr>
            <a:xfrm>
              <a:off x="7428797" y="3816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3" name="pt28653"/>
            <p:cNvSpPr/>
            <p:nvPr/>
          </p:nvSpPr>
          <p:spPr>
            <a:xfrm>
              <a:off x="7383641" y="33469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4" name="pt28654"/>
            <p:cNvSpPr/>
            <p:nvPr/>
          </p:nvSpPr>
          <p:spPr>
            <a:xfrm>
              <a:off x="7437052" y="37497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5" name="pt28655"/>
            <p:cNvSpPr/>
            <p:nvPr/>
          </p:nvSpPr>
          <p:spPr>
            <a:xfrm>
              <a:off x="7505463" y="3163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6" name="pt28656"/>
            <p:cNvSpPr/>
            <p:nvPr/>
          </p:nvSpPr>
          <p:spPr>
            <a:xfrm>
              <a:off x="7410942" y="36968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7" name="pt28657"/>
            <p:cNvSpPr/>
            <p:nvPr/>
          </p:nvSpPr>
          <p:spPr>
            <a:xfrm>
              <a:off x="7428917" y="35942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8" name="pt28658"/>
            <p:cNvSpPr/>
            <p:nvPr/>
          </p:nvSpPr>
          <p:spPr>
            <a:xfrm>
              <a:off x="7444748" y="32643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59" name="pt28659"/>
            <p:cNvSpPr/>
            <p:nvPr/>
          </p:nvSpPr>
          <p:spPr>
            <a:xfrm>
              <a:off x="7403993" y="3697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0" name="pt28660"/>
            <p:cNvSpPr/>
            <p:nvPr/>
          </p:nvSpPr>
          <p:spPr>
            <a:xfrm>
              <a:off x="7458552" y="3031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1" name="pt28661"/>
            <p:cNvSpPr/>
            <p:nvPr/>
          </p:nvSpPr>
          <p:spPr>
            <a:xfrm>
              <a:off x="7427704" y="33029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2" name="pt28662"/>
            <p:cNvSpPr/>
            <p:nvPr/>
          </p:nvSpPr>
          <p:spPr>
            <a:xfrm>
              <a:off x="7353133" y="3908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3" name="pt28663"/>
            <p:cNvSpPr/>
            <p:nvPr/>
          </p:nvSpPr>
          <p:spPr>
            <a:xfrm>
              <a:off x="7487649" y="3172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4" name="pt28664"/>
            <p:cNvSpPr/>
            <p:nvPr/>
          </p:nvSpPr>
          <p:spPr>
            <a:xfrm>
              <a:off x="7394754" y="3143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5" name="pt28665"/>
            <p:cNvSpPr/>
            <p:nvPr/>
          </p:nvSpPr>
          <p:spPr>
            <a:xfrm>
              <a:off x="7431430" y="3181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6" name="pt28666"/>
            <p:cNvSpPr/>
            <p:nvPr/>
          </p:nvSpPr>
          <p:spPr>
            <a:xfrm>
              <a:off x="7426030" y="3605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7" name="pt28667"/>
            <p:cNvSpPr/>
            <p:nvPr/>
          </p:nvSpPr>
          <p:spPr>
            <a:xfrm>
              <a:off x="7427679" y="35410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8" name="pt28668"/>
            <p:cNvSpPr/>
            <p:nvPr/>
          </p:nvSpPr>
          <p:spPr>
            <a:xfrm>
              <a:off x="7416322" y="3791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69" name="pt28669"/>
            <p:cNvSpPr/>
            <p:nvPr/>
          </p:nvSpPr>
          <p:spPr>
            <a:xfrm>
              <a:off x="7441602" y="3274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0" name="pt28670"/>
            <p:cNvSpPr/>
            <p:nvPr/>
          </p:nvSpPr>
          <p:spPr>
            <a:xfrm>
              <a:off x="7390064" y="3914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1" name="pt28671"/>
            <p:cNvSpPr/>
            <p:nvPr/>
          </p:nvSpPr>
          <p:spPr>
            <a:xfrm>
              <a:off x="7488766" y="30439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2" name="pt28672"/>
            <p:cNvSpPr/>
            <p:nvPr/>
          </p:nvSpPr>
          <p:spPr>
            <a:xfrm>
              <a:off x="7407266" y="3575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3" name="pt28673"/>
            <p:cNvSpPr/>
            <p:nvPr/>
          </p:nvSpPr>
          <p:spPr>
            <a:xfrm>
              <a:off x="6445738" y="353212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74" name="pt28674"/>
            <p:cNvSpPr/>
            <p:nvPr/>
          </p:nvSpPr>
          <p:spPr>
            <a:xfrm>
              <a:off x="7451520" y="3266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5" name="pt28675"/>
            <p:cNvSpPr/>
            <p:nvPr/>
          </p:nvSpPr>
          <p:spPr>
            <a:xfrm>
              <a:off x="7430637" y="3477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6" name="pt28676"/>
            <p:cNvSpPr/>
            <p:nvPr/>
          </p:nvSpPr>
          <p:spPr>
            <a:xfrm>
              <a:off x="7365282" y="3644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7" name="pt28677"/>
            <p:cNvSpPr/>
            <p:nvPr/>
          </p:nvSpPr>
          <p:spPr>
            <a:xfrm>
              <a:off x="7061505" y="477649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78" name="pt28678"/>
            <p:cNvSpPr/>
            <p:nvPr/>
          </p:nvSpPr>
          <p:spPr>
            <a:xfrm>
              <a:off x="7448900" y="3329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79" name="pt28679"/>
            <p:cNvSpPr/>
            <p:nvPr/>
          </p:nvSpPr>
          <p:spPr>
            <a:xfrm>
              <a:off x="7445958" y="3574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0" name="pt28680"/>
            <p:cNvSpPr/>
            <p:nvPr/>
          </p:nvSpPr>
          <p:spPr>
            <a:xfrm>
              <a:off x="7459054" y="3155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1" name="pt28681"/>
            <p:cNvSpPr/>
            <p:nvPr/>
          </p:nvSpPr>
          <p:spPr>
            <a:xfrm>
              <a:off x="7613612" y="276469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82" name="pt28682"/>
            <p:cNvSpPr/>
            <p:nvPr/>
          </p:nvSpPr>
          <p:spPr>
            <a:xfrm>
              <a:off x="7812778" y="304977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83" name="pt28683"/>
            <p:cNvSpPr/>
            <p:nvPr/>
          </p:nvSpPr>
          <p:spPr>
            <a:xfrm>
              <a:off x="7470246" y="3243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4" name="pt28684"/>
            <p:cNvSpPr/>
            <p:nvPr/>
          </p:nvSpPr>
          <p:spPr>
            <a:xfrm>
              <a:off x="7426657" y="3590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5" name="pt28685"/>
            <p:cNvSpPr/>
            <p:nvPr/>
          </p:nvSpPr>
          <p:spPr>
            <a:xfrm>
              <a:off x="7451097" y="32863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6" name="pt28686"/>
            <p:cNvSpPr/>
            <p:nvPr/>
          </p:nvSpPr>
          <p:spPr>
            <a:xfrm>
              <a:off x="7466004" y="3066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7" name="pt28687"/>
            <p:cNvSpPr/>
            <p:nvPr/>
          </p:nvSpPr>
          <p:spPr>
            <a:xfrm>
              <a:off x="7468910" y="3035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8" name="pt28688"/>
            <p:cNvSpPr/>
            <p:nvPr/>
          </p:nvSpPr>
          <p:spPr>
            <a:xfrm>
              <a:off x="7434368" y="3685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89" name="pt28689"/>
            <p:cNvSpPr/>
            <p:nvPr/>
          </p:nvSpPr>
          <p:spPr>
            <a:xfrm>
              <a:off x="7457836" y="3428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0" name="pt28690"/>
            <p:cNvSpPr/>
            <p:nvPr/>
          </p:nvSpPr>
          <p:spPr>
            <a:xfrm>
              <a:off x="7441365" y="3201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1" name="pt28691"/>
            <p:cNvSpPr/>
            <p:nvPr/>
          </p:nvSpPr>
          <p:spPr>
            <a:xfrm>
              <a:off x="7440552" y="3217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2" name="pt28692"/>
            <p:cNvSpPr/>
            <p:nvPr/>
          </p:nvSpPr>
          <p:spPr>
            <a:xfrm>
              <a:off x="7467695" y="33476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3" name="pt28693"/>
            <p:cNvSpPr/>
            <p:nvPr/>
          </p:nvSpPr>
          <p:spPr>
            <a:xfrm>
              <a:off x="7417731" y="44810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4" name="pt28694"/>
            <p:cNvSpPr/>
            <p:nvPr/>
          </p:nvSpPr>
          <p:spPr>
            <a:xfrm>
              <a:off x="7400680" y="3858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5" name="pt28695"/>
            <p:cNvSpPr/>
            <p:nvPr/>
          </p:nvSpPr>
          <p:spPr>
            <a:xfrm>
              <a:off x="7244154" y="3007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6" name="pt28696"/>
            <p:cNvSpPr/>
            <p:nvPr/>
          </p:nvSpPr>
          <p:spPr>
            <a:xfrm>
              <a:off x="7424730" y="3272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7" name="pt28697"/>
            <p:cNvSpPr/>
            <p:nvPr/>
          </p:nvSpPr>
          <p:spPr>
            <a:xfrm>
              <a:off x="7431609" y="31481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8" name="pt28698"/>
            <p:cNvSpPr/>
            <p:nvPr/>
          </p:nvSpPr>
          <p:spPr>
            <a:xfrm>
              <a:off x="7390852" y="33780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699" name="pt28699"/>
            <p:cNvSpPr/>
            <p:nvPr/>
          </p:nvSpPr>
          <p:spPr>
            <a:xfrm>
              <a:off x="7713879" y="297268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00" name="pt28700"/>
            <p:cNvSpPr/>
            <p:nvPr/>
          </p:nvSpPr>
          <p:spPr>
            <a:xfrm>
              <a:off x="7398355" y="3351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1" name="pt28701"/>
            <p:cNvSpPr/>
            <p:nvPr/>
          </p:nvSpPr>
          <p:spPr>
            <a:xfrm>
              <a:off x="7438264" y="33483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2" name="pt28702"/>
            <p:cNvSpPr/>
            <p:nvPr/>
          </p:nvSpPr>
          <p:spPr>
            <a:xfrm>
              <a:off x="7449758" y="3307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3" name="pt28703"/>
            <p:cNvSpPr/>
            <p:nvPr/>
          </p:nvSpPr>
          <p:spPr>
            <a:xfrm>
              <a:off x="7414184" y="33189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4" name="pt28704"/>
            <p:cNvSpPr/>
            <p:nvPr/>
          </p:nvSpPr>
          <p:spPr>
            <a:xfrm>
              <a:off x="7451769" y="3168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5" name="pt28705"/>
            <p:cNvSpPr/>
            <p:nvPr/>
          </p:nvSpPr>
          <p:spPr>
            <a:xfrm>
              <a:off x="7171865" y="3405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6" name="pt28706"/>
            <p:cNvSpPr/>
            <p:nvPr/>
          </p:nvSpPr>
          <p:spPr>
            <a:xfrm>
              <a:off x="7543615" y="32019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7" name="pt28707"/>
            <p:cNvSpPr/>
            <p:nvPr/>
          </p:nvSpPr>
          <p:spPr>
            <a:xfrm>
              <a:off x="7423691" y="3581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8" name="pt28708"/>
            <p:cNvSpPr/>
            <p:nvPr/>
          </p:nvSpPr>
          <p:spPr>
            <a:xfrm>
              <a:off x="7431117" y="3702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09" name="pt28709"/>
            <p:cNvSpPr/>
            <p:nvPr/>
          </p:nvSpPr>
          <p:spPr>
            <a:xfrm>
              <a:off x="7434107" y="3249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0" name="pt28710"/>
            <p:cNvSpPr/>
            <p:nvPr/>
          </p:nvSpPr>
          <p:spPr>
            <a:xfrm>
              <a:off x="7442104" y="3279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1" name="pt28711"/>
            <p:cNvSpPr/>
            <p:nvPr/>
          </p:nvSpPr>
          <p:spPr>
            <a:xfrm>
              <a:off x="7475213" y="2924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2" name="pt28712"/>
            <p:cNvSpPr/>
            <p:nvPr/>
          </p:nvSpPr>
          <p:spPr>
            <a:xfrm>
              <a:off x="7435442" y="33069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3" name="pt28713"/>
            <p:cNvSpPr/>
            <p:nvPr/>
          </p:nvSpPr>
          <p:spPr>
            <a:xfrm>
              <a:off x="7437767" y="3586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4" name="pt28714"/>
            <p:cNvSpPr/>
            <p:nvPr/>
          </p:nvSpPr>
          <p:spPr>
            <a:xfrm>
              <a:off x="7493086" y="3176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5" name="pt28715"/>
            <p:cNvSpPr/>
            <p:nvPr/>
          </p:nvSpPr>
          <p:spPr>
            <a:xfrm>
              <a:off x="7470471" y="3375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6" name="pt28716"/>
            <p:cNvSpPr/>
            <p:nvPr/>
          </p:nvSpPr>
          <p:spPr>
            <a:xfrm>
              <a:off x="7430409" y="3447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7" name="pt28717"/>
            <p:cNvSpPr/>
            <p:nvPr/>
          </p:nvSpPr>
          <p:spPr>
            <a:xfrm>
              <a:off x="7465728" y="3357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8" name="pt28718"/>
            <p:cNvSpPr/>
            <p:nvPr/>
          </p:nvSpPr>
          <p:spPr>
            <a:xfrm>
              <a:off x="7454005" y="3285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19" name="pt28719"/>
            <p:cNvSpPr/>
            <p:nvPr/>
          </p:nvSpPr>
          <p:spPr>
            <a:xfrm>
              <a:off x="7492426" y="31052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0" name="pt28720"/>
            <p:cNvSpPr/>
            <p:nvPr/>
          </p:nvSpPr>
          <p:spPr>
            <a:xfrm>
              <a:off x="7917775" y="254176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21" name="pt28721"/>
            <p:cNvSpPr/>
            <p:nvPr/>
          </p:nvSpPr>
          <p:spPr>
            <a:xfrm>
              <a:off x="7454224" y="3498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2" name="pt28722"/>
            <p:cNvSpPr/>
            <p:nvPr/>
          </p:nvSpPr>
          <p:spPr>
            <a:xfrm>
              <a:off x="7491947" y="3093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3" name="pt28723"/>
            <p:cNvSpPr/>
            <p:nvPr/>
          </p:nvSpPr>
          <p:spPr>
            <a:xfrm>
              <a:off x="7364315" y="3326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4" name="pt28724"/>
            <p:cNvSpPr/>
            <p:nvPr/>
          </p:nvSpPr>
          <p:spPr>
            <a:xfrm>
              <a:off x="7398748" y="3395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5" name="pt28725"/>
            <p:cNvSpPr/>
            <p:nvPr/>
          </p:nvSpPr>
          <p:spPr>
            <a:xfrm>
              <a:off x="7440231" y="3700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6" name="pt28726"/>
            <p:cNvSpPr/>
            <p:nvPr/>
          </p:nvSpPr>
          <p:spPr>
            <a:xfrm>
              <a:off x="7408737" y="35235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7" name="pt28727"/>
            <p:cNvSpPr/>
            <p:nvPr/>
          </p:nvSpPr>
          <p:spPr>
            <a:xfrm>
              <a:off x="7412748" y="3667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8" name="pt28728"/>
            <p:cNvSpPr/>
            <p:nvPr/>
          </p:nvSpPr>
          <p:spPr>
            <a:xfrm>
              <a:off x="7481660" y="3229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29" name="pt28729"/>
            <p:cNvSpPr/>
            <p:nvPr/>
          </p:nvSpPr>
          <p:spPr>
            <a:xfrm>
              <a:off x="7468725" y="32961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0" name="pt28730"/>
            <p:cNvSpPr/>
            <p:nvPr/>
          </p:nvSpPr>
          <p:spPr>
            <a:xfrm>
              <a:off x="7460548" y="3327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1" name="pt28731"/>
            <p:cNvSpPr/>
            <p:nvPr/>
          </p:nvSpPr>
          <p:spPr>
            <a:xfrm>
              <a:off x="7467263" y="3246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2" name="pt28732"/>
            <p:cNvSpPr/>
            <p:nvPr/>
          </p:nvSpPr>
          <p:spPr>
            <a:xfrm>
              <a:off x="7618587" y="32187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3" name="pt28733"/>
            <p:cNvSpPr/>
            <p:nvPr/>
          </p:nvSpPr>
          <p:spPr>
            <a:xfrm>
              <a:off x="6494236" y="404424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34" name="pt28734"/>
            <p:cNvSpPr/>
            <p:nvPr/>
          </p:nvSpPr>
          <p:spPr>
            <a:xfrm>
              <a:off x="7435533" y="29943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5" name="pt28735"/>
            <p:cNvSpPr/>
            <p:nvPr/>
          </p:nvSpPr>
          <p:spPr>
            <a:xfrm>
              <a:off x="7468477" y="3128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6" name="pt28736"/>
            <p:cNvSpPr/>
            <p:nvPr/>
          </p:nvSpPr>
          <p:spPr>
            <a:xfrm>
              <a:off x="7506836" y="31912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7" name="pt28737"/>
            <p:cNvSpPr/>
            <p:nvPr/>
          </p:nvSpPr>
          <p:spPr>
            <a:xfrm>
              <a:off x="7514977" y="3187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8" name="pt28738"/>
            <p:cNvSpPr/>
            <p:nvPr/>
          </p:nvSpPr>
          <p:spPr>
            <a:xfrm>
              <a:off x="7455945" y="3291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39" name="pt28739"/>
            <p:cNvSpPr/>
            <p:nvPr/>
          </p:nvSpPr>
          <p:spPr>
            <a:xfrm>
              <a:off x="7444675" y="3612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0" name="pt28740"/>
            <p:cNvSpPr/>
            <p:nvPr/>
          </p:nvSpPr>
          <p:spPr>
            <a:xfrm>
              <a:off x="7455739" y="1581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1" name="pt28741"/>
            <p:cNvSpPr/>
            <p:nvPr/>
          </p:nvSpPr>
          <p:spPr>
            <a:xfrm>
              <a:off x="7439013" y="2760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2" name="pt28742"/>
            <p:cNvSpPr/>
            <p:nvPr/>
          </p:nvSpPr>
          <p:spPr>
            <a:xfrm>
              <a:off x="7464882" y="3260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3" name="pt28743"/>
            <p:cNvSpPr/>
            <p:nvPr/>
          </p:nvSpPr>
          <p:spPr>
            <a:xfrm>
              <a:off x="7473021" y="3248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4" name="pt28744"/>
            <p:cNvSpPr/>
            <p:nvPr/>
          </p:nvSpPr>
          <p:spPr>
            <a:xfrm>
              <a:off x="7435207" y="3308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5" name="pt28745"/>
            <p:cNvSpPr/>
            <p:nvPr/>
          </p:nvSpPr>
          <p:spPr>
            <a:xfrm>
              <a:off x="7458481" y="3345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6" name="pt28746"/>
            <p:cNvSpPr/>
            <p:nvPr/>
          </p:nvSpPr>
          <p:spPr>
            <a:xfrm>
              <a:off x="7479848" y="3081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7" name="pt28747"/>
            <p:cNvSpPr/>
            <p:nvPr/>
          </p:nvSpPr>
          <p:spPr>
            <a:xfrm>
              <a:off x="7497902" y="32839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8" name="pt28748"/>
            <p:cNvSpPr/>
            <p:nvPr/>
          </p:nvSpPr>
          <p:spPr>
            <a:xfrm>
              <a:off x="7454902" y="3287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49" name="pt28749"/>
            <p:cNvSpPr/>
            <p:nvPr/>
          </p:nvSpPr>
          <p:spPr>
            <a:xfrm>
              <a:off x="7458811" y="31985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0" name="pt28750"/>
            <p:cNvSpPr/>
            <p:nvPr/>
          </p:nvSpPr>
          <p:spPr>
            <a:xfrm>
              <a:off x="7419004" y="3503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1" name="pt28751"/>
            <p:cNvSpPr/>
            <p:nvPr/>
          </p:nvSpPr>
          <p:spPr>
            <a:xfrm>
              <a:off x="7443335" y="32908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2" name="pt28752"/>
            <p:cNvSpPr/>
            <p:nvPr/>
          </p:nvSpPr>
          <p:spPr>
            <a:xfrm>
              <a:off x="7429655" y="3526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3" name="pt28753"/>
            <p:cNvSpPr/>
            <p:nvPr/>
          </p:nvSpPr>
          <p:spPr>
            <a:xfrm>
              <a:off x="7528475" y="3000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4" name="pt28754"/>
            <p:cNvSpPr/>
            <p:nvPr/>
          </p:nvSpPr>
          <p:spPr>
            <a:xfrm>
              <a:off x="7565621" y="3193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5" name="pt28755"/>
            <p:cNvSpPr/>
            <p:nvPr/>
          </p:nvSpPr>
          <p:spPr>
            <a:xfrm>
              <a:off x="7436161" y="3086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6" name="pt28756"/>
            <p:cNvSpPr/>
            <p:nvPr/>
          </p:nvSpPr>
          <p:spPr>
            <a:xfrm>
              <a:off x="7476254" y="3213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7" name="pt28757"/>
            <p:cNvSpPr/>
            <p:nvPr/>
          </p:nvSpPr>
          <p:spPr>
            <a:xfrm>
              <a:off x="7453588" y="3344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8" name="pt28758"/>
            <p:cNvSpPr/>
            <p:nvPr/>
          </p:nvSpPr>
          <p:spPr>
            <a:xfrm>
              <a:off x="7450716" y="3321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59" name="pt28759"/>
            <p:cNvSpPr/>
            <p:nvPr/>
          </p:nvSpPr>
          <p:spPr>
            <a:xfrm>
              <a:off x="7450294" y="33074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0" name="pt28760"/>
            <p:cNvSpPr/>
            <p:nvPr/>
          </p:nvSpPr>
          <p:spPr>
            <a:xfrm>
              <a:off x="7466184" y="3282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1" name="pt28761"/>
            <p:cNvSpPr/>
            <p:nvPr/>
          </p:nvSpPr>
          <p:spPr>
            <a:xfrm>
              <a:off x="7465884" y="3331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2" name="pt28762"/>
            <p:cNvSpPr/>
            <p:nvPr/>
          </p:nvSpPr>
          <p:spPr>
            <a:xfrm>
              <a:off x="7477999" y="3032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3" name="pt28763"/>
            <p:cNvSpPr/>
            <p:nvPr/>
          </p:nvSpPr>
          <p:spPr>
            <a:xfrm>
              <a:off x="7433256" y="3251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4" name="pt28764"/>
            <p:cNvSpPr/>
            <p:nvPr/>
          </p:nvSpPr>
          <p:spPr>
            <a:xfrm>
              <a:off x="7417677" y="2943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5" name="pt28765"/>
            <p:cNvSpPr/>
            <p:nvPr/>
          </p:nvSpPr>
          <p:spPr>
            <a:xfrm>
              <a:off x="7440154" y="3620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6" name="pt28766"/>
            <p:cNvSpPr/>
            <p:nvPr/>
          </p:nvSpPr>
          <p:spPr>
            <a:xfrm>
              <a:off x="5678833" y="3416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7" name="pt28767"/>
            <p:cNvSpPr/>
            <p:nvPr/>
          </p:nvSpPr>
          <p:spPr>
            <a:xfrm>
              <a:off x="7434955" y="3390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8" name="pt28768"/>
            <p:cNvSpPr/>
            <p:nvPr/>
          </p:nvSpPr>
          <p:spPr>
            <a:xfrm>
              <a:off x="7463469" y="31907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69" name="pt28769"/>
            <p:cNvSpPr/>
            <p:nvPr/>
          </p:nvSpPr>
          <p:spPr>
            <a:xfrm>
              <a:off x="7054816" y="344427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70" name="pt28770"/>
            <p:cNvSpPr/>
            <p:nvPr/>
          </p:nvSpPr>
          <p:spPr>
            <a:xfrm>
              <a:off x="7465278" y="3166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1" name="pt28771"/>
            <p:cNvSpPr/>
            <p:nvPr/>
          </p:nvSpPr>
          <p:spPr>
            <a:xfrm>
              <a:off x="7486126" y="3055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2" name="pt28772"/>
            <p:cNvSpPr/>
            <p:nvPr/>
          </p:nvSpPr>
          <p:spPr>
            <a:xfrm>
              <a:off x="7339811" y="3693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3" name="pt28773"/>
            <p:cNvSpPr/>
            <p:nvPr/>
          </p:nvSpPr>
          <p:spPr>
            <a:xfrm>
              <a:off x="7450477" y="3421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4" name="pt28774"/>
            <p:cNvSpPr/>
            <p:nvPr/>
          </p:nvSpPr>
          <p:spPr>
            <a:xfrm>
              <a:off x="7436848" y="32052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5" name="pt28775"/>
            <p:cNvSpPr/>
            <p:nvPr/>
          </p:nvSpPr>
          <p:spPr>
            <a:xfrm>
              <a:off x="7421891" y="36650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6" name="pt28776"/>
            <p:cNvSpPr/>
            <p:nvPr/>
          </p:nvSpPr>
          <p:spPr>
            <a:xfrm>
              <a:off x="7434802" y="3380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7" name="pt28777"/>
            <p:cNvSpPr/>
            <p:nvPr/>
          </p:nvSpPr>
          <p:spPr>
            <a:xfrm>
              <a:off x="7445704" y="3406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8" name="pt28778"/>
            <p:cNvSpPr/>
            <p:nvPr/>
          </p:nvSpPr>
          <p:spPr>
            <a:xfrm>
              <a:off x="7382301" y="3761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79" name="pt28779"/>
            <p:cNvSpPr/>
            <p:nvPr/>
          </p:nvSpPr>
          <p:spPr>
            <a:xfrm>
              <a:off x="7163970" y="369252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80" name="pt28780"/>
            <p:cNvSpPr/>
            <p:nvPr/>
          </p:nvSpPr>
          <p:spPr>
            <a:xfrm>
              <a:off x="6585931" y="406045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81" name="pt28781"/>
            <p:cNvSpPr/>
            <p:nvPr/>
          </p:nvSpPr>
          <p:spPr>
            <a:xfrm>
              <a:off x="7357843" y="3367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2" name="pt28782"/>
            <p:cNvSpPr/>
            <p:nvPr/>
          </p:nvSpPr>
          <p:spPr>
            <a:xfrm>
              <a:off x="7351468" y="3694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3" name="pt28783"/>
            <p:cNvSpPr/>
            <p:nvPr/>
          </p:nvSpPr>
          <p:spPr>
            <a:xfrm>
              <a:off x="7438120" y="3209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4" name="pt28784"/>
            <p:cNvSpPr/>
            <p:nvPr/>
          </p:nvSpPr>
          <p:spPr>
            <a:xfrm>
              <a:off x="7478711" y="3225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5" name="pt28785"/>
            <p:cNvSpPr/>
            <p:nvPr/>
          </p:nvSpPr>
          <p:spPr>
            <a:xfrm>
              <a:off x="7415330" y="3460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6" name="pt28786"/>
            <p:cNvSpPr/>
            <p:nvPr/>
          </p:nvSpPr>
          <p:spPr>
            <a:xfrm>
              <a:off x="7447664" y="3584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7" name="pt28787"/>
            <p:cNvSpPr/>
            <p:nvPr/>
          </p:nvSpPr>
          <p:spPr>
            <a:xfrm>
              <a:off x="7453743" y="3201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8" name="pt28788"/>
            <p:cNvSpPr/>
            <p:nvPr/>
          </p:nvSpPr>
          <p:spPr>
            <a:xfrm>
              <a:off x="7440312" y="3329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89" name="pt28789"/>
            <p:cNvSpPr/>
            <p:nvPr/>
          </p:nvSpPr>
          <p:spPr>
            <a:xfrm>
              <a:off x="7451267" y="3593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0" name="pt28790"/>
            <p:cNvSpPr/>
            <p:nvPr/>
          </p:nvSpPr>
          <p:spPr>
            <a:xfrm>
              <a:off x="7428563" y="3633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1" name="pt28791"/>
            <p:cNvSpPr/>
            <p:nvPr/>
          </p:nvSpPr>
          <p:spPr>
            <a:xfrm>
              <a:off x="7445359" y="3241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2" name="pt28792"/>
            <p:cNvSpPr/>
            <p:nvPr/>
          </p:nvSpPr>
          <p:spPr>
            <a:xfrm>
              <a:off x="7478694" y="3178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3" name="pt28793"/>
            <p:cNvSpPr/>
            <p:nvPr/>
          </p:nvSpPr>
          <p:spPr>
            <a:xfrm>
              <a:off x="6637458" y="355224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94" name="pt28794"/>
            <p:cNvSpPr/>
            <p:nvPr/>
          </p:nvSpPr>
          <p:spPr>
            <a:xfrm>
              <a:off x="7484740" y="3236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5" name="pt28795"/>
            <p:cNvSpPr/>
            <p:nvPr/>
          </p:nvSpPr>
          <p:spPr>
            <a:xfrm>
              <a:off x="7457448" y="33014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6" name="pt28796"/>
            <p:cNvSpPr/>
            <p:nvPr/>
          </p:nvSpPr>
          <p:spPr>
            <a:xfrm>
              <a:off x="7457710" y="33817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7" name="pt28797"/>
            <p:cNvSpPr/>
            <p:nvPr/>
          </p:nvSpPr>
          <p:spPr>
            <a:xfrm>
              <a:off x="7422661" y="35965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798" name="pt28798"/>
            <p:cNvSpPr/>
            <p:nvPr/>
          </p:nvSpPr>
          <p:spPr>
            <a:xfrm>
              <a:off x="7250394" y="352714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99" name="pt28799"/>
            <p:cNvSpPr/>
            <p:nvPr/>
          </p:nvSpPr>
          <p:spPr>
            <a:xfrm>
              <a:off x="7375986" y="3872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0" name="pt28800"/>
            <p:cNvSpPr/>
            <p:nvPr/>
          </p:nvSpPr>
          <p:spPr>
            <a:xfrm>
              <a:off x="7450466" y="3262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1" name="pt28801"/>
            <p:cNvSpPr/>
            <p:nvPr/>
          </p:nvSpPr>
          <p:spPr>
            <a:xfrm>
              <a:off x="7547929" y="2938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2" name="pt28802"/>
            <p:cNvSpPr/>
            <p:nvPr/>
          </p:nvSpPr>
          <p:spPr>
            <a:xfrm>
              <a:off x="7472749" y="28927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3" name="pt28803"/>
            <p:cNvSpPr/>
            <p:nvPr/>
          </p:nvSpPr>
          <p:spPr>
            <a:xfrm>
              <a:off x="7419803" y="3592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4" name="pt28804"/>
            <p:cNvSpPr/>
            <p:nvPr/>
          </p:nvSpPr>
          <p:spPr>
            <a:xfrm>
              <a:off x="7436740" y="3682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5" name="pt28805"/>
            <p:cNvSpPr/>
            <p:nvPr/>
          </p:nvSpPr>
          <p:spPr>
            <a:xfrm>
              <a:off x="7455849" y="3218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6" name="pt28806"/>
            <p:cNvSpPr/>
            <p:nvPr/>
          </p:nvSpPr>
          <p:spPr>
            <a:xfrm>
              <a:off x="7474372" y="3164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7" name="pt28807"/>
            <p:cNvSpPr/>
            <p:nvPr/>
          </p:nvSpPr>
          <p:spPr>
            <a:xfrm>
              <a:off x="7452769" y="3412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08" name="pt28808"/>
            <p:cNvSpPr/>
            <p:nvPr/>
          </p:nvSpPr>
          <p:spPr>
            <a:xfrm>
              <a:off x="7523764" y="319669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09" name="pt28809"/>
            <p:cNvSpPr/>
            <p:nvPr/>
          </p:nvSpPr>
          <p:spPr>
            <a:xfrm>
              <a:off x="7479390" y="3187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0" name="pt28810"/>
            <p:cNvSpPr/>
            <p:nvPr/>
          </p:nvSpPr>
          <p:spPr>
            <a:xfrm>
              <a:off x="7431820" y="3602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1" name="pt28811"/>
            <p:cNvSpPr/>
            <p:nvPr/>
          </p:nvSpPr>
          <p:spPr>
            <a:xfrm>
              <a:off x="7321475" y="4017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2" name="pt28812"/>
            <p:cNvSpPr/>
            <p:nvPr/>
          </p:nvSpPr>
          <p:spPr>
            <a:xfrm>
              <a:off x="7521775" y="3305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3" name="pt28813"/>
            <p:cNvSpPr/>
            <p:nvPr/>
          </p:nvSpPr>
          <p:spPr>
            <a:xfrm>
              <a:off x="7431886" y="3301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4" name="pt28814"/>
            <p:cNvSpPr/>
            <p:nvPr/>
          </p:nvSpPr>
          <p:spPr>
            <a:xfrm>
              <a:off x="7438334" y="3229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5" name="pt28815"/>
            <p:cNvSpPr/>
            <p:nvPr/>
          </p:nvSpPr>
          <p:spPr>
            <a:xfrm>
              <a:off x="7449165" y="33358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6" name="pt28816"/>
            <p:cNvSpPr/>
            <p:nvPr/>
          </p:nvSpPr>
          <p:spPr>
            <a:xfrm>
              <a:off x="7478753" y="3277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7" name="pt28817"/>
            <p:cNvSpPr/>
            <p:nvPr/>
          </p:nvSpPr>
          <p:spPr>
            <a:xfrm>
              <a:off x="7426785" y="3244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8" name="pt28818"/>
            <p:cNvSpPr/>
            <p:nvPr/>
          </p:nvSpPr>
          <p:spPr>
            <a:xfrm>
              <a:off x="7454560" y="3180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19" name="pt28819"/>
            <p:cNvSpPr/>
            <p:nvPr/>
          </p:nvSpPr>
          <p:spPr>
            <a:xfrm>
              <a:off x="7484663" y="3101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0" name="pt28820"/>
            <p:cNvSpPr/>
            <p:nvPr/>
          </p:nvSpPr>
          <p:spPr>
            <a:xfrm>
              <a:off x="7470090" y="36142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1" name="pt28821"/>
            <p:cNvSpPr/>
            <p:nvPr/>
          </p:nvSpPr>
          <p:spPr>
            <a:xfrm>
              <a:off x="7422324" y="32368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2" name="pt28822"/>
            <p:cNvSpPr/>
            <p:nvPr/>
          </p:nvSpPr>
          <p:spPr>
            <a:xfrm>
              <a:off x="7435718" y="3542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3" name="pt28823"/>
            <p:cNvSpPr/>
            <p:nvPr/>
          </p:nvSpPr>
          <p:spPr>
            <a:xfrm>
              <a:off x="7447645" y="3361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4" name="pt28824"/>
            <p:cNvSpPr/>
            <p:nvPr/>
          </p:nvSpPr>
          <p:spPr>
            <a:xfrm>
              <a:off x="7427495" y="3681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5" name="pt28825"/>
            <p:cNvSpPr/>
            <p:nvPr/>
          </p:nvSpPr>
          <p:spPr>
            <a:xfrm>
              <a:off x="7450163" y="30973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6" name="pt28826"/>
            <p:cNvSpPr/>
            <p:nvPr/>
          </p:nvSpPr>
          <p:spPr>
            <a:xfrm>
              <a:off x="7454615" y="3275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7" name="pt28827"/>
            <p:cNvSpPr/>
            <p:nvPr/>
          </p:nvSpPr>
          <p:spPr>
            <a:xfrm>
              <a:off x="7462473" y="3303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8" name="pt28828"/>
            <p:cNvSpPr/>
            <p:nvPr/>
          </p:nvSpPr>
          <p:spPr>
            <a:xfrm>
              <a:off x="7446947" y="3066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29" name="pt28829"/>
            <p:cNvSpPr/>
            <p:nvPr/>
          </p:nvSpPr>
          <p:spPr>
            <a:xfrm>
              <a:off x="7425465" y="3157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0" name="pt28830"/>
            <p:cNvSpPr/>
            <p:nvPr/>
          </p:nvSpPr>
          <p:spPr>
            <a:xfrm>
              <a:off x="7459436" y="31394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1" name="pt28831"/>
            <p:cNvSpPr/>
            <p:nvPr/>
          </p:nvSpPr>
          <p:spPr>
            <a:xfrm>
              <a:off x="7452017" y="32360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2" name="pt28832"/>
            <p:cNvSpPr/>
            <p:nvPr/>
          </p:nvSpPr>
          <p:spPr>
            <a:xfrm>
              <a:off x="7469433" y="3142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3" name="pt28833"/>
            <p:cNvSpPr/>
            <p:nvPr/>
          </p:nvSpPr>
          <p:spPr>
            <a:xfrm>
              <a:off x="7418034" y="3196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4" name="pt28834"/>
            <p:cNvSpPr/>
            <p:nvPr/>
          </p:nvSpPr>
          <p:spPr>
            <a:xfrm>
              <a:off x="7447343" y="3227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5" name="pt28835"/>
            <p:cNvSpPr/>
            <p:nvPr/>
          </p:nvSpPr>
          <p:spPr>
            <a:xfrm>
              <a:off x="7481899" y="2989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6" name="pt28836"/>
            <p:cNvSpPr/>
            <p:nvPr/>
          </p:nvSpPr>
          <p:spPr>
            <a:xfrm>
              <a:off x="7446815" y="32742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7" name="pt28837"/>
            <p:cNvSpPr/>
            <p:nvPr/>
          </p:nvSpPr>
          <p:spPr>
            <a:xfrm>
              <a:off x="7449212" y="3221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8" name="pt28838"/>
            <p:cNvSpPr/>
            <p:nvPr/>
          </p:nvSpPr>
          <p:spPr>
            <a:xfrm>
              <a:off x="7375425" y="38550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39" name="pt28839"/>
            <p:cNvSpPr/>
            <p:nvPr/>
          </p:nvSpPr>
          <p:spPr>
            <a:xfrm>
              <a:off x="7436437" y="36021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0" name="pt28840"/>
            <p:cNvSpPr/>
            <p:nvPr/>
          </p:nvSpPr>
          <p:spPr>
            <a:xfrm>
              <a:off x="7437143" y="3268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1" name="pt28841"/>
            <p:cNvSpPr/>
            <p:nvPr/>
          </p:nvSpPr>
          <p:spPr>
            <a:xfrm>
              <a:off x="7473551" y="3288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2" name="pt28842"/>
            <p:cNvSpPr/>
            <p:nvPr/>
          </p:nvSpPr>
          <p:spPr>
            <a:xfrm>
              <a:off x="7437154" y="40920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3" name="pt28843"/>
            <p:cNvSpPr/>
            <p:nvPr/>
          </p:nvSpPr>
          <p:spPr>
            <a:xfrm>
              <a:off x="7433769" y="32108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4" name="pt28844"/>
            <p:cNvSpPr/>
            <p:nvPr/>
          </p:nvSpPr>
          <p:spPr>
            <a:xfrm>
              <a:off x="7500857" y="3186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5" name="pt28845"/>
            <p:cNvSpPr/>
            <p:nvPr/>
          </p:nvSpPr>
          <p:spPr>
            <a:xfrm>
              <a:off x="7431016" y="3442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6" name="pt28846"/>
            <p:cNvSpPr/>
            <p:nvPr/>
          </p:nvSpPr>
          <p:spPr>
            <a:xfrm>
              <a:off x="7423951" y="3709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7" name="pt28847"/>
            <p:cNvSpPr/>
            <p:nvPr/>
          </p:nvSpPr>
          <p:spPr>
            <a:xfrm>
              <a:off x="7480440" y="3233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8" name="pt28848"/>
            <p:cNvSpPr/>
            <p:nvPr/>
          </p:nvSpPr>
          <p:spPr>
            <a:xfrm>
              <a:off x="7569308" y="2881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49" name="pt28849"/>
            <p:cNvSpPr/>
            <p:nvPr/>
          </p:nvSpPr>
          <p:spPr>
            <a:xfrm>
              <a:off x="7395900" y="2771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0" name="pt28850"/>
            <p:cNvSpPr/>
            <p:nvPr/>
          </p:nvSpPr>
          <p:spPr>
            <a:xfrm>
              <a:off x="7448937" y="3147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1" name="pt28851"/>
            <p:cNvSpPr/>
            <p:nvPr/>
          </p:nvSpPr>
          <p:spPr>
            <a:xfrm>
              <a:off x="7454745" y="3286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2" name="pt28852"/>
            <p:cNvSpPr/>
            <p:nvPr/>
          </p:nvSpPr>
          <p:spPr>
            <a:xfrm>
              <a:off x="7490233" y="3146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3" name="pt28853"/>
            <p:cNvSpPr/>
            <p:nvPr/>
          </p:nvSpPr>
          <p:spPr>
            <a:xfrm>
              <a:off x="7481747" y="2956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4" name="pt28854"/>
            <p:cNvSpPr/>
            <p:nvPr/>
          </p:nvSpPr>
          <p:spPr>
            <a:xfrm>
              <a:off x="7255169" y="48747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5" name="pt28855"/>
            <p:cNvSpPr/>
            <p:nvPr/>
          </p:nvSpPr>
          <p:spPr>
            <a:xfrm>
              <a:off x="7498715" y="3327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6" name="pt28856"/>
            <p:cNvSpPr/>
            <p:nvPr/>
          </p:nvSpPr>
          <p:spPr>
            <a:xfrm>
              <a:off x="7450706" y="3229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7" name="pt28857"/>
            <p:cNvSpPr/>
            <p:nvPr/>
          </p:nvSpPr>
          <p:spPr>
            <a:xfrm>
              <a:off x="7466241" y="3253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8" name="pt28858"/>
            <p:cNvSpPr/>
            <p:nvPr/>
          </p:nvSpPr>
          <p:spPr>
            <a:xfrm>
              <a:off x="7482803" y="3296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59" name="pt28859"/>
            <p:cNvSpPr/>
            <p:nvPr/>
          </p:nvSpPr>
          <p:spPr>
            <a:xfrm>
              <a:off x="7460936" y="33121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0" name="pt28860"/>
            <p:cNvSpPr/>
            <p:nvPr/>
          </p:nvSpPr>
          <p:spPr>
            <a:xfrm>
              <a:off x="7492324" y="3142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1" name="pt28861"/>
            <p:cNvSpPr/>
            <p:nvPr/>
          </p:nvSpPr>
          <p:spPr>
            <a:xfrm>
              <a:off x="7478063" y="3347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2" name="pt28862"/>
            <p:cNvSpPr/>
            <p:nvPr/>
          </p:nvSpPr>
          <p:spPr>
            <a:xfrm>
              <a:off x="7433026" y="3731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3" name="pt28863"/>
            <p:cNvSpPr/>
            <p:nvPr/>
          </p:nvSpPr>
          <p:spPr>
            <a:xfrm>
              <a:off x="5960800" y="208318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64" name="pt28864"/>
            <p:cNvSpPr/>
            <p:nvPr/>
          </p:nvSpPr>
          <p:spPr>
            <a:xfrm>
              <a:off x="7392545" y="3316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5" name="pt28865"/>
            <p:cNvSpPr/>
            <p:nvPr/>
          </p:nvSpPr>
          <p:spPr>
            <a:xfrm>
              <a:off x="7411991" y="3571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66" name="pt28866"/>
            <p:cNvSpPr/>
            <p:nvPr/>
          </p:nvSpPr>
          <p:spPr>
            <a:xfrm>
              <a:off x="6623317" y="300626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67" name="pt28867"/>
            <p:cNvSpPr/>
            <p:nvPr/>
          </p:nvSpPr>
          <p:spPr>
            <a:xfrm>
              <a:off x="7266778" y="374545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68" name="pt28868"/>
            <p:cNvSpPr/>
            <p:nvPr/>
          </p:nvSpPr>
          <p:spPr>
            <a:xfrm>
              <a:off x="7710674" y="279085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69" name="pt28869"/>
            <p:cNvSpPr/>
            <p:nvPr/>
          </p:nvSpPr>
          <p:spPr>
            <a:xfrm>
              <a:off x="7413064" y="3326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0" name="pt28870"/>
            <p:cNvSpPr/>
            <p:nvPr/>
          </p:nvSpPr>
          <p:spPr>
            <a:xfrm>
              <a:off x="7427799" y="32032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1" name="pt28871"/>
            <p:cNvSpPr/>
            <p:nvPr/>
          </p:nvSpPr>
          <p:spPr>
            <a:xfrm>
              <a:off x="7449193" y="34123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2" name="pt28872"/>
            <p:cNvSpPr/>
            <p:nvPr/>
          </p:nvSpPr>
          <p:spPr>
            <a:xfrm>
              <a:off x="6908361" y="3342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3" name="pt28873"/>
            <p:cNvSpPr/>
            <p:nvPr/>
          </p:nvSpPr>
          <p:spPr>
            <a:xfrm>
              <a:off x="7379092" y="3604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4" name="pt28874"/>
            <p:cNvSpPr/>
            <p:nvPr/>
          </p:nvSpPr>
          <p:spPr>
            <a:xfrm>
              <a:off x="7398721" y="3548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5" name="pt28875"/>
            <p:cNvSpPr/>
            <p:nvPr/>
          </p:nvSpPr>
          <p:spPr>
            <a:xfrm>
              <a:off x="7427990" y="3478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6" name="pt28876"/>
            <p:cNvSpPr/>
            <p:nvPr/>
          </p:nvSpPr>
          <p:spPr>
            <a:xfrm>
              <a:off x="7437470" y="3633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7" name="pt28877"/>
            <p:cNvSpPr/>
            <p:nvPr/>
          </p:nvSpPr>
          <p:spPr>
            <a:xfrm>
              <a:off x="7378961" y="4506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8" name="pt28878"/>
            <p:cNvSpPr/>
            <p:nvPr/>
          </p:nvSpPr>
          <p:spPr>
            <a:xfrm>
              <a:off x="7503867" y="2808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79" name="pt28879"/>
            <p:cNvSpPr/>
            <p:nvPr/>
          </p:nvSpPr>
          <p:spPr>
            <a:xfrm>
              <a:off x="7458627" y="31171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0" name="pt28880"/>
            <p:cNvSpPr/>
            <p:nvPr/>
          </p:nvSpPr>
          <p:spPr>
            <a:xfrm>
              <a:off x="7458052" y="3323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1" name="pt28881"/>
            <p:cNvSpPr/>
            <p:nvPr/>
          </p:nvSpPr>
          <p:spPr>
            <a:xfrm>
              <a:off x="7441364" y="3221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2" name="pt28882"/>
            <p:cNvSpPr/>
            <p:nvPr/>
          </p:nvSpPr>
          <p:spPr>
            <a:xfrm>
              <a:off x="7422361" y="34943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3" name="pt28883"/>
            <p:cNvSpPr/>
            <p:nvPr/>
          </p:nvSpPr>
          <p:spPr>
            <a:xfrm>
              <a:off x="7475938" y="3215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4" name="pt28884"/>
            <p:cNvSpPr/>
            <p:nvPr/>
          </p:nvSpPr>
          <p:spPr>
            <a:xfrm>
              <a:off x="7407457" y="3410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5" name="pt28885"/>
            <p:cNvSpPr/>
            <p:nvPr/>
          </p:nvSpPr>
          <p:spPr>
            <a:xfrm>
              <a:off x="7165437" y="386765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86" name="pt28886"/>
            <p:cNvSpPr/>
            <p:nvPr/>
          </p:nvSpPr>
          <p:spPr>
            <a:xfrm>
              <a:off x="7425335" y="3463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7" name="pt28887"/>
            <p:cNvSpPr/>
            <p:nvPr/>
          </p:nvSpPr>
          <p:spPr>
            <a:xfrm>
              <a:off x="7462096" y="3067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8" name="pt28888"/>
            <p:cNvSpPr/>
            <p:nvPr/>
          </p:nvSpPr>
          <p:spPr>
            <a:xfrm>
              <a:off x="7494834" y="2972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89" name="pt28889"/>
            <p:cNvSpPr/>
            <p:nvPr/>
          </p:nvSpPr>
          <p:spPr>
            <a:xfrm>
              <a:off x="7535471" y="2960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0" name="pt28890"/>
            <p:cNvSpPr/>
            <p:nvPr/>
          </p:nvSpPr>
          <p:spPr>
            <a:xfrm>
              <a:off x="7461961" y="35113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1" name="pt28891"/>
            <p:cNvSpPr/>
            <p:nvPr/>
          </p:nvSpPr>
          <p:spPr>
            <a:xfrm>
              <a:off x="7016454" y="371328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92" name="pt28892"/>
            <p:cNvSpPr/>
            <p:nvPr/>
          </p:nvSpPr>
          <p:spPr>
            <a:xfrm>
              <a:off x="7066540" y="3310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3" name="pt28893"/>
            <p:cNvSpPr/>
            <p:nvPr/>
          </p:nvSpPr>
          <p:spPr>
            <a:xfrm>
              <a:off x="7381196" y="3297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4" name="pt28894"/>
            <p:cNvSpPr/>
            <p:nvPr/>
          </p:nvSpPr>
          <p:spPr>
            <a:xfrm>
              <a:off x="7440843" y="3299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5" name="pt28895"/>
            <p:cNvSpPr/>
            <p:nvPr/>
          </p:nvSpPr>
          <p:spPr>
            <a:xfrm>
              <a:off x="7694089" y="32013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6" name="pt28896"/>
            <p:cNvSpPr/>
            <p:nvPr/>
          </p:nvSpPr>
          <p:spPr>
            <a:xfrm>
              <a:off x="7418758" y="2953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7" name="pt28897"/>
            <p:cNvSpPr/>
            <p:nvPr/>
          </p:nvSpPr>
          <p:spPr>
            <a:xfrm>
              <a:off x="7462877" y="3151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8" name="pt28898"/>
            <p:cNvSpPr/>
            <p:nvPr/>
          </p:nvSpPr>
          <p:spPr>
            <a:xfrm>
              <a:off x="7455632" y="3153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899" name="pt28899"/>
            <p:cNvSpPr/>
            <p:nvPr/>
          </p:nvSpPr>
          <p:spPr>
            <a:xfrm>
              <a:off x="7450690" y="29939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0" name="pt28900"/>
            <p:cNvSpPr/>
            <p:nvPr/>
          </p:nvSpPr>
          <p:spPr>
            <a:xfrm>
              <a:off x="7440090" y="3152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1" name="pt28901"/>
            <p:cNvSpPr/>
            <p:nvPr/>
          </p:nvSpPr>
          <p:spPr>
            <a:xfrm>
              <a:off x="7411591" y="3234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2" name="pt28902"/>
            <p:cNvSpPr/>
            <p:nvPr/>
          </p:nvSpPr>
          <p:spPr>
            <a:xfrm>
              <a:off x="7416913" y="3227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3" name="pt28903"/>
            <p:cNvSpPr/>
            <p:nvPr/>
          </p:nvSpPr>
          <p:spPr>
            <a:xfrm>
              <a:off x="7473914" y="3250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4" name="pt28904"/>
            <p:cNvSpPr/>
            <p:nvPr/>
          </p:nvSpPr>
          <p:spPr>
            <a:xfrm>
              <a:off x="7441004" y="33134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5" name="pt28905"/>
            <p:cNvSpPr/>
            <p:nvPr/>
          </p:nvSpPr>
          <p:spPr>
            <a:xfrm>
              <a:off x="7455742" y="32478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6" name="pt28906"/>
            <p:cNvSpPr/>
            <p:nvPr/>
          </p:nvSpPr>
          <p:spPr>
            <a:xfrm>
              <a:off x="7400608" y="3421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7" name="pt28907"/>
            <p:cNvSpPr/>
            <p:nvPr/>
          </p:nvSpPr>
          <p:spPr>
            <a:xfrm>
              <a:off x="7465771" y="2988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8" name="pt28908"/>
            <p:cNvSpPr/>
            <p:nvPr/>
          </p:nvSpPr>
          <p:spPr>
            <a:xfrm>
              <a:off x="7453167" y="3162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09" name="pt28909"/>
            <p:cNvSpPr/>
            <p:nvPr/>
          </p:nvSpPr>
          <p:spPr>
            <a:xfrm>
              <a:off x="7510532" y="2832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0" name="pt28910"/>
            <p:cNvSpPr/>
            <p:nvPr/>
          </p:nvSpPr>
          <p:spPr>
            <a:xfrm>
              <a:off x="7448711" y="3210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1" name="pt28911"/>
            <p:cNvSpPr/>
            <p:nvPr/>
          </p:nvSpPr>
          <p:spPr>
            <a:xfrm>
              <a:off x="7389818" y="3578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2" name="pt28912"/>
            <p:cNvSpPr/>
            <p:nvPr/>
          </p:nvSpPr>
          <p:spPr>
            <a:xfrm>
              <a:off x="7427074" y="3439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3" name="pt28913"/>
            <p:cNvSpPr/>
            <p:nvPr/>
          </p:nvSpPr>
          <p:spPr>
            <a:xfrm>
              <a:off x="7331928" y="39134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4" name="pt28914"/>
            <p:cNvSpPr/>
            <p:nvPr/>
          </p:nvSpPr>
          <p:spPr>
            <a:xfrm>
              <a:off x="7386938" y="3737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5" name="pt28915"/>
            <p:cNvSpPr/>
            <p:nvPr/>
          </p:nvSpPr>
          <p:spPr>
            <a:xfrm>
              <a:off x="7424183" y="3182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6" name="pt28916"/>
            <p:cNvSpPr/>
            <p:nvPr/>
          </p:nvSpPr>
          <p:spPr>
            <a:xfrm>
              <a:off x="7445990" y="3474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7" name="pt28917"/>
            <p:cNvSpPr/>
            <p:nvPr/>
          </p:nvSpPr>
          <p:spPr>
            <a:xfrm>
              <a:off x="7416323" y="3479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8" name="pt28918"/>
            <p:cNvSpPr/>
            <p:nvPr/>
          </p:nvSpPr>
          <p:spPr>
            <a:xfrm>
              <a:off x="7460651" y="3303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19" name="pt28919"/>
            <p:cNvSpPr/>
            <p:nvPr/>
          </p:nvSpPr>
          <p:spPr>
            <a:xfrm>
              <a:off x="6385324" y="372677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20" name="pt28920"/>
            <p:cNvSpPr/>
            <p:nvPr/>
          </p:nvSpPr>
          <p:spPr>
            <a:xfrm>
              <a:off x="7414549" y="34210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1" name="pt28921"/>
            <p:cNvSpPr/>
            <p:nvPr/>
          </p:nvSpPr>
          <p:spPr>
            <a:xfrm>
              <a:off x="7457016" y="32928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2" name="pt28922"/>
            <p:cNvSpPr/>
            <p:nvPr/>
          </p:nvSpPr>
          <p:spPr>
            <a:xfrm>
              <a:off x="7456016" y="35404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3" name="pt28923"/>
            <p:cNvSpPr/>
            <p:nvPr/>
          </p:nvSpPr>
          <p:spPr>
            <a:xfrm>
              <a:off x="7440346" y="3279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4" name="pt28924"/>
            <p:cNvSpPr/>
            <p:nvPr/>
          </p:nvSpPr>
          <p:spPr>
            <a:xfrm>
              <a:off x="7402428" y="31759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5" name="pt28925"/>
            <p:cNvSpPr/>
            <p:nvPr/>
          </p:nvSpPr>
          <p:spPr>
            <a:xfrm>
              <a:off x="7463986" y="3175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6" name="pt28926"/>
            <p:cNvSpPr/>
            <p:nvPr/>
          </p:nvSpPr>
          <p:spPr>
            <a:xfrm>
              <a:off x="7355447" y="3519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7" name="pt28927"/>
            <p:cNvSpPr/>
            <p:nvPr/>
          </p:nvSpPr>
          <p:spPr>
            <a:xfrm>
              <a:off x="7440839" y="37278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8" name="pt28928"/>
            <p:cNvSpPr/>
            <p:nvPr/>
          </p:nvSpPr>
          <p:spPr>
            <a:xfrm>
              <a:off x="7460841" y="33080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29" name="pt28929"/>
            <p:cNvSpPr/>
            <p:nvPr/>
          </p:nvSpPr>
          <p:spPr>
            <a:xfrm>
              <a:off x="7405785" y="3289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0" name="pt28930"/>
            <p:cNvSpPr/>
            <p:nvPr/>
          </p:nvSpPr>
          <p:spPr>
            <a:xfrm>
              <a:off x="7447931" y="3279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1" name="pt28931"/>
            <p:cNvSpPr/>
            <p:nvPr/>
          </p:nvSpPr>
          <p:spPr>
            <a:xfrm>
              <a:off x="7486108" y="3292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2" name="pt28932"/>
            <p:cNvSpPr/>
            <p:nvPr/>
          </p:nvSpPr>
          <p:spPr>
            <a:xfrm>
              <a:off x="7361270" y="3699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3" name="pt28933"/>
            <p:cNvSpPr/>
            <p:nvPr/>
          </p:nvSpPr>
          <p:spPr>
            <a:xfrm>
              <a:off x="7465301" y="33211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4" name="pt28934"/>
            <p:cNvSpPr/>
            <p:nvPr/>
          </p:nvSpPr>
          <p:spPr>
            <a:xfrm>
              <a:off x="7453223" y="3298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5" name="pt28935"/>
            <p:cNvSpPr/>
            <p:nvPr/>
          </p:nvSpPr>
          <p:spPr>
            <a:xfrm>
              <a:off x="7449597" y="3014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6" name="pt28936"/>
            <p:cNvSpPr/>
            <p:nvPr/>
          </p:nvSpPr>
          <p:spPr>
            <a:xfrm>
              <a:off x="7435217" y="3284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7" name="pt28937"/>
            <p:cNvSpPr/>
            <p:nvPr/>
          </p:nvSpPr>
          <p:spPr>
            <a:xfrm>
              <a:off x="7409156" y="3116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8" name="pt28938"/>
            <p:cNvSpPr/>
            <p:nvPr/>
          </p:nvSpPr>
          <p:spPr>
            <a:xfrm>
              <a:off x="7446590" y="31859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39" name="pt28939"/>
            <p:cNvSpPr/>
            <p:nvPr/>
          </p:nvSpPr>
          <p:spPr>
            <a:xfrm>
              <a:off x="7413592" y="3256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0" name="pt28940"/>
            <p:cNvSpPr/>
            <p:nvPr/>
          </p:nvSpPr>
          <p:spPr>
            <a:xfrm>
              <a:off x="7453054" y="3151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1" name="pt28941"/>
            <p:cNvSpPr/>
            <p:nvPr/>
          </p:nvSpPr>
          <p:spPr>
            <a:xfrm>
              <a:off x="7417465" y="3361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2" name="pt28942"/>
            <p:cNvSpPr/>
            <p:nvPr/>
          </p:nvSpPr>
          <p:spPr>
            <a:xfrm>
              <a:off x="7431616" y="3438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3" name="pt28943"/>
            <p:cNvSpPr/>
            <p:nvPr/>
          </p:nvSpPr>
          <p:spPr>
            <a:xfrm>
              <a:off x="7424550" y="3143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4" name="pt28944"/>
            <p:cNvSpPr/>
            <p:nvPr/>
          </p:nvSpPr>
          <p:spPr>
            <a:xfrm>
              <a:off x="7457700" y="3284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5" name="pt28945"/>
            <p:cNvSpPr/>
            <p:nvPr/>
          </p:nvSpPr>
          <p:spPr>
            <a:xfrm>
              <a:off x="7388345" y="3230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6" name="pt28946"/>
            <p:cNvSpPr/>
            <p:nvPr/>
          </p:nvSpPr>
          <p:spPr>
            <a:xfrm>
              <a:off x="7409492" y="3445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7" name="pt28947"/>
            <p:cNvSpPr/>
            <p:nvPr/>
          </p:nvSpPr>
          <p:spPr>
            <a:xfrm>
              <a:off x="7453566" y="3209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8" name="pt28948"/>
            <p:cNvSpPr/>
            <p:nvPr/>
          </p:nvSpPr>
          <p:spPr>
            <a:xfrm>
              <a:off x="7427987" y="3262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49" name="pt28949"/>
            <p:cNvSpPr/>
            <p:nvPr/>
          </p:nvSpPr>
          <p:spPr>
            <a:xfrm>
              <a:off x="7410000" y="3783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0" name="pt28950"/>
            <p:cNvSpPr/>
            <p:nvPr/>
          </p:nvSpPr>
          <p:spPr>
            <a:xfrm>
              <a:off x="7440360" y="3297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1" name="pt28951"/>
            <p:cNvSpPr/>
            <p:nvPr/>
          </p:nvSpPr>
          <p:spPr>
            <a:xfrm>
              <a:off x="7433509" y="3242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2" name="pt28952"/>
            <p:cNvSpPr/>
            <p:nvPr/>
          </p:nvSpPr>
          <p:spPr>
            <a:xfrm>
              <a:off x="7437334" y="3220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3" name="pt28953"/>
            <p:cNvSpPr/>
            <p:nvPr/>
          </p:nvSpPr>
          <p:spPr>
            <a:xfrm>
              <a:off x="7465234" y="3389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4" name="pt28954"/>
            <p:cNvSpPr/>
            <p:nvPr/>
          </p:nvSpPr>
          <p:spPr>
            <a:xfrm>
              <a:off x="7433896" y="3275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5" name="pt28955"/>
            <p:cNvSpPr/>
            <p:nvPr/>
          </p:nvSpPr>
          <p:spPr>
            <a:xfrm>
              <a:off x="7446076" y="35228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6" name="pt28956"/>
            <p:cNvSpPr/>
            <p:nvPr/>
          </p:nvSpPr>
          <p:spPr>
            <a:xfrm>
              <a:off x="7452814" y="3380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7" name="pt28957"/>
            <p:cNvSpPr/>
            <p:nvPr/>
          </p:nvSpPr>
          <p:spPr>
            <a:xfrm>
              <a:off x="7072249" y="369538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58" name="pt28958"/>
            <p:cNvSpPr/>
            <p:nvPr/>
          </p:nvSpPr>
          <p:spPr>
            <a:xfrm>
              <a:off x="7446371" y="3279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59" name="pt28959"/>
            <p:cNvSpPr/>
            <p:nvPr/>
          </p:nvSpPr>
          <p:spPr>
            <a:xfrm>
              <a:off x="7361529" y="3821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0" name="pt28960"/>
            <p:cNvSpPr/>
            <p:nvPr/>
          </p:nvSpPr>
          <p:spPr>
            <a:xfrm>
              <a:off x="7406734" y="3279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1" name="pt28961"/>
            <p:cNvSpPr/>
            <p:nvPr/>
          </p:nvSpPr>
          <p:spPr>
            <a:xfrm>
              <a:off x="7463678" y="3254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2" name="pt28962"/>
            <p:cNvSpPr/>
            <p:nvPr/>
          </p:nvSpPr>
          <p:spPr>
            <a:xfrm>
              <a:off x="7431185" y="3170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3" name="pt28963"/>
            <p:cNvSpPr/>
            <p:nvPr/>
          </p:nvSpPr>
          <p:spPr>
            <a:xfrm>
              <a:off x="7434850" y="3457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4" name="pt28964"/>
            <p:cNvSpPr/>
            <p:nvPr/>
          </p:nvSpPr>
          <p:spPr>
            <a:xfrm>
              <a:off x="7460585" y="3323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5" name="pt28965"/>
            <p:cNvSpPr/>
            <p:nvPr/>
          </p:nvSpPr>
          <p:spPr>
            <a:xfrm>
              <a:off x="7419829" y="3722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6" name="pt28966"/>
            <p:cNvSpPr/>
            <p:nvPr/>
          </p:nvSpPr>
          <p:spPr>
            <a:xfrm>
              <a:off x="7087078" y="3260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7" name="pt28967"/>
            <p:cNvSpPr/>
            <p:nvPr/>
          </p:nvSpPr>
          <p:spPr>
            <a:xfrm>
              <a:off x="7432567" y="3519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8" name="pt28968"/>
            <p:cNvSpPr/>
            <p:nvPr/>
          </p:nvSpPr>
          <p:spPr>
            <a:xfrm>
              <a:off x="7442083" y="32496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69" name="pt28969"/>
            <p:cNvSpPr/>
            <p:nvPr/>
          </p:nvSpPr>
          <p:spPr>
            <a:xfrm>
              <a:off x="7463769" y="3300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0" name="pt28970"/>
            <p:cNvSpPr/>
            <p:nvPr/>
          </p:nvSpPr>
          <p:spPr>
            <a:xfrm>
              <a:off x="7482671" y="3162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1" name="pt28971"/>
            <p:cNvSpPr/>
            <p:nvPr/>
          </p:nvSpPr>
          <p:spPr>
            <a:xfrm>
              <a:off x="7441047" y="31577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2" name="pt28972"/>
            <p:cNvSpPr/>
            <p:nvPr/>
          </p:nvSpPr>
          <p:spPr>
            <a:xfrm>
              <a:off x="7437884" y="3312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3" name="pt28973"/>
            <p:cNvSpPr/>
            <p:nvPr/>
          </p:nvSpPr>
          <p:spPr>
            <a:xfrm>
              <a:off x="7420959" y="3211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4" name="pt28974"/>
            <p:cNvSpPr/>
            <p:nvPr/>
          </p:nvSpPr>
          <p:spPr>
            <a:xfrm>
              <a:off x="7517489" y="2949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5" name="pt28975"/>
            <p:cNvSpPr/>
            <p:nvPr/>
          </p:nvSpPr>
          <p:spPr>
            <a:xfrm>
              <a:off x="7447634" y="31861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6" name="pt28976"/>
            <p:cNvSpPr/>
            <p:nvPr/>
          </p:nvSpPr>
          <p:spPr>
            <a:xfrm>
              <a:off x="7436311" y="32705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7" name="pt28977"/>
            <p:cNvSpPr/>
            <p:nvPr/>
          </p:nvSpPr>
          <p:spPr>
            <a:xfrm>
              <a:off x="7169871" y="361252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78" name="pt28978"/>
            <p:cNvSpPr/>
            <p:nvPr/>
          </p:nvSpPr>
          <p:spPr>
            <a:xfrm>
              <a:off x="7426458" y="3383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79" name="pt28979"/>
            <p:cNvSpPr/>
            <p:nvPr/>
          </p:nvSpPr>
          <p:spPr>
            <a:xfrm>
              <a:off x="7424967" y="3425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0" name="pt28980"/>
            <p:cNvSpPr/>
            <p:nvPr/>
          </p:nvSpPr>
          <p:spPr>
            <a:xfrm>
              <a:off x="7442581" y="3364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1" name="pt28981"/>
            <p:cNvSpPr/>
            <p:nvPr/>
          </p:nvSpPr>
          <p:spPr>
            <a:xfrm>
              <a:off x="7380303" y="3128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2" name="pt28982"/>
            <p:cNvSpPr/>
            <p:nvPr/>
          </p:nvSpPr>
          <p:spPr>
            <a:xfrm>
              <a:off x="7440547" y="31680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3" name="pt28983"/>
            <p:cNvSpPr/>
            <p:nvPr/>
          </p:nvSpPr>
          <p:spPr>
            <a:xfrm>
              <a:off x="7472006" y="31126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4" name="pt28984"/>
            <p:cNvSpPr/>
            <p:nvPr/>
          </p:nvSpPr>
          <p:spPr>
            <a:xfrm>
              <a:off x="7470042" y="32724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5" name="pt28985"/>
            <p:cNvSpPr/>
            <p:nvPr/>
          </p:nvSpPr>
          <p:spPr>
            <a:xfrm>
              <a:off x="7412816" y="3772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6" name="pt28986"/>
            <p:cNvSpPr/>
            <p:nvPr/>
          </p:nvSpPr>
          <p:spPr>
            <a:xfrm>
              <a:off x="7396510" y="3558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7" name="pt28987"/>
            <p:cNvSpPr/>
            <p:nvPr/>
          </p:nvSpPr>
          <p:spPr>
            <a:xfrm>
              <a:off x="7400744" y="3349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8" name="pt28988"/>
            <p:cNvSpPr/>
            <p:nvPr/>
          </p:nvSpPr>
          <p:spPr>
            <a:xfrm>
              <a:off x="7447095" y="3171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89" name="pt28989"/>
            <p:cNvSpPr/>
            <p:nvPr/>
          </p:nvSpPr>
          <p:spPr>
            <a:xfrm>
              <a:off x="7262322" y="3310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0" name="pt28990"/>
            <p:cNvSpPr/>
            <p:nvPr/>
          </p:nvSpPr>
          <p:spPr>
            <a:xfrm>
              <a:off x="7427815" y="3237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1" name="pt28991"/>
            <p:cNvSpPr/>
            <p:nvPr/>
          </p:nvSpPr>
          <p:spPr>
            <a:xfrm>
              <a:off x="7430115" y="3372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2" name="pt28992"/>
            <p:cNvSpPr/>
            <p:nvPr/>
          </p:nvSpPr>
          <p:spPr>
            <a:xfrm>
              <a:off x="7444198" y="3315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3" name="pt28993"/>
            <p:cNvSpPr/>
            <p:nvPr/>
          </p:nvSpPr>
          <p:spPr>
            <a:xfrm>
              <a:off x="7459151" y="3307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4" name="pt28994"/>
            <p:cNvSpPr/>
            <p:nvPr/>
          </p:nvSpPr>
          <p:spPr>
            <a:xfrm>
              <a:off x="7405793" y="32821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5" name="pt28995"/>
            <p:cNvSpPr/>
            <p:nvPr/>
          </p:nvSpPr>
          <p:spPr>
            <a:xfrm>
              <a:off x="7422005" y="3264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6" name="pt28996"/>
            <p:cNvSpPr/>
            <p:nvPr/>
          </p:nvSpPr>
          <p:spPr>
            <a:xfrm>
              <a:off x="7446334" y="30164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7" name="pt28997"/>
            <p:cNvSpPr/>
            <p:nvPr/>
          </p:nvSpPr>
          <p:spPr>
            <a:xfrm>
              <a:off x="7467189" y="3180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8" name="pt28998"/>
            <p:cNvSpPr/>
            <p:nvPr/>
          </p:nvSpPr>
          <p:spPr>
            <a:xfrm>
              <a:off x="7480726" y="33881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8999" name="pt28999"/>
            <p:cNvSpPr/>
            <p:nvPr/>
          </p:nvSpPr>
          <p:spPr>
            <a:xfrm>
              <a:off x="7384025" y="32917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0" name="pt29000"/>
            <p:cNvSpPr/>
            <p:nvPr/>
          </p:nvSpPr>
          <p:spPr>
            <a:xfrm>
              <a:off x="7435804" y="34332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1" name="pt29001"/>
            <p:cNvSpPr/>
            <p:nvPr/>
          </p:nvSpPr>
          <p:spPr>
            <a:xfrm>
              <a:off x="7420646" y="34921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2" name="pt29002"/>
            <p:cNvSpPr/>
            <p:nvPr/>
          </p:nvSpPr>
          <p:spPr>
            <a:xfrm>
              <a:off x="7450068" y="3706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3" name="pt29003"/>
            <p:cNvSpPr/>
            <p:nvPr/>
          </p:nvSpPr>
          <p:spPr>
            <a:xfrm>
              <a:off x="7429313" y="3315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4" name="pt29004"/>
            <p:cNvSpPr/>
            <p:nvPr/>
          </p:nvSpPr>
          <p:spPr>
            <a:xfrm>
              <a:off x="7462564" y="3117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5" name="pt29005"/>
            <p:cNvSpPr/>
            <p:nvPr/>
          </p:nvSpPr>
          <p:spPr>
            <a:xfrm>
              <a:off x="7446364" y="3284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6" name="pt29006"/>
            <p:cNvSpPr/>
            <p:nvPr/>
          </p:nvSpPr>
          <p:spPr>
            <a:xfrm>
              <a:off x="7393517" y="37147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7" name="pt29007"/>
            <p:cNvSpPr/>
            <p:nvPr/>
          </p:nvSpPr>
          <p:spPr>
            <a:xfrm>
              <a:off x="7422160" y="3330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8" name="pt29008"/>
            <p:cNvSpPr/>
            <p:nvPr/>
          </p:nvSpPr>
          <p:spPr>
            <a:xfrm>
              <a:off x="7425442" y="3510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09" name="pt29009"/>
            <p:cNvSpPr/>
            <p:nvPr/>
          </p:nvSpPr>
          <p:spPr>
            <a:xfrm>
              <a:off x="8863768" y="263408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10" name="pt29010"/>
            <p:cNvSpPr/>
            <p:nvPr/>
          </p:nvSpPr>
          <p:spPr>
            <a:xfrm>
              <a:off x="7430762" y="3468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1" name="pt29011"/>
            <p:cNvSpPr/>
            <p:nvPr/>
          </p:nvSpPr>
          <p:spPr>
            <a:xfrm>
              <a:off x="7447527" y="3291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2" name="pt29012"/>
            <p:cNvSpPr/>
            <p:nvPr/>
          </p:nvSpPr>
          <p:spPr>
            <a:xfrm>
              <a:off x="7471426" y="3267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3" name="pt29013"/>
            <p:cNvSpPr/>
            <p:nvPr/>
          </p:nvSpPr>
          <p:spPr>
            <a:xfrm>
              <a:off x="7434143" y="3380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4" name="pt29014"/>
            <p:cNvSpPr/>
            <p:nvPr/>
          </p:nvSpPr>
          <p:spPr>
            <a:xfrm>
              <a:off x="7442444" y="3204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5" name="pt29015"/>
            <p:cNvSpPr/>
            <p:nvPr/>
          </p:nvSpPr>
          <p:spPr>
            <a:xfrm>
              <a:off x="7338768" y="3500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6" name="pt29016"/>
            <p:cNvSpPr/>
            <p:nvPr/>
          </p:nvSpPr>
          <p:spPr>
            <a:xfrm>
              <a:off x="7457722" y="3172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7" name="pt29017"/>
            <p:cNvSpPr/>
            <p:nvPr/>
          </p:nvSpPr>
          <p:spPr>
            <a:xfrm>
              <a:off x="7457255" y="3222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8" name="pt29018"/>
            <p:cNvSpPr/>
            <p:nvPr/>
          </p:nvSpPr>
          <p:spPr>
            <a:xfrm>
              <a:off x="7462694" y="3206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19" name="pt29019"/>
            <p:cNvSpPr/>
            <p:nvPr/>
          </p:nvSpPr>
          <p:spPr>
            <a:xfrm>
              <a:off x="7439335" y="3343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0" name="pt29020"/>
            <p:cNvSpPr/>
            <p:nvPr/>
          </p:nvSpPr>
          <p:spPr>
            <a:xfrm>
              <a:off x="7937011" y="298162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21" name="pt29021"/>
            <p:cNvSpPr/>
            <p:nvPr/>
          </p:nvSpPr>
          <p:spPr>
            <a:xfrm>
              <a:off x="7433203" y="3243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2" name="pt29022"/>
            <p:cNvSpPr/>
            <p:nvPr/>
          </p:nvSpPr>
          <p:spPr>
            <a:xfrm>
              <a:off x="7449782" y="32054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3" name="pt29023"/>
            <p:cNvSpPr/>
            <p:nvPr/>
          </p:nvSpPr>
          <p:spPr>
            <a:xfrm>
              <a:off x="7487899" y="3258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4" name="pt29024"/>
            <p:cNvSpPr/>
            <p:nvPr/>
          </p:nvSpPr>
          <p:spPr>
            <a:xfrm>
              <a:off x="7425343" y="30935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5" name="pt29025"/>
            <p:cNvSpPr/>
            <p:nvPr/>
          </p:nvSpPr>
          <p:spPr>
            <a:xfrm>
              <a:off x="7430380" y="3389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6" name="pt29026"/>
            <p:cNvSpPr/>
            <p:nvPr/>
          </p:nvSpPr>
          <p:spPr>
            <a:xfrm>
              <a:off x="7470233" y="31363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7" name="pt29027"/>
            <p:cNvSpPr/>
            <p:nvPr/>
          </p:nvSpPr>
          <p:spPr>
            <a:xfrm>
              <a:off x="7520255" y="3226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8" name="pt29028"/>
            <p:cNvSpPr/>
            <p:nvPr/>
          </p:nvSpPr>
          <p:spPr>
            <a:xfrm>
              <a:off x="7468517" y="3273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29" name="pt29029"/>
            <p:cNvSpPr/>
            <p:nvPr/>
          </p:nvSpPr>
          <p:spPr>
            <a:xfrm>
              <a:off x="7456865" y="32886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0" name="pt29030"/>
            <p:cNvSpPr/>
            <p:nvPr/>
          </p:nvSpPr>
          <p:spPr>
            <a:xfrm>
              <a:off x="7517964" y="3041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1" name="pt29031"/>
            <p:cNvSpPr/>
            <p:nvPr/>
          </p:nvSpPr>
          <p:spPr>
            <a:xfrm>
              <a:off x="5538374" y="33236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2" name="pt29032"/>
            <p:cNvSpPr/>
            <p:nvPr/>
          </p:nvSpPr>
          <p:spPr>
            <a:xfrm>
              <a:off x="7441073" y="32621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3" name="pt29033"/>
            <p:cNvSpPr/>
            <p:nvPr/>
          </p:nvSpPr>
          <p:spPr>
            <a:xfrm>
              <a:off x="7394085" y="31311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4" name="pt29034"/>
            <p:cNvSpPr/>
            <p:nvPr/>
          </p:nvSpPr>
          <p:spPr>
            <a:xfrm>
              <a:off x="7436222" y="3206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5" name="pt29035"/>
            <p:cNvSpPr/>
            <p:nvPr/>
          </p:nvSpPr>
          <p:spPr>
            <a:xfrm>
              <a:off x="7425921" y="3348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6" name="pt29036"/>
            <p:cNvSpPr/>
            <p:nvPr/>
          </p:nvSpPr>
          <p:spPr>
            <a:xfrm>
              <a:off x="5972824" y="3504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7" name="pt29037"/>
            <p:cNvSpPr/>
            <p:nvPr/>
          </p:nvSpPr>
          <p:spPr>
            <a:xfrm>
              <a:off x="7455484" y="3282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8" name="pt29038"/>
            <p:cNvSpPr/>
            <p:nvPr/>
          </p:nvSpPr>
          <p:spPr>
            <a:xfrm>
              <a:off x="7436062" y="32841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39" name="pt29039"/>
            <p:cNvSpPr/>
            <p:nvPr/>
          </p:nvSpPr>
          <p:spPr>
            <a:xfrm>
              <a:off x="7436790" y="3471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0" name="pt29040"/>
            <p:cNvSpPr/>
            <p:nvPr/>
          </p:nvSpPr>
          <p:spPr>
            <a:xfrm>
              <a:off x="7321058" y="3836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1" name="pt29041"/>
            <p:cNvSpPr/>
            <p:nvPr/>
          </p:nvSpPr>
          <p:spPr>
            <a:xfrm>
              <a:off x="7410009" y="3552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2" name="pt29042"/>
            <p:cNvSpPr/>
            <p:nvPr/>
          </p:nvSpPr>
          <p:spPr>
            <a:xfrm>
              <a:off x="7374894" y="3799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3" name="pt29043"/>
            <p:cNvSpPr/>
            <p:nvPr/>
          </p:nvSpPr>
          <p:spPr>
            <a:xfrm>
              <a:off x="7489296" y="29343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4" name="pt29044"/>
            <p:cNvSpPr/>
            <p:nvPr/>
          </p:nvSpPr>
          <p:spPr>
            <a:xfrm>
              <a:off x="7450336" y="3105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5" name="pt29045"/>
            <p:cNvSpPr/>
            <p:nvPr/>
          </p:nvSpPr>
          <p:spPr>
            <a:xfrm>
              <a:off x="7425555" y="3257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6" name="pt29046"/>
            <p:cNvSpPr/>
            <p:nvPr/>
          </p:nvSpPr>
          <p:spPr>
            <a:xfrm>
              <a:off x="7367075" y="2999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7" name="pt29047"/>
            <p:cNvSpPr/>
            <p:nvPr/>
          </p:nvSpPr>
          <p:spPr>
            <a:xfrm>
              <a:off x="7415126" y="3422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8" name="pt29048"/>
            <p:cNvSpPr/>
            <p:nvPr/>
          </p:nvSpPr>
          <p:spPr>
            <a:xfrm>
              <a:off x="7429440" y="3304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49" name="pt29049"/>
            <p:cNvSpPr/>
            <p:nvPr/>
          </p:nvSpPr>
          <p:spPr>
            <a:xfrm>
              <a:off x="7449093" y="3370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0" name="pt29050"/>
            <p:cNvSpPr/>
            <p:nvPr/>
          </p:nvSpPr>
          <p:spPr>
            <a:xfrm>
              <a:off x="7430927" y="3357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1" name="pt29051"/>
            <p:cNvSpPr/>
            <p:nvPr/>
          </p:nvSpPr>
          <p:spPr>
            <a:xfrm>
              <a:off x="7387476" y="38905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2" name="pt29052"/>
            <p:cNvSpPr/>
            <p:nvPr/>
          </p:nvSpPr>
          <p:spPr>
            <a:xfrm>
              <a:off x="7365191" y="32033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3" name="pt29053"/>
            <p:cNvSpPr/>
            <p:nvPr/>
          </p:nvSpPr>
          <p:spPr>
            <a:xfrm>
              <a:off x="7435286" y="3230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4" name="pt29054"/>
            <p:cNvSpPr/>
            <p:nvPr/>
          </p:nvSpPr>
          <p:spPr>
            <a:xfrm>
              <a:off x="7384627" y="3211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5" name="pt29055"/>
            <p:cNvSpPr/>
            <p:nvPr/>
          </p:nvSpPr>
          <p:spPr>
            <a:xfrm>
              <a:off x="7462211" y="3173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6" name="pt29056"/>
            <p:cNvSpPr/>
            <p:nvPr/>
          </p:nvSpPr>
          <p:spPr>
            <a:xfrm>
              <a:off x="7389376" y="31913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7" name="pt29057"/>
            <p:cNvSpPr/>
            <p:nvPr/>
          </p:nvSpPr>
          <p:spPr>
            <a:xfrm>
              <a:off x="7478077" y="3249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8" name="pt29058"/>
            <p:cNvSpPr/>
            <p:nvPr/>
          </p:nvSpPr>
          <p:spPr>
            <a:xfrm>
              <a:off x="7445065" y="3173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59" name="pt29059"/>
            <p:cNvSpPr/>
            <p:nvPr/>
          </p:nvSpPr>
          <p:spPr>
            <a:xfrm>
              <a:off x="7446890" y="3480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0" name="pt29060"/>
            <p:cNvSpPr/>
            <p:nvPr/>
          </p:nvSpPr>
          <p:spPr>
            <a:xfrm>
              <a:off x="7460443" y="3332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1" name="pt29061"/>
            <p:cNvSpPr/>
            <p:nvPr/>
          </p:nvSpPr>
          <p:spPr>
            <a:xfrm>
              <a:off x="7431366" y="31865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2" name="pt29062"/>
            <p:cNvSpPr/>
            <p:nvPr/>
          </p:nvSpPr>
          <p:spPr>
            <a:xfrm>
              <a:off x="7452620" y="34177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3" name="pt29063"/>
            <p:cNvSpPr/>
            <p:nvPr/>
          </p:nvSpPr>
          <p:spPr>
            <a:xfrm>
              <a:off x="7433232" y="3361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4" name="pt29064"/>
            <p:cNvSpPr/>
            <p:nvPr/>
          </p:nvSpPr>
          <p:spPr>
            <a:xfrm>
              <a:off x="7446675" y="3207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5" name="pt29065"/>
            <p:cNvSpPr/>
            <p:nvPr/>
          </p:nvSpPr>
          <p:spPr>
            <a:xfrm>
              <a:off x="7376113" y="34021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6" name="pt29066"/>
            <p:cNvSpPr/>
            <p:nvPr/>
          </p:nvSpPr>
          <p:spPr>
            <a:xfrm>
              <a:off x="7428980" y="4357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7" name="pt29067"/>
            <p:cNvSpPr/>
            <p:nvPr/>
          </p:nvSpPr>
          <p:spPr>
            <a:xfrm>
              <a:off x="7462350" y="3263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8" name="pt29068"/>
            <p:cNvSpPr/>
            <p:nvPr/>
          </p:nvSpPr>
          <p:spPr>
            <a:xfrm>
              <a:off x="7427820" y="3320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69" name="pt29069"/>
            <p:cNvSpPr/>
            <p:nvPr/>
          </p:nvSpPr>
          <p:spPr>
            <a:xfrm>
              <a:off x="7411689" y="3758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0" name="pt29070"/>
            <p:cNvSpPr/>
            <p:nvPr/>
          </p:nvSpPr>
          <p:spPr>
            <a:xfrm>
              <a:off x="7197965" y="3706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1" name="pt29071"/>
            <p:cNvSpPr/>
            <p:nvPr/>
          </p:nvSpPr>
          <p:spPr>
            <a:xfrm>
              <a:off x="7435168" y="3374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2" name="pt29072"/>
            <p:cNvSpPr/>
            <p:nvPr/>
          </p:nvSpPr>
          <p:spPr>
            <a:xfrm>
              <a:off x="7465776" y="30694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3" name="pt29073"/>
            <p:cNvSpPr/>
            <p:nvPr/>
          </p:nvSpPr>
          <p:spPr>
            <a:xfrm>
              <a:off x="7473513" y="3224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4" name="pt29074"/>
            <p:cNvSpPr/>
            <p:nvPr/>
          </p:nvSpPr>
          <p:spPr>
            <a:xfrm>
              <a:off x="7368556" y="34630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5" name="pt29075"/>
            <p:cNvSpPr/>
            <p:nvPr/>
          </p:nvSpPr>
          <p:spPr>
            <a:xfrm>
              <a:off x="7452950" y="3178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6" name="pt29076"/>
            <p:cNvSpPr/>
            <p:nvPr/>
          </p:nvSpPr>
          <p:spPr>
            <a:xfrm>
              <a:off x="7510439" y="32615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7" name="pt29077"/>
            <p:cNvSpPr/>
            <p:nvPr/>
          </p:nvSpPr>
          <p:spPr>
            <a:xfrm>
              <a:off x="7424561" y="3522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8" name="pt29078"/>
            <p:cNvSpPr/>
            <p:nvPr/>
          </p:nvSpPr>
          <p:spPr>
            <a:xfrm>
              <a:off x="7469924" y="3324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79" name="pt29079"/>
            <p:cNvSpPr/>
            <p:nvPr/>
          </p:nvSpPr>
          <p:spPr>
            <a:xfrm>
              <a:off x="7445100" y="3400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0" name="pt29080"/>
            <p:cNvSpPr/>
            <p:nvPr/>
          </p:nvSpPr>
          <p:spPr>
            <a:xfrm>
              <a:off x="7420773" y="3229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1" name="pt29081"/>
            <p:cNvSpPr/>
            <p:nvPr/>
          </p:nvSpPr>
          <p:spPr>
            <a:xfrm>
              <a:off x="7071169" y="518445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82" name="pt29082"/>
            <p:cNvSpPr/>
            <p:nvPr/>
          </p:nvSpPr>
          <p:spPr>
            <a:xfrm>
              <a:off x="7406342" y="4051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3" name="pt29083"/>
            <p:cNvSpPr/>
            <p:nvPr/>
          </p:nvSpPr>
          <p:spPr>
            <a:xfrm>
              <a:off x="7456137" y="3269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4" name="pt29084"/>
            <p:cNvSpPr/>
            <p:nvPr/>
          </p:nvSpPr>
          <p:spPr>
            <a:xfrm>
              <a:off x="7404317" y="34950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5" name="pt29085"/>
            <p:cNvSpPr/>
            <p:nvPr/>
          </p:nvSpPr>
          <p:spPr>
            <a:xfrm>
              <a:off x="7454383" y="32875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6" name="pt29086"/>
            <p:cNvSpPr/>
            <p:nvPr/>
          </p:nvSpPr>
          <p:spPr>
            <a:xfrm>
              <a:off x="7393682" y="4638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7" name="pt29087"/>
            <p:cNvSpPr/>
            <p:nvPr/>
          </p:nvSpPr>
          <p:spPr>
            <a:xfrm>
              <a:off x="7484672" y="3289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8" name="pt29088"/>
            <p:cNvSpPr/>
            <p:nvPr/>
          </p:nvSpPr>
          <p:spPr>
            <a:xfrm>
              <a:off x="7454959" y="3292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89" name="pt29089"/>
            <p:cNvSpPr/>
            <p:nvPr/>
          </p:nvSpPr>
          <p:spPr>
            <a:xfrm>
              <a:off x="7462947" y="32141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0" name="pt29090"/>
            <p:cNvSpPr/>
            <p:nvPr/>
          </p:nvSpPr>
          <p:spPr>
            <a:xfrm>
              <a:off x="7457589" y="3171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1" name="pt29091"/>
            <p:cNvSpPr/>
            <p:nvPr/>
          </p:nvSpPr>
          <p:spPr>
            <a:xfrm>
              <a:off x="7450227" y="31873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2" name="pt29092"/>
            <p:cNvSpPr/>
            <p:nvPr/>
          </p:nvSpPr>
          <p:spPr>
            <a:xfrm>
              <a:off x="7067804" y="431264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93" name="pt29093"/>
            <p:cNvSpPr/>
            <p:nvPr/>
          </p:nvSpPr>
          <p:spPr>
            <a:xfrm>
              <a:off x="7402026" y="3437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4" name="pt29094"/>
            <p:cNvSpPr/>
            <p:nvPr/>
          </p:nvSpPr>
          <p:spPr>
            <a:xfrm>
              <a:off x="7459923" y="3276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5" name="pt29095"/>
            <p:cNvSpPr/>
            <p:nvPr/>
          </p:nvSpPr>
          <p:spPr>
            <a:xfrm>
              <a:off x="7459171" y="3148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6" name="pt29096"/>
            <p:cNvSpPr/>
            <p:nvPr/>
          </p:nvSpPr>
          <p:spPr>
            <a:xfrm>
              <a:off x="7856840" y="2647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7" name="pt29097"/>
            <p:cNvSpPr/>
            <p:nvPr/>
          </p:nvSpPr>
          <p:spPr>
            <a:xfrm>
              <a:off x="6792765" y="3483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8" name="pt29098"/>
            <p:cNvSpPr/>
            <p:nvPr/>
          </p:nvSpPr>
          <p:spPr>
            <a:xfrm>
              <a:off x="7404433" y="3349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099" name="pt29099"/>
            <p:cNvSpPr/>
            <p:nvPr/>
          </p:nvSpPr>
          <p:spPr>
            <a:xfrm>
              <a:off x="7439242" y="31998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0" name="pt29100"/>
            <p:cNvSpPr/>
            <p:nvPr/>
          </p:nvSpPr>
          <p:spPr>
            <a:xfrm>
              <a:off x="7608798" y="30376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1" name="pt29101"/>
            <p:cNvSpPr/>
            <p:nvPr/>
          </p:nvSpPr>
          <p:spPr>
            <a:xfrm>
              <a:off x="7440236" y="3340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2" name="pt29102"/>
            <p:cNvSpPr/>
            <p:nvPr/>
          </p:nvSpPr>
          <p:spPr>
            <a:xfrm>
              <a:off x="7463510" y="3334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3" name="pt29103"/>
            <p:cNvSpPr/>
            <p:nvPr/>
          </p:nvSpPr>
          <p:spPr>
            <a:xfrm>
              <a:off x="7441447" y="33241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4" name="pt29104"/>
            <p:cNvSpPr/>
            <p:nvPr/>
          </p:nvSpPr>
          <p:spPr>
            <a:xfrm>
              <a:off x="7490633" y="31905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5" name="pt29105"/>
            <p:cNvSpPr/>
            <p:nvPr/>
          </p:nvSpPr>
          <p:spPr>
            <a:xfrm>
              <a:off x="7242315" y="3335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6" name="pt29106"/>
            <p:cNvSpPr/>
            <p:nvPr/>
          </p:nvSpPr>
          <p:spPr>
            <a:xfrm>
              <a:off x="7415837" y="3685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7" name="pt29107"/>
            <p:cNvSpPr/>
            <p:nvPr/>
          </p:nvSpPr>
          <p:spPr>
            <a:xfrm>
              <a:off x="7446906" y="3265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8" name="pt29108"/>
            <p:cNvSpPr/>
            <p:nvPr/>
          </p:nvSpPr>
          <p:spPr>
            <a:xfrm>
              <a:off x="7506351" y="32241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09" name="pt29109"/>
            <p:cNvSpPr/>
            <p:nvPr/>
          </p:nvSpPr>
          <p:spPr>
            <a:xfrm>
              <a:off x="7343411" y="4276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0" name="pt29110"/>
            <p:cNvSpPr/>
            <p:nvPr/>
          </p:nvSpPr>
          <p:spPr>
            <a:xfrm>
              <a:off x="7431395" y="3342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1" name="pt29111"/>
            <p:cNvSpPr/>
            <p:nvPr/>
          </p:nvSpPr>
          <p:spPr>
            <a:xfrm>
              <a:off x="7392124" y="3873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2" name="pt29112"/>
            <p:cNvSpPr/>
            <p:nvPr/>
          </p:nvSpPr>
          <p:spPr>
            <a:xfrm>
              <a:off x="7473545" y="32045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3" name="pt29113"/>
            <p:cNvSpPr/>
            <p:nvPr/>
          </p:nvSpPr>
          <p:spPr>
            <a:xfrm>
              <a:off x="7405821" y="3373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4" name="pt29114"/>
            <p:cNvSpPr/>
            <p:nvPr/>
          </p:nvSpPr>
          <p:spPr>
            <a:xfrm>
              <a:off x="7443190" y="3125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5" name="pt29115"/>
            <p:cNvSpPr/>
            <p:nvPr/>
          </p:nvSpPr>
          <p:spPr>
            <a:xfrm>
              <a:off x="6251582" y="32808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6" name="pt29116"/>
            <p:cNvSpPr/>
            <p:nvPr/>
          </p:nvSpPr>
          <p:spPr>
            <a:xfrm>
              <a:off x="7432216" y="3296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7" name="pt29117"/>
            <p:cNvSpPr/>
            <p:nvPr/>
          </p:nvSpPr>
          <p:spPr>
            <a:xfrm>
              <a:off x="7482181" y="30634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8" name="pt29118"/>
            <p:cNvSpPr/>
            <p:nvPr/>
          </p:nvSpPr>
          <p:spPr>
            <a:xfrm>
              <a:off x="7441841" y="3210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19" name="pt29119"/>
            <p:cNvSpPr/>
            <p:nvPr/>
          </p:nvSpPr>
          <p:spPr>
            <a:xfrm>
              <a:off x="7441249" y="3397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0" name="pt29120"/>
            <p:cNvSpPr/>
            <p:nvPr/>
          </p:nvSpPr>
          <p:spPr>
            <a:xfrm>
              <a:off x="7450090" y="3310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1" name="pt29121"/>
            <p:cNvSpPr/>
            <p:nvPr/>
          </p:nvSpPr>
          <p:spPr>
            <a:xfrm>
              <a:off x="7459702" y="3163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2" name="pt29122"/>
            <p:cNvSpPr/>
            <p:nvPr/>
          </p:nvSpPr>
          <p:spPr>
            <a:xfrm>
              <a:off x="7383374" y="31929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3" name="pt29123"/>
            <p:cNvSpPr/>
            <p:nvPr/>
          </p:nvSpPr>
          <p:spPr>
            <a:xfrm>
              <a:off x="7596230" y="299928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24" name="pt29124"/>
            <p:cNvSpPr/>
            <p:nvPr/>
          </p:nvSpPr>
          <p:spPr>
            <a:xfrm>
              <a:off x="7449300" y="3163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5" name="pt29125"/>
            <p:cNvSpPr/>
            <p:nvPr/>
          </p:nvSpPr>
          <p:spPr>
            <a:xfrm>
              <a:off x="7422135" y="3236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6" name="pt29126"/>
            <p:cNvSpPr/>
            <p:nvPr/>
          </p:nvSpPr>
          <p:spPr>
            <a:xfrm>
              <a:off x="7328656" y="3295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7" name="pt29127"/>
            <p:cNvSpPr/>
            <p:nvPr/>
          </p:nvSpPr>
          <p:spPr>
            <a:xfrm>
              <a:off x="7431632" y="3464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8" name="pt29128"/>
            <p:cNvSpPr/>
            <p:nvPr/>
          </p:nvSpPr>
          <p:spPr>
            <a:xfrm>
              <a:off x="7448236" y="3478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29" name="pt29129"/>
            <p:cNvSpPr/>
            <p:nvPr/>
          </p:nvSpPr>
          <p:spPr>
            <a:xfrm>
              <a:off x="7438910" y="3270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0" name="pt29130"/>
            <p:cNvSpPr/>
            <p:nvPr/>
          </p:nvSpPr>
          <p:spPr>
            <a:xfrm>
              <a:off x="6561490" y="345671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31" name="pt29131"/>
            <p:cNvSpPr/>
            <p:nvPr/>
          </p:nvSpPr>
          <p:spPr>
            <a:xfrm>
              <a:off x="7395038" y="32321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2" name="pt29132"/>
            <p:cNvSpPr/>
            <p:nvPr/>
          </p:nvSpPr>
          <p:spPr>
            <a:xfrm>
              <a:off x="7437330" y="3647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3" name="pt29133"/>
            <p:cNvSpPr/>
            <p:nvPr/>
          </p:nvSpPr>
          <p:spPr>
            <a:xfrm>
              <a:off x="7412570" y="3548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4" name="pt29134"/>
            <p:cNvSpPr/>
            <p:nvPr/>
          </p:nvSpPr>
          <p:spPr>
            <a:xfrm>
              <a:off x="7485024" y="3252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5" name="pt29135"/>
            <p:cNvSpPr/>
            <p:nvPr/>
          </p:nvSpPr>
          <p:spPr>
            <a:xfrm>
              <a:off x="7382699" y="3322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6" name="pt29136"/>
            <p:cNvSpPr/>
            <p:nvPr/>
          </p:nvSpPr>
          <p:spPr>
            <a:xfrm>
              <a:off x="7435724" y="3232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7" name="pt29137"/>
            <p:cNvSpPr/>
            <p:nvPr/>
          </p:nvSpPr>
          <p:spPr>
            <a:xfrm>
              <a:off x="7436545" y="3254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8" name="pt29138"/>
            <p:cNvSpPr/>
            <p:nvPr/>
          </p:nvSpPr>
          <p:spPr>
            <a:xfrm>
              <a:off x="7422482" y="3538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39" name="pt29139"/>
            <p:cNvSpPr/>
            <p:nvPr/>
          </p:nvSpPr>
          <p:spPr>
            <a:xfrm>
              <a:off x="6598567" y="3217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0" name="pt29140"/>
            <p:cNvSpPr/>
            <p:nvPr/>
          </p:nvSpPr>
          <p:spPr>
            <a:xfrm>
              <a:off x="7439163" y="3161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1" name="pt29141"/>
            <p:cNvSpPr/>
            <p:nvPr/>
          </p:nvSpPr>
          <p:spPr>
            <a:xfrm>
              <a:off x="7453181" y="3166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2" name="pt29142"/>
            <p:cNvSpPr/>
            <p:nvPr/>
          </p:nvSpPr>
          <p:spPr>
            <a:xfrm>
              <a:off x="7466640" y="3278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3" name="pt29143"/>
            <p:cNvSpPr/>
            <p:nvPr/>
          </p:nvSpPr>
          <p:spPr>
            <a:xfrm>
              <a:off x="7440392" y="3281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4" name="pt29144"/>
            <p:cNvSpPr/>
            <p:nvPr/>
          </p:nvSpPr>
          <p:spPr>
            <a:xfrm>
              <a:off x="7440144" y="3247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5" name="pt29145"/>
            <p:cNvSpPr/>
            <p:nvPr/>
          </p:nvSpPr>
          <p:spPr>
            <a:xfrm>
              <a:off x="6288493" y="3324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6" name="pt29146"/>
            <p:cNvSpPr/>
            <p:nvPr/>
          </p:nvSpPr>
          <p:spPr>
            <a:xfrm>
              <a:off x="7527540" y="2977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7" name="pt29147"/>
            <p:cNvSpPr/>
            <p:nvPr/>
          </p:nvSpPr>
          <p:spPr>
            <a:xfrm>
              <a:off x="7488150" y="3027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8" name="pt29148"/>
            <p:cNvSpPr/>
            <p:nvPr/>
          </p:nvSpPr>
          <p:spPr>
            <a:xfrm>
              <a:off x="7457599" y="3176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49" name="pt29149"/>
            <p:cNvSpPr/>
            <p:nvPr/>
          </p:nvSpPr>
          <p:spPr>
            <a:xfrm>
              <a:off x="7433410" y="3257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0" name="pt29150"/>
            <p:cNvSpPr/>
            <p:nvPr/>
          </p:nvSpPr>
          <p:spPr>
            <a:xfrm>
              <a:off x="7443766" y="3221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1" name="pt29151"/>
            <p:cNvSpPr/>
            <p:nvPr/>
          </p:nvSpPr>
          <p:spPr>
            <a:xfrm>
              <a:off x="7446619" y="3238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2" name="pt29152"/>
            <p:cNvSpPr/>
            <p:nvPr/>
          </p:nvSpPr>
          <p:spPr>
            <a:xfrm>
              <a:off x="7428655" y="3263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3" name="pt29153"/>
            <p:cNvSpPr/>
            <p:nvPr/>
          </p:nvSpPr>
          <p:spPr>
            <a:xfrm>
              <a:off x="7340042" y="3329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4" name="pt29154"/>
            <p:cNvSpPr/>
            <p:nvPr/>
          </p:nvSpPr>
          <p:spPr>
            <a:xfrm>
              <a:off x="7452248" y="33106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5" name="pt29155"/>
            <p:cNvSpPr/>
            <p:nvPr/>
          </p:nvSpPr>
          <p:spPr>
            <a:xfrm>
              <a:off x="7440198" y="33891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6" name="pt29156"/>
            <p:cNvSpPr/>
            <p:nvPr/>
          </p:nvSpPr>
          <p:spPr>
            <a:xfrm>
              <a:off x="7374712" y="3883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7" name="pt29157"/>
            <p:cNvSpPr/>
            <p:nvPr/>
          </p:nvSpPr>
          <p:spPr>
            <a:xfrm>
              <a:off x="7410659" y="37451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8" name="pt29158"/>
            <p:cNvSpPr/>
            <p:nvPr/>
          </p:nvSpPr>
          <p:spPr>
            <a:xfrm>
              <a:off x="7358013" y="3832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59" name="pt29159"/>
            <p:cNvSpPr/>
            <p:nvPr/>
          </p:nvSpPr>
          <p:spPr>
            <a:xfrm>
              <a:off x="7472070" y="32562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0" name="pt29160"/>
            <p:cNvSpPr/>
            <p:nvPr/>
          </p:nvSpPr>
          <p:spPr>
            <a:xfrm>
              <a:off x="7438101" y="35332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1" name="pt29161"/>
            <p:cNvSpPr/>
            <p:nvPr/>
          </p:nvSpPr>
          <p:spPr>
            <a:xfrm>
              <a:off x="7455057" y="3258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2" name="pt29162"/>
            <p:cNvSpPr/>
            <p:nvPr/>
          </p:nvSpPr>
          <p:spPr>
            <a:xfrm>
              <a:off x="7472170" y="3266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3" name="pt29163"/>
            <p:cNvSpPr/>
            <p:nvPr/>
          </p:nvSpPr>
          <p:spPr>
            <a:xfrm>
              <a:off x="7371188" y="3252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4" name="pt29164"/>
            <p:cNvSpPr/>
            <p:nvPr/>
          </p:nvSpPr>
          <p:spPr>
            <a:xfrm>
              <a:off x="7311428" y="4090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5" name="pt29165"/>
            <p:cNvSpPr/>
            <p:nvPr/>
          </p:nvSpPr>
          <p:spPr>
            <a:xfrm>
              <a:off x="7440500" y="31213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6" name="pt29166"/>
            <p:cNvSpPr/>
            <p:nvPr/>
          </p:nvSpPr>
          <p:spPr>
            <a:xfrm>
              <a:off x="7874323" y="272951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67" name="pt29167"/>
            <p:cNvSpPr/>
            <p:nvPr/>
          </p:nvSpPr>
          <p:spPr>
            <a:xfrm>
              <a:off x="7497582" y="29031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8" name="pt29168"/>
            <p:cNvSpPr/>
            <p:nvPr/>
          </p:nvSpPr>
          <p:spPr>
            <a:xfrm>
              <a:off x="7294091" y="5163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69" name="pt29169"/>
            <p:cNvSpPr/>
            <p:nvPr/>
          </p:nvSpPr>
          <p:spPr>
            <a:xfrm>
              <a:off x="7348549" y="49685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0" name="pt29170"/>
            <p:cNvSpPr/>
            <p:nvPr/>
          </p:nvSpPr>
          <p:spPr>
            <a:xfrm>
              <a:off x="7396165" y="3240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1" name="pt29171"/>
            <p:cNvSpPr/>
            <p:nvPr/>
          </p:nvSpPr>
          <p:spPr>
            <a:xfrm>
              <a:off x="7440529" y="3222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2" name="pt29172"/>
            <p:cNvSpPr/>
            <p:nvPr/>
          </p:nvSpPr>
          <p:spPr>
            <a:xfrm>
              <a:off x="7407875" y="3693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3" name="pt29173"/>
            <p:cNvSpPr/>
            <p:nvPr/>
          </p:nvSpPr>
          <p:spPr>
            <a:xfrm>
              <a:off x="7455781" y="3292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4" name="pt29174"/>
            <p:cNvSpPr/>
            <p:nvPr/>
          </p:nvSpPr>
          <p:spPr>
            <a:xfrm>
              <a:off x="7425401" y="35505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5" name="pt29175"/>
            <p:cNvSpPr/>
            <p:nvPr/>
          </p:nvSpPr>
          <p:spPr>
            <a:xfrm>
              <a:off x="7452975" y="33845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6" name="pt29176"/>
            <p:cNvSpPr/>
            <p:nvPr/>
          </p:nvSpPr>
          <p:spPr>
            <a:xfrm>
              <a:off x="7238146" y="3344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7" name="pt29177"/>
            <p:cNvSpPr/>
            <p:nvPr/>
          </p:nvSpPr>
          <p:spPr>
            <a:xfrm>
              <a:off x="7362084" y="3561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8" name="pt29178"/>
            <p:cNvSpPr/>
            <p:nvPr/>
          </p:nvSpPr>
          <p:spPr>
            <a:xfrm>
              <a:off x="7379742" y="32131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79" name="pt29179"/>
            <p:cNvSpPr/>
            <p:nvPr/>
          </p:nvSpPr>
          <p:spPr>
            <a:xfrm>
              <a:off x="7429429" y="3213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0" name="pt29180"/>
            <p:cNvSpPr/>
            <p:nvPr/>
          </p:nvSpPr>
          <p:spPr>
            <a:xfrm>
              <a:off x="7384035" y="32588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1" name="pt29181"/>
            <p:cNvSpPr/>
            <p:nvPr/>
          </p:nvSpPr>
          <p:spPr>
            <a:xfrm>
              <a:off x="7444093" y="3366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2" name="pt29182"/>
            <p:cNvSpPr/>
            <p:nvPr/>
          </p:nvSpPr>
          <p:spPr>
            <a:xfrm>
              <a:off x="6673931" y="3274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3" name="pt29183"/>
            <p:cNvSpPr/>
            <p:nvPr/>
          </p:nvSpPr>
          <p:spPr>
            <a:xfrm>
              <a:off x="7467414" y="3124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4" name="pt29184"/>
            <p:cNvSpPr/>
            <p:nvPr/>
          </p:nvSpPr>
          <p:spPr>
            <a:xfrm>
              <a:off x="7344492" y="39122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5" name="pt29185"/>
            <p:cNvSpPr/>
            <p:nvPr/>
          </p:nvSpPr>
          <p:spPr>
            <a:xfrm>
              <a:off x="6203006" y="3334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6" name="pt29186"/>
            <p:cNvSpPr/>
            <p:nvPr/>
          </p:nvSpPr>
          <p:spPr>
            <a:xfrm>
              <a:off x="7408955" y="36913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7" name="pt29187"/>
            <p:cNvSpPr/>
            <p:nvPr/>
          </p:nvSpPr>
          <p:spPr>
            <a:xfrm>
              <a:off x="7425727" y="3622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8" name="pt29188"/>
            <p:cNvSpPr/>
            <p:nvPr/>
          </p:nvSpPr>
          <p:spPr>
            <a:xfrm>
              <a:off x="7482538" y="3199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89" name="pt29189"/>
            <p:cNvSpPr/>
            <p:nvPr/>
          </p:nvSpPr>
          <p:spPr>
            <a:xfrm>
              <a:off x="7351206" y="3243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0" name="pt29190"/>
            <p:cNvSpPr/>
            <p:nvPr/>
          </p:nvSpPr>
          <p:spPr>
            <a:xfrm>
              <a:off x="7462306" y="3061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1" name="pt29191"/>
            <p:cNvSpPr/>
            <p:nvPr/>
          </p:nvSpPr>
          <p:spPr>
            <a:xfrm>
              <a:off x="7418050" y="33079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2" name="pt29192"/>
            <p:cNvSpPr/>
            <p:nvPr/>
          </p:nvSpPr>
          <p:spPr>
            <a:xfrm>
              <a:off x="7415067" y="3338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3" name="pt29193"/>
            <p:cNvSpPr/>
            <p:nvPr/>
          </p:nvSpPr>
          <p:spPr>
            <a:xfrm>
              <a:off x="7416454" y="3754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4" name="pt29194"/>
            <p:cNvSpPr/>
            <p:nvPr/>
          </p:nvSpPr>
          <p:spPr>
            <a:xfrm>
              <a:off x="7359830" y="4277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5" name="pt29195"/>
            <p:cNvSpPr/>
            <p:nvPr/>
          </p:nvSpPr>
          <p:spPr>
            <a:xfrm>
              <a:off x="7454458" y="3188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6" name="pt29196"/>
            <p:cNvSpPr/>
            <p:nvPr/>
          </p:nvSpPr>
          <p:spPr>
            <a:xfrm>
              <a:off x="7420734" y="34369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7" name="pt29197"/>
            <p:cNvSpPr/>
            <p:nvPr/>
          </p:nvSpPr>
          <p:spPr>
            <a:xfrm>
              <a:off x="7376107" y="4168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8" name="pt29198"/>
            <p:cNvSpPr/>
            <p:nvPr/>
          </p:nvSpPr>
          <p:spPr>
            <a:xfrm>
              <a:off x="7485659" y="32701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199" name="pt29199"/>
            <p:cNvSpPr/>
            <p:nvPr/>
          </p:nvSpPr>
          <p:spPr>
            <a:xfrm>
              <a:off x="7403761" y="33742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0" name="pt29200"/>
            <p:cNvSpPr/>
            <p:nvPr/>
          </p:nvSpPr>
          <p:spPr>
            <a:xfrm>
              <a:off x="7390645" y="3270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1" name="pt29201"/>
            <p:cNvSpPr/>
            <p:nvPr/>
          </p:nvSpPr>
          <p:spPr>
            <a:xfrm>
              <a:off x="6306537" y="255957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02" name="pt29202"/>
            <p:cNvSpPr/>
            <p:nvPr/>
          </p:nvSpPr>
          <p:spPr>
            <a:xfrm>
              <a:off x="7434950" y="33527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3" name="pt29203"/>
            <p:cNvSpPr/>
            <p:nvPr/>
          </p:nvSpPr>
          <p:spPr>
            <a:xfrm>
              <a:off x="7431707" y="3341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4" name="pt29204"/>
            <p:cNvSpPr/>
            <p:nvPr/>
          </p:nvSpPr>
          <p:spPr>
            <a:xfrm>
              <a:off x="5995487" y="34346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5" name="pt29205"/>
            <p:cNvSpPr/>
            <p:nvPr/>
          </p:nvSpPr>
          <p:spPr>
            <a:xfrm>
              <a:off x="7404568" y="37542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6" name="pt29206"/>
            <p:cNvSpPr/>
            <p:nvPr/>
          </p:nvSpPr>
          <p:spPr>
            <a:xfrm>
              <a:off x="7393380" y="3681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7" name="pt29207"/>
            <p:cNvSpPr/>
            <p:nvPr/>
          </p:nvSpPr>
          <p:spPr>
            <a:xfrm>
              <a:off x="7490412" y="3271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8" name="pt29208"/>
            <p:cNvSpPr/>
            <p:nvPr/>
          </p:nvSpPr>
          <p:spPr>
            <a:xfrm>
              <a:off x="7424913" y="3663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09" name="pt29209"/>
            <p:cNvSpPr/>
            <p:nvPr/>
          </p:nvSpPr>
          <p:spPr>
            <a:xfrm>
              <a:off x="7402553" y="3766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0" name="pt29210"/>
            <p:cNvSpPr/>
            <p:nvPr/>
          </p:nvSpPr>
          <p:spPr>
            <a:xfrm>
              <a:off x="7464357" y="3258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1" name="pt29211"/>
            <p:cNvSpPr/>
            <p:nvPr/>
          </p:nvSpPr>
          <p:spPr>
            <a:xfrm>
              <a:off x="7439264" y="3343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2" name="pt29212"/>
            <p:cNvSpPr/>
            <p:nvPr/>
          </p:nvSpPr>
          <p:spPr>
            <a:xfrm>
              <a:off x="7545558" y="2966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3" name="pt29213"/>
            <p:cNvSpPr/>
            <p:nvPr/>
          </p:nvSpPr>
          <p:spPr>
            <a:xfrm>
              <a:off x="7429320" y="3346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4" name="pt29214"/>
            <p:cNvSpPr/>
            <p:nvPr/>
          </p:nvSpPr>
          <p:spPr>
            <a:xfrm>
              <a:off x="7416757" y="32357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5" name="pt29215"/>
            <p:cNvSpPr/>
            <p:nvPr/>
          </p:nvSpPr>
          <p:spPr>
            <a:xfrm>
              <a:off x="7440103" y="3318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6" name="pt29216"/>
            <p:cNvSpPr/>
            <p:nvPr/>
          </p:nvSpPr>
          <p:spPr>
            <a:xfrm>
              <a:off x="7391924" y="3534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7" name="pt29217"/>
            <p:cNvSpPr/>
            <p:nvPr/>
          </p:nvSpPr>
          <p:spPr>
            <a:xfrm>
              <a:off x="7501268" y="3360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8" name="pt29218"/>
            <p:cNvSpPr/>
            <p:nvPr/>
          </p:nvSpPr>
          <p:spPr>
            <a:xfrm>
              <a:off x="7353631" y="3487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19" name="pt29219"/>
            <p:cNvSpPr/>
            <p:nvPr/>
          </p:nvSpPr>
          <p:spPr>
            <a:xfrm>
              <a:off x="7427485" y="33281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0" name="pt29220"/>
            <p:cNvSpPr/>
            <p:nvPr/>
          </p:nvSpPr>
          <p:spPr>
            <a:xfrm>
              <a:off x="6554524" y="3228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1" name="pt29221"/>
            <p:cNvSpPr/>
            <p:nvPr/>
          </p:nvSpPr>
          <p:spPr>
            <a:xfrm>
              <a:off x="7069617" y="3728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2" name="pt29222"/>
            <p:cNvSpPr/>
            <p:nvPr/>
          </p:nvSpPr>
          <p:spPr>
            <a:xfrm>
              <a:off x="7404100" y="3277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3" name="pt29223"/>
            <p:cNvSpPr/>
            <p:nvPr/>
          </p:nvSpPr>
          <p:spPr>
            <a:xfrm>
              <a:off x="7418785" y="34673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4" name="pt29224"/>
            <p:cNvSpPr/>
            <p:nvPr/>
          </p:nvSpPr>
          <p:spPr>
            <a:xfrm>
              <a:off x="7387038" y="3650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5" name="pt29225"/>
            <p:cNvSpPr/>
            <p:nvPr/>
          </p:nvSpPr>
          <p:spPr>
            <a:xfrm>
              <a:off x="7433758" y="37175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6" name="pt29226"/>
            <p:cNvSpPr/>
            <p:nvPr/>
          </p:nvSpPr>
          <p:spPr>
            <a:xfrm>
              <a:off x="7459764" y="3308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7" name="pt29227"/>
            <p:cNvSpPr/>
            <p:nvPr/>
          </p:nvSpPr>
          <p:spPr>
            <a:xfrm>
              <a:off x="7449986" y="32116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8" name="pt29228"/>
            <p:cNvSpPr/>
            <p:nvPr/>
          </p:nvSpPr>
          <p:spPr>
            <a:xfrm>
              <a:off x="7455157" y="32620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29" name="pt29229"/>
            <p:cNvSpPr/>
            <p:nvPr/>
          </p:nvSpPr>
          <p:spPr>
            <a:xfrm>
              <a:off x="7455785" y="3320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0" name="pt29230"/>
            <p:cNvSpPr/>
            <p:nvPr/>
          </p:nvSpPr>
          <p:spPr>
            <a:xfrm>
              <a:off x="7511386" y="2968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1" name="pt29231"/>
            <p:cNvSpPr/>
            <p:nvPr/>
          </p:nvSpPr>
          <p:spPr>
            <a:xfrm>
              <a:off x="7653246" y="293060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32" name="pt29232"/>
            <p:cNvSpPr/>
            <p:nvPr/>
          </p:nvSpPr>
          <p:spPr>
            <a:xfrm>
              <a:off x="6217547" y="3248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3" name="pt29233"/>
            <p:cNvSpPr/>
            <p:nvPr/>
          </p:nvSpPr>
          <p:spPr>
            <a:xfrm>
              <a:off x="6922909" y="300713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34" name="pt29234"/>
            <p:cNvSpPr/>
            <p:nvPr/>
          </p:nvSpPr>
          <p:spPr>
            <a:xfrm>
              <a:off x="7446715" y="3381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5" name="pt29235"/>
            <p:cNvSpPr/>
            <p:nvPr/>
          </p:nvSpPr>
          <p:spPr>
            <a:xfrm>
              <a:off x="7425057" y="32796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6" name="pt29236"/>
            <p:cNvSpPr/>
            <p:nvPr/>
          </p:nvSpPr>
          <p:spPr>
            <a:xfrm>
              <a:off x="7511180" y="30376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7" name="pt29237"/>
            <p:cNvSpPr/>
            <p:nvPr/>
          </p:nvSpPr>
          <p:spPr>
            <a:xfrm>
              <a:off x="7433052" y="3283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8" name="pt29238"/>
            <p:cNvSpPr/>
            <p:nvPr/>
          </p:nvSpPr>
          <p:spPr>
            <a:xfrm>
              <a:off x="7456909" y="3287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39" name="pt29239"/>
            <p:cNvSpPr/>
            <p:nvPr/>
          </p:nvSpPr>
          <p:spPr>
            <a:xfrm>
              <a:off x="7415248" y="32526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0" name="pt29240"/>
            <p:cNvSpPr/>
            <p:nvPr/>
          </p:nvSpPr>
          <p:spPr>
            <a:xfrm>
              <a:off x="7424114" y="3241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1" name="pt29241"/>
            <p:cNvSpPr/>
            <p:nvPr/>
          </p:nvSpPr>
          <p:spPr>
            <a:xfrm>
              <a:off x="7437323" y="3376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2" name="pt29242"/>
            <p:cNvSpPr/>
            <p:nvPr/>
          </p:nvSpPr>
          <p:spPr>
            <a:xfrm>
              <a:off x="7143907" y="346286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43" name="pt29243"/>
            <p:cNvSpPr/>
            <p:nvPr/>
          </p:nvSpPr>
          <p:spPr>
            <a:xfrm>
              <a:off x="7475944" y="32097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4" name="pt29244"/>
            <p:cNvSpPr/>
            <p:nvPr/>
          </p:nvSpPr>
          <p:spPr>
            <a:xfrm>
              <a:off x="7350483" y="4816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5" name="pt29245"/>
            <p:cNvSpPr/>
            <p:nvPr/>
          </p:nvSpPr>
          <p:spPr>
            <a:xfrm>
              <a:off x="7451006" y="3021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6" name="pt29246"/>
            <p:cNvSpPr/>
            <p:nvPr/>
          </p:nvSpPr>
          <p:spPr>
            <a:xfrm>
              <a:off x="7462878" y="3252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7" name="pt29247"/>
            <p:cNvSpPr/>
            <p:nvPr/>
          </p:nvSpPr>
          <p:spPr>
            <a:xfrm>
              <a:off x="7439932" y="3308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8" name="pt29248"/>
            <p:cNvSpPr/>
            <p:nvPr/>
          </p:nvSpPr>
          <p:spPr>
            <a:xfrm>
              <a:off x="7406379" y="3254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49" name="pt29249"/>
            <p:cNvSpPr/>
            <p:nvPr/>
          </p:nvSpPr>
          <p:spPr>
            <a:xfrm>
              <a:off x="7482086" y="2733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0" name="pt29250"/>
            <p:cNvSpPr/>
            <p:nvPr/>
          </p:nvSpPr>
          <p:spPr>
            <a:xfrm>
              <a:off x="7469341" y="3261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1" name="pt29251"/>
            <p:cNvSpPr/>
            <p:nvPr/>
          </p:nvSpPr>
          <p:spPr>
            <a:xfrm>
              <a:off x="7457355" y="3320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2" name="pt29252"/>
            <p:cNvSpPr/>
            <p:nvPr/>
          </p:nvSpPr>
          <p:spPr>
            <a:xfrm>
              <a:off x="7475224" y="3112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3" name="pt29253"/>
            <p:cNvSpPr/>
            <p:nvPr/>
          </p:nvSpPr>
          <p:spPr>
            <a:xfrm>
              <a:off x="7328017" y="31867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4" name="pt29254"/>
            <p:cNvSpPr/>
            <p:nvPr/>
          </p:nvSpPr>
          <p:spPr>
            <a:xfrm>
              <a:off x="7742372" y="300709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55" name="pt29255"/>
            <p:cNvSpPr/>
            <p:nvPr/>
          </p:nvSpPr>
          <p:spPr>
            <a:xfrm>
              <a:off x="7782004" y="285964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56" name="pt29256"/>
            <p:cNvSpPr/>
            <p:nvPr/>
          </p:nvSpPr>
          <p:spPr>
            <a:xfrm>
              <a:off x="7431324" y="3334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7" name="pt29257"/>
            <p:cNvSpPr/>
            <p:nvPr/>
          </p:nvSpPr>
          <p:spPr>
            <a:xfrm>
              <a:off x="7469842" y="3203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8" name="pt29258"/>
            <p:cNvSpPr/>
            <p:nvPr/>
          </p:nvSpPr>
          <p:spPr>
            <a:xfrm>
              <a:off x="7417465" y="3531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59" name="pt29259"/>
            <p:cNvSpPr/>
            <p:nvPr/>
          </p:nvSpPr>
          <p:spPr>
            <a:xfrm>
              <a:off x="7460642" y="32765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0" name="pt29260"/>
            <p:cNvSpPr/>
            <p:nvPr/>
          </p:nvSpPr>
          <p:spPr>
            <a:xfrm>
              <a:off x="7410936" y="3643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1" name="pt29261"/>
            <p:cNvSpPr/>
            <p:nvPr/>
          </p:nvSpPr>
          <p:spPr>
            <a:xfrm>
              <a:off x="7432226" y="3220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2" name="pt29262"/>
            <p:cNvSpPr/>
            <p:nvPr/>
          </p:nvSpPr>
          <p:spPr>
            <a:xfrm>
              <a:off x="7432917" y="3207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3" name="pt29263"/>
            <p:cNvSpPr/>
            <p:nvPr/>
          </p:nvSpPr>
          <p:spPr>
            <a:xfrm>
              <a:off x="7416524" y="3275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4" name="pt29264"/>
            <p:cNvSpPr/>
            <p:nvPr/>
          </p:nvSpPr>
          <p:spPr>
            <a:xfrm>
              <a:off x="7349205" y="3214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5" name="pt29265"/>
            <p:cNvSpPr/>
            <p:nvPr/>
          </p:nvSpPr>
          <p:spPr>
            <a:xfrm>
              <a:off x="7586512" y="30494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6" name="pt29266"/>
            <p:cNvSpPr/>
            <p:nvPr/>
          </p:nvSpPr>
          <p:spPr>
            <a:xfrm>
              <a:off x="7422747" y="32015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7" name="pt29267"/>
            <p:cNvSpPr/>
            <p:nvPr/>
          </p:nvSpPr>
          <p:spPr>
            <a:xfrm>
              <a:off x="7431421" y="3261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8" name="pt29268"/>
            <p:cNvSpPr/>
            <p:nvPr/>
          </p:nvSpPr>
          <p:spPr>
            <a:xfrm>
              <a:off x="7451435" y="33772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69" name="pt29269"/>
            <p:cNvSpPr/>
            <p:nvPr/>
          </p:nvSpPr>
          <p:spPr>
            <a:xfrm>
              <a:off x="7433193" y="3273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0" name="pt29270"/>
            <p:cNvSpPr/>
            <p:nvPr/>
          </p:nvSpPr>
          <p:spPr>
            <a:xfrm>
              <a:off x="7445966" y="3053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1" name="pt29271"/>
            <p:cNvSpPr/>
            <p:nvPr/>
          </p:nvSpPr>
          <p:spPr>
            <a:xfrm>
              <a:off x="7448754" y="3231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2" name="pt29272"/>
            <p:cNvSpPr/>
            <p:nvPr/>
          </p:nvSpPr>
          <p:spPr>
            <a:xfrm>
              <a:off x="7435058" y="3225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3" name="pt29273"/>
            <p:cNvSpPr/>
            <p:nvPr/>
          </p:nvSpPr>
          <p:spPr>
            <a:xfrm>
              <a:off x="7402541" y="3067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4" name="pt29274"/>
            <p:cNvSpPr/>
            <p:nvPr/>
          </p:nvSpPr>
          <p:spPr>
            <a:xfrm>
              <a:off x="7519303" y="32303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5" name="pt29275"/>
            <p:cNvSpPr/>
            <p:nvPr/>
          </p:nvSpPr>
          <p:spPr>
            <a:xfrm>
              <a:off x="7426031" y="3252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6" name="pt29276"/>
            <p:cNvSpPr/>
            <p:nvPr/>
          </p:nvSpPr>
          <p:spPr>
            <a:xfrm>
              <a:off x="7467670" y="3041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7" name="pt29277"/>
            <p:cNvSpPr/>
            <p:nvPr/>
          </p:nvSpPr>
          <p:spPr>
            <a:xfrm>
              <a:off x="7244207" y="379838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78" name="pt29278"/>
            <p:cNvSpPr/>
            <p:nvPr/>
          </p:nvSpPr>
          <p:spPr>
            <a:xfrm>
              <a:off x="7465775" y="3524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79" name="pt29279"/>
            <p:cNvSpPr/>
            <p:nvPr/>
          </p:nvSpPr>
          <p:spPr>
            <a:xfrm>
              <a:off x="7388079" y="4741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0" name="pt29280"/>
            <p:cNvSpPr/>
            <p:nvPr/>
          </p:nvSpPr>
          <p:spPr>
            <a:xfrm>
              <a:off x="7409947" y="3913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1" name="pt29281"/>
            <p:cNvSpPr/>
            <p:nvPr/>
          </p:nvSpPr>
          <p:spPr>
            <a:xfrm>
              <a:off x="7410014" y="3377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2" name="pt29282"/>
            <p:cNvSpPr/>
            <p:nvPr/>
          </p:nvSpPr>
          <p:spPr>
            <a:xfrm>
              <a:off x="7294700" y="3290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3" name="pt29283"/>
            <p:cNvSpPr/>
            <p:nvPr/>
          </p:nvSpPr>
          <p:spPr>
            <a:xfrm>
              <a:off x="7139189" y="4810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4" name="pt29284"/>
            <p:cNvSpPr/>
            <p:nvPr/>
          </p:nvSpPr>
          <p:spPr>
            <a:xfrm>
              <a:off x="7429966" y="3316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5" name="pt29285"/>
            <p:cNvSpPr/>
            <p:nvPr/>
          </p:nvSpPr>
          <p:spPr>
            <a:xfrm>
              <a:off x="7444147" y="32768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6" name="pt29286"/>
            <p:cNvSpPr/>
            <p:nvPr/>
          </p:nvSpPr>
          <p:spPr>
            <a:xfrm>
              <a:off x="7413664" y="33558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7" name="pt29287"/>
            <p:cNvSpPr/>
            <p:nvPr/>
          </p:nvSpPr>
          <p:spPr>
            <a:xfrm>
              <a:off x="7472969" y="3192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8" name="pt29288"/>
            <p:cNvSpPr/>
            <p:nvPr/>
          </p:nvSpPr>
          <p:spPr>
            <a:xfrm>
              <a:off x="7459994" y="3365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89" name="pt29289"/>
            <p:cNvSpPr/>
            <p:nvPr/>
          </p:nvSpPr>
          <p:spPr>
            <a:xfrm>
              <a:off x="7451016" y="3096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0" name="pt29290"/>
            <p:cNvSpPr/>
            <p:nvPr/>
          </p:nvSpPr>
          <p:spPr>
            <a:xfrm>
              <a:off x="7505264" y="30030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1" name="pt29291"/>
            <p:cNvSpPr/>
            <p:nvPr/>
          </p:nvSpPr>
          <p:spPr>
            <a:xfrm>
              <a:off x="7423381" y="3534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2" name="pt29292"/>
            <p:cNvSpPr/>
            <p:nvPr/>
          </p:nvSpPr>
          <p:spPr>
            <a:xfrm>
              <a:off x="7432256" y="3208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3" name="pt29293"/>
            <p:cNvSpPr/>
            <p:nvPr/>
          </p:nvSpPr>
          <p:spPr>
            <a:xfrm>
              <a:off x="7262560" y="3198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4" name="pt29294"/>
            <p:cNvSpPr/>
            <p:nvPr/>
          </p:nvSpPr>
          <p:spPr>
            <a:xfrm>
              <a:off x="7454138" y="3413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5" name="pt29295"/>
            <p:cNvSpPr/>
            <p:nvPr/>
          </p:nvSpPr>
          <p:spPr>
            <a:xfrm>
              <a:off x="7469902" y="3102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6" name="pt29296"/>
            <p:cNvSpPr/>
            <p:nvPr/>
          </p:nvSpPr>
          <p:spPr>
            <a:xfrm>
              <a:off x="7431303" y="3594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7" name="pt29297"/>
            <p:cNvSpPr/>
            <p:nvPr/>
          </p:nvSpPr>
          <p:spPr>
            <a:xfrm>
              <a:off x="7441611" y="30312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8" name="pt29298"/>
            <p:cNvSpPr/>
            <p:nvPr/>
          </p:nvSpPr>
          <p:spPr>
            <a:xfrm>
              <a:off x="7436109" y="32789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299" name="pt29299"/>
            <p:cNvSpPr/>
            <p:nvPr/>
          </p:nvSpPr>
          <p:spPr>
            <a:xfrm>
              <a:off x="7440985" y="3205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0" name="pt29300"/>
            <p:cNvSpPr/>
            <p:nvPr/>
          </p:nvSpPr>
          <p:spPr>
            <a:xfrm>
              <a:off x="7444626" y="3580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1" name="pt29301"/>
            <p:cNvSpPr/>
            <p:nvPr/>
          </p:nvSpPr>
          <p:spPr>
            <a:xfrm>
              <a:off x="7382969" y="3507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2" name="pt29302"/>
            <p:cNvSpPr/>
            <p:nvPr/>
          </p:nvSpPr>
          <p:spPr>
            <a:xfrm>
              <a:off x="7475790" y="3250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3" name="pt29303"/>
            <p:cNvSpPr/>
            <p:nvPr/>
          </p:nvSpPr>
          <p:spPr>
            <a:xfrm>
              <a:off x="7489375" y="3266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4" name="pt29304"/>
            <p:cNvSpPr/>
            <p:nvPr/>
          </p:nvSpPr>
          <p:spPr>
            <a:xfrm>
              <a:off x="7467738" y="3166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5" name="pt29305"/>
            <p:cNvSpPr/>
            <p:nvPr/>
          </p:nvSpPr>
          <p:spPr>
            <a:xfrm>
              <a:off x="7411823" y="3308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6" name="pt29306"/>
            <p:cNvSpPr/>
            <p:nvPr/>
          </p:nvSpPr>
          <p:spPr>
            <a:xfrm>
              <a:off x="7415292" y="32062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7" name="pt29307"/>
            <p:cNvSpPr/>
            <p:nvPr/>
          </p:nvSpPr>
          <p:spPr>
            <a:xfrm>
              <a:off x="7403561" y="3551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8" name="pt29308"/>
            <p:cNvSpPr/>
            <p:nvPr/>
          </p:nvSpPr>
          <p:spPr>
            <a:xfrm>
              <a:off x="7554717" y="2947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09" name="pt29309"/>
            <p:cNvSpPr/>
            <p:nvPr/>
          </p:nvSpPr>
          <p:spPr>
            <a:xfrm>
              <a:off x="7413761" y="3312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0" name="pt29310"/>
            <p:cNvSpPr/>
            <p:nvPr/>
          </p:nvSpPr>
          <p:spPr>
            <a:xfrm>
              <a:off x="7367301" y="3364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1" name="pt29311"/>
            <p:cNvSpPr/>
            <p:nvPr/>
          </p:nvSpPr>
          <p:spPr>
            <a:xfrm>
              <a:off x="7486557" y="31568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2" name="pt29312"/>
            <p:cNvSpPr/>
            <p:nvPr/>
          </p:nvSpPr>
          <p:spPr>
            <a:xfrm>
              <a:off x="7454327" y="31113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3" name="pt29313"/>
            <p:cNvSpPr/>
            <p:nvPr/>
          </p:nvSpPr>
          <p:spPr>
            <a:xfrm>
              <a:off x="7456737" y="3243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4" name="pt29314"/>
            <p:cNvSpPr/>
            <p:nvPr/>
          </p:nvSpPr>
          <p:spPr>
            <a:xfrm>
              <a:off x="7431330" y="34384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5" name="pt29315"/>
            <p:cNvSpPr/>
            <p:nvPr/>
          </p:nvSpPr>
          <p:spPr>
            <a:xfrm>
              <a:off x="7437223" y="3180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6" name="pt29316"/>
            <p:cNvSpPr/>
            <p:nvPr/>
          </p:nvSpPr>
          <p:spPr>
            <a:xfrm>
              <a:off x="7417686" y="2997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7" name="pt29317"/>
            <p:cNvSpPr/>
            <p:nvPr/>
          </p:nvSpPr>
          <p:spPr>
            <a:xfrm>
              <a:off x="7424115" y="35454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8" name="pt29318"/>
            <p:cNvSpPr/>
            <p:nvPr/>
          </p:nvSpPr>
          <p:spPr>
            <a:xfrm>
              <a:off x="7424164" y="33359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19" name="pt29319"/>
            <p:cNvSpPr/>
            <p:nvPr/>
          </p:nvSpPr>
          <p:spPr>
            <a:xfrm>
              <a:off x="7449119" y="3084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0" name="pt29320"/>
            <p:cNvSpPr/>
            <p:nvPr/>
          </p:nvSpPr>
          <p:spPr>
            <a:xfrm>
              <a:off x="7509165" y="3023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1" name="pt29321"/>
            <p:cNvSpPr/>
            <p:nvPr/>
          </p:nvSpPr>
          <p:spPr>
            <a:xfrm>
              <a:off x="7489499" y="3335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2" name="pt29322"/>
            <p:cNvSpPr/>
            <p:nvPr/>
          </p:nvSpPr>
          <p:spPr>
            <a:xfrm>
              <a:off x="7423267" y="3455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3" name="pt29323"/>
            <p:cNvSpPr/>
            <p:nvPr/>
          </p:nvSpPr>
          <p:spPr>
            <a:xfrm>
              <a:off x="7421958" y="3399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4" name="pt29324"/>
            <p:cNvSpPr/>
            <p:nvPr/>
          </p:nvSpPr>
          <p:spPr>
            <a:xfrm>
              <a:off x="7456047" y="3226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5" name="pt29325"/>
            <p:cNvSpPr/>
            <p:nvPr/>
          </p:nvSpPr>
          <p:spPr>
            <a:xfrm>
              <a:off x="7412621" y="3451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6" name="pt29326"/>
            <p:cNvSpPr/>
            <p:nvPr/>
          </p:nvSpPr>
          <p:spPr>
            <a:xfrm>
              <a:off x="7460736" y="2943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7" name="pt29327"/>
            <p:cNvSpPr/>
            <p:nvPr/>
          </p:nvSpPr>
          <p:spPr>
            <a:xfrm>
              <a:off x="7422756" y="3187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8" name="pt29328"/>
            <p:cNvSpPr/>
            <p:nvPr/>
          </p:nvSpPr>
          <p:spPr>
            <a:xfrm>
              <a:off x="7439082" y="3181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29" name="pt29329"/>
            <p:cNvSpPr/>
            <p:nvPr/>
          </p:nvSpPr>
          <p:spPr>
            <a:xfrm>
              <a:off x="7435027" y="3338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0" name="pt29330"/>
            <p:cNvSpPr/>
            <p:nvPr/>
          </p:nvSpPr>
          <p:spPr>
            <a:xfrm>
              <a:off x="7429268" y="3289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1" name="pt29331"/>
            <p:cNvSpPr/>
            <p:nvPr/>
          </p:nvSpPr>
          <p:spPr>
            <a:xfrm>
              <a:off x="7436641" y="3532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2" name="pt29332"/>
            <p:cNvSpPr/>
            <p:nvPr/>
          </p:nvSpPr>
          <p:spPr>
            <a:xfrm>
              <a:off x="7432063" y="3826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3" name="pt29333"/>
            <p:cNvSpPr/>
            <p:nvPr/>
          </p:nvSpPr>
          <p:spPr>
            <a:xfrm>
              <a:off x="7487424" y="30003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4" name="pt29334"/>
            <p:cNvSpPr/>
            <p:nvPr/>
          </p:nvSpPr>
          <p:spPr>
            <a:xfrm>
              <a:off x="7489722" y="3275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5" name="pt29335"/>
            <p:cNvSpPr/>
            <p:nvPr/>
          </p:nvSpPr>
          <p:spPr>
            <a:xfrm>
              <a:off x="7465084" y="32106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6" name="pt29336"/>
            <p:cNvSpPr/>
            <p:nvPr/>
          </p:nvSpPr>
          <p:spPr>
            <a:xfrm>
              <a:off x="7469058" y="3625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7" name="pt29337"/>
            <p:cNvSpPr/>
            <p:nvPr/>
          </p:nvSpPr>
          <p:spPr>
            <a:xfrm>
              <a:off x="7432144" y="3287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8" name="pt29338"/>
            <p:cNvSpPr/>
            <p:nvPr/>
          </p:nvSpPr>
          <p:spPr>
            <a:xfrm>
              <a:off x="7434701" y="3578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39" name="pt29339"/>
            <p:cNvSpPr/>
            <p:nvPr/>
          </p:nvSpPr>
          <p:spPr>
            <a:xfrm>
              <a:off x="7512262" y="3410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0" name="pt29340"/>
            <p:cNvSpPr/>
            <p:nvPr/>
          </p:nvSpPr>
          <p:spPr>
            <a:xfrm>
              <a:off x="7446757" y="3276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1" name="pt29341"/>
            <p:cNvSpPr/>
            <p:nvPr/>
          </p:nvSpPr>
          <p:spPr>
            <a:xfrm>
              <a:off x="7493200" y="2998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2" name="pt29342"/>
            <p:cNvSpPr/>
            <p:nvPr/>
          </p:nvSpPr>
          <p:spPr>
            <a:xfrm>
              <a:off x="7517892" y="3075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3" name="pt29343"/>
            <p:cNvSpPr/>
            <p:nvPr/>
          </p:nvSpPr>
          <p:spPr>
            <a:xfrm>
              <a:off x="6658207" y="3221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4" name="pt29344"/>
            <p:cNvSpPr/>
            <p:nvPr/>
          </p:nvSpPr>
          <p:spPr>
            <a:xfrm>
              <a:off x="7432275" y="3371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5" name="pt29345"/>
            <p:cNvSpPr/>
            <p:nvPr/>
          </p:nvSpPr>
          <p:spPr>
            <a:xfrm>
              <a:off x="7467514" y="31193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6" name="pt29346"/>
            <p:cNvSpPr/>
            <p:nvPr/>
          </p:nvSpPr>
          <p:spPr>
            <a:xfrm>
              <a:off x="7460710" y="3316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7" name="pt29347"/>
            <p:cNvSpPr/>
            <p:nvPr/>
          </p:nvSpPr>
          <p:spPr>
            <a:xfrm>
              <a:off x="7447153" y="3321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8" name="pt29348"/>
            <p:cNvSpPr/>
            <p:nvPr/>
          </p:nvSpPr>
          <p:spPr>
            <a:xfrm>
              <a:off x="7425563" y="3320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49" name="pt29349"/>
            <p:cNvSpPr/>
            <p:nvPr/>
          </p:nvSpPr>
          <p:spPr>
            <a:xfrm>
              <a:off x="7468936" y="3244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0" name="pt29350"/>
            <p:cNvSpPr/>
            <p:nvPr/>
          </p:nvSpPr>
          <p:spPr>
            <a:xfrm>
              <a:off x="7449745" y="3272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1" name="pt29351"/>
            <p:cNvSpPr/>
            <p:nvPr/>
          </p:nvSpPr>
          <p:spPr>
            <a:xfrm>
              <a:off x="7556611" y="313635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52" name="pt29352"/>
            <p:cNvSpPr/>
            <p:nvPr/>
          </p:nvSpPr>
          <p:spPr>
            <a:xfrm>
              <a:off x="7479925" y="3296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3" name="pt29353"/>
            <p:cNvSpPr/>
            <p:nvPr/>
          </p:nvSpPr>
          <p:spPr>
            <a:xfrm>
              <a:off x="7441300" y="3088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4" name="pt29354"/>
            <p:cNvSpPr/>
            <p:nvPr/>
          </p:nvSpPr>
          <p:spPr>
            <a:xfrm>
              <a:off x="7443716" y="32351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5" name="pt29355"/>
            <p:cNvSpPr/>
            <p:nvPr/>
          </p:nvSpPr>
          <p:spPr>
            <a:xfrm>
              <a:off x="7471853" y="3345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6" name="pt29356"/>
            <p:cNvSpPr/>
            <p:nvPr/>
          </p:nvSpPr>
          <p:spPr>
            <a:xfrm>
              <a:off x="7492712" y="32009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7" name="pt29357"/>
            <p:cNvSpPr/>
            <p:nvPr/>
          </p:nvSpPr>
          <p:spPr>
            <a:xfrm>
              <a:off x="7466750" y="3231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8" name="pt29358"/>
            <p:cNvSpPr/>
            <p:nvPr/>
          </p:nvSpPr>
          <p:spPr>
            <a:xfrm>
              <a:off x="7461537" y="3193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59" name="pt29359"/>
            <p:cNvSpPr/>
            <p:nvPr/>
          </p:nvSpPr>
          <p:spPr>
            <a:xfrm>
              <a:off x="7448748" y="3706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0" name="pt29360"/>
            <p:cNvSpPr/>
            <p:nvPr/>
          </p:nvSpPr>
          <p:spPr>
            <a:xfrm>
              <a:off x="7472436" y="31162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1" name="pt29361"/>
            <p:cNvSpPr/>
            <p:nvPr/>
          </p:nvSpPr>
          <p:spPr>
            <a:xfrm>
              <a:off x="7396051" y="4155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2" name="pt29362"/>
            <p:cNvSpPr/>
            <p:nvPr/>
          </p:nvSpPr>
          <p:spPr>
            <a:xfrm>
              <a:off x="7428859" y="3337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3" name="pt29363"/>
            <p:cNvSpPr/>
            <p:nvPr/>
          </p:nvSpPr>
          <p:spPr>
            <a:xfrm>
              <a:off x="7451328" y="3366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4" name="pt29364"/>
            <p:cNvSpPr/>
            <p:nvPr/>
          </p:nvSpPr>
          <p:spPr>
            <a:xfrm>
              <a:off x="7474066" y="3193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5" name="pt29365"/>
            <p:cNvSpPr/>
            <p:nvPr/>
          </p:nvSpPr>
          <p:spPr>
            <a:xfrm>
              <a:off x="7454386" y="33570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6" name="pt29366"/>
            <p:cNvSpPr/>
            <p:nvPr/>
          </p:nvSpPr>
          <p:spPr>
            <a:xfrm>
              <a:off x="7449569" y="2929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7" name="pt29367"/>
            <p:cNvSpPr/>
            <p:nvPr/>
          </p:nvSpPr>
          <p:spPr>
            <a:xfrm>
              <a:off x="7497073" y="25562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8" name="pt29368"/>
            <p:cNvSpPr/>
            <p:nvPr/>
          </p:nvSpPr>
          <p:spPr>
            <a:xfrm>
              <a:off x="7423835" y="32878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69" name="pt29369"/>
            <p:cNvSpPr/>
            <p:nvPr/>
          </p:nvSpPr>
          <p:spPr>
            <a:xfrm>
              <a:off x="7447948" y="3261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0" name="pt29370"/>
            <p:cNvSpPr/>
            <p:nvPr/>
          </p:nvSpPr>
          <p:spPr>
            <a:xfrm>
              <a:off x="7448799" y="37783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1" name="pt29371"/>
            <p:cNvSpPr/>
            <p:nvPr/>
          </p:nvSpPr>
          <p:spPr>
            <a:xfrm>
              <a:off x="7295891" y="47699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2" name="pt29372"/>
            <p:cNvSpPr/>
            <p:nvPr/>
          </p:nvSpPr>
          <p:spPr>
            <a:xfrm>
              <a:off x="7102719" y="452410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73" name="pt29373"/>
            <p:cNvSpPr/>
            <p:nvPr/>
          </p:nvSpPr>
          <p:spPr>
            <a:xfrm>
              <a:off x="7420334" y="3787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4" name="pt29374"/>
            <p:cNvSpPr/>
            <p:nvPr/>
          </p:nvSpPr>
          <p:spPr>
            <a:xfrm>
              <a:off x="7403064" y="3245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5" name="pt29375"/>
            <p:cNvSpPr/>
            <p:nvPr/>
          </p:nvSpPr>
          <p:spPr>
            <a:xfrm>
              <a:off x="7506496" y="30638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6" name="pt29376"/>
            <p:cNvSpPr/>
            <p:nvPr/>
          </p:nvSpPr>
          <p:spPr>
            <a:xfrm>
              <a:off x="7482353" y="31994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7" name="pt29377"/>
            <p:cNvSpPr/>
            <p:nvPr/>
          </p:nvSpPr>
          <p:spPr>
            <a:xfrm>
              <a:off x="7461143" y="3388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8" name="pt29378"/>
            <p:cNvSpPr/>
            <p:nvPr/>
          </p:nvSpPr>
          <p:spPr>
            <a:xfrm>
              <a:off x="7466357" y="3293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79" name="pt29379"/>
            <p:cNvSpPr/>
            <p:nvPr/>
          </p:nvSpPr>
          <p:spPr>
            <a:xfrm>
              <a:off x="7370012" y="3650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0" name="pt29380"/>
            <p:cNvSpPr/>
            <p:nvPr/>
          </p:nvSpPr>
          <p:spPr>
            <a:xfrm>
              <a:off x="7430279" y="3241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1" name="pt29381"/>
            <p:cNvSpPr/>
            <p:nvPr/>
          </p:nvSpPr>
          <p:spPr>
            <a:xfrm>
              <a:off x="7425358" y="3289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2" name="pt29382"/>
            <p:cNvSpPr/>
            <p:nvPr/>
          </p:nvSpPr>
          <p:spPr>
            <a:xfrm>
              <a:off x="7456963" y="39484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3" name="pt29383"/>
            <p:cNvSpPr/>
            <p:nvPr/>
          </p:nvSpPr>
          <p:spPr>
            <a:xfrm>
              <a:off x="7495260" y="30533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4" name="pt29384"/>
            <p:cNvSpPr/>
            <p:nvPr/>
          </p:nvSpPr>
          <p:spPr>
            <a:xfrm>
              <a:off x="7209070" y="4345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5" name="pt29385"/>
            <p:cNvSpPr/>
            <p:nvPr/>
          </p:nvSpPr>
          <p:spPr>
            <a:xfrm>
              <a:off x="7507793" y="3118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6" name="pt29386"/>
            <p:cNvSpPr/>
            <p:nvPr/>
          </p:nvSpPr>
          <p:spPr>
            <a:xfrm>
              <a:off x="7456619" y="3307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7" name="pt29387"/>
            <p:cNvSpPr/>
            <p:nvPr/>
          </p:nvSpPr>
          <p:spPr>
            <a:xfrm>
              <a:off x="7420548" y="3552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8" name="pt29388"/>
            <p:cNvSpPr/>
            <p:nvPr/>
          </p:nvSpPr>
          <p:spPr>
            <a:xfrm>
              <a:off x="7485831" y="32862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89" name="pt29389"/>
            <p:cNvSpPr/>
            <p:nvPr/>
          </p:nvSpPr>
          <p:spPr>
            <a:xfrm>
              <a:off x="7460031" y="34341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0" name="pt29390"/>
            <p:cNvSpPr/>
            <p:nvPr/>
          </p:nvSpPr>
          <p:spPr>
            <a:xfrm>
              <a:off x="7429711" y="3360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1" name="pt29391"/>
            <p:cNvSpPr/>
            <p:nvPr/>
          </p:nvSpPr>
          <p:spPr>
            <a:xfrm>
              <a:off x="7442188" y="3215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2" name="pt29392"/>
            <p:cNvSpPr/>
            <p:nvPr/>
          </p:nvSpPr>
          <p:spPr>
            <a:xfrm>
              <a:off x="7443832" y="30494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3" name="pt29393"/>
            <p:cNvSpPr/>
            <p:nvPr/>
          </p:nvSpPr>
          <p:spPr>
            <a:xfrm>
              <a:off x="7441893" y="3644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4" name="pt29394"/>
            <p:cNvSpPr/>
            <p:nvPr/>
          </p:nvSpPr>
          <p:spPr>
            <a:xfrm>
              <a:off x="7523517" y="3258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5" name="pt29395"/>
            <p:cNvSpPr/>
            <p:nvPr/>
          </p:nvSpPr>
          <p:spPr>
            <a:xfrm>
              <a:off x="7529998" y="3036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6" name="pt29396"/>
            <p:cNvSpPr/>
            <p:nvPr/>
          </p:nvSpPr>
          <p:spPr>
            <a:xfrm>
              <a:off x="7397236" y="40864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7" name="pt29397"/>
            <p:cNvSpPr/>
            <p:nvPr/>
          </p:nvSpPr>
          <p:spPr>
            <a:xfrm>
              <a:off x="7327772" y="4229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8" name="pt29398"/>
            <p:cNvSpPr/>
            <p:nvPr/>
          </p:nvSpPr>
          <p:spPr>
            <a:xfrm>
              <a:off x="7401988" y="36635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399" name="pt29399"/>
            <p:cNvSpPr/>
            <p:nvPr/>
          </p:nvSpPr>
          <p:spPr>
            <a:xfrm>
              <a:off x="7456179" y="3235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0" name="pt29400"/>
            <p:cNvSpPr/>
            <p:nvPr/>
          </p:nvSpPr>
          <p:spPr>
            <a:xfrm>
              <a:off x="7415353" y="3337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1" name="pt29401"/>
            <p:cNvSpPr/>
            <p:nvPr/>
          </p:nvSpPr>
          <p:spPr>
            <a:xfrm>
              <a:off x="7441812" y="3671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2" name="pt29402"/>
            <p:cNvSpPr/>
            <p:nvPr/>
          </p:nvSpPr>
          <p:spPr>
            <a:xfrm>
              <a:off x="7439827" y="34251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3" name="pt29403"/>
            <p:cNvSpPr/>
            <p:nvPr/>
          </p:nvSpPr>
          <p:spPr>
            <a:xfrm>
              <a:off x="7392601" y="35477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4" name="pt29404"/>
            <p:cNvSpPr/>
            <p:nvPr/>
          </p:nvSpPr>
          <p:spPr>
            <a:xfrm>
              <a:off x="7422411" y="3611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5" name="pt29405"/>
            <p:cNvSpPr/>
            <p:nvPr/>
          </p:nvSpPr>
          <p:spPr>
            <a:xfrm>
              <a:off x="7457152" y="3233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6" name="pt29406"/>
            <p:cNvSpPr/>
            <p:nvPr/>
          </p:nvSpPr>
          <p:spPr>
            <a:xfrm>
              <a:off x="7444372" y="3265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7" name="pt29407"/>
            <p:cNvSpPr/>
            <p:nvPr/>
          </p:nvSpPr>
          <p:spPr>
            <a:xfrm>
              <a:off x="7444735" y="3191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8" name="pt29408"/>
            <p:cNvSpPr/>
            <p:nvPr/>
          </p:nvSpPr>
          <p:spPr>
            <a:xfrm>
              <a:off x="7422871" y="3268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09" name="pt29409"/>
            <p:cNvSpPr/>
            <p:nvPr/>
          </p:nvSpPr>
          <p:spPr>
            <a:xfrm>
              <a:off x="7413655" y="3168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0" name="pt29410"/>
            <p:cNvSpPr/>
            <p:nvPr/>
          </p:nvSpPr>
          <p:spPr>
            <a:xfrm>
              <a:off x="7455563" y="3293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1" name="pt29411"/>
            <p:cNvSpPr/>
            <p:nvPr/>
          </p:nvSpPr>
          <p:spPr>
            <a:xfrm>
              <a:off x="7473184" y="3256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2" name="pt29412"/>
            <p:cNvSpPr/>
            <p:nvPr/>
          </p:nvSpPr>
          <p:spPr>
            <a:xfrm>
              <a:off x="7462526" y="3311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3" name="pt29413"/>
            <p:cNvSpPr/>
            <p:nvPr/>
          </p:nvSpPr>
          <p:spPr>
            <a:xfrm>
              <a:off x="7373437" y="3347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4" name="pt29414"/>
            <p:cNvSpPr/>
            <p:nvPr/>
          </p:nvSpPr>
          <p:spPr>
            <a:xfrm>
              <a:off x="7440300" y="3147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5" name="pt29415"/>
            <p:cNvSpPr/>
            <p:nvPr/>
          </p:nvSpPr>
          <p:spPr>
            <a:xfrm>
              <a:off x="7459720" y="3297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6" name="pt29416"/>
            <p:cNvSpPr/>
            <p:nvPr/>
          </p:nvSpPr>
          <p:spPr>
            <a:xfrm>
              <a:off x="7448068" y="3226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7" name="pt29417"/>
            <p:cNvSpPr/>
            <p:nvPr/>
          </p:nvSpPr>
          <p:spPr>
            <a:xfrm>
              <a:off x="7457875" y="32571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8" name="pt29418"/>
            <p:cNvSpPr/>
            <p:nvPr/>
          </p:nvSpPr>
          <p:spPr>
            <a:xfrm>
              <a:off x="7434300" y="3234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19" name="pt29419"/>
            <p:cNvSpPr/>
            <p:nvPr/>
          </p:nvSpPr>
          <p:spPr>
            <a:xfrm>
              <a:off x="7466811" y="3214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0" name="pt29420"/>
            <p:cNvSpPr/>
            <p:nvPr/>
          </p:nvSpPr>
          <p:spPr>
            <a:xfrm>
              <a:off x="7448726" y="3371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1" name="pt29421"/>
            <p:cNvSpPr/>
            <p:nvPr/>
          </p:nvSpPr>
          <p:spPr>
            <a:xfrm>
              <a:off x="7006799" y="32488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2" name="pt29422"/>
            <p:cNvSpPr/>
            <p:nvPr/>
          </p:nvSpPr>
          <p:spPr>
            <a:xfrm>
              <a:off x="7422829" y="3490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3" name="pt29423"/>
            <p:cNvSpPr/>
            <p:nvPr/>
          </p:nvSpPr>
          <p:spPr>
            <a:xfrm>
              <a:off x="7450320" y="32050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4" name="pt29424"/>
            <p:cNvSpPr/>
            <p:nvPr/>
          </p:nvSpPr>
          <p:spPr>
            <a:xfrm>
              <a:off x="7639093" y="307865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25" name="pt29425"/>
            <p:cNvSpPr/>
            <p:nvPr/>
          </p:nvSpPr>
          <p:spPr>
            <a:xfrm>
              <a:off x="7501708" y="3063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6" name="pt29426"/>
            <p:cNvSpPr/>
            <p:nvPr/>
          </p:nvSpPr>
          <p:spPr>
            <a:xfrm>
              <a:off x="7470677" y="3272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7" name="pt29427"/>
            <p:cNvSpPr/>
            <p:nvPr/>
          </p:nvSpPr>
          <p:spPr>
            <a:xfrm>
              <a:off x="7407045" y="34925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8" name="pt29428"/>
            <p:cNvSpPr/>
            <p:nvPr/>
          </p:nvSpPr>
          <p:spPr>
            <a:xfrm>
              <a:off x="7532076" y="32463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29" name="pt29429"/>
            <p:cNvSpPr/>
            <p:nvPr/>
          </p:nvSpPr>
          <p:spPr>
            <a:xfrm>
              <a:off x="7390369" y="32490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0" name="pt29430"/>
            <p:cNvSpPr/>
            <p:nvPr/>
          </p:nvSpPr>
          <p:spPr>
            <a:xfrm>
              <a:off x="7444861" y="3241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1" name="pt29431"/>
            <p:cNvSpPr/>
            <p:nvPr/>
          </p:nvSpPr>
          <p:spPr>
            <a:xfrm>
              <a:off x="7447193" y="3382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2" name="pt29432"/>
            <p:cNvSpPr/>
            <p:nvPr/>
          </p:nvSpPr>
          <p:spPr>
            <a:xfrm>
              <a:off x="7449289" y="34490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3" name="pt29433"/>
            <p:cNvSpPr/>
            <p:nvPr/>
          </p:nvSpPr>
          <p:spPr>
            <a:xfrm>
              <a:off x="7407056" y="34061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4" name="pt29434"/>
            <p:cNvSpPr/>
            <p:nvPr/>
          </p:nvSpPr>
          <p:spPr>
            <a:xfrm>
              <a:off x="7696535" y="298724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35" name="pt29435"/>
            <p:cNvSpPr/>
            <p:nvPr/>
          </p:nvSpPr>
          <p:spPr>
            <a:xfrm>
              <a:off x="7457100" y="3361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6" name="pt29436"/>
            <p:cNvSpPr/>
            <p:nvPr/>
          </p:nvSpPr>
          <p:spPr>
            <a:xfrm>
              <a:off x="7501946" y="3249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7" name="pt29437"/>
            <p:cNvSpPr/>
            <p:nvPr/>
          </p:nvSpPr>
          <p:spPr>
            <a:xfrm>
              <a:off x="7483900" y="3093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8" name="pt29438"/>
            <p:cNvSpPr/>
            <p:nvPr/>
          </p:nvSpPr>
          <p:spPr>
            <a:xfrm>
              <a:off x="7482881" y="3238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39" name="pt29439"/>
            <p:cNvSpPr/>
            <p:nvPr/>
          </p:nvSpPr>
          <p:spPr>
            <a:xfrm>
              <a:off x="7426962" y="33079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0" name="pt29440"/>
            <p:cNvSpPr/>
            <p:nvPr/>
          </p:nvSpPr>
          <p:spPr>
            <a:xfrm>
              <a:off x="7435719" y="3036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1" name="pt29441"/>
            <p:cNvSpPr/>
            <p:nvPr/>
          </p:nvSpPr>
          <p:spPr>
            <a:xfrm>
              <a:off x="7423006" y="3237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2" name="pt29442"/>
            <p:cNvSpPr/>
            <p:nvPr/>
          </p:nvSpPr>
          <p:spPr>
            <a:xfrm>
              <a:off x="7427702" y="3409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3" name="pt29443"/>
            <p:cNvSpPr/>
            <p:nvPr/>
          </p:nvSpPr>
          <p:spPr>
            <a:xfrm>
              <a:off x="7423717" y="3281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4" name="pt29444"/>
            <p:cNvSpPr/>
            <p:nvPr/>
          </p:nvSpPr>
          <p:spPr>
            <a:xfrm>
              <a:off x="7436331" y="32642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5" name="pt29445"/>
            <p:cNvSpPr/>
            <p:nvPr/>
          </p:nvSpPr>
          <p:spPr>
            <a:xfrm>
              <a:off x="7419897" y="3636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6" name="pt29446"/>
            <p:cNvSpPr/>
            <p:nvPr/>
          </p:nvSpPr>
          <p:spPr>
            <a:xfrm>
              <a:off x="7447306" y="3226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7" name="pt29447"/>
            <p:cNvSpPr/>
            <p:nvPr/>
          </p:nvSpPr>
          <p:spPr>
            <a:xfrm>
              <a:off x="7446126" y="3445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8" name="pt29448"/>
            <p:cNvSpPr/>
            <p:nvPr/>
          </p:nvSpPr>
          <p:spPr>
            <a:xfrm>
              <a:off x="7456844" y="3456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49" name="pt29449"/>
            <p:cNvSpPr/>
            <p:nvPr/>
          </p:nvSpPr>
          <p:spPr>
            <a:xfrm>
              <a:off x="7455180" y="3172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0" name="pt29450"/>
            <p:cNvSpPr/>
            <p:nvPr/>
          </p:nvSpPr>
          <p:spPr>
            <a:xfrm>
              <a:off x="7386444" y="3284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1" name="pt29451"/>
            <p:cNvSpPr/>
            <p:nvPr/>
          </p:nvSpPr>
          <p:spPr>
            <a:xfrm>
              <a:off x="7381018" y="3885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2" name="pt29452"/>
            <p:cNvSpPr/>
            <p:nvPr/>
          </p:nvSpPr>
          <p:spPr>
            <a:xfrm>
              <a:off x="7338318" y="4057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3" name="pt29453"/>
            <p:cNvSpPr/>
            <p:nvPr/>
          </p:nvSpPr>
          <p:spPr>
            <a:xfrm>
              <a:off x="7408490" y="3352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4" name="pt29454"/>
            <p:cNvSpPr/>
            <p:nvPr/>
          </p:nvSpPr>
          <p:spPr>
            <a:xfrm>
              <a:off x="7438518" y="3279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5" name="pt29455"/>
            <p:cNvSpPr/>
            <p:nvPr/>
          </p:nvSpPr>
          <p:spPr>
            <a:xfrm>
              <a:off x="7442829" y="3231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6" name="pt29456"/>
            <p:cNvSpPr/>
            <p:nvPr/>
          </p:nvSpPr>
          <p:spPr>
            <a:xfrm>
              <a:off x="7401432" y="33011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7" name="pt29457"/>
            <p:cNvSpPr/>
            <p:nvPr/>
          </p:nvSpPr>
          <p:spPr>
            <a:xfrm>
              <a:off x="7512576" y="30503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8" name="pt29458"/>
            <p:cNvSpPr/>
            <p:nvPr/>
          </p:nvSpPr>
          <p:spPr>
            <a:xfrm>
              <a:off x="7462087" y="3575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59" name="pt29459"/>
            <p:cNvSpPr/>
            <p:nvPr/>
          </p:nvSpPr>
          <p:spPr>
            <a:xfrm>
              <a:off x="7459439" y="31206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0" name="pt29460"/>
            <p:cNvSpPr/>
            <p:nvPr/>
          </p:nvSpPr>
          <p:spPr>
            <a:xfrm>
              <a:off x="7451779" y="3358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1" name="pt29461"/>
            <p:cNvSpPr/>
            <p:nvPr/>
          </p:nvSpPr>
          <p:spPr>
            <a:xfrm>
              <a:off x="7433820" y="3274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2" name="pt29462"/>
            <p:cNvSpPr/>
            <p:nvPr/>
          </p:nvSpPr>
          <p:spPr>
            <a:xfrm>
              <a:off x="7428434" y="32785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3" name="pt29463"/>
            <p:cNvSpPr/>
            <p:nvPr/>
          </p:nvSpPr>
          <p:spPr>
            <a:xfrm>
              <a:off x="7462281" y="3247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4" name="pt29464"/>
            <p:cNvSpPr/>
            <p:nvPr/>
          </p:nvSpPr>
          <p:spPr>
            <a:xfrm>
              <a:off x="7471004" y="3216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5" name="pt29465"/>
            <p:cNvSpPr/>
            <p:nvPr/>
          </p:nvSpPr>
          <p:spPr>
            <a:xfrm>
              <a:off x="7403340" y="3281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6" name="pt29466"/>
            <p:cNvSpPr/>
            <p:nvPr/>
          </p:nvSpPr>
          <p:spPr>
            <a:xfrm>
              <a:off x="7457688" y="3287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7" name="pt29467"/>
            <p:cNvSpPr/>
            <p:nvPr/>
          </p:nvSpPr>
          <p:spPr>
            <a:xfrm>
              <a:off x="7431408" y="3155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8" name="pt29468"/>
            <p:cNvSpPr/>
            <p:nvPr/>
          </p:nvSpPr>
          <p:spPr>
            <a:xfrm>
              <a:off x="7470991" y="3294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69" name="pt29469"/>
            <p:cNvSpPr/>
            <p:nvPr/>
          </p:nvSpPr>
          <p:spPr>
            <a:xfrm>
              <a:off x="7427730" y="3750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0" name="pt29470"/>
            <p:cNvSpPr/>
            <p:nvPr/>
          </p:nvSpPr>
          <p:spPr>
            <a:xfrm>
              <a:off x="7397457" y="5347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1" name="pt29471"/>
            <p:cNvSpPr/>
            <p:nvPr/>
          </p:nvSpPr>
          <p:spPr>
            <a:xfrm>
              <a:off x="7451648" y="3327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2" name="pt29472"/>
            <p:cNvSpPr/>
            <p:nvPr/>
          </p:nvSpPr>
          <p:spPr>
            <a:xfrm>
              <a:off x="7471158" y="3396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3" name="pt29473"/>
            <p:cNvSpPr/>
            <p:nvPr/>
          </p:nvSpPr>
          <p:spPr>
            <a:xfrm>
              <a:off x="6751246" y="3196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4" name="pt29474"/>
            <p:cNvSpPr/>
            <p:nvPr/>
          </p:nvSpPr>
          <p:spPr>
            <a:xfrm>
              <a:off x="7447966" y="3362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5" name="pt29475"/>
            <p:cNvSpPr/>
            <p:nvPr/>
          </p:nvSpPr>
          <p:spPr>
            <a:xfrm>
              <a:off x="7421860" y="3725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6" name="pt29476"/>
            <p:cNvSpPr/>
            <p:nvPr/>
          </p:nvSpPr>
          <p:spPr>
            <a:xfrm>
              <a:off x="7437055" y="38793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7" name="pt29477"/>
            <p:cNvSpPr/>
            <p:nvPr/>
          </p:nvSpPr>
          <p:spPr>
            <a:xfrm>
              <a:off x="7430647" y="31981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8" name="pt29478"/>
            <p:cNvSpPr/>
            <p:nvPr/>
          </p:nvSpPr>
          <p:spPr>
            <a:xfrm>
              <a:off x="7431226" y="3334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79" name="pt29479"/>
            <p:cNvSpPr/>
            <p:nvPr/>
          </p:nvSpPr>
          <p:spPr>
            <a:xfrm>
              <a:off x="7443792" y="3345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0" name="pt29480"/>
            <p:cNvSpPr/>
            <p:nvPr/>
          </p:nvSpPr>
          <p:spPr>
            <a:xfrm>
              <a:off x="7479942" y="3179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1" name="pt29481"/>
            <p:cNvSpPr/>
            <p:nvPr/>
          </p:nvSpPr>
          <p:spPr>
            <a:xfrm>
              <a:off x="7284428" y="356955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82" name="pt29482"/>
            <p:cNvSpPr/>
            <p:nvPr/>
          </p:nvSpPr>
          <p:spPr>
            <a:xfrm>
              <a:off x="7450362" y="2814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3" name="pt29483"/>
            <p:cNvSpPr/>
            <p:nvPr/>
          </p:nvSpPr>
          <p:spPr>
            <a:xfrm>
              <a:off x="7376347" y="32874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4" name="pt29484"/>
            <p:cNvSpPr/>
            <p:nvPr/>
          </p:nvSpPr>
          <p:spPr>
            <a:xfrm>
              <a:off x="6766420" y="363458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85" name="pt29485"/>
            <p:cNvSpPr/>
            <p:nvPr/>
          </p:nvSpPr>
          <p:spPr>
            <a:xfrm>
              <a:off x="7447152" y="3334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6" name="pt29486"/>
            <p:cNvSpPr/>
            <p:nvPr/>
          </p:nvSpPr>
          <p:spPr>
            <a:xfrm>
              <a:off x="7511504" y="3079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7" name="pt29487"/>
            <p:cNvSpPr/>
            <p:nvPr/>
          </p:nvSpPr>
          <p:spPr>
            <a:xfrm>
              <a:off x="7431370" y="3379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8" name="pt29488"/>
            <p:cNvSpPr/>
            <p:nvPr/>
          </p:nvSpPr>
          <p:spPr>
            <a:xfrm>
              <a:off x="7379083" y="3338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89" name="pt29489"/>
            <p:cNvSpPr/>
            <p:nvPr/>
          </p:nvSpPr>
          <p:spPr>
            <a:xfrm>
              <a:off x="7456254" y="3306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0" name="pt29490"/>
            <p:cNvSpPr/>
            <p:nvPr/>
          </p:nvSpPr>
          <p:spPr>
            <a:xfrm>
              <a:off x="7429981" y="37901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1" name="pt29491"/>
            <p:cNvSpPr/>
            <p:nvPr/>
          </p:nvSpPr>
          <p:spPr>
            <a:xfrm>
              <a:off x="7462457" y="3276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2" name="pt29492"/>
            <p:cNvSpPr/>
            <p:nvPr/>
          </p:nvSpPr>
          <p:spPr>
            <a:xfrm>
              <a:off x="7435802" y="33548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3" name="pt29493"/>
            <p:cNvSpPr/>
            <p:nvPr/>
          </p:nvSpPr>
          <p:spPr>
            <a:xfrm>
              <a:off x="7430524" y="3722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4" name="pt29494"/>
            <p:cNvSpPr/>
            <p:nvPr/>
          </p:nvSpPr>
          <p:spPr>
            <a:xfrm>
              <a:off x="7445680" y="35001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5" name="pt29495"/>
            <p:cNvSpPr/>
            <p:nvPr/>
          </p:nvSpPr>
          <p:spPr>
            <a:xfrm>
              <a:off x="7419839" y="3795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6" name="pt29496"/>
            <p:cNvSpPr/>
            <p:nvPr/>
          </p:nvSpPr>
          <p:spPr>
            <a:xfrm>
              <a:off x="7447906" y="32995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7" name="pt29497"/>
            <p:cNvSpPr/>
            <p:nvPr/>
          </p:nvSpPr>
          <p:spPr>
            <a:xfrm>
              <a:off x="7450168" y="3243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8" name="pt29498"/>
            <p:cNvSpPr/>
            <p:nvPr/>
          </p:nvSpPr>
          <p:spPr>
            <a:xfrm>
              <a:off x="7420822" y="3653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499" name="pt29499"/>
            <p:cNvSpPr/>
            <p:nvPr/>
          </p:nvSpPr>
          <p:spPr>
            <a:xfrm>
              <a:off x="7443150" y="3213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0" name="pt29500"/>
            <p:cNvSpPr/>
            <p:nvPr/>
          </p:nvSpPr>
          <p:spPr>
            <a:xfrm>
              <a:off x="7441579" y="3344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1" name="pt29501"/>
            <p:cNvSpPr/>
            <p:nvPr/>
          </p:nvSpPr>
          <p:spPr>
            <a:xfrm>
              <a:off x="7424170" y="3272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2" name="pt29502"/>
            <p:cNvSpPr/>
            <p:nvPr/>
          </p:nvSpPr>
          <p:spPr>
            <a:xfrm>
              <a:off x="7399618" y="3201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3" name="pt29503"/>
            <p:cNvSpPr/>
            <p:nvPr/>
          </p:nvSpPr>
          <p:spPr>
            <a:xfrm>
              <a:off x="7473514" y="3248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4" name="pt29504"/>
            <p:cNvSpPr/>
            <p:nvPr/>
          </p:nvSpPr>
          <p:spPr>
            <a:xfrm>
              <a:off x="7417061" y="2529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5" name="pt29505"/>
            <p:cNvSpPr/>
            <p:nvPr/>
          </p:nvSpPr>
          <p:spPr>
            <a:xfrm>
              <a:off x="7501389" y="3228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6" name="pt29506"/>
            <p:cNvSpPr/>
            <p:nvPr/>
          </p:nvSpPr>
          <p:spPr>
            <a:xfrm>
              <a:off x="7482389" y="3130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7" name="pt29507"/>
            <p:cNvSpPr/>
            <p:nvPr/>
          </p:nvSpPr>
          <p:spPr>
            <a:xfrm>
              <a:off x="7428817" y="3231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8" name="pt29508"/>
            <p:cNvSpPr/>
            <p:nvPr/>
          </p:nvSpPr>
          <p:spPr>
            <a:xfrm>
              <a:off x="7511096" y="3178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09" name="pt29509"/>
            <p:cNvSpPr/>
            <p:nvPr/>
          </p:nvSpPr>
          <p:spPr>
            <a:xfrm>
              <a:off x="7440385" y="3502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0" name="pt29510"/>
            <p:cNvSpPr/>
            <p:nvPr/>
          </p:nvSpPr>
          <p:spPr>
            <a:xfrm>
              <a:off x="7440354" y="3615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1" name="pt29511"/>
            <p:cNvSpPr/>
            <p:nvPr/>
          </p:nvSpPr>
          <p:spPr>
            <a:xfrm>
              <a:off x="7460337" y="3222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2" name="pt29512"/>
            <p:cNvSpPr/>
            <p:nvPr/>
          </p:nvSpPr>
          <p:spPr>
            <a:xfrm>
              <a:off x="7448550" y="3475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3" name="pt29513"/>
            <p:cNvSpPr/>
            <p:nvPr/>
          </p:nvSpPr>
          <p:spPr>
            <a:xfrm>
              <a:off x="7421321" y="3334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4" name="pt29514"/>
            <p:cNvSpPr/>
            <p:nvPr/>
          </p:nvSpPr>
          <p:spPr>
            <a:xfrm>
              <a:off x="7425279" y="33195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5" name="pt29515"/>
            <p:cNvSpPr/>
            <p:nvPr/>
          </p:nvSpPr>
          <p:spPr>
            <a:xfrm>
              <a:off x="7497441" y="3243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6" name="pt29516"/>
            <p:cNvSpPr/>
            <p:nvPr/>
          </p:nvSpPr>
          <p:spPr>
            <a:xfrm>
              <a:off x="7445310" y="3282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7" name="pt29517"/>
            <p:cNvSpPr/>
            <p:nvPr/>
          </p:nvSpPr>
          <p:spPr>
            <a:xfrm>
              <a:off x="7416182" y="3352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8" name="pt29518"/>
            <p:cNvSpPr/>
            <p:nvPr/>
          </p:nvSpPr>
          <p:spPr>
            <a:xfrm>
              <a:off x="7436671" y="3246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19" name="pt29519"/>
            <p:cNvSpPr/>
            <p:nvPr/>
          </p:nvSpPr>
          <p:spPr>
            <a:xfrm>
              <a:off x="7438683" y="3228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0" name="pt29520"/>
            <p:cNvSpPr/>
            <p:nvPr/>
          </p:nvSpPr>
          <p:spPr>
            <a:xfrm>
              <a:off x="7419988" y="32574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1" name="pt29521"/>
            <p:cNvSpPr/>
            <p:nvPr/>
          </p:nvSpPr>
          <p:spPr>
            <a:xfrm>
              <a:off x="7439065" y="3254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2" name="pt29522"/>
            <p:cNvSpPr/>
            <p:nvPr/>
          </p:nvSpPr>
          <p:spPr>
            <a:xfrm>
              <a:off x="7435044" y="3434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3" name="pt29523"/>
            <p:cNvSpPr/>
            <p:nvPr/>
          </p:nvSpPr>
          <p:spPr>
            <a:xfrm>
              <a:off x="7463109" y="34179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4" name="pt29524"/>
            <p:cNvSpPr/>
            <p:nvPr/>
          </p:nvSpPr>
          <p:spPr>
            <a:xfrm>
              <a:off x="7464778" y="3368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5" name="pt29525"/>
            <p:cNvSpPr/>
            <p:nvPr/>
          </p:nvSpPr>
          <p:spPr>
            <a:xfrm>
              <a:off x="7407873" y="33120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6" name="pt29526"/>
            <p:cNvSpPr/>
            <p:nvPr/>
          </p:nvSpPr>
          <p:spPr>
            <a:xfrm>
              <a:off x="7422577" y="3333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7" name="pt29527"/>
            <p:cNvSpPr/>
            <p:nvPr/>
          </p:nvSpPr>
          <p:spPr>
            <a:xfrm>
              <a:off x="7464347" y="3255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8" name="pt29528"/>
            <p:cNvSpPr/>
            <p:nvPr/>
          </p:nvSpPr>
          <p:spPr>
            <a:xfrm>
              <a:off x="7449788" y="32566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29" name="pt29529"/>
            <p:cNvSpPr/>
            <p:nvPr/>
          </p:nvSpPr>
          <p:spPr>
            <a:xfrm>
              <a:off x="7414664" y="3477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0" name="pt29530"/>
            <p:cNvSpPr/>
            <p:nvPr/>
          </p:nvSpPr>
          <p:spPr>
            <a:xfrm>
              <a:off x="7366719" y="3959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1" name="pt29531"/>
            <p:cNvSpPr/>
            <p:nvPr/>
          </p:nvSpPr>
          <p:spPr>
            <a:xfrm>
              <a:off x="7446546" y="3230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2" name="pt29532"/>
            <p:cNvSpPr/>
            <p:nvPr/>
          </p:nvSpPr>
          <p:spPr>
            <a:xfrm>
              <a:off x="7483941" y="3272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3" name="pt29533"/>
            <p:cNvSpPr/>
            <p:nvPr/>
          </p:nvSpPr>
          <p:spPr>
            <a:xfrm>
              <a:off x="7422457" y="3326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4" name="pt29534"/>
            <p:cNvSpPr/>
            <p:nvPr/>
          </p:nvSpPr>
          <p:spPr>
            <a:xfrm>
              <a:off x="7484309" y="3285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5" name="pt29535"/>
            <p:cNvSpPr/>
            <p:nvPr/>
          </p:nvSpPr>
          <p:spPr>
            <a:xfrm>
              <a:off x="7436193" y="3377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6" name="pt29536"/>
            <p:cNvSpPr/>
            <p:nvPr/>
          </p:nvSpPr>
          <p:spPr>
            <a:xfrm>
              <a:off x="7452854" y="3381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7" name="pt29537"/>
            <p:cNvSpPr/>
            <p:nvPr/>
          </p:nvSpPr>
          <p:spPr>
            <a:xfrm>
              <a:off x="7449751" y="32333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8" name="pt29538"/>
            <p:cNvSpPr/>
            <p:nvPr/>
          </p:nvSpPr>
          <p:spPr>
            <a:xfrm>
              <a:off x="7479517" y="3118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39" name="pt29539"/>
            <p:cNvSpPr/>
            <p:nvPr/>
          </p:nvSpPr>
          <p:spPr>
            <a:xfrm>
              <a:off x="7437897" y="3619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0" name="pt29540"/>
            <p:cNvSpPr/>
            <p:nvPr/>
          </p:nvSpPr>
          <p:spPr>
            <a:xfrm>
              <a:off x="7485614" y="32451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1" name="pt29541"/>
            <p:cNvSpPr/>
            <p:nvPr/>
          </p:nvSpPr>
          <p:spPr>
            <a:xfrm>
              <a:off x="7398008" y="3564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2" name="pt29542"/>
            <p:cNvSpPr/>
            <p:nvPr/>
          </p:nvSpPr>
          <p:spPr>
            <a:xfrm>
              <a:off x="7438737" y="3327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3" name="pt29543"/>
            <p:cNvSpPr/>
            <p:nvPr/>
          </p:nvSpPr>
          <p:spPr>
            <a:xfrm>
              <a:off x="7436055" y="3716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4" name="pt29544"/>
            <p:cNvSpPr/>
            <p:nvPr/>
          </p:nvSpPr>
          <p:spPr>
            <a:xfrm>
              <a:off x="7469414" y="3282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5" name="pt29545"/>
            <p:cNvSpPr/>
            <p:nvPr/>
          </p:nvSpPr>
          <p:spPr>
            <a:xfrm>
              <a:off x="7427032" y="33339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6" name="pt29546"/>
            <p:cNvSpPr/>
            <p:nvPr/>
          </p:nvSpPr>
          <p:spPr>
            <a:xfrm>
              <a:off x="7477208" y="3315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7" name="pt29547"/>
            <p:cNvSpPr/>
            <p:nvPr/>
          </p:nvSpPr>
          <p:spPr>
            <a:xfrm>
              <a:off x="7700986" y="270569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48" name="pt29548"/>
            <p:cNvSpPr/>
            <p:nvPr/>
          </p:nvSpPr>
          <p:spPr>
            <a:xfrm>
              <a:off x="7438949" y="3007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49" name="pt29549"/>
            <p:cNvSpPr/>
            <p:nvPr/>
          </p:nvSpPr>
          <p:spPr>
            <a:xfrm>
              <a:off x="8986012" y="3061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0" name="pt29550"/>
            <p:cNvSpPr/>
            <p:nvPr/>
          </p:nvSpPr>
          <p:spPr>
            <a:xfrm>
              <a:off x="7467849" y="3146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1" name="pt29551"/>
            <p:cNvSpPr/>
            <p:nvPr/>
          </p:nvSpPr>
          <p:spPr>
            <a:xfrm>
              <a:off x="7504363" y="2968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2" name="pt29552"/>
            <p:cNvSpPr/>
            <p:nvPr/>
          </p:nvSpPr>
          <p:spPr>
            <a:xfrm>
              <a:off x="7435868" y="3480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3" name="pt29553"/>
            <p:cNvSpPr/>
            <p:nvPr/>
          </p:nvSpPr>
          <p:spPr>
            <a:xfrm>
              <a:off x="7465359" y="3226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4" name="pt29554"/>
            <p:cNvSpPr/>
            <p:nvPr/>
          </p:nvSpPr>
          <p:spPr>
            <a:xfrm>
              <a:off x="7484785" y="32108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5" name="pt29555"/>
            <p:cNvSpPr/>
            <p:nvPr/>
          </p:nvSpPr>
          <p:spPr>
            <a:xfrm>
              <a:off x="7491444" y="31260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6" name="pt29556"/>
            <p:cNvSpPr/>
            <p:nvPr/>
          </p:nvSpPr>
          <p:spPr>
            <a:xfrm>
              <a:off x="7429619" y="3336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7" name="pt29557"/>
            <p:cNvSpPr/>
            <p:nvPr/>
          </p:nvSpPr>
          <p:spPr>
            <a:xfrm>
              <a:off x="7468632" y="3367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8" name="pt29558"/>
            <p:cNvSpPr/>
            <p:nvPr/>
          </p:nvSpPr>
          <p:spPr>
            <a:xfrm>
              <a:off x="7451570" y="3504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59" name="pt29559"/>
            <p:cNvSpPr/>
            <p:nvPr/>
          </p:nvSpPr>
          <p:spPr>
            <a:xfrm>
              <a:off x="7595559" y="309669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60" name="pt29560"/>
            <p:cNvSpPr/>
            <p:nvPr/>
          </p:nvSpPr>
          <p:spPr>
            <a:xfrm>
              <a:off x="7454257" y="2864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1" name="pt29561"/>
            <p:cNvSpPr/>
            <p:nvPr/>
          </p:nvSpPr>
          <p:spPr>
            <a:xfrm>
              <a:off x="7560860" y="309921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62" name="pt29562"/>
            <p:cNvSpPr/>
            <p:nvPr/>
          </p:nvSpPr>
          <p:spPr>
            <a:xfrm>
              <a:off x="7475324" y="31790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3" name="pt29563"/>
            <p:cNvSpPr/>
            <p:nvPr/>
          </p:nvSpPr>
          <p:spPr>
            <a:xfrm>
              <a:off x="7409814" y="3580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4" name="pt29564"/>
            <p:cNvSpPr/>
            <p:nvPr/>
          </p:nvSpPr>
          <p:spPr>
            <a:xfrm>
              <a:off x="7440826" y="3210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5" name="pt29565"/>
            <p:cNvSpPr/>
            <p:nvPr/>
          </p:nvSpPr>
          <p:spPr>
            <a:xfrm>
              <a:off x="7484715" y="3230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6" name="pt29566"/>
            <p:cNvSpPr/>
            <p:nvPr/>
          </p:nvSpPr>
          <p:spPr>
            <a:xfrm>
              <a:off x="7448905" y="33325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7" name="pt29567"/>
            <p:cNvSpPr/>
            <p:nvPr/>
          </p:nvSpPr>
          <p:spPr>
            <a:xfrm>
              <a:off x="7466331" y="3205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8" name="pt29568"/>
            <p:cNvSpPr/>
            <p:nvPr/>
          </p:nvSpPr>
          <p:spPr>
            <a:xfrm>
              <a:off x="7461807" y="3265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69" name="pt29569"/>
            <p:cNvSpPr/>
            <p:nvPr/>
          </p:nvSpPr>
          <p:spPr>
            <a:xfrm>
              <a:off x="7464928" y="3290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0" name="pt29570"/>
            <p:cNvSpPr/>
            <p:nvPr/>
          </p:nvSpPr>
          <p:spPr>
            <a:xfrm>
              <a:off x="7480651" y="3297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1" name="pt29571"/>
            <p:cNvSpPr/>
            <p:nvPr/>
          </p:nvSpPr>
          <p:spPr>
            <a:xfrm>
              <a:off x="7435729" y="3291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2" name="pt29572"/>
            <p:cNvSpPr/>
            <p:nvPr/>
          </p:nvSpPr>
          <p:spPr>
            <a:xfrm>
              <a:off x="7422647" y="3563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3" name="pt29573"/>
            <p:cNvSpPr/>
            <p:nvPr/>
          </p:nvSpPr>
          <p:spPr>
            <a:xfrm>
              <a:off x="7390423" y="3586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4" name="pt29574"/>
            <p:cNvSpPr/>
            <p:nvPr/>
          </p:nvSpPr>
          <p:spPr>
            <a:xfrm>
              <a:off x="7440450" y="32978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5" name="pt29575"/>
            <p:cNvSpPr/>
            <p:nvPr/>
          </p:nvSpPr>
          <p:spPr>
            <a:xfrm>
              <a:off x="7442843" y="3612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6" name="pt29576"/>
            <p:cNvSpPr/>
            <p:nvPr/>
          </p:nvSpPr>
          <p:spPr>
            <a:xfrm>
              <a:off x="7457516" y="3341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7" name="pt29577"/>
            <p:cNvSpPr/>
            <p:nvPr/>
          </p:nvSpPr>
          <p:spPr>
            <a:xfrm>
              <a:off x="7449133" y="3425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8" name="pt29578"/>
            <p:cNvSpPr/>
            <p:nvPr/>
          </p:nvSpPr>
          <p:spPr>
            <a:xfrm>
              <a:off x="7467024" y="3343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79" name="pt29579"/>
            <p:cNvSpPr/>
            <p:nvPr/>
          </p:nvSpPr>
          <p:spPr>
            <a:xfrm>
              <a:off x="7475105" y="3201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0" name="pt29580"/>
            <p:cNvSpPr/>
            <p:nvPr/>
          </p:nvSpPr>
          <p:spPr>
            <a:xfrm>
              <a:off x="7467725" y="3287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1" name="pt29581"/>
            <p:cNvSpPr/>
            <p:nvPr/>
          </p:nvSpPr>
          <p:spPr>
            <a:xfrm>
              <a:off x="7425928" y="3335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2" name="pt29582"/>
            <p:cNvSpPr/>
            <p:nvPr/>
          </p:nvSpPr>
          <p:spPr>
            <a:xfrm>
              <a:off x="7467540" y="30631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3" name="pt29583"/>
            <p:cNvSpPr/>
            <p:nvPr/>
          </p:nvSpPr>
          <p:spPr>
            <a:xfrm>
              <a:off x="7518143" y="2953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4" name="pt29584"/>
            <p:cNvSpPr/>
            <p:nvPr/>
          </p:nvSpPr>
          <p:spPr>
            <a:xfrm>
              <a:off x="7437321" y="3490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5" name="pt29585"/>
            <p:cNvSpPr/>
            <p:nvPr/>
          </p:nvSpPr>
          <p:spPr>
            <a:xfrm>
              <a:off x="7440355" y="3346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6" name="pt29586"/>
            <p:cNvSpPr/>
            <p:nvPr/>
          </p:nvSpPr>
          <p:spPr>
            <a:xfrm>
              <a:off x="6517666" y="346745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87" name="pt29587"/>
            <p:cNvSpPr/>
            <p:nvPr/>
          </p:nvSpPr>
          <p:spPr>
            <a:xfrm>
              <a:off x="7453599" y="32961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8" name="pt29588"/>
            <p:cNvSpPr/>
            <p:nvPr/>
          </p:nvSpPr>
          <p:spPr>
            <a:xfrm>
              <a:off x="7469344" y="3302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89" name="pt29589"/>
            <p:cNvSpPr/>
            <p:nvPr/>
          </p:nvSpPr>
          <p:spPr>
            <a:xfrm>
              <a:off x="7486841" y="3261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0" name="pt29590"/>
            <p:cNvSpPr/>
            <p:nvPr/>
          </p:nvSpPr>
          <p:spPr>
            <a:xfrm>
              <a:off x="7473535" y="32795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1" name="pt29591"/>
            <p:cNvSpPr/>
            <p:nvPr/>
          </p:nvSpPr>
          <p:spPr>
            <a:xfrm>
              <a:off x="7488197" y="3261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2" name="pt29592"/>
            <p:cNvSpPr/>
            <p:nvPr/>
          </p:nvSpPr>
          <p:spPr>
            <a:xfrm>
              <a:off x="7429246" y="3675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3" name="pt29593"/>
            <p:cNvSpPr/>
            <p:nvPr/>
          </p:nvSpPr>
          <p:spPr>
            <a:xfrm>
              <a:off x="7449776" y="3391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4" name="pt29594"/>
            <p:cNvSpPr/>
            <p:nvPr/>
          </p:nvSpPr>
          <p:spPr>
            <a:xfrm>
              <a:off x="7342635" y="3354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5" name="pt29595"/>
            <p:cNvSpPr/>
            <p:nvPr/>
          </p:nvSpPr>
          <p:spPr>
            <a:xfrm>
              <a:off x="7468133" y="3367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6" name="pt29596"/>
            <p:cNvSpPr/>
            <p:nvPr/>
          </p:nvSpPr>
          <p:spPr>
            <a:xfrm>
              <a:off x="7418273" y="3507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7" name="pt29597"/>
            <p:cNvSpPr/>
            <p:nvPr/>
          </p:nvSpPr>
          <p:spPr>
            <a:xfrm>
              <a:off x="7330191" y="3572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8" name="pt29598"/>
            <p:cNvSpPr/>
            <p:nvPr/>
          </p:nvSpPr>
          <p:spPr>
            <a:xfrm>
              <a:off x="7418951" y="3321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599" name="pt29599"/>
            <p:cNvSpPr/>
            <p:nvPr/>
          </p:nvSpPr>
          <p:spPr>
            <a:xfrm>
              <a:off x="7405752" y="3348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0" name="pt29600"/>
            <p:cNvSpPr/>
            <p:nvPr/>
          </p:nvSpPr>
          <p:spPr>
            <a:xfrm>
              <a:off x="7438058" y="3238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1" name="pt29601"/>
            <p:cNvSpPr/>
            <p:nvPr/>
          </p:nvSpPr>
          <p:spPr>
            <a:xfrm>
              <a:off x="7197780" y="353311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02" name="pt29602"/>
            <p:cNvSpPr/>
            <p:nvPr/>
          </p:nvSpPr>
          <p:spPr>
            <a:xfrm>
              <a:off x="7437509" y="3303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3" name="pt29603"/>
            <p:cNvSpPr/>
            <p:nvPr/>
          </p:nvSpPr>
          <p:spPr>
            <a:xfrm>
              <a:off x="7486024" y="32028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4" name="pt29604"/>
            <p:cNvSpPr/>
            <p:nvPr/>
          </p:nvSpPr>
          <p:spPr>
            <a:xfrm>
              <a:off x="7494364" y="3198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5" name="pt29605"/>
            <p:cNvSpPr/>
            <p:nvPr/>
          </p:nvSpPr>
          <p:spPr>
            <a:xfrm>
              <a:off x="7468649" y="3238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6" name="pt29606"/>
            <p:cNvSpPr/>
            <p:nvPr/>
          </p:nvSpPr>
          <p:spPr>
            <a:xfrm>
              <a:off x="7469372" y="29798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7" name="pt29607"/>
            <p:cNvSpPr/>
            <p:nvPr/>
          </p:nvSpPr>
          <p:spPr>
            <a:xfrm>
              <a:off x="7481168" y="3123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8" name="pt29608"/>
            <p:cNvSpPr/>
            <p:nvPr/>
          </p:nvSpPr>
          <p:spPr>
            <a:xfrm>
              <a:off x="7454131" y="32328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09" name="pt29609"/>
            <p:cNvSpPr/>
            <p:nvPr/>
          </p:nvSpPr>
          <p:spPr>
            <a:xfrm>
              <a:off x="7458718" y="3346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0" name="pt29610"/>
            <p:cNvSpPr/>
            <p:nvPr/>
          </p:nvSpPr>
          <p:spPr>
            <a:xfrm>
              <a:off x="7467965" y="3254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1" name="pt29611"/>
            <p:cNvSpPr/>
            <p:nvPr/>
          </p:nvSpPr>
          <p:spPr>
            <a:xfrm>
              <a:off x="7383664" y="2447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2" name="pt29612"/>
            <p:cNvSpPr/>
            <p:nvPr/>
          </p:nvSpPr>
          <p:spPr>
            <a:xfrm>
              <a:off x="7448649" y="3300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3" name="pt29613"/>
            <p:cNvSpPr/>
            <p:nvPr/>
          </p:nvSpPr>
          <p:spPr>
            <a:xfrm>
              <a:off x="7452560" y="3355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4" name="pt29614"/>
            <p:cNvSpPr/>
            <p:nvPr/>
          </p:nvSpPr>
          <p:spPr>
            <a:xfrm>
              <a:off x="7406356" y="32537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5" name="pt29615"/>
            <p:cNvSpPr/>
            <p:nvPr/>
          </p:nvSpPr>
          <p:spPr>
            <a:xfrm>
              <a:off x="7502168" y="3073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6" name="pt29616"/>
            <p:cNvSpPr/>
            <p:nvPr/>
          </p:nvSpPr>
          <p:spPr>
            <a:xfrm>
              <a:off x="7454351" y="3594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7" name="pt29617"/>
            <p:cNvSpPr/>
            <p:nvPr/>
          </p:nvSpPr>
          <p:spPr>
            <a:xfrm>
              <a:off x="7375830" y="3662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8" name="pt29618"/>
            <p:cNvSpPr/>
            <p:nvPr/>
          </p:nvSpPr>
          <p:spPr>
            <a:xfrm>
              <a:off x="7445879" y="32786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19" name="pt29619"/>
            <p:cNvSpPr/>
            <p:nvPr/>
          </p:nvSpPr>
          <p:spPr>
            <a:xfrm>
              <a:off x="7463074" y="3287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0" name="pt29620"/>
            <p:cNvSpPr/>
            <p:nvPr/>
          </p:nvSpPr>
          <p:spPr>
            <a:xfrm>
              <a:off x="7305352" y="3862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1" name="pt29621"/>
            <p:cNvSpPr/>
            <p:nvPr/>
          </p:nvSpPr>
          <p:spPr>
            <a:xfrm>
              <a:off x="7416480" y="3615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2" name="pt29622"/>
            <p:cNvSpPr/>
            <p:nvPr/>
          </p:nvSpPr>
          <p:spPr>
            <a:xfrm>
              <a:off x="7468696" y="3253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3" name="pt29623"/>
            <p:cNvSpPr/>
            <p:nvPr/>
          </p:nvSpPr>
          <p:spPr>
            <a:xfrm>
              <a:off x="7864597" y="3102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4" name="pt29624"/>
            <p:cNvSpPr/>
            <p:nvPr/>
          </p:nvSpPr>
          <p:spPr>
            <a:xfrm>
              <a:off x="7327623" y="4545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5" name="pt29625"/>
            <p:cNvSpPr/>
            <p:nvPr/>
          </p:nvSpPr>
          <p:spPr>
            <a:xfrm>
              <a:off x="7684386" y="269157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26" name="pt29626"/>
            <p:cNvSpPr/>
            <p:nvPr/>
          </p:nvSpPr>
          <p:spPr>
            <a:xfrm>
              <a:off x="7490665" y="29306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7" name="pt29627"/>
            <p:cNvSpPr/>
            <p:nvPr/>
          </p:nvSpPr>
          <p:spPr>
            <a:xfrm>
              <a:off x="7511250" y="3127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8" name="pt29628"/>
            <p:cNvSpPr/>
            <p:nvPr/>
          </p:nvSpPr>
          <p:spPr>
            <a:xfrm>
              <a:off x="7422430" y="33062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29" name="pt29629"/>
            <p:cNvSpPr/>
            <p:nvPr/>
          </p:nvSpPr>
          <p:spPr>
            <a:xfrm>
              <a:off x="7472709" y="33124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0" name="pt29630"/>
            <p:cNvSpPr/>
            <p:nvPr/>
          </p:nvSpPr>
          <p:spPr>
            <a:xfrm>
              <a:off x="7467716" y="2914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1" name="pt29631"/>
            <p:cNvSpPr/>
            <p:nvPr/>
          </p:nvSpPr>
          <p:spPr>
            <a:xfrm>
              <a:off x="7436731" y="3570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2" name="pt29632"/>
            <p:cNvSpPr/>
            <p:nvPr/>
          </p:nvSpPr>
          <p:spPr>
            <a:xfrm>
              <a:off x="7481869" y="2943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3" name="pt29633"/>
            <p:cNvSpPr/>
            <p:nvPr/>
          </p:nvSpPr>
          <p:spPr>
            <a:xfrm>
              <a:off x="7416096" y="35536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4" name="pt29634"/>
            <p:cNvSpPr/>
            <p:nvPr/>
          </p:nvSpPr>
          <p:spPr>
            <a:xfrm>
              <a:off x="7410996" y="3244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5" name="pt29635"/>
            <p:cNvSpPr/>
            <p:nvPr/>
          </p:nvSpPr>
          <p:spPr>
            <a:xfrm>
              <a:off x="7431613" y="3686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6" name="pt29636"/>
            <p:cNvSpPr/>
            <p:nvPr/>
          </p:nvSpPr>
          <p:spPr>
            <a:xfrm>
              <a:off x="7442145" y="3262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7" name="pt29637"/>
            <p:cNvSpPr/>
            <p:nvPr/>
          </p:nvSpPr>
          <p:spPr>
            <a:xfrm>
              <a:off x="7454155" y="32480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8" name="pt29638"/>
            <p:cNvSpPr/>
            <p:nvPr/>
          </p:nvSpPr>
          <p:spPr>
            <a:xfrm>
              <a:off x="7403828" y="3539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39" name="pt29639"/>
            <p:cNvSpPr/>
            <p:nvPr/>
          </p:nvSpPr>
          <p:spPr>
            <a:xfrm>
              <a:off x="7455139" y="2981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0" name="pt29640"/>
            <p:cNvSpPr/>
            <p:nvPr/>
          </p:nvSpPr>
          <p:spPr>
            <a:xfrm>
              <a:off x="7428424" y="3433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1" name="pt29641"/>
            <p:cNvSpPr/>
            <p:nvPr/>
          </p:nvSpPr>
          <p:spPr>
            <a:xfrm>
              <a:off x="7452602" y="3329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2" name="pt29642"/>
            <p:cNvSpPr/>
            <p:nvPr/>
          </p:nvSpPr>
          <p:spPr>
            <a:xfrm>
              <a:off x="7441833" y="3353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3" name="pt29643"/>
            <p:cNvSpPr/>
            <p:nvPr/>
          </p:nvSpPr>
          <p:spPr>
            <a:xfrm>
              <a:off x="7469161" y="3348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4" name="pt29644"/>
            <p:cNvSpPr/>
            <p:nvPr/>
          </p:nvSpPr>
          <p:spPr>
            <a:xfrm>
              <a:off x="7428129" y="33601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5" name="pt29645"/>
            <p:cNvSpPr/>
            <p:nvPr/>
          </p:nvSpPr>
          <p:spPr>
            <a:xfrm>
              <a:off x="7432363" y="36949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6" name="pt29646"/>
            <p:cNvSpPr/>
            <p:nvPr/>
          </p:nvSpPr>
          <p:spPr>
            <a:xfrm>
              <a:off x="7427764" y="3566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7" name="pt29647"/>
            <p:cNvSpPr/>
            <p:nvPr/>
          </p:nvSpPr>
          <p:spPr>
            <a:xfrm>
              <a:off x="7466415" y="2918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8" name="pt29648"/>
            <p:cNvSpPr/>
            <p:nvPr/>
          </p:nvSpPr>
          <p:spPr>
            <a:xfrm>
              <a:off x="7422698" y="32703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49" name="pt29649"/>
            <p:cNvSpPr/>
            <p:nvPr/>
          </p:nvSpPr>
          <p:spPr>
            <a:xfrm>
              <a:off x="7470903" y="3358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0" name="pt29650"/>
            <p:cNvSpPr/>
            <p:nvPr/>
          </p:nvSpPr>
          <p:spPr>
            <a:xfrm>
              <a:off x="7432738" y="34416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1" name="pt29651"/>
            <p:cNvSpPr/>
            <p:nvPr/>
          </p:nvSpPr>
          <p:spPr>
            <a:xfrm>
              <a:off x="7485972" y="3298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2" name="pt29652"/>
            <p:cNvSpPr/>
            <p:nvPr/>
          </p:nvSpPr>
          <p:spPr>
            <a:xfrm>
              <a:off x="7482462" y="3263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3" name="pt29653"/>
            <p:cNvSpPr/>
            <p:nvPr/>
          </p:nvSpPr>
          <p:spPr>
            <a:xfrm>
              <a:off x="7452226" y="34677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4" name="pt29654"/>
            <p:cNvSpPr/>
            <p:nvPr/>
          </p:nvSpPr>
          <p:spPr>
            <a:xfrm>
              <a:off x="7447052" y="3142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5" name="pt29655"/>
            <p:cNvSpPr/>
            <p:nvPr/>
          </p:nvSpPr>
          <p:spPr>
            <a:xfrm>
              <a:off x="7396197" y="3654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6" name="pt29656"/>
            <p:cNvSpPr/>
            <p:nvPr/>
          </p:nvSpPr>
          <p:spPr>
            <a:xfrm>
              <a:off x="7343730" y="34802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7" name="pt29657"/>
            <p:cNvSpPr/>
            <p:nvPr/>
          </p:nvSpPr>
          <p:spPr>
            <a:xfrm>
              <a:off x="7438675" y="3334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8" name="pt29658"/>
            <p:cNvSpPr/>
            <p:nvPr/>
          </p:nvSpPr>
          <p:spPr>
            <a:xfrm>
              <a:off x="7426149" y="3618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59" name="pt29659"/>
            <p:cNvSpPr/>
            <p:nvPr/>
          </p:nvSpPr>
          <p:spPr>
            <a:xfrm>
              <a:off x="7431056" y="3665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0" name="pt29660"/>
            <p:cNvSpPr/>
            <p:nvPr/>
          </p:nvSpPr>
          <p:spPr>
            <a:xfrm>
              <a:off x="7456727" y="3352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1" name="pt29661"/>
            <p:cNvSpPr/>
            <p:nvPr/>
          </p:nvSpPr>
          <p:spPr>
            <a:xfrm>
              <a:off x="7461456" y="3391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2" name="pt29662"/>
            <p:cNvSpPr/>
            <p:nvPr/>
          </p:nvSpPr>
          <p:spPr>
            <a:xfrm>
              <a:off x="7492407" y="32325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3" name="pt29663"/>
            <p:cNvSpPr/>
            <p:nvPr/>
          </p:nvSpPr>
          <p:spPr>
            <a:xfrm>
              <a:off x="7421519" y="3343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4" name="pt29664"/>
            <p:cNvSpPr/>
            <p:nvPr/>
          </p:nvSpPr>
          <p:spPr>
            <a:xfrm>
              <a:off x="7508777" y="3056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5" name="pt29665"/>
            <p:cNvSpPr/>
            <p:nvPr/>
          </p:nvSpPr>
          <p:spPr>
            <a:xfrm>
              <a:off x="7463216" y="3227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6" name="pt29666"/>
            <p:cNvSpPr/>
            <p:nvPr/>
          </p:nvSpPr>
          <p:spPr>
            <a:xfrm>
              <a:off x="7410277" y="3493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7" name="pt29667"/>
            <p:cNvSpPr/>
            <p:nvPr/>
          </p:nvSpPr>
          <p:spPr>
            <a:xfrm>
              <a:off x="7259405" y="372356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68" name="pt29668"/>
            <p:cNvSpPr/>
            <p:nvPr/>
          </p:nvSpPr>
          <p:spPr>
            <a:xfrm>
              <a:off x="7450641" y="3326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69" name="pt29669"/>
            <p:cNvSpPr/>
            <p:nvPr/>
          </p:nvSpPr>
          <p:spPr>
            <a:xfrm>
              <a:off x="7495419" y="3183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0" name="pt29670"/>
            <p:cNvSpPr/>
            <p:nvPr/>
          </p:nvSpPr>
          <p:spPr>
            <a:xfrm>
              <a:off x="7157973" y="476788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71" name="pt29671"/>
            <p:cNvSpPr/>
            <p:nvPr/>
          </p:nvSpPr>
          <p:spPr>
            <a:xfrm>
              <a:off x="7458000" y="33029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2" name="pt29672"/>
            <p:cNvSpPr/>
            <p:nvPr/>
          </p:nvSpPr>
          <p:spPr>
            <a:xfrm>
              <a:off x="7449838" y="32222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3" name="pt29673"/>
            <p:cNvSpPr/>
            <p:nvPr/>
          </p:nvSpPr>
          <p:spPr>
            <a:xfrm>
              <a:off x="7469663" y="3310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4" name="pt29674"/>
            <p:cNvSpPr/>
            <p:nvPr/>
          </p:nvSpPr>
          <p:spPr>
            <a:xfrm>
              <a:off x="7409000" y="3662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5" name="pt29675"/>
            <p:cNvSpPr/>
            <p:nvPr/>
          </p:nvSpPr>
          <p:spPr>
            <a:xfrm>
              <a:off x="7443229" y="3393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6" name="pt29676"/>
            <p:cNvSpPr/>
            <p:nvPr/>
          </p:nvSpPr>
          <p:spPr>
            <a:xfrm>
              <a:off x="7387935" y="34045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7" name="pt29677"/>
            <p:cNvSpPr/>
            <p:nvPr/>
          </p:nvSpPr>
          <p:spPr>
            <a:xfrm>
              <a:off x="7497443" y="3239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8" name="pt29678"/>
            <p:cNvSpPr/>
            <p:nvPr/>
          </p:nvSpPr>
          <p:spPr>
            <a:xfrm>
              <a:off x="7455278" y="3314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79" name="pt29679"/>
            <p:cNvSpPr/>
            <p:nvPr/>
          </p:nvSpPr>
          <p:spPr>
            <a:xfrm>
              <a:off x="7432069" y="3375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0" name="pt29680"/>
            <p:cNvSpPr/>
            <p:nvPr/>
          </p:nvSpPr>
          <p:spPr>
            <a:xfrm>
              <a:off x="7448510" y="3434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1" name="pt29681"/>
            <p:cNvSpPr/>
            <p:nvPr/>
          </p:nvSpPr>
          <p:spPr>
            <a:xfrm>
              <a:off x="7375103" y="3337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2" name="pt29682"/>
            <p:cNvSpPr/>
            <p:nvPr/>
          </p:nvSpPr>
          <p:spPr>
            <a:xfrm>
              <a:off x="7502883" y="3225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3" name="pt29683"/>
            <p:cNvSpPr/>
            <p:nvPr/>
          </p:nvSpPr>
          <p:spPr>
            <a:xfrm>
              <a:off x="7444960" y="31745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4" name="pt29684"/>
            <p:cNvSpPr/>
            <p:nvPr/>
          </p:nvSpPr>
          <p:spPr>
            <a:xfrm>
              <a:off x="7424743" y="3408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5" name="pt29685"/>
            <p:cNvSpPr/>
            <p:nvPr/>
          </p:nvSpPr>
          <p:spPr>
            <a:xfrm>
              <a:off x="7436779" y="3273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6" name="pt29686"/>
            <p:cNvSpPr/>
            <p:nvPr/>
          </p:nvSpPr>
          <p:spPr>
            <a:xfrm>
              <a:off x="7445108" y="3352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7" name="pt29687"/>
            <p:cNvSpPr/>
            <p:nvPr/>
          </p:nvSpPr>
          <p:spPr>
            <a:xfrm>
              <a:off x="7445890" y="3369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8" name="pt29688"/>
            <p:cNvSpPr/>
            <p:nvPr/>
          </p:nvSpPr>
          <p:spPr>
            <a:xfrm>
              <a:off x="7430680" y="3322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89" name="pt29689"/>
            <p:cNvSpPr/>
            <p:nvPr/>
          </p:nvSpPr>
          <p:spPr>
            <a:xfrm>
              <a:off x="7480213" y="32179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0" name="pt29690"/>
            <p:cNvSpPr/>
            <p:nvPr/>
          </p:nvSpPr>
          <p:spPr>
            <a:xfrm>
              <a:off x="7460838" y="3306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1" name="pt29691"/>
            <p:cNvSpPr/>
            <p:nvPr/>
          </p:nvSpPr>
          <p:spPr>
            <a:xfrm>
              <a:off x="7463005" y="32915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2" name="pt29692"/>
            <p:cNvSpPr/>
            <p:nvPr/>
          </p:nvSpPr>
          <p:spPr>
            <a:xfrm>
              <a:off x="7460078" y="3277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3" name="pt29693"/>
            <p:cNvSpPr/>
            <p:nvPr/>
          </p:nvSpPr>
          <p:spPr>
            <a:xfrm>
              <a:off x="7466233" y="32396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4" name="pt29694"/>
            <p:cNvSpPr/>
            <p:nvPr/>
          </p:nvSpPr>
          <p:spPr>
            <a:xfrm>
              <a:off x="7425061" y="3291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5" name="pt29695"/>
            <p:cNvSpPr/>
            <p:nvPr/>
          </p:nvSpPr>
          <p:spPr>
            <a:xfrm>
              <a:off x="7470131" y="3410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6" name="pt29696"/>
            <p:cNvSpPr/>
            <p:nvPr/>
          </p:nvSpPr>
          <p:spPr>
            <a:xfrm>
              <a:off x="7588054" y="2934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7" name="pt29697"/>
            <p:cNvSpPr/>
            <p:nvPr/>
          </p:nvSpPr>
          <p:spPr>
            <a:xfrm>
              <a:off x="7469913" y="3346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8" name="pt29698"/>
            <p:cNvSpPr/>
            <p:nvPr/>
          </p:nvSpPr>
          <p:spPr>
            <a:xfrm>
              <a:off x="7462007" y="3270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699" name="pt29699"/>
            <p:cNvSpPr/>
            <p:nvPr/>
          </p:nvSpPr>
          <p:spPr>
            <a:xfrm>
              <a:off x="7407340" y="35685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0" name="pt29700"/>
            <p:cNvSpPr/>
            <p:nvPr/>
          </p:nvSpPr>
          <p:spPr>
            <a:xfrm>
              <a:off x="7439609" y="33164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1" name="pt29701"/>
            <p:cNvSpPr/>
            <p:nvPr/>
          </p:nvSpPr>
          <p:spPr>
            <a:xfrm>
              <a:off x="7440263" y="3373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2" name="pt29702"/>
            <p:cNvSpPr/>
            <p:nvPr/>
          </p:nvSpPr>
          <p:spPr>
            <a:xfrm>
              <a:off x="7473417" y="3110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3" name="pt29703"/>
            <p:cNvSpPr/>
            <p:nvPr/>
          </p:nvSpPr>
          <p:spPr>
            <a:xfrm>
              <a:off x="7436923" y="3343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4" name="pt29704"/>
            <p:cNvSpPr/>
            <p:nvPr/>
          </p:nvSpPr>
          <p:spPr>
            <a:xfrm>
              <a:off x="7445413" y="3300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5" name="pt29705"/>
            <p:cNvSpPr/>
            <p:nvPr/>
          </p:nvSpPr>
          <p:spPr>
            <a:xfrm>
              <a:off x="7474177" y="3240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6" name="pt29706"/>
            <p:cNvSpPr/>
            <p:nvPr/>
          </p:nvSpPr>
          <p:spPr>
            <a:xfrm>
              <a:off x="7422810" y="38398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7" name="pt29707"/>
            <p:cNvSpPr/>
            <p:nvPr/>
          </p:nvSpPr>
          <p:spPr>
            <a:xfrm>
              <a:off x="7363482" y="3270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08" name="pt29708"/>
            <p:cNvSpPr/>
            <p:nvPr/>
          </p:nvSpPr>
          <p:spPr>
            <a:xfrm>
              <a:off x="7274046" y="358904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09" name="pt29709"/>
            <p:cNvSpPr/>
            <p:nvPr/>
          </p:nvSpPr>
          <p:spPr>
            <a:xfrm>
              <a:off x="7456693" y="32857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0" name="pt29710"/>
            <p:cNvSpPr/>
            <p:nvPr/>
          </p:nvSpPr>
          <p:spPr>
            <a:xfrm>
              <a:off x="7386990" y="3319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1" name="pt29711"/>
            <p:cNvSpPr/>
            <p:nvPr/>
          </p:nvSpPr>
          <p:spPr>
            <a:xfrm>
              <a:off x="7433899" y="3736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2" name="pt29712"/>
            <p:cNvSpPr/>
            <p:nvPr/>
          </p:nvSpPr>
          <p:spPr>
            <a:xfrm>
              <a:off x="7417332" y="33482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3" name="pt29713"/>
            <p:cNvSpPr/>
            <p:nvPr/>
          </p:nvSpPr>
          <p:spPr>
            <a:xfrm>
              <a:off x="7419672" y="3640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4" name="pt29714"/>
            <p:cNvSpPr/>
            <p:nvPr/>
          </p:nvSpPr>
          <p:spPr>
            <a:xfrm>
              <a:off x="7458419" y="3264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5" name="pt29715"/>
            <p:cNvSpPr/>
            <p:nvPr/>
          </p:nvSpPr>
          <p:spPr>
            <a:xfrm>
              <a:off x="7450445" y="32765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6" name="pt29716"/>
            <p:cNvSpPr/>
            <p:nvPr/>
          </p:nvSpPr>
          <p:spPr>
            <a:xfrm>
              <a:off x="7453840" y="3357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7" name="pt29717"/>
            <p:cNvSpPr/>
            <p:nvPr/>
          </p:nvSpPr>
          <p:spPr>
            <a:xfrm>
              <a:off x="7409254" y="42213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8" name="pt29718"/>
            <p:cNvSpPr/>
            <p:nvPr/>
          </p:nvSpPr>
          <p:spPr>
            <a:xfrm>
              <a:off x="7479401" y="31389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19" name="pt29719"/>
            <p:cNvSpPr/>
            <p:nvPr/>
          </p:nvSpPr>
          <p:spPr>
            <a:xfrm>
              <a:off x="7458330" y="3315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0" name="pt29720"/>
            <p:cNvSpPr/>
            <p:nvPr/>
          </p:nvSpPr>
          <p:spPr>
            <a:xfrm>
              <a:off x="7427527" y="2795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1" name="pt29721"/>
            <p:cNvSpPr/>
            <p:nvPr/>
          </p:nvSpPr>
          <p:spPr>
            <a:xfrm>
              <a:off x="7459059" y="3245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2" name="pt29722"/>
            <p:cNvSpPr/>
            <p:nvPr/>
          </p:nvSpPr>
          <p:spPr>
            <a:xfrm>
              <a:off x="7448243" y="3255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3" name="pt29723"/>
            <p:cNvSpPr/>
            <p:nvPr/>
          </p:nvSpPr>
          <p:spPr>
            <a:xfrm>
              <a:off x="7441092" y="3547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4" name="pt29724"/>
            <p:cNvSpPr/>
            <p:nvPr/>
          </p:nvSpPr>
          <p:spPr>
            <a:xfrm>
              <a:off x="7550343" y="2986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5" name="pt29725"/>
            <p:cNvSpPr/>
            <p:nvPr/>
          </p:nvSpPr>
          <p:spPr>
            <a:xfrm>
              <a:off x="7432781" y="3330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6" name="pt29726"/>
            <p:cNvSpPr/>
            <p:nvPr/>
          </p:nvSpPr>
          <p:spPr>
            <a:xfrm>
              <a:off x="7443871" y="3336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7" name="pt29727"/>
            <p:cNvSpPr/>
            <p:nvPr/>
          </p:nvSpPr>
          <p:spPr>
            <a:xfrm>
              <a:off x="7489878" y="3045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8" name="pt29728"/>
            <p:cNvSpPr/>
            <p:nvPr/>
          </p:nvSpPr>
          <p:spPr>
            <a:xfrm>
              <a:off x="7072449" y="3434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29" name="pt29729"/>
            <p:cNvSpPr/>
            <p:nvPr/>
          </p:nvSpPr>
          <p:spPr>
            <a:xfrm>
              <a:off x="7454387" y="3310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0" name="pt29730"/>
            <p:cNvSpPr/>
            <p:nvPr/>
          </p:nvSpPr>
          <p:spPr>
            <a:xfrm>
              <a:off x="7411867" y="39316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1" name="pt29731"/>
            <p:cNvSpPr/>
            <p:nvPr/>
          </p:nvSpPr>
          <p:spPr>
            <a:xfrm>
              <a:off x="7444874" y="3544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2" name="pt29732"/>
            <p:cNvSpPr/>
            <p:nvPr/>
          </p:nvSpPr>
          <p:spPr>
            <a:xfrm>
              <a:off x="7428579" y="3533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3" name="pt29733"/>
            <p:cNvSpPr/>
            <p:nvPr/>
          </p:nvSpPr>
          <p:spPr>
            <a:xfrm>
              <a:off x="7437878" y="3419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4" name="pt29734"/>
            <p:cNvSpPr/>
            <p:nvPr/>
          </p:nvSpPr>
          <p:spPr>
            <a:xfrm>
              <a:off x="7423673" y="3241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5" name="pt29735"/>
            <p:cNvSpPr/>
            <p:nvPr/>
          </p:nvSpPr>
          <p:spPr>
            <a:xfrm>
              <a:off x="7447722" y="3281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6" name="pt29736"/>
            <p:cNvSpPr/>
            <p:nvPr/>
          </p:nvSpPr>
          <p:spPr>
            <a:xfrm>
              <a:off x="7445332" y="3221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7" name="pt29737"/>
            <p:cNvSpPr/>
            <p:nvPr/>
          </p:nvSpPr>
          <p:spPr>
            <a:xfrm>
              <a:off x="7473232" y="3195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8" name="pt29738"/>
            <p:cNvSpPr/>
            <p:nvPr/>
          </p:nvSpPr>
          <p:spPr>
            <a:xfrm>
              <a:off x="7388817" y="3588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39" name="pt29739"/>
            <p:cNvSpPr/>
            <p:nvPr/>
          </p:nvSpPr>
          <p:spPr>
            <a:xfrm>
              <a:off x="7432522" y="3401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0" name="pt29740"/>
            <p:cNvSpPr/>
            <p:nvPr/>
          </p:nvSpPr>
          <p:spPr>
            <a:xfrm>
              <a:off x="7453238" y="3432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1" name="pt29741"/>
            <p:cNvSpPr/>
            <p:nvPr/>
          </p:nvSpPr>
          <p:spPr>
            <a:xfrm>
              <a:off x="7410073" y="33265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2" name="pt29742"/>
            <p:cNvSpPr/>
            <p:nvPr/>
          </p:nvSpPr>
          <p:spPr>
            <a:xfrm>
              <a:off x="7465911" y="3248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3" name="pt29743"/>
            <p:cNvSpPr/>
            <p:nvPr/>
          </p:nvSpPr>
          <p:spPr>
            <a:xfrm>
              <a:off x="7467607" y="3140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4" name="pt29744"/>
            <p:cNvSpPr/>
            <p:nvPr/>
          </p:nvSpPr>
          <p:spPr>
            <a:xfrm>
              <a:off x="7468718" y="3431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5" name="pt29745"/>
            <p:cNvSpPr/>
            <p:nvPr/>
          </p:nvSpPr>
          <p:spPr>
            <a:xfrm>
              <a:off x="7432279" y="3390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6" name="pt29746"/>
            <p:cNvSpPr/>
            <p:nvPr/>
          </p:nvSpPr>
          <p:spPr>
            <a:xfrm>
              <a:off x="7103554" y="3249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7" name="pt29747"/>
            <p:cNvSpPr/>
            <p:nvPr/>
          </p:nvSpPr>
          <p:spPr>
            <a:xfrm>
              <a:off x="6226985" y="347458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48" name="pt29748"/>
            <p:cNvSpPr/>
            <p:nvPr/>
          </p:nvSpPr>
          <p:spPr>
            <a:xfrm>
              <a:off x="7435011" y="3797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49" name="pt29749"/>
            <p:cNvSpPr/>
            <p:nvPr/>
          </p:nvSpPr>
          <p:spPr>
            <a:xfrm>
              <a:off x="7409680" y="3595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0" name="pt29750"/>
            <p:cNvSpPr/>
            <p:nvPr/>
          </p:nvSpPr>
          <p:spPr>
            <a:xfrm>
              <a:off x="7440268" y="3333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1" name="pt29751"/>
            <p:cNvSpPr/>
            <p:nvPr/>
          </p:nvSpPr>
          <p:spPr>
            <a:xfrm>
              <a:off x="7075580" y="364694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52" name="pt29752"/>
            <p:cNvSpPr/>
            <p:nvPr/>
          </p:nvSpPr>
          <p:spPr>
            <a:xfrm>
              <a:off x="7441470" y="3337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3" name="pt29753"/>
            <p:cNvSpPr/>
            <p:nvPr/>
          </p:nvSpPr>
          <p:spPr>
            <a:xfrm>
              <a:off x="7513850" y="3165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4" name="pt29754"/>
            <p:cNvSpPr/>
            <p:nvPr/>
          </p:nvSpPr>
          <p:spPr>
            <a:xfrm>
              <a:off x="7446070" y="33058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5" name="pt29755"/>
            <p:cNvSpPr/>
            <p:nvPr/>
          </p:nvSpPr>
          <p:spPr>
            <a:xfrm>
              <a:off x="7424445" y="2911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6" name="pt29756"/>
            <p:cNvSpPr/>
            <p:nvPr/>
          </p:nvSpPr>
          <p:spPr>
            <a:xfrm>
              <a:off x="7459362" y="1988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7" name="pt29757"/>
            <p:cNvSpPr/>
            <p:nvPr/>
          </p:nvSpPr>
          <p:spPr>
            <a:xfrm>
              <a:off x="7432071" y="3237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8" name="pt29758"/>
            <p:cNvSpPr/>
            <p:nvPr/>
          </p:nvSpPr>
          <p:spPr>
            <a:xfrm>
              <a:off x="7438383" y="3294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59" name="pt29759"/>
            <p:cNvSpPr/>
            <p:nvPr/>
          </p:nvSpPr>
          <p:spPr>
            <a:xfrm>
              <a:off x="7434755" y="32908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0" name="pt29760"/>
            <p:cNvSpPr/>
            <p:nvPr/>
          </p:nvSpPr>
          <p:spPr>
            <a:xfrm>
              <a:off x="7460604" y="3289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1" name="pt29761"/>
            <p:cNvSpPr/>
            <p:nvPr/>
          </p:nvSpPr>
          <p:spPr>
            <a:xfrm>
              <a:off x="7484718" y="3182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2" name="pt29762"/>
            <p:cNvSpPr/>
            <p:nvPr/>
          </p:nvSpPr>
          <p:spPr>
            <a:xfrm>
              <a:off x="7468834" y="3216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3" name="pt29763"/>
            <p:cNvSpPr/>
            <p:nvPr/>
          </p:nvSpPr>
          <p:spPr>
            <a:xfrm>
              <a:off x="7454320" y="33802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4" name="pt29764"/>
            <p:cNvSpPr/>
            <p:nvPr/>
          </p:nvSpPr>
          <p:spPr>
            <a:xfrm>
              <a:off x="7455086" y="3082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5" name="pt29765"/>
            <p:cNvSpPr/>
            <p:nvPr/>
          </p:nvSpPr>
          <p:spPr>
            <a:xfrm>
              <a:off x="7402300" y="33167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6" name="pt29766"/>
            <p:cNvSpPr/>
            <p:nvPr/>
          </p:nvSpPr>
          <p:spPr>
            <a:xfrm>
              <a:off x="7420535" y="3092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7" name="pt29767"/>
            <p:cNvSpPr/>
            <p:nvPr/>
          </p:nvSpPr>
          <p:spPr>
            <a:xfrm>
              <a:off x="7501073" y="3056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8" name="pt29768"/>
            <p:cNvSpPr/>
            <p:nvPr/>
          </p:nvSpPr>
          <p:spPr>
            <a:xfrm>
              <a:off x="7440639" y="3378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69" name="pt29769"/>
            <p:cNvSpPr/>
            <p:nvPr/>
          </p:nvSpPr>
          <p:spPr>
            <a:xfrm>
              <a:off x="7369044" y="3386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0" name="pt29770"/>
            <p:cNvSpPr/>
            <p:nvPr/>
          </p:nvSpPr>
          <p:spPr>
            <a:xfrm>
              <a:off x="7494005" y="2984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1" name="pt29771"/>
            <p:cNvSpPr/>
            <p:nvPr/>
          </p:nvSpPr>
          <p:spPr>
            <a:xfrm>
              <a:off x="7483854" y="3164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2" name="pt29772"/>
            <p:cNvSpPr/>
            <p:nvPr/>
          </p:nvSpPr>
          <p:spPr>
            <a:xfrm>
              <a:off x="7392402" y="35103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3" name="pt29773"/>
            <p:cNvSpPr/>
            <p:nvPr/>
          </p:nvSpPr>
          <p:spPr>
            <a:xfrm>
              <a:off x="7487327" y="31075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4" name="pt29774"/>
            <p:cNvSpPr/>
            <p:nvPr/>
          </p:nvSpPr>
          <p:spPr>
            <a:xfrm>
              <a:off x="7442022" y="33343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5" name="pt29775"/>
            <p:cNvSpPr/>
            <p:nvPr/>
          </p:nvSpPr>
          <p:spPr>
            <a:xfrm>
              <a:off x="7454971" y="32055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6" name="pt29776"/>
            <p:cNvSpPr/>
            <p:nvPr/>
          </p:nvSpPr>
          <p:spPr>
            <a:xfrm>
              <a:off x="7420850" y="35830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7" name="pt29777"/>
            <p:cNvSpPr/>
            <p:nvPr/>
          </p:nvSpPr>
          <p:spPr>
            <a:xfrm>
              <a:off x="7511968" y="3099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8" name="pt29778"/>
            <p:cNvSpPr/>
            <p:nvPr/>
          </p:nvSpPr>
          <p:spPr>
            <a:xfrm>
              <a:off x="7414493" y="3642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79" name="pt29779"/>
            <p:cNvSpPr/>
            <p:nvPr/>
          </p:nvSpPr>
          <p:spPr>
            <a:xfrm>
              <a:off x="7481028" y="3176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0" name="pt29780"/>
            <p:cNvSpPr/>
            <p:nvPr/>
          </p:nvSpPr>
          <p:spPr>
            <a:xfrm>
              <a:off x="7458304" y="3279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1" name="pt29781"/>
            <p:cNvSpPr/>
            <p:nvPr/>
          </p:nvSpPr>
          <p:spPr>
            <a:xfrm>
              <a:off x="7419764" y="3342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2" name="pt29782"/>
            <p:cNvSpPr/>
            <p:nvPr/>
          </p:nvSpPr>
          <p:spPr>
            <a:xfrm>
              <a:off x="7430736" y="36517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3" name="pt29783"/>
            <p:cNvSpPr/>
            <p:nvPr/>
          </p:nvSpPr>
          <p:spPr>
            <a:xfrm>
              <a:off x="5582601" y="3330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4" name="pt29784"/>
            <p:cNvSpPr/>
            <p:nvPr/>
          </p:nvSpPr>
          <p:spPr>
            <a:xfrm>
              <a:off x="7441338" y="32948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5" name="pt29785"/>
            <p:cNvSpPr/>
            <p:nvPr/>
          </p:nvSpPr>
          <p:spPr>
            <a:xfrm>
              <a:off x="7384749" y="3279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6" name="pt29786"/>
            <p:cNvSpPr/>
            <p:nvPr/>
          </p:nvSpPr>
          <p:spPr>
            <a:xfrm>
              <a:off x="7459800" y="3359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7" name="pt29787"/>
            <p:cNvSpPr/>
            <p:nvPr/>
          </p:nvSpPr>
          <p:spPr>
            <a:xfrm>
              <a:off x="7447624" y="32181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8" name="pt29788"/>
            <p:cNvSpPr/>
            <p:nvPr/>
          </p:nvSpPr>
          <p:spPr>
            <a:xfrm>
              <a:off x="7418633" y="3940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89" name="pt29789"/>
            <p:cNvSpPr/>
            <p:nvPr/>
          </p:nvSpPr>
          <p:spPr>
            <a:xfrm>
              <a:off x="7470482" y="3317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0" name="pt29790"/>
            <p:cNvSpPr/>
            <p:nvPr/>
          </p:nvSpPr>
          <p:spPr>
            <a:xfrm>
              <a:off x="7558649" y="301036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91" name="pt29791"/>
            <p:cNvSpPr/>
            <p:nvPr/>
          </p:nvSpPr>
          <p:spPr>
            <a:xfrm>
              <a:off x="7469297" y="32702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2" name="pt29792"/>
            <p:cNvSpPr/>
            <p:nvPr/>
          </p:nvSpPr>
          <p:spPr>
            <a:xfrm>
              <a:off x="7431161" y="36089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3" name="pt29793"/>
            <p:cNvSpPr/>
            <p:nvPr/>
          </p:nvSpPr>
          <p:spPr>
            <a:xfrm>
              <a:off x="7469158" y="33151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4" name="pt29794"/>
            <p:cNvSpPr/>
            <p:nvPr/>
          </p:nvSpPr>
          <p:spPr>
            <a:xfrm>
              <a:off x="7449523" y="3281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5" name="pt29795"/>
            <p:cNvSpPr/>
            <p:nvPr/>
          </p:nvSpPr>
          <p:spPr>
            <a:xfrm>
              <a:off x="7456818" y="3355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6" name="pt29796"/>
            <p:cNvSpPr/>
            <p:nvPr/>
          </p:nvSpPr>
          <p:spPr>
            <a:xfrm>
              <a:off x="7425999" y="3333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7" name="pt29797"/>
            <p:cNvSpPr/>
            <p:nvPr/>
          </p:nvSpPr>
          <p:spPr>
            <a:xfrm>
              <a:off x="7418336" y="3262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8" name="pt29798"/>
            <p:cNvSpPr/>
            <p:nvPr/>
          </p:nvSpPr>
          <p:spPr>
            <a:xfrm>
              <a:off x="7423133" y="3320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799" name="pt29799"/>
            <p:cNvSpPr/>
            <p:nvPr/>
          </p:nvSpPr>
          <p:spPr>
            <a:xfrm>
              <a:off x="7438619" y="3159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0" name="pt29800"/>
            <p:cNvSpPr/>
            <p:nvPr/>
          </p:nvSpPr>
          <p:spPr>
            <a:xfrm>
              <a:off x="7386016" y="3237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1" name="pt29801"/>
            <p:cNvSpPr/>
            <p:nvPr/>
          </p:nvSpPr>
          <p:spPr>
            <a:xfrm>
              <a:off x="7468918" y="3238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2" name="pt29802"/>
            <p:cNvSpPr/>
            <p:nvPr/>
          </p:nvSpPr>
          <p:spPr>
            <a:xfrm>
              <a:off x="7414348" y="3114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3" name="pt29803"/>
            <p:cNvSpPr/>
            <p:nvPr/>
          </p:nvSpPr>
          <p:spPr>
            <a:xfrm>
              <a:off x="7411711" y="36264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4" name="pt29804"/>
            <p:cNvSpPr/>
            <p:nvPr/>
          </p:nvSpPr>
          <p:spPr>
            <a:xfrm>
              <a:off x="7331463" y="33769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5" name="pt29805"/>
            <p:cNvSpPr/>
            <p:nvPr/>
          </p:nvSpPr>
          <p:spPr>
            <a:xfrm>
              <a:off x="7464806" y="3336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6" name="pt29806"/>
            <p:cNvSpPr/>
            <p:nvPr/>
          </p:nvSpPr>
          <p:spPr>
            <a:xfrm>
              <a:off x="7487960" y="3236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7" name="pt29807"/>
            <p:cNvSpPr/>
            <p:nvPr/>
          </p:nvSpPr>
          <p:spPr>
            <a:xfrm>
              <a:off x="7572325" y="286332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08" name="pt29808"/>
            <p:cNvSpPr/>
            <p:nvPr/>
          </p:nvSpPr>
          <p:spPr>
            <a:xfrm>
              <a:off x="7374460" y="4397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09" name="pt29809"/>
            <p:cNvSpPr/>
            <p:nvPr/>
          </p:nvSpPr>
          <p:spPr>
            <a:xfrm>
              <a:off x="7477412" y="3477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0" name="pt29810"/>
            <p:cNvSpPr/>
            <p:nvPr/>
          </p:nvSpPr>
          <p:spPr>
            <a:xfrm>
              <a:off x="7417759" y="32853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1" name="pt29811"/>
            <p:cNvSpPr/>
            <p:nvPr/>
          </p:nvSpPr>
          <p:spPr>
            <a:xfrm>
              <a:off x="7475798" y="3443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2" name="pt29812"/>
            <p:cNvSpPr/>
            <p:nvPr/>
          </p:nvSpPr>
          <p:spPr>
            <a:xfrm>
              <a:off x="7467316" y="3121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3" name="pt29813"/>
            <p:cNvSpPr/>
            <p:nvPr/>
          </p:nvSpPr>
          <p:spPr>
            <a:xfrm>
              <a:off x="7447107" y="36119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4" name="pt29814"/>
            <p:cNvSpPr/>
            <p:nvPr/>
          </p:nvSpPr>
          <p:spPr>
            <a:xfrm>
              <a:off x="7422959" y="3225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5" name="pt29815"/>
            <p:cNvSpPr/>
            <p:nvPr/>
          </p:nvSpPr>
          <p:spPr>
            <a:xfrm>
              <a:off x="7423224" y="32995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6" name="pt29816"/>
            <p:cNvSpPr/>
            <p:nvPr/>
          </p:nvSpPr>
          <p:spPr>
            <a:xfrm>
              <a:off x="7436176" y="3213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7" name="pt29817"/>
            <p:cNvSpPr/>
            <p:nvPr/>
          </p:nvSpPr>
          <p:spPr>
            <a:xfrm>
              <a:off x="7446446" y="3336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8" name="pt29818"/>
            <p:cNvSpPr/>
            <p:nvPr/>
          </p:nvSpPr>
          <p:spPr>
            <a:xfrm>
              <a:off x="7421149" y="3699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19" name="pt29819"/>
            <p:cNvSpPr/>
            <p:nvPr/>
          </p:nvSpPr>
          <p:spPr>
            <a:xfrm>
              <a:off x="7475442" y="3227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0" name="pt29820"/>
            <p:cNvSpPr/>
            <p:nvPr/>
          </p:nvSpPr>
          <p:spPr>
            <a:xfrm>
              <a:off x="7451770" y="3244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1" name="pt29821"/>
            <p:cNvSpPr/>
            <p:nvPr/>
          </p:nvSpPr>
          <p:spPr>
            <a:xfrm>
              <a:off x="7424463" y="3731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2" name="pt29822"/>
            <p:cNvSpPr/>
            <p:nvPr/>
          </p:nvSpPr>
          <p:spPr>
            <a:xfrm>
              <a:off x="7470370" y="3202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3" name="pt29823"/>
            <p:cNvSpPr/>
            <p:nvPr/>
          </p:nvSpPr>
          <p:spPr>
            <a:xfrm>
              <a:off x="7117455" y="372423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24" name="pt29824"/>
            <p:cNvSpPr/>
            <p:nvPr/>
          </p:nvSpPr>
          <p:spPr>
            <a:xfrm>
              <a:off x="7463390" y="3344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5" name="pt29825"/>
            <p:cNvSpPr/>
            <p:nvPr/>
          </p:nvSpPr>
          <p:spPr>
            <a:xfrm>
              <a:off x="7466252" y="33149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6" name="pt29826"/>
            <p:cNvSpPr/>
            <p:nvPr/>
          </p:nvSpPr>
          <p:spPr>
            <a:xfrm>
              <a:off x="7341539" y="37086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7" name="pt29827"/>
            <p:cNvSpPr/>
            <p:nvPr/>
          </p:nvSpPr>
          <p:spPr>
            <a:xfrm>
              <a:off x="7427205" y="3361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8" name="pt29828"/>
            <p:cNvSpPr/>
            <p:nvPr/>
          </p:nvSpPr>
          <p:spPr>
            <a:xfrm>
              <a:off x="7569706" y="3268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29" name="pt29829"/>
            <p:cNvSpPr/>
            <p:nvPr/>
          </p:nvSpPr>
          <p:spPr>
            <a:xfrm>
              <a:off x="7476538" y="3292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0" name="pt29830"/>
            <p:cNvSpPr/>
            <p:nvPr/>
          </p:nvSpPr>
          <p:spPr>
            <a:xfrm>
              <a:off x="7457880" y="3285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1" name="pt29831"/>
            <p:cNvSpPr/>
            <p:nvPr/>
          </p:nvSpPr>
          <p:spPr>
            <a:xfrm>
              <a:off x="7460561" y="3367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2" name="pt29832"/>
            <p:cNvSpPr/>
            <p:nvPr/>
          </p:nvSpPr>
          <p:spPr>
            <a:xfrm>
              <a:off x="7455196" y="34049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3" name="pt29833"/>
            <p:cNvSpPr/>
            <p:nvPr/>
          </p:nvSpPr>
          <p:spPr>
            <a:xfrm>
              <a:off x="7489350" y="3180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4" name="pt29834"/>
            <p:cNvSpPr/>
            <p:nvPr/>
          </p:nvSpPr>
          <p:spPr>
            <a:xfrm>
              <a:off x="7451906" y="3353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5" name="pt29835"/>
            <p:cNvSpPr/>
            <p:nvPr/>
          </p:nvSpPr>
          <p:spPr>
            <a:xfrm>
              <a:off x="7457820" y="3375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6" name="pt29836"/>
            <p:cNvSpPr/>
            <p:nvPr/>
          </p:nvSpPr>
          <p:spPr>
            <a:xfrm>
              <a:off x="7515960" y="3149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7" name="pt29837"/>
            <p:cNvSpPr/>
            <p:nvPr/>
          </p:nvSpPr>
          <p:spPr>
            <a:xfrm>
              <a:off x="7449450" y="33191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8" name="pt29838"/>
            <p:cNvSpPr/>
            <p:nvPr/>
          </p:nvSpPr>
          <p:spPr>
            <a:xfrm>
              <a:off x="7487382" y="3287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39" name="pt29839"/>
            <p:cNvSpPr/>
            <p:nvPr/>
          </p:nvSpPr>
          <p:spPr>
            <a:xfrm>
              <a:off x="7425360" y="3350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0" name="pt29840"/>
            <p:cNvSpPr/>
            <p:nvPr/>
          </p:nvSpPr>
          <p:spPr>
            <a:xfrm>
              <a:off x="7518923" y="3298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1" name="pt29841"/>
            <p:cNvSpPr/>
            <p:nvPr/>
          </p:nvSpPr>
          <p:spPr>
            <a:xfrm>
              <a:off x="7376798" y="36217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2" name="pt29842"/>
            <p:cNvSpPr/>
            <p:nvPr/>
          </p:nvSpPr>
          <p:spPr>
            <a:xfrm>
              <a:off x="7456627" y="3404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3" name="pt29843"/>
            <p:cNvSpPr/>
            <p:nvPr/>
          </p:nvSpPr>
          <p:spPr>
            <a:xfrm>
              <a:off x="7451631" y="33028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4" name="pt29844"/>
            <p:cNvSpPr/>
            <p:nvPr/>
          </p:nvSpPr>
          <p:spPr>
            <a:xfrm>
              <a:off x="7436712" y="3397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5" name="pt29845"/>
            <p:cNvSpPr/>
            <p:nvPr/>
          </p:nvSpPr>
          <p:spPr>
            <a:xfrm>
              <a:off x="7458815" y="3351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6" name="pt29846"/>
            <p:cNvSpPr/>
            <p:nvPr/>
          </p:nvSpPr>
          <p:spPr>
            <a:xfrm>
              <a:off x="7418933" y="3207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7" name="pt29847"/>
            <p:cNvSpPr/>
            <p:nvPr/>
          </p:nvSpPr>
          <p:spPr>
            <a:xfrm>
              <a:off x="7534511" y="28617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8" name="pt29848"/>
            <p:cNvSpPr/>
            <p:nvPr/>
          </p:nvSpPr>
          <p:spPr>
            <a:xfrm>
              <a:off x="7423989" y="3324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49" name="pt29849"/>
            <p:cNvSpPr/>
            <p:nvPr/>
          </p:nvSpPr>
          <p:spPr>
            <a:xfrm>
              <a:off x="7450277" y="33344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0" name="pt29850"/>
            <p:cNvSpPr/>
            <p:nvPr/>
          </p:nvSpPr>
          <p:spPr>
            <a:xfrm>
              <a:off x="7494177" y="3180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1" name="pt29851"/>
            <p:cNvSpPr/>
            <p:nvPr/>
          </p:nvSpPr>
          <p:spPr>
            <a:xfrm>
              <a:off x="7464317" y="3177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2" name="pt29852"/>
            <p:cNvSpPr/>
            <p:nvPr/>
          </p:nvSpPr>
          <p:spPr>
            <a:xfrm>
              <a:off x="7461788" y="32654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3" name="pt29853"/>
            <p:cNvSpPr/>
            <p:nvPr/>
          </p:nvSpPr>
          <p:spPr>
            <a:xfrm>
              <a:off x="7459060" y="3113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4" name="pt29854"/>
            <p:cNvSpPr/>
            <p:nvPr/>
          </p:nvSpPr>
          <p:spPr>
            <a:xfrm>
              <a:off x="7460446" y="3164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5" name="pt29855"/>
            <p:cNvSpPr/>
            <p:nvPr/>
          </p:nvSpPr>
          <p:spPr>
            <a:xfrm>
              <a:off x="7452174" y="3233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6" name="pt29856"/>
            <p:cNvSpPr/>
            <p:nvPr/>
          </p:nvSpPr>
          <p:spPr>
            <a:xfrm>
              <a:off x="7464126" y="3294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7" name="pt29857"/>
            <p:cNvSpPr/>
            <p:nvPr/>
          </p:nvSpPr>
          <p:spPr>
            <a:xfrm>
              <a:off x="7473483" y="3267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8" name="pt29858"/>
            <p:cNvSpPr/>
            <p:nvPr/>
          </p:nvSpPr>
          <p:spPr>
            <a:xfrm>
              <a:off x="7457798" y="3317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59" name="pt29859"/>
            <p:cNvSpPr/>
            <p:nvPr/>
          </p:nvSpPr>
          <p:spPr>
            <a:xfrm>
              <a:off x="7446505" y="3158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0" name="pt29860"/>
            <p:cNvSpPr/>
            <p:nvPr/>
          </p:nvSpPr>
          <p:spPr>
            <a:xfrm>
              <a:off x="7433830" y="33248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1" name="pt29861"/>
            <p:cNvSpPr/>
            <p:nvPr/>
          </p:nvSpPr>
          <p:spPr>
            <a:xfrm>
              <a:off x="7453865" y="3306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2" name="pt29862"/>
            <p:cNvSpPr/>
            <p:nvPr/>
          </p:nvSpPr>
          <p:spPr>
            <a:xfrm>
              <a:off x="7440733" y="3377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3" name="pt29863"/>
            <p:cNvSpPr/>
            <p:nvPr/>
          </p:nvSpPr>
          <p:spPr>
            <a:xfrm>
              <a:off x="7438884" y="3274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4" name="pt29864"/>
            <p:cNvSpPr/>
            <p:nvPr/>
          </p:nvSpPr>
          <p:spPr>
            <a:xfrm>
              <a:off x="7436879" y="3487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5" name="pt29865"/>
            <p:cNvSpPr/>
            <p:nvPr/>
          </p:nvSpPr>
          <p:spPr>
            <a:xfrm>
              <a:off x="7479777" y="3164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6" name="pt29866"/>
            <p:cNvSpPr/>
            <p:nvPr/>
          </p:nvSpPr>
          <p:spPr>
            <a:xfrm>
              <a:off x="7487006" y="3245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7" name="pt29867"/>
            <p:cNvSpPr/>
            <p:nvPr/>
          </p:nvSpPr>
          <p:spPr>
            <a:xfrm>
              <a:off x="7433358" y="3307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8" name="pt29868"/>
            <p:cNvSpPr/>
            <p:nvPr/>
          </p:nvSpPr>
          <p:spPr>
            <a:xfrm>
              <a:off x="7480385" y="3157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69" name="pt29869"/>
            <p:cNvSpPr/>
            <p:nvPr/>
          </p:nvSpPr>
          <p:spPr>
            <a:xfrm>
              <a:off x="7462240" y="3334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0" name="pt29870"/>
            <p:cNvSpPr/>
            <p:nvPr/>
          </p:nvSpPr>
          <p:spPr>
            <a:xfrm>
              <a:off x="7509751" y="31421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1" name="pt29871"/>
            <p:cNvSpPr/>
            <p:nvPr/>
          </p:nvSpPr>
          <p:spPr>
            <a:xfrm>
              <a:off x="7421981" y="3297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2" name="pt29872"/>
            <p:cNvSpPr/>
            <p:nvPr/>
          </p:nvSpPr>
          <p:spPr>
            <a:xfrm>
              <a:off x="7393506" y="3589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3" name="pt29873"/>
            <p:cNvSpPr/>
            <p:nvPr/>
          </p:nvSpPr>
          <p:spPr>
            <a:xfrm>
              <a:off x="7483447" y="3112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4" name="pt29874"/>
            <p:cNvSpPr/>
            <p:nvPr/>
          </p:nvSpPr>
          <p:spPr>
            <a:xfrm>
              <a:off x="7452908" y="33556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5" name="pt29875"/>
            <p:cNvSpPr/>
            <p:nvPr/>
          </p:nvSpPr>
          <p:spPr>
            <a:xfrm>
              <a:off x="7475534" y="3329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6" name="pt29876"/>
            <p:cNvSpPr/>
            <p:nvPr/>
          </p:nvSpPr>
          <p:spPr>
            <a:xfrm>
              <a:off x="7495771" y="3171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7" name="pt29877"/>
            <p:cNvSpPr/>
            <p:nvPr/>
          </p:nvSpPr>
          <p:spPr>
            <a:xfrm>
              <a:off x="7467503" y="3303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8" name="pt29878"/>
            <p:cNvSpPr/>
            <p:nvPr/>
          </p:nvSpPr>
          <p:spPr>
            <a:xfrm>
              <a:off x="7434472" y="3421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79" name="pt29879"/>
            <p:cNvSpPr/>
            <p:nvPr/>
          </p:nvSpPr>
          <p:spPr>
            <a:xfrm>
              <a:off x="7466648" y="33534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0" name="pt29880"/>
            <p:cNvSpPr/>
            <p:nvPr/>
          </p:nvSpPr>
          <p:spPr>
            <a:xfrm>
              <a:off x="7448461" y="3288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1" name="pt29881"/>
            <p:cNvSpPr/>
            <p:nvPr/>
          </p:nvSpPr>
          <p:spPr>
            <a:xfrm>
              <a:off x="7447605" y="3235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2" name="pt29882"/>
            <p:cNvSpPr/>
            <p:nvPr/>
          </p:nvSpPr>
          <p:spPr>
            <a:xfrm>
              <a:off x="7443092" y="32945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3" name="pt29883"/>
            <p:cNvSpPr/>
            <p:nvPr/>
          </p:nvSpPr>
          <p:spPr>
            <a:xfrm>
              <a:off x="7454914" y="3312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4" name="pt29884"/>
            <p:cNvSpPr/>
            <p:nvPr/>
          </p:nvSpPr>
          <p:spPr>
            <a:xfrm>
              <a:off x="7503358" y="30991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5" name="pt29885"/>
            <p:cNvSpPr/>
            <p:nvPr/>
          </p:nvSpPr>
          <p:spPr>
            <a:xfrm>
              <a:off x="7422975" y="41163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6" name="pt29886"/>
            <p:cNvSpPr/>
            <p:nvPr/>
          </p:nvSpPr>
          <p:spPr>
            <a:xfrm>
              <a:off x="7445102" y="3327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7" name="pt29887"/>
            <p:cNvSpPr/>
            <p:nvPr/>
          </p:nvSpPr>
          <p:spPr>
            <a:xfrm>
              <a:off x="7437548" y="31573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8" name="pt29888"/>
            <p:cNvSpPr/>
            <p:nvPr/>
          </p:nvSpPr>
          <p:spPr>
            <a:xfrm>
              <a:off x="7462438" y="3322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89" name="pt29889"/>
            <p:cNvSpPr/>
            <p:nvPr/>
          </p:nvSpPr>
          <p:spPr>
            <a:xfrm>
              <a:off x="7474903" y="3312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0" name="pt29890"/>
            <p:cNvSpPr/>
            <p:nvPr/>
          </p:nvSpPr>
          <p:spPr>
            <a:xfrm>
              <a:off x="7457757" y="3317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1" name="pt29891"/>
            <p:cNvSpPr/>
            <p:nvPr/>
          </p:nvSpPr>
          <p:spPr>
            <a:xfrm>
              <a:off x="7465642" y="3326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2" name="pt29892"/>
            <p:cNvSpPr/>
            <p:nvPr/>
          </p:nvSpPr>
          <p:spPr>
            <a:xfrm>
              <a:off x="7436679" y="3263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3" name="pt29893"/>
            <p:cNvSpPr/>
            <p:nvPr/>
          </p:nvSpPr>
          <p:spPr>
            <a:xfrm>
              <a:off x="7444652" y="32923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4" name="pt29894"/>
            <p:cNvSpPr/>
            <p:nvPr/>
          </p:nvSpPr>
          <p:spPr>
            <a:xfrm>
              <a:off x="7503978" y="2984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5" name="pt29895"/>
            <p:cNvSpPr/>
            <p:nvPr/>
          </p:nvSpPr>
          <p:spPr>
            <a:xfrm>
              <a:off x="7433535" y="3395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6" name="pt29896"/>
            <p:cNvSpPr/>
            <p:nvPr/>
          </p:nvSpPr>
          <p:spPr>
            <a:xfrm>
              <a:off x="7452172" y="3258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7" name="pt29897"/>
            <p:cNvSpPr/>
            <p:nvPr/>
          </p:nvSpPr>
          <p:spPr>
            <a:xfrm>
              <a:off x="7477787" y="32055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8" name="pt29898"/>
            <p:cNvSpPr/>
            <p:nvPr/>
          </p:nvSpPr>
          <p:spPr>
            <a:xfrm>
              <a:off x="7463023" y="3492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899" name="pt29899"/>
            <p:cNvSpPr/>
            <p:nvPr/>
          </p:nvSpPr>
          <p:spPr>
            <a:xfrm>
              <a:off x="7476454" y="3167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0" name="pt29900"/>
            <p:cNvSpPr/>
            <p:nvPr/>
          </p:nvSpPr>
          <p:spPr>
            <a:xfrm>
              <a:off x="7451578" y="3236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1" name="pt29901"/>
            <p:cNvSpPr/>
            <p:nvPr/>
          </p:nvSpPr>
          <p:spPr>
            <a:xfrm>
              <a:off x="7458119" y="3344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2" name="pt29902"/>
            <p:cNvSpPr/>
            <p:nvPr/>
          </p:nvSpPr>
          <p:spPr>
            <a:xfrm>
              <a:off x="7455787" y="3465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3" name="pt29903"/>
            <p:cNvSpPr/>
            <p:nvPr/>
          </p:nvSpPr>
          <p:spPr>
            <a:xfrm>
              <a:off x="7422917" y="3133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4" name="pt29904"/>
            <p:cNvSpPr/>
            <p:nvPr/>
          </p:nvSpPr>
          <p:spPr>
            <a:xfrm>
              <a:off x="7454128" y="31827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5" name="pt29905"/>
            <p:cNvSpPr/>
            <p:nvPr/>
          </p:nvSpPr>
          <p:spPr>
            <a:xfrm>
              <a:off x="7435827" y="3649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6" name="pt29906"/>
            <p:cNvSpPr/>
            <p:nvPr/>
          </p:nvSpPr>
          <p:spPr>
            <a:xfrm>
              <a:off x="7512345" y="3192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7" name="pt29907"/>
            <p:cNvSpPr/>
            <p:nvPr/>
          </p:nvSpPr>
          <p:spPr>
            <a:xfrm>
              <a:off x="7454282" y="3324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8" name="pt29908"/>
            <p:cNvSpPr/>
            <p:nvPr/>
          </p:nvSpPr>
          <p:spPr>
            <a:xfrm>
              <a:off x="7418744" y="3380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09" name="pt29909"/>
            <p:cNvSpPr/>
            <p:nvPr/>
          </p:nvSpPr>
          <p:spPr>
            <a:xfrm>
              <a:off x="7421472" y="3585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0" name="pt29910"/>
            <p:cNvSpPr/>
            <p:nvPr/>
          </p:nvSpPr>
          <p:spPr>
            <a:xfrm>
              <a:off x="7420458" y="3149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1" name="pt29911"/>
            <p:cNvSpPr/>
            <p:nvPr/>
          </p:nvSpPr>
          <p:spPr>
            <a:xfrm>
              <a:off x="7475083" y="32338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2" name="pt29912"/>
            <p:cNvSpPr/>
            <p:nvPr/>
          </p:nvSpPr>
          <p:spPr>
            <a:xfrm>
              <a:off x="7464291" y="3661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3" name="pt29913"/>
            <p:cNvSpPr/>
            <p:nvPr/>
          </p:nvSpPr>
          <p:spPr>
            <a:xfrm>
              <a:off x="7435329" y="3395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4" name="pt29914"/>
            <p:cNvSpPr/>
            <p:nvPr/>
          </p:nvSpPr>
          <p:spPr>
            <a:xfrm>
              <a:off x="7435218" y="31957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5" name="pt29915"/>
            <p:cNvSpPr/>
            <p:nvPr/>
          </p:nvSpPr>
          <p:spPr>
            <a:xfrm>
              <a:off x="7678440" y="311527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16" name="pt29916"/>
            <p:cNvSpPr/>
            <p:nvPr/>
          </p:nvSpPr>
          <p:spPr>
            <a:xfrm>
              <a:off x="7444507" y="3093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7" name="pt29917"/>
            <p:cNvSpPr/>
            <p:nvPr/>
          </p:nvSpPr>
          <p:spPr>
            <a:xfrm>
              <a:off x="7438775" y="3346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8" name="pt29918"/>
            <p:cNvSpPr/>
            <p:nvPr/>
          </p:nvSpPr>
          <p:spPr>
            <a:xfrm>
              <a:off x="7406902" y="3428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19" name="pt29919"/>
            <p:cNvSpPr/>
            <p:nvPr/>
          </p:nvSpPr>
          <p:spPr>
            <a:xfrm>
              <a:off x="7441956" y="3890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0" name="pt29920"/>
            <p:cNvSpPr/>
            <p:nvPr/>
          </p:nvSpPr>
          <p:spPr>
            <a:xfrm>
              <a:off x="7415598" y="3365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1" name="pt29921"/>
            <p:cNvSpPr/>
            <p:nvPr/>
          </p:nvSpPr>
          <p:spPr>
            <a:xfrm>
              <a:off x="7453557" y="3365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2" name="pt29922"/>
            <p:cNvSpPr/>
            <p:nvPr/>
          </p:nvSpPr>
          <p:spPr>
            <a:xfrm>
              <a:off x="7407709" y="3258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3" name="pt29923"/>
            <p:cNvSpPr/>
            <p:nvPr/>
          </p:nvSpPr>
          <p:spPr>
            <a:xfrm>
              <a:off x="7457137" y="3422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4" name="pt29924"/>
            <p:cNvSpPr/>
            <p:nvPr/>
          </p:nvSpPr>
          <p:spPr>
            <a:xfrm>
              <a:off x="7429838" y="3321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5" name="pt29925"/>
            <p:cNvSpPr/>
            <p:nvPr/>
          </p:nvSpPr>
          <p:spPr>
            <a:xfrm>
              <a:off x="7407258" y="3812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6" name="pt29926"/>
            <p:cNvSpPr/>
            <p:nvPr/>
          </p:nvSpPr>
          <p:spPr>
            <a:xfrm>
              <a:off x="7454582" y="3231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7" name="pt29927"/>
            <p:cNvSpPr/>
            <p:nvPr/>
          </p:nvSpPr>
          <p:spPr>
            <a:xfrm>
              <a:off x="7471204" y="32518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8" name="pt29928"/>
            <p:cNvSpPr/>
            <p:nvPr/>
          </p:nvSpPr>
          <p:spPr>
            <a:xfrm>
              <a:off x="7472955" y="2877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29" name="pt29929"/>
            <p:cNvSpPr/>
            <p:nvPr/>
          </p:nvSpPr>
          <p:spPr>
            <a:xfrm>
              <a:off x="7495410" y="35110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0" name="pt29930"/>
            <p:cNvSpPr/>
            <p:nvPr/>
          </p:nvSpPr>
          <p:spPr>
            <a:xfrm>
              <a:off x="7450881" y="3214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1" name="pt29931"/>
            <p:cNvSpPr/>
            <p:nvPr/>
          </p:nvSpPr>
          <p:spPr>
            <a:xfrm>
              <a:off x="7439796" y="3220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2" name="pt29932"/>
            <p:cNvSpPr/>
            <p:nvPr/>
          </p:nvSpPr>
          <p:spPr>
            <a:xfrm>
              <a:off x="7453087" y="3293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3" name="pt29933"/>
            <p:cNvSpPr/>
            <p:nvPr/>
          </p:nvSpPr>
          <p:spPr>
            <a:xfrm>
              <a:off x="7493811" y="31013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4" name="pt29934"/>
            <p:cNvSpPr/>
            <p:nvPr/>
          </p:nvSpPr>
          <p:spPr>
            <a:xfrm>
              <a:off x="7456829" y="3463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5" name="pt29935"/>
            <p:cNvSpPr/>
            <p:nvPr/>
          </p:nvSpPr>
          <p:spPr>
            <a:xfrm>
              <a:off x="7465257" y="32683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6" name="pt29936"/>
            <p:cNvSpPr/>
            <p:nvPr/>
          </p:nvSpPr>
          <p:spPr>
            <a:xfrm>
              <a:off x="7475945" y="31977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7" name="pt29937"/>
            <p:cNvSpPr/>
            <p:nvPr/>
          </p:nvSpPr>
          <p:spPr>
            <a:xfrm>
              <a:off x="7454186" y="3256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8" name="pt29938"/>
            <p:cNvSpPr/>
            <p:nvPr/>
          </p:nvSpPr>
          <p:spPr>
            <a:xfrm>
              <a:off x="7549188" y="3089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39" name="pt29939"/>
            <p:cNvSpPr/>
            <p:nvPr/>
          </p:nvSpPr>
          <p:spPr>
            <a:xfrm>
              <a:off x="7429863" y="3366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0" name="pt29940"/>
            <p:cNvSpPr/>
            <p:nvPr/>
          </p:nvSpPr>
          <p:spPr>
            <a:xfrm>
              <a:off x="7346352" y="3174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1" name="pt29941"/>
            <p:cNvSpPr/>
            <p:nvPr/>
          </p:nvSpPr>
          <p:spPr>
            <a:xfrm>
              <a:off x="7423274" y="3778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2" name="pt29942"/>
            <p:cNvSpPr/>
            <p:nvPr/>
          </p:nvSpPr>
          <p:spPr>
            <a:xfrm>
              <a:off x="7405460" y="3700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3" name="pt29943"/>
            <p:cNvSpPr/>
            <p:nvPr/>
          </p:nvSpPr>
          <p:spPr>
            <a:xfrm>
              <a:off x="7412229" y="3376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4" name="pt29944"/>
            <p:cNvSpPr/>
            <p:nvPr/>
          </p:nvSpPr>
          <p:spPr>
            <a:xfrm>
              <a:off x="7456172" y="33384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5" name="pt29945"/>
            <p:cNvSpPr/>
            <p:nvPr/>
          </p:nvSpPr>
          <p:spPr>
            <a:xfrm>
              <a:off x="7454867" y="32563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6" name="pt29946"/>
            <p:cNvSpPr/>
            <p:nvPr/>
          </p:nvSpPr>
          <p:spPr>
            <a:xfrm>
              <a:off x="7483346" y="3301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7" name="pt29947"/>
            <p:cNvSpPr/>
            <p:nvPr/>
          </p:nvSpPr>
          <p:spPr>
            <a:xfrm>
              <a:off x="7346500" y="4024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8" name="pt29948"/>
            <p:cNvSpPr/>
            <p:nvPr/>
          </p:nvSpPr>
          <p:spPr>
            <a:xfrm>
              <a:off x="7394513" y="38443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49" name="pt29949"/>
            <p:cNvSpPr/>
            <p:nvPr/>
          </p:nvSpPr>
          <p:spPr>
            <a:xfrm>
              <a:off x="7405561" y="36027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0" name="pt29950"/>
            <p:cNvSpPr/>
            <p:nvPr/>
          </p:nvSpPr>
          <p:spPr>
            <a:xfrm>
              <a:off x="7467084" y="33148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1" name="pt29951"/>
            <p:cNvSpPr/>
            <p:nvPr/>
          </p:nvSpPr>
          <p:spPr>
            <a:xfrm>
              <a:off x="7461883" y="32451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2" name="pt29952"/>
            <p:cNvSpPr/>
            <p:nvPr/>
          </p:nvSpPr>
          <p:spPr>
            <a:xfrm>
              <a:off x="7449719" y="3322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3" name="pt29953"/>
            <p:cNvSpPr/>
            <p:nvPr/>
          </p:nvSpPr>
          <p:spPr>
            <a:xfrm>
              <a:off x="7473542" y="3233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4" name="pt29954"/>
            <p:cNvSpPr/>
            <p:nvPr/>
          </p:nvSpPr>
          <p:spPr>
            <a:xfrm>
              <a:off x="7436199" y="32280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5" name="pt29955"/>
            <p:cNvSpPr/>
            <p:nvPr/>
          </p:nvSpPr>
          <p:spPr>
            <a:xfrm>
              <a:off x="7407480" y="37127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6" name="pt29956"/>
            <p:cNvSpPr/>
            <p:nvPr/>
          </p:nvSpPr>
          <p:spPr>
            <a:xfrm>
              <a:off x="7445004" y="3318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7" name="pt29957"/>
            <p:cNvSpPr/>
            <p:nvPr/>
          </p:nvSpPr>
          <p:spPr>
            <a:xfrm>
              <a:off x="7404751" y="3412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8" name="pt29958"/>
            <p:cNvSpPr/>
            <p:nvPr/>
          </p:nvSpPr>
          <p:spPr>
            <a:xfrm>
              <a:off x="7442634" y="3061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59" name="pt29959"/>
            <p:cNvSpPr/>
            <p:nvPr/>
          </p:nvSpPr>
          <p:spPr>
            <a:xfrm>
              <a:off x="7457095" y="2965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0" name="pt29960"/>
            <p:cNvSpPr/>
            <p:nvPr/>
          </p:nvSpPr>
          <p:spPr>
            <a:xfrm>
              <a:off x="7435290" y="3282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1" name="pt29961"/>
            <p:cNvSpPr/>
            <p:nvPr/>
          </p:nvSpPr>
          <p:spPr>
            <a:xfrm>
              <a:off x="7444760" y="3336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2" name="pt29962"/>
            <p:cNvSpPr/>
            <p:nvPr/>
          </p:nvSpPr>
          <p:spPr>
            <a:xfrm>
              <a:off x="7418761" y="3232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3" name="pt29963"/>
            <p:cNvSpPr/>
            <p:nvPr/>
          </p:nvSpPr>
          <p:spPr>
            <a:xfrm>
              <a:off x="7458436" y="3370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4" name="pt29964"/>
            <p:cNvSpPr/>
            <p:nvPr/>
          </p:nvSpPr>
          <p:spPr>
            <a:xfrm>
              <a:off x="7439507" y="3763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5" name="pt29965"/>
            <p:cNvSpPr/>
            <p:nvPr/>
          </p:nvSpPr>
          <p:spPr>
            <a:xfrm>
              <a:off x="7465894" y="3073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6" name="pt29966"/>
            <p:cNvSpPr/>
            <p:nvPr/>
          </p:nvSpPr>
          <p:spPr>
            <a:xfrm>
              <a:off x="7444288" y="3197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7" name="pt29967"/>
            <p:cNvSpPr/>
            <p:nvPr/>
          </p:nvSpPr>
          <p:spPr>
            <a:xfrm>
              <a:off x="7524850" y="32399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8" name="pt29968"/>
            <p:cNvSpPr/>
            <p:nvPr/>
          </p:nvSpPr>
          <p:spPr>
            <a:xfrm>
              <a:off x="7442427" y="3168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69" name="pt29969"/>
            <p:cNvSpPr/>
            <p:nvPr/>
          </p:nvSpPr>
          <p:spPr>
            <a:xfrm>
              <a:off x="7441516" y="3396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0" name="pt29970"/>
            <p:cNvSpPr/>
            <p:nvPr/>
          </p:nvSpPr>
          <p:spPr>
            <a:xfrm>
              <a:off x="7345235" y="31378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1" name="pt29971"/>
            <p:cNvSpPr/>
            <p:nvPr/>
          </p:nvSpPr>
          <p:spPr>
            <a:xfrm>
              <a:off x="7475153" y="31770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2" name="pt29972"/>
            <p:cNvSpPr/>
            <p:nvPr/>
          </p:nvSpPr>
          <p:spPr>
            <a:xfrm>
              <a:off x="7420813" y="3370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3" name="pt29973"/>
            <p:cNvSpPr/>
            <p:nvPr/>
          </p:nvSpPr>
          <p:spPr>
            <a:xfrm>
              <a:off x="7401035" y="35311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4" name="pt29974"/>
            <p:cNvSpPr/>
            <p:nvPr/>
          </p:nvSpPr>
          <p:spPr>
            <a:xfrm>
              <a:off x="7458323" y="3168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5" name="pt29975"/>
            <p:cNvSpPr/>
            <p:nvPr/>
          </p:nvSpPr>
          <p:spPr>
            <a:xfrm>
              <a:off x="7458025" y="3097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6" name="pt29976"/>
            <p:cNvSpPr/>
            <p:nvPr/>
          </p:nvSpPr>
          <p:spPr>
            <a:xfrm>
              <a:off x="7490146" y="3171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7" name="pt29977"/>
            <p:cNvSpPr/>
            <p:nvPr/>
          </p:nvSpPr>
          <p:spPr>
            <a:xfrm>
              <a:off x="7453962" y="3211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8" name="pt29978"/>
            <p:cNvSpPr/>
            <p:nvPr/>
          </p:nvSpPr>
          <p:spPr>
            <a:xfrm>
              <a:off x="7463238" y="3237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79" name="pt29979"/>
            <p:cNvSpPr/>
            <p:nvPr/>
          </p:nvSpPr>
          <p:spPr>
            <a:xfrm>
              <a:off x="7486787" y="3232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0" name="pt29980"/>
            <p:cNvSpPr/>
            <p:nvPr/>
          </p:nvSpPr>
          <p:spPr>
            <a:xfrm>
              <a:off x="7462462" y="3457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1" name="pt29981"/>
            <p:cNvSpPr/>
            <p:nvPr/>
          </p:nvSpPr>
          <p:spPr>
            <a:xfrm>
              <a:off x="7462431" y="3289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2" name="pt29982"/>
            <p:cNvSpPr/>
            <p:nvPr/>
          </p:nvSpPr>
          <p:spPr>
            <a:xfrm>
              <a:off x="7499688" y="2962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3" name="pt29983"/>
            <p:cNvSpPr/>
            <p:nvPr/>
          </p:nvSpPr>
          <p:spPr>
            <a:xfrm>
              <a:off x="7464380" y="3319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4" name="pt29984"/>
            <p:cNvSpPr/>
            <p:nvPr/>
          </p:nvSpPr>
          <p:spPr>
            <a:xfrm>
              <a:off x="7481142" y="3273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5" name="pt29985"/>
            <p:cNvSpPr/>
            <p:nvPr/>
          </p:nvSpPr>
          <p:spPr>
            <a:xfrm>
              <a:off x="7450341" y="3722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6" name="pt29986"/>
            <p:cNvSpPr/>
            <p:nvPr/>
          </p:nvSpPr>
          <p:spPr>
            <a:xfrm>
              <a:off x="7480363" y="3321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7" name="pt29987"/>
            <p:cNvSpPr/>
            <p:nvPr/>
          </p:nvSpPr>
          <p:spPr>
            <a:xfrm>
              <a:off x="7419951" y="3506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8" name="pt29988"/>
            <p:cNvSpPr/>
            <p:nvPr/>
          </p:nvSpPr>
          <p:spPr>
            <a:xfrm>
              <a:off x="7447733" y="3373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89" name="pt29989"/>
            <p:cNvSpPr/>
            <p:nvPr/>
          </p:nvSpPr>
          <p:spPr>
            <a:xfrm>
              <a:off x="7480275" y="3175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0" name="pt29990"/>
            <p:cNvSpPr/>
            <p:nvPr/>
          </p:nvSpPr>
          <p:spPr>
            <a:xfrm>
              <a:off x="7501509" y="3169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1" name="pt29991"/>
            <p:cNvSpPr/>
            <p:nvPr/>
          </p:nvSpPr>
          <p:spPr>
            <a:xfrm>
              <a:off x="7453131" y="3341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2" name="pt29992"/>
            <p:cNvSpPr/>
            <p:nvPr/>
          </p:nvSpPr>
          <p:spPr>
            <a:xfrm>
              <a:off x="7654193" y="3074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3" name="pt29993"/>
            <p:cNvSpPr/>
            <p:nvPr/>
          </p:nvSpPr>
          <p:spPr>
            <a:xfrm>
              <a:off x="7447760" y="3318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4" name="pt29994"/>
            <p:cNvSpPr/>
            <p:nvPr/>
          </p:nvSpPr>
          <p:spPr>
            <a:xfrm>
              <a:off x="7431098" y="3248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5" name="pt29995"/>
            <p:cNvSpPr/>
            <p:nvPr/>
          </p:nvSpPr>
          <p:spPr>
            <a:xfrm>
              <a:off x="7453136" y="2879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6" name="pt29996"/>
            <p:cNvSpPr/>
            <p:nvPr/>
          </p:nvSpPr>
          <p:spPr>
            <a:xfrm>
              <a:off x="7439241" y="32617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7" name="pt29997"/>
            <p:cNvSpPr/>
            <p:nvPr/>
          </p:nvSpPr>
          <p:spPr>
            <a:xfrm>
              <a:off x="7454511" y="3281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29998" name="pt29998"/>
            <p:cNvSpPr/>
            <p:nvPr/>
          </p:nvSpPr>
          <p:spPr>
            <a:xfrm>
              <a:off x="7153529" y="353876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99" name="pt29999"/>
            <p:cNvSpPr/>
            <p:nvPr/>
          </p:nvSpPr>
          <p:spPr>
            <a:xfrm>
              <a:off x="7468137" y="38678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0" name="pt30000"/>
            <p:cNvSpPr/>
            <p:nvPr/>
          </p:nvSpPr>
          <p:spPr>
            <a:xfrm>
              <a:off x="7437651" y="33066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1" name="pt30001"/>
            <p:cNvSpPr/>
            <p:nvPr/>
          </p:nvSpPr>
          <p:spPr>
            <a:xfrm>
              <a:off x="7451418" y="34743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2" name="pt30002"/>
            <p:cNvSpPr/>
            <p:nvPr/>
          </p:nvSpPr>
          <p:spPr>
            <a:xfrm>
              <a:off x="7454547" y="3263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3" name="pt30003"/>
            <p:cNvSpPr/>
            <p:nvPr/>
          </p:nvSpPr>
          <p:spPr>
            <a:xfrm>
              <a:off x="7450658" y="32161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4" name="pt30004"/>
            <p:cNvSpPr/>
            <p:nvPr/>
          </p:nvSpPr>
          <p:spPr>
            <a:xfrm>
              <a:off x="7425438" y="3233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5" name="pt30005"/>
            <p:cNvSpPr/>
            <p:nvPr/>
          </p:nvSpPr>
          <p:spPr>
            <a:xfrm>
              <a:off x="7441910" y="3222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6" name="pt30006"/>
            <p:cNvSpPr/>
            <p:nvPr/>
          </p:nvSpPr>
          <p:spPr>
            <a:xfrm>
              <a:off x="7457741" y="3317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7" name="pt30007"/>
            <p:cNvSpPr/>
            <p:nvPr/>
          </p:nvSpPr>
          <p:spPr>
            <a:xfrm>
              <a:off x="7463507" y="3383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8" name="pt30008"/>
            <p:cNvSpPr/>
            <p:nvPr/>
          </p:nvSpPr>
          <p:spPr>
            <a:xfrm>
              <a:off x="7408613" y="3294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09" name="pt30009"/>
            <p:cNvSpPr/>
            <p:nvPr/>
          </p:nvSpPr>
          <p:spPr>
            <a:xfrm>
              <a:off x="7432986" y="34129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0" name="pt30010"/>
            <p:cNvSpPr/>
            <p:nvPr/>
          </p:nvSpPr>
          <p:spPr>
            <a:xfrm>
              <a:off x="7474657" y="3211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1" name="pt30011"/>
            <p:cNvSpPr/>
            <p:nvPr/>
          </p:nvSpPr>
          <p:spPr>
            <a:xfrm>
              <a:off x="7424729" y="3302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2" name="pt30012"/>
            <p:cNvSpPr/>
            <p:nvPr/>
          </p:nvSpPr>
          <p:spPr>
            <a:xfrm>
              <a:off x="7501062" y="3235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3" name="pt30013"/>
            <p:cNvSpPr/>
            <p:nvPr/>
          </p:nvSpPr>
          <p:spPr>
            <a:xfrm>
              <a:off x="7423056" y="37229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4" name="pt30014"/>
            <p:cNvSpPr/>
            <p:nvPr/>
          </p:nvSpPr>
          <p:spPr>
            <a:xfrm>
              <a:off x="7446720" y="3301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5" name="pt30015"/>
            <p:cNvSpPr/>
            <p:nvPr/>
          </p:nvSpPr>
          <p:spPr>
            <a:xfrm>
              <a:off x="7403704" y="3353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6" name="pt30016"/>
            <p:cNvSpPr/>
            <p:nvPr/>
          </p:nvSpPr>
          <p:spPr>
            <a:xfrm>
              <a:off x="7465552" y="3277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7" name="pt30017"/>
            <p:cNvSpPr/>
            <p:nvPr/>
          </p:nvSpPr>
          <p:spPr>
            <a:xfrm>
              <a:off x="7446793" y="3224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8" name="pt30018"/>
            <p:cNvSpPr/>
            <p:nvPr/>
          </p:nvSpPr>
          <p:spPr>
            <a:xfrm>
              <a:off x="7454167" y="3268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19" name="pt30019"/>
            <p:cNvSpPr/>
            <p:nvPr/>
          </p:nvSpPr>
          <p:spPr>
            <a:xfrm>
              <a:off x="7455869" y="3225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0" name="pt30020"/>
            <p:cNvSpPr/>
            <p:nvPr/>
          </p:nvSpPr>
          <p:spPr>
            <a:xfrm>
              <a:off x="7488692" y="30279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1" name="pt30021"/>
            <p:cNvSpPr/>
            <p:nvPr/>
          </p:nvSpPr>
          <p:spPr>
            <a:xfrm>
              <a:off x="7455156" y="3264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2" name="pt30022"/>
            <p:cNvSpPr/>
            <p:nvPr/>
          </p:nvSpPr>
          <p:spPr>
            <a:xfrm>
              <a:off x="7186681" y="32902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3" name="pt30023"/>
            <p:cNvSpPr/>
            <p:nvPr/>
          </p:nvSpPr>
          <p:spPr>
            <a:xfrm>
              <a:off x="7436180" y="3201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4" name="pt30024"/>
            <p:cNvSpPr/>
            <p:nvPr/>
          </p:nvSpPr>
          <p:spPr>
            <a:xfrm>
              <a:off x="7455029" y="31407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5" name="pt30025"/>
            <p:cNvSpPr/>
            <p:nvPr/>
          </p:nvSpPr>
          <p:spPr>
            <a:xfrm>
              <a:off x="7427600" y="3196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6" name="pt30026"/>
            <p:cNvSpPr/>
            <p:nvPr/>
          </p:nvSpPr>
          <p:spPr>
            <a:xfrm>
              <a:off x="7459623" y="36414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7" name="pt30027"/>
            <p:cNvSpPr/>
            <p:nvPr/>
          </p:nvSpPr>
          <p:spPr>
            <a:xfrm>
              <a:off x="7428760" y="3157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8" name="pt30028"/>
            <p:cNvSpPr/>
            <p:nvPr/>
          </p:nvSpPr>
          <p:spPr>
            <a:xfrm>
              <a:off x="7412629" y="34643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29" name="pt30029"/>
            <p:cNvSpPr/>
            <p:nvPr/>
          </p:nvSpPr>
          <p:spPr>
            <a:xfrm>
              <a:off x="7480363" y="3388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0" name="pt30030"/>
            <p:cNvSpPr/>
            <p:nvPr/>
          </p:nvSpPr>
          <p:spPr>
            <a:xfrm>
              <a:off x="7467468" y="32769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1" name="pt30031"/>
            <p:cNvSpPr/>
            <p:nvPr/>
          </p:nvSpPr>
          <p:spPr>
            <a:xfrm>
              <a:off x="7434346" y="3260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2" name="pt30032"/>
            <p:cNvSpPr/>
            <p:nvPr/>
          </p:nvSpPr>
          <p:spPr>
            <a:xfrm>
              <a:off x="7440930" y="33918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3" name="pt30033"/>
            <p:cNvSpPr/>
            <p:nvPr/>
          </p:nvSpPr>
          <p:spPr>
            <a:xfrm>
              <a:off x="7450587" y="3273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4" name="pt30034"/>
            <p:cNvSpPr/>
            <p:nvPr/>
          </p:nvSpPr>
          <p:spPr>
            <a:xfrm>
              <a:off x="7424527" y="35130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5" name="pt30035"/>
            <p:cNvSpPr/>
            <p:nvPr/>
          </p:nvSpPr>
          <p:spPr>
            <a:xfrm>
              <a:off x="7477855" y="3282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6" name="pt30036"/>
            <p:cNvSpPr/>
            <p:nvPr/>
          </p:nvSpPr>
          <p:spPr>
            <a:xfrm>
              <a:off x="7440998" y="3331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7" name="pt30037"/>
            <p:cNvSpPr/>
            <p:nvPr/>
          </p:nvSpPr>
          <p:spPr>
            <a:xfrm>
              <a:off x="7434074" y="32676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8" name="pt30038"/>
            <p:cNvSpPr/>
            <p:nvPr/>
          </p:nvSpPr>
          <p:spPr>
            <a:xfrm>
              <a:off x="7352248" y="2964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39" name="pt30039"/>
            <p:cNvSpPr/>
            <p:nvPr/>
          </p:nvSpPr>
          <p:spPr>
            <a:xfrm>
              <a:off x="7432670" y="3560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0" name="pt30040"/>
            <p:cNvSpPr/>
            <p:nvPr/>
          </p:nvSpPr>
          <p:spPr>
            <a:xfrm>
              <a:off x="7451158" y="34434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1" name="pt30041"/>
            <p:cNvSpPr/>
            <p:nvPr/>
          </p:nvSpPr>
          <p:spPr>
            <a:xfrm>
              <a:off x="7482111" y="3268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2" name="pt30042"/>
            <p:cNvSpPr/>
            <p:nvPr/>
          </p:nvSpPr>
          <p:spPr>
            <a:xfrm>
              <a:off x="7434331" y="3514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3" name="pt30043"/>
            <p:cNvSpPr/>
            <p:nvPr/>
          </p:nvSpPr>
          <p:spPr>
            <a:xfrm>
              <a:off x="7420746" y="3261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4" name="pt30044"/>
            <p:cNvSpPr/>
            <p:nvPr/>
          </p:nvSpPr>
          <p:spPr>
            <a:xfrm>
              <a:off x="7545309" y="3223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5" name="pt30045"/>
            <p:cNvSpPr/>
            <p:nvPr/>
          </p:nvSpPr>
          <p:spPr>
            <a:xfrm>
              <a:off x="7453127" y="33015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6" name="pt30046"/>
            <p:cNvSpPr/>
            <p:nvPr/>
          </p:nvSpPr>
          <p:spPr>
            <a:xfrm>
              <a:off x="7460546" y="3339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7" name="pt30047"/>
            <p:cNvSpPr/>
            <p:nvPr/>
          </p:nvSpPr>
          <p:spPr>
            <a:xfrm>
              <a:off x="7450730" y="3302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8" name="pt30048"/>
            <p:cNvSpPr/>
            <p:nvPr/>
          </p:nvSpPr>
          <p:spPr>
            <a:xfrm>
              <a:off x="7435995" y="3249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49" name="pt30049"/>
            <p:cNvSpPr/>
            <p:nvPr/>
          </p:nvSpPr>
          <p:spPr>
            <a:xfrm>
              <a:off x="7429533" y="3665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0" name="pt30050"/>
            <p:cNvSpPr/>
            <p:nvPr/>
          </p:nvSpPr>
          <p:spPr>
            <a:xfrm>
              <a:off x="7324968" y="3660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1" name="pt30051"/>
            <p:cNvSpPr/>
            <p:nvPr/>
          </p:nvSpPr>
          <p:spPr>
            <a:xfrm>
              <a:off x="7461216" y="3392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2" name="pt30052"/>
            <p:cNvSpPr/>
            <p:nvPr/>
          </p:nvSpPr>
          <p:spPr>
            <a:xfrm>
              <a:off x="7486783" y="3307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3" name="pt30053"/>
            <p:cNvSpPr/>
            <p:nvPr/>
          </p:nvSpPr>
          <p:spPr>
            <a:xfrm>
              <a:off x="7461788" y="32476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4" name="pt30054"/>
            <p:cNvSpPr/>
            <p:nvPr/>
          </p:nvSpPr>
          <p:spPr>
            <a:xfrm>
              <a:off x="7436827" y="3876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5" name="pt30055"/>
            <p:cNvSpPr/>
            <p:nvPr/>
          </p:nvSpPr>
          <p:spPr>
            <a:xfrm>
              <a:off x="7460193" y="3100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6" name="pt30056"/>
            <p:cNvSpPr/>
            <p:nvPr/>
          </p:nvSpPr>
          <p:spPr>
            <a:xfrm>
              <a:off x="7462331" y="2892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7" name="pt30057"/>
            <p:cNvSpPr/>
            <p:nvPr/>
          </p:nvSpPr>
          <p:spPr>
            <a:xfrm>
              <a:off x="7513109" y="31147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8" name="pt30058"/>
            <p:cNvSpPr/>
            <p:nvPr/>
          </p:nvSpPr>
          <p:spPr>
            <a:xfrm>
              <a:off x="7453241" y="3305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59" name="pt30059"/>
            <p:cNvSpPr/>
            <p:nvPr/>
          </p:nvSpPr>
          <p:spPr>
            <a:xfrm>
              <a:off x="7457707" y="3077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0" name="pt30060"/>
            <p:cNvSpPr/>
            <p:nvPr/>
          </p:nvSpPr>
          <p:spPr>
            <a:xfrm>
              <a:off x="7474609" y="3257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1" name="pt30061"/>
            <p:cNvSpPr/>
            <p:nvPr/>
          </p:nvSpPr>
          <p:spPr>
            <a:xfrm>
              <a:off x="7456282" y="3357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2" name="pt30062"/>
            <p:cNvSpPr/>
            <p:nvPr/>
          </p:nvSpPr>
          <p:spPr>
            <a:xfrm>
              <a:off x="7416166" y="3094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3" name="pt30063"/>
            <p:cNvSpPr/>
            <p:nvPr/>
          </p:nvSpPr>
          <p:spPr>
            <a:xfrm>
              <a:off x="7433729" y="3309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4" name="pt30064"/>
            <p:cNvSpPr/>
            <p:nvPr/>
          </p:nvSpPr>
          <p:spPr>
            <a:xfrm>
              <a:off x="7389975" y="34386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5" name="pt30065"/>
            <p:cNvSpPr/>
            <p:nvPr/>
          </p:nvSpPr>
          <p:spPr>
            <a:xfrm>
              <a:off x="7443033" y="3272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6" name="pt30066"/>
            <p:cNvSpPr/>
            <p:nvPr/>
          </p:nvSpPr>
          <p:spPr>
            <a:xfrm>
              <a:off x="7431694" y="33002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7" name="pt30067"/>
            <p:cNvSpPr/>
            <p:nvPr/>
          </p:nvSpPr>
          <p:spPr>
            <a:xfrm>
              <a:off x="7410864" y="3629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8" name="pt30068"/>
            <p:cNvSpPr/>
            <p:nvPr/>
          </p:nvSpPr>
          <p:spPr>
            <a:xfrm>
              <a:off x="7443455" y="3211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69" name="pt30069"/>
            <p:cNvSpPr/>
            <p:nvPr/>
          </p:nvSpPr>
          <p:spPr>
            <a:xfrm>
              <a:off x="7452435" y="32672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0" name="pt30070"/>
            <p:cNvSpPr/>
            <p:nvPr/>
          </p:nvSpPr>
          <p:spPr>
            <a:xfrm>
              <a:off x="7456470" y="3180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1" name="pt30071"/>
            <p:cNvSpPr/>
            <p:nvPr/>
          </p:nvSpPr>
          <p:spPr>
            <a:xfrm>
              <a:off x="7492875" y="3178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2" name="pt30072"/>
            <p:cNvSpPr/>
            <p:nvPr/>
          </p:nvSpPr>
          <p:spPr>
            <a:xfrm>
              <a:off x="7460024" y="3256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3" name="pt30073"/>
            <p:cNvSpPr/>
            <p:nvPr/>
          </p:nvSpPr>
          <p:spPr>
            <a:xfrm>
              <a:off x="7447601" y="3337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4" name="pt30074"/>
            <p:cNvSpPr/>
            <p:nvPr/>
          </p:nvSpPr>
          <p:spPr>
            <a:xfrm>
              <a:off x="7469853" y="32644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5" name="pt30075"/>
            <p:cNvSpPr/>
            <p:nvPr/>
          </p:nvSpPr>
          <p:spPr>
            <a:xfrm>
              <a:off x="7464423" y="32263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6" name="pt30076"/>
            <p:cNvSpPr/>
            <p:nvPr/>
          </p:nvSpPr>
          <p:spPr>
            <a:xfrm>
              <a:off x="7516142" y="3135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7" name="pt30077"/>
            <p:cNvSpPr/>
            <p:nvPr/>
          </p:nvSpPr>
          <p:spPr>
            <a:xfrm>
              <a:off x="7424708" y="31324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8" name="pt30078"/>
            <p:cNvSpPr/>
            <p:nvPr/>
          </p:nvSpPr>
          <p:spPr>
            <a:xfrm>
              <a:off x="7462796" y="3332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79" name="pt30079"/>
            <p:cNvSpPr/>
            <p:nvPr/>
          </p:nvSpPr>
          <p:spPr>
            <a:xfrm>
              <a:off x="7438353" y="3469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0" name="pt30080"/>
            <p:cNvSpPr/>
            <p:nvPr/>
          </p:nvSpPr>
          <p:spPr>
            <a:xfrm>
              <a:off x="7459798" y="3295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1" name="pt30081"/>
            <p:cNvSpPr/>
            <p:nvPr/>
          </p:nvSpPr>
          <p:spPr>
            <a:xfrm>
              <a:off x="7429900" y="3366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2" name="pt30082"/>
            <p:cNvSpPr/>
            <p:nvPr/>
          </p:nvSpPr>
          <p:spPr>
            <a:xfrm>
              <a:off x="7469791" y="3502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3" name="pt30083"/>
            <p:cNvSpPr/>
            <p:nvPr/>
          </p:nvSpPr>
          <p:spPr>
            <a:xfrm>
              <a:off x="7441266" y="31705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4" name="pt30084"/>
            <p:cNvSpPr/>
            <p:nvPr/>
          </p:nvSpPr>
          <p:spPr>
            <a:xfrm>
              <a:off x="7456134" y="3273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5" name="pt30085"/>
            <p:cNvSpPr/>
            <p:nvPr/>
          </p:nvSpPr>
          <p:spPr>
            <a:xfrm>
              <a:off x="7418199" y="3218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6" name="pt30086"/>
            <p:cNvSpPr/>
            <p:nvPr/>
          </p:nvSpPr>
          <p:spPr>
            <a:xfrm>
              <a:off x="7491891" y="32100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7" name="pt30087"/>
            <p:cNvSpPr/>
            <p:nvPr/>
          </p:nvSpPr>
          <p:spPr>
            <a:xfrm>
              <a:off x="7447871" y="3385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8" name="pt30088"/>
            <p:cNvSpPr/>
            <p:nvPr/>
          </p:nvSpPr>
          <p:spPr>
            <a:xfrm>
              <a:off x="7358756" y="3309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89" name="pt30089"/>
            <p:cNvSpPr/>
            <p:nvPr/>
          </p:nvSpPr>
          <p:spPr>
            <a:xfrm>
              <a:off x="7455466" y="3174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0" name="pt30090"/>
            <p:cNvSpPr/>
            <p:nvPr/>
          </p:nvSpPr>
          <p:spPr>
            <a:xfrm>
              <a:off x="7581569" y="302801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91" name="pt30091"/>
            <p:cNvSpPr/>
            <p:nvPr/>
          </p:nvSpPr>
          <p:spPr>
            <a:xfrm>
              <a:off x="7454786" y="33692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2" name="pt30092"/>
            <p:cNvSpPr/>
            <p:nvPr/>
          </p:nvSpPr>
          <p:spPr>
            <a:xfrm>
              <a:off x="7475349" y="32951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3" name="pt30093"/>
            <p:cNvSpPr/>
            <p:nvPr/>
          </p:nvSpPr>
          <p:spPr>
            <a:xfrm>
              <a:off x="7370527" y="32733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4" name="pt30094"/>
            <p:cNvSpPr/>
            <p:nvPr/>
          </p:nvSpPr>
          <p:spPr>
            <a:xfrm>
              <a:off x="7401886" y="5325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5" name="pt30095"/>
            <p:cNvSpPr/>
            <p:nvPr/>
          </p:nvSpPr>
          <p:spPr>
            <a:xfrm>
              <a:off x="7536459" y="315170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96" name="pt30096"/>
            <p:cNvSpPr/>
            <p:nvPr/>
          </p:nvSpPr>
          <p:spPr>
            <a:xfrm>
              <a:off x="7430569" y="38180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7" name="pt30097"/>
            <p:cNvSpPr/>
            <p:nvPr/>
          </p:nvSpPr>
          <p:spPr>
            <a:xfrm>
              <a:off x="7429197" y="36258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8" name="pt30098"/>
            <p:cNvSpPr/>
            <p:nvPr/>
          </p:nvSpPr>
          <p:spPr>
            <a:xfrm>
              <a:off x="7426271" y="3381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099" name="pt30099"/>
            <p:cNvSpPr/>
            <p:nvPr/>
          </p:nvSpPr>
          <p:spPr>
            <a:xfrm>
              <a:off x="7460317" y="29946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0" name="pt30100"/>
            <p:cNvSpPr/>
            <p:nvPr/>
          </p:nvSpPr>
          <p:spPr>
            <a:xfrm>
              <a:off x="7459295" y="3307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1" name="pt30101"/>
            <p:cNvSpPr/>
            <p:nvPr/>
          </p:nvSpPr>
          <p:spPr>
            <a:xfrm>
              <a:off x="7474206" y="3224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2" name="pt30102"/>
            <p:cNvSpPr/>
            <p:nvPr/>
          </p:nvSpPr>
          <p:spPr>
            <a:xfrm>
              <a:off x="7439484" y="3238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3" name="pt30103"/>
            <p:cNvSpPr/>
            <p:nvPr/>
          </p:nvSpPr>
          <p:spPr>
            <a:xfrm>
              <a:off x="7538503" y="2967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4" name="pt30104"/>
            <p:cNvSpPr/>
            <p:nvPr/>
          </p:nvSpPr>
          <p:spPr>
            <a:xfrm>
              <a:off x="7509250" y="3230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5" name="pt30105"/>
            <p:cNvSpPr/>
            <p:nvPr/>
          </p:nvSpPr>
          <p:spPr>
            <a:xfrm>
              <a:off x="7444176" y="3512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6" name="pt30106"/>
            <p:cNvSpPr/>
            <p:nvPr/>
          </p:nvSpPr>
          <p:spPr>
            <a:xfrm>
              <a:off x="7221718" y="355617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07" name="pt30107"/>
            <p:cNvSpPr/>
            <p:nvPr/>
          </p:nvSpPr>
          <p:spPr>
            <a:xfrm>
              <a:off x="7430640" y="37559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8" name="pt30108"/>
            <p:cNvSpPr/>
            <p:nvPr/>
          </p:nvSpPr>
          <p:spPr>
            <a:xfrm>
              <a:off x="7453862" y="3266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09" name="pt30109"/>
            <p:cNvSpPr/>
            <p:nvPr/>
          </p:nvSpPr>
          <p:spPr>
            <a:xfrm>
              <a:off x="7455095" y="3096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0" name="pt30110"/>
            <p:cNvSpPr/>
            <p:nvPr/>
          </p:nvSpPr>
          <p:spPr>
            <a:xfrm>
              <a:off x="7453810" y="3160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1" name="pt30111"/>
            <p:cNvSpPr/>
            <p:nvPr/>
          </p:nvSpPr>
          <p:spPr>
            <a:xfrm>
              <a:off x="7484071" y="3253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2" name="pt30112"/>
            <p:cNvSpPr/>
            <p:nvPr/>
          </p:nvSpPr>
          <p:spPr>
            <a:xfrm>
              <a:off x="7459948" y="3162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3" name="pt30113"/>
            <p:cNvSpPr/>
            <p:nvPr/>
          </p:nvSpPr>
          <p:spPr>
            <a:xfrm>
              <a:off x="7730881" y="286566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14" name="pt30114"/>
            <p:cNvSpPr/>
            <p:nvPr/>
          </p:nvSpPr>
          <p:spPr>
            <a:xfrm>
              <a:off x="7421942" y="3722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5" name="pt30115"/>
            <p:cNvSpPr/>
            <p:nvPr/>
          </p:nvSpPr>
          <p:spPr>
            <a:xfrm>
              <a:off x="7314409" y="37809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6" name="pt30116"/>
            <p:cNvSpPr/>
            <p:nvPr/>
          </p:nvSpPr>
          <p:spPr>
            <a:xfrm>
              <a:off x="7481884" y="3145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7" name="pt30117"/>
            <p:cNvSpPr/>
            <p:nvPr/>
          </p:nvSpPr>
          <p:spPr>
            <a:xfrm>
              <a:off x="7463244" y="3324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8" name="pt30118"/>
            <p:cNvSpPr/>
            <p:nvPr/>
          </p:nvSpPr>
          <p:spPr>
            <a:xfrm>
              <a:off x="7468466" y="3612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19" name="pt30119"/>
            <p:cNvSpPr/>
            <p:nvPr/>
          </p:nvSpPr>
          <p:spPr>
            <a:xfrm>
              <a:off x="7468669" y="3264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0" name="pt30120"/>
            <p:cNvSpPr/>
            <p:nvPr/>
          </p:nvSpPr>
          <p:spPr>
            <a:xfrm>
              <a:off x="7401051" y="3561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1" name="pt30121"/>
            <p:cNvSpPr/>
            <p:nvPr/>
          </p:nvSpPr>
          <p:spPr>
            <a:xfrm>
              <a:off x="7523159" y="317813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22" name="pt30122"/>
            <p:cNvSpPr/>
            <p:nvPr/>
          </p:nvSpPr>
          <p:spPr>
            <a:xfrm>
              <a:off x="7484361" y="3293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3" name="pt30123"/>
            <p:cNvSpPr/>
            <p:nvPr/>
          </p:nvSpPr>
          <p:spPr>
            <a:xfrm>
              <a:off x="7411828" y="3449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4" name="pt30124"/>
            <p:cNvSpPr/>
            <p:nvPr/>
          </p:nvSpPr>
          <p:spPr>
            <a:xfrm>
              <a:off x="7411442" y="3931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5" name="pt30125"/>
            <p:cNvSpPr/>
            <p:nvPr/>
          </p:nvSpPr>
          <p:spPr>
            <a:xfrm>
              <a:off x="7440752" y="3315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6" name="pt30126"/>
            <p:cNvSpPr/>
            <p:nvPr/>
          </p:nvSpPr>
          <p:spPr>
            <a:xfrm>
              <a:off x="7335206" y="3009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7" name="pt30127"/>
            <p:cNvSpPr/>
            <p:nvPr/>
          </p:nvSpPr>
          <p:spPr>
            <a:xfrm>
              <a:off x="7440191" y="3435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8" name="pt30128"/>
            <p:cNvSpPr/>
            <p:nvPr/>
          </p:nvSpPr>
          <p:spPr>
            <a:xfrm>
              <a:off x="7465474" y="3244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29" name="pt30129"/>
            <p:cNvSpPr/>
            <p:nvPr/>
          </p:nvSpPr>
          <p:spPr>
            <a:xfrm>
              <a:off x="7431354" y="3369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0" name="pt30130"/>
            <p:cNvSpPr/>
            <p:nvPr/>
          </p:nvSpPr>
          <p:spPr>
            <a:xfrm>
              <a:off x="7457937" y="3373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1" name="pt30131"/>
            <p:cNvSpPr/>
            <p:nvPr/>
          </p:nvSpPr>
          <p:spPr>
            <a:xfrm>
              <a:off x="7459837" y="31911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2" name="pt30132"/>
            <p:cNvSpPr/>
            <p:nvPr/>
          </p:nvSpPr>
          <p:spPr>
            <a:xfrm>
              <a:off x="7451622" y="32669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3" name="pt30133"/>
            <p:cNvSpPr/>
            <p:nvPr/>
          </p:nvSpPr>
          <p:spPr>
            <a:xfrm>
              <a:off x="7437561" y="3277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4" name="pt30134"/>
            <p:cNvSpPr/>
            <p:nvPr/>
          </p:nvSpPr>
          <p:spPr>
            <a:xfrm>
              <a:off x="7417742" y="36598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5" name="pt30135"/>
            <p:cNvSpPr/>
            <p:nvPr/>
          </p:nvSpPr>
          <p:spPr>
            <a:xfrm>
              <a:off x="7453791" y="3121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6" name="pt30136"/>
            <p:cNvSpPr/>
            <p:nvPr/>
          </p:nvSpPr>
          <p:spPr>
            <a:xfrm>
              <a:off x="7441538" y="3275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7" name="pt30137"/>
            <p:cNvSpPr/>
            <p:nvPr/>
          </p:nvSpPr>
          <p:spPr>
            <a:xfrm>
              <a:off x="7443091" y="3431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8" name="pt30138"/>
            <p:cNvSpPr/>
            <p:nvPr/>
          </p:nvSpPr>
          <p:spPr>
            <a:xfrm>
              <a:off x="7353273" y="3605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39" name="pt30139"/>
            <p:cNvSpPr/>
            <p:nvPr/>
          </p:nvSpPr>
          <p:spPr>
            <a:xfrm>
              <a:off x="7481218" y="3239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0" name="pt30140"/>
            <p:cNvSpPr/>
            <p:nvPr/>
          </p:nvSpPr>
          <p:spPr>
            <a:xfrm>
              <a:off x="7427700" y="34549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1" name="pt30141"/>
            <p:cNvSpPr/>
            <p:nvPr/>
          </p:nvSpPr>
          <p:spPr>
            <a:xfrm>
              <a:off x="7445953" y="2976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2" name="pt30142"/>
            <p:cNvSpPr/>
            <p:nvPr/>
          </p:nvSpPr>
          <p:spPr>
            <a:xfrm>
              <a:off x="7265454" y="32895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3" name="pt30143"/>
            <p:cNvSpPr/>
            <p:nvPr/>
          </p:nvSpPr>
          <p:spPr>
            <a:xfrm>
              <a:off x="7440092" y="3294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4" name="pt30144"/>
            <p:cNvSpPr/>
            <p:nvPr/>
          </p:nvSpPr>
          <p:spPr>
            <a:xfrm>
              <a:off x="7455437" y="3322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5" name="pt30145"/>
            <p:cNvSpPr/>
            <p:nvPr/>
          </p:nvSpPr>
          <p:spPr>
            <a:xfrm>
              <a:off x="7465423" y="3250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6" name="pt30146"/>
            <p:cNvSpPr/>
            <p:nvPr/>
          </p:nvSpPr>
          <p:spPr>
            <a:xfrm>
              <a:off x="7433966" y="3598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7" name="pt30147"/>
            <p:cNvSpPr/>
            <p:nvPr/>
          </p:nvSpPr>
          <p:spPr>
            <a:xfrm>
              <a:off x="7408483" y="3608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8" name="pt30148"/>
            <p:cNvSpPr/>
            <p:nvPr/>
          </p:nvSpPr>
          <p:spPr>
            <a:xfrm>
              <a:off x="7454113" y="3368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49" name="pt30149"/>
            <p:cNvSpPr/>
            <p:nvPr/>
          </p:nvSpPr>
          <p:spPr>
            <a:xfrm>
              <a:off x="7321039" y="3334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0" name="pt30150"/>
            <p:cNvSpPr/>
            <p:nvPr/>
          </p:nvSpPr>
          <p:spPr>
            <a:xfrm>
              <a:off x="7415950" y="3649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1" name="pt30151"/>
            <p:cNvSpPr/>
            <p:nvPr/>
          </p:nvSpPr>
          <p:spPr>
            <a:xfrm>
              <a:off x="7454843" y="3263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2" name="pt30152"/>
            <p:cNvSpPr/>
            <p:nvPr/>
          </p:nvSpPr>
          <p:spPr>
            <a:xfrm>
              <a:off x="7456656" y="32506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3" name="pt30153"/>
            <p:cNvSpPr/>
            <p:nvPr/>
          </p:nvSpPr>
          <p:spPr>
            <a:xfrm>
              <a:off x="7444347" y="33490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4" name="pt30154"/>
            <p:cNvSpPr/>
            <p:nvPr/>
          </p:nvSpPr>
          <p:spPr>
            <a:xfrm>
              <a:off x="7454044" y="3355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5" name="pt30155"/>
            <p:cNvSpPr/>
            <p:nvPr/>
          </p:nvSpPr>
          <p:spPr>
            <a:xfrm>
              <a:off x="7436305" y="3322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6" name="pt30156"/>
            <p:cNvSpPr/>
            <p:nvPr/>
          </p:nvSpPr>
          <p:spPr>
            <a:xfrm>
              <a:off x="7380649" y="3457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7" name="pt30157"/>
            <p:cNvSpPr/>
            <p:nvPr/>
          </p:nvSpPr>
          <p:spPr>
            <a:xfrm>
              <a:off x="7519469" y="3028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8" name="pt30158"/>
            <p:cNvSpPr/>
            <p:nvPr/>
          </p:nvSpPr>
          <p:spPr>
            <a:xfrm>
              <a:off x="7429751" y="3286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59" name="pt30159"/>
            <p:cNvSpPr/>
            <p:nvPr/>
          </p:nvSpPr>
          <p:spPr>
            <a:xfrm>
              <a:off x="7456696" y="3323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0" name="pt30160"/>
            <p:cNvSpPr/>
            <p:nvPr/>
          </p:nvSpPr>
          <p:spPr>
            <a:xfrm>
              <a:off x="7423005" y="3149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1" name="pt30161"/>
            <p:cNvSpPr/>
            <p:nvPr/>
          </p:nvSpPr>
          <p:spPr>
            <a:xfrm>
              <a:off x="7404880" y="32500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2" name="pt30162"/>
            <p:cNvSpPr/>
            <p:nvPr/>
          </p:nvSpPr>
          <p:spPr>
            <a:xfrm>
              <a:off x="7680270" y="3347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3" name="pt30163"/>
            <p:cNvSpPr/>
            <p:nvPr/>
          </p:nvSpPr>
          <p:spPr>
            <a:xfrm>
              <a:off x="7441652" y="3300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4" name="pt30164"/>
            <p:cNvSpPr/>
            <p:nvPr/>
          </p:nvSpPr>
          <p:spPr>
            <a:xfrm>
              <a:off x="7446919" y="3316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5" name="pt30165"/>
            <p:cNvSpPr/>
            <p:nvPr/>
          </p:nvSpPr>
          <p:spPr>
            <a:xfrm>
              <a:off x="7453926" y="2917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6" name="pt30166"/>
            <p:cNvSpPr/>
            <p:nvPr/>
          </p:nvSpPr>
          <p:spPr>
            <a:xfrm>
              <a:off x="7464124" y="3336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7" name="pt30167"/>
            <p:cNvSpPr/>
            <p:nvPr/>
          </p:nvSpPr>
          <p:spPr>
            <a:xfrm>
              <a:off x="7407561" y="3284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8" name="pt30168"/>
            <p:cNvSpPr/>
            <p:nvPr/>
          </p:nvSpPr>
          <p:spPr>
            <a:xfrm>
              <a:off x="7516721" y="31953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69" name="pt30169"/>
            <p:cNvSpPr/>
            <p:nvPr/>
          </p:nvSpPr>
          <p:spPr>
            <a:xfrm>
              <a:off x="7465855" y="3177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0" name="pt30170"/>
            <p:cNvSpPr/>
            <p:nvPr/>
          </p:nvSpPr>
          <p:spPr>
            <a:xfrm>
              <a:off x="7443911" y="3349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1" name="pt30171"/>
            <p:cNvSpPr/>
            <p:nvPr/>
          </p:nvSpPr>
          <p:spPr>
            <a:xfrm>
              <a:off x="7448742" y="3227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2" name="pt30172"/>
            <p:cNvSpPr/>
            <p:nvPr/>
          </p:nvSpPr>
          <p:spPr>
            <a:xfrm>
              <a:off x="7382137" y="3179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3" name="pt30173"/>
            <p:cNvSpPr/>
            <p:nvPr/>
          </p:nvSpPr>
          <p:spPr>
            <a:xfrm>
              <a:off x="7395384" y="3373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4" name="pt30174"/>
            <p:cNvSpPr/>
            <p:nvPr/>
          </p:nvSpPr>
          <p:spPr>
            <a:xfrm>
              <a:off x="7484067" y="3224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5" name="pt30175"/>
            <p:cNvSpPr/>
            <p:nvPr/>
          </p:nvSpPr>
          <p:spPr>
            <a:xfrm>
              <a:off x="7435126" y="35970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6" name="pt30176"/>
            <p:cNvSpPr/>
            <p:nvPr/>
          </p:nvSpPr>
          <p:spPr>
            <a:xfrm>
              <a:off x="7218520" y="32046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7" name="pt30177"/>
            <p:cNvSpPr/>
            <p:nvPr/>
          </p:nvSpPr>
          <p:spPr>
            <a:xfrm>
              <a:off x="7510140" y="3218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8" name="pt30178"/>
            <p:cNvSpPr/>
            <p:nvPr/>
          </p:nvSpPr>
          <p:spPr>
            <a:xfrm>
              <a:off x="7431404" y="3362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79" name="pt30179"/>
            <p:cNvSpPr/>
            <p:nvPr/>
          </p:nvSpPr>
          <p:spPr>
            <a:xfrm>
              <a:off x="7465021" y="3236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0" name="pt30180"/>
            <p:cNvSpPr/>
            <p:nvPr/>
          </p:nvSpPr>
          <p:spPr>
            <a:xfrm>
              <a:off x="7456391" y="3131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1" name="pt30181"/>
            <p:cNvSpPr/>
            <p:nvPr/>
          </p:nvSpPr>
          <p:spPr>
            <a:xfrm>
              <a:off x="7505864" y="3114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2" name="pt30182"/>
            <p:cNvSpPr/>
            <p:nvPr/>
          </p:nvSpPr>
          <p:spPr>
            <a:xfrm>
              <a:off x="7513963" y="3181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3" name="pt30183"/>
            <p:cNvSpPr/>
            <p:nvPr/>
          </p:nvSpPr>
          <p:spPr>
            <a:xfrm>
              <a:off x="7453541" y="3325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4" name="pt30184"/>
            <p:cNvSpPr/>
            <p:nvPr/>
          </p:nvSpPr>
          <p:spPr>
            <a:xfrm>
              <a:off x="7462965" y="3293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5" name="pt30185"/>
            <p:cNvSpPr/>
            <p:nvPr/>
          </p:nvSpPr>
          <p:spPr>
            <a:xfrm>
              <a:off x="7443419" y="3439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6" name="pt30186"/>
            <p:cNvSpPr/>
            <p:nvPr/>
          </p:nvSpPr>
          <p:spPr>
            <a:xfrm>
              <a:off x="7456621" y="3203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7" name="pt30187"/>
            <p:cNvSpPr/>
            <p:nvPr/>
          </p:nvSpPr>
          <p:spPr>
            <a:xfrm>
              <a:off x="7467037" y="33042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8" name="pt30188"/>
            <p:cNvSpPr/>
            <p:nvPr/>
          </p:nvSpPr>
          <p:spPr>
            <a:xfrm>
              <a:off x="7422852" y="34186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89" name="pt30189"/>
            <p:cNvSpPr/>
            <p:nvPr/>
          </p:nvSpPr>
          <p:spPr>
            <a:xfrm>
              <a:off x="7424887" y="3307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0" name="pt30190"/>
            <p:cNvSpPr/>
            <p:nvPr/>
          </p:nvSpPr>
          <p:spPr>
            <a:xfrm>
              <a:off x="7411104" y="3387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1" name="pt30191"/>
            <p:cNvSpPr/>
            <p:nvPr/>
          </p:nvSpPr>
          <p:spPr>
            <a:xfrm>
              <a:off x="7447798" y="3261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2" name="pt30192"/>
            <p:cNvSpPr/>
            <p:nvPr/>
          </p:nvSpPr>
          <p:spPr>
            <a:xfrm>
              <a:off x="7426381" y="3338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3" name="pt30193"/>
            <p:cNvSpPr/>
            <p:nvPr/>
          </p:nvSpPr>
          <p:spPr>
            <a:xfrm>
              <a:off x="7449072" y="3265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4" name="pt30194"/>
            <p:cNvSpPr/>
            <p:nvPr/>
          </p:nvSpPr>
          <p:spPr>
            <a:xfrm>
              <a:off x="7501903" y="3118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5" name="pt30195"/>
            <p:cNvSpPr/>
            <p:nvPr/>
          </p:nvSpPr>
          <p:spPr>
            <a:xfrm>
              <a:off x="7415849" y="3318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6" name="pt30196"/>
            <p:cNvSpPr/>
            <p:nvPr/>
          </p:nvSpPr>
          <p:spPr>
            <a:xfrm>
              <a:off x="7442347" y="3316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7" name="pt30197"/>
            <p:cNvSpPr/>
            <p:nvPr/>
          </p:nvSpPr>
          <p:spPr>
            <a:xfrm>
              <a:off x="7479078" y="3116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8" name="pt30198"/>
            <p:cNvSpPr/>
            <p:nvPr/>
          </p:nvSpPr>
          <p:spPr>
            <a:xfrm>
              <a:off x="7467257" y="3329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199" name="pt30199"/>
            <p:cNvSpPr/>
            <p:nvPr/>
          </p:nvSpPr>
          <p:spPr>
            <a:xfrm>
              <a:off x="7455117" y="2903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0" name="pt30200"/>
            <p:cNvSpPr/>
            <p:nvPr/>
          </p:nvSpPr>
          <p:spPr>
            <a:xfrm>
              <a:off x="7643166" y="279589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01" name="pt30201"/>
            <p:cNvSpPr/>
            <p:nvPr/>
          </p:nvSpPr>
          <p:spPr>
            <a:xfrm>
              <a:off x="7437109" y="3374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2" name="pt30202"/>
            <p:cNvSpPr/>
            <p:nvPr/>
          </p:nvSpPr>
          <p:spPr>
            <a:xfrm>
              <a:off x="7449979" y="3283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3" name="pt30203"/>
            <p:cNvSpPr/>
            <p:nvPr/>
          </p:nvSpPr>
          <p:spPr>
            <a:xfrm>
              <a:off x="7461451" y="3311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4" name="pt30204"/>
            <p:cNvSpPr/>
            <p:nvPr/>
          </p:nvSpPr>
          <p:spPr>
            <a:xfrm>
              <a:off x="7478742" y="3134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5" name="pt30205"/>
            <p:cNvSpPr/>
            <p:nvPr/>
          </p:nvSpPr>
          <p:spPr>
            <a:xfrm>
              <a:off x="7527422" y="30738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6" name="pt30206"/>
            <p:cNvSpPr/>
            <p:nvPr/>
          </p:nvSpPr>
          <p:spPr>
            <a:xfrm>
              <a:off x="7540591" y="316246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07" name="pt30207"/>
            <p:cNvSpPr/>
            <p:nvPr/>
          </p:nvSpPr>
          <p:spPr>
            <a:xfrm>
              <a:off x="7444176" y="3356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8" name="pt30208"/>
            <p:cNvSpPr/>
            <p:nvPr/>
          </p:nvSpPr>
          <p:spPr>
            <a:xfrm>
              <a:off x="7439681" y="3212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09" name="pt30209"/>
            <p:cNvSpPr/>
            <p:nvPr/>
          </p:nvSpPr>
          <p:spPr>
            <a:xfrm>
              <a:off x="7461676" y="3172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0" name="pt30210"/>
            <p:cNvSpPr/>
            <p:nvPr/>
          </p:nvSpPr>
          <p:spPr>
            <a:xfrm>
              <a:off x="7438686" y="3330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1" name="pt30211"/>
            <p:cNvSpPr/>
            <p:nvPr/>
          </p:nvSpPr>
          <p:spPr>
            <a:xfrm>
              <a:off x="7436570" y="3570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2" name="pt30212"/>
            <p:cNvSpPr/>
            <p:nvPr/>
          </p:nvSpPr>
          <p:spPr>
            <a:xfrm>
              <a:off x="7380814" y="3759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3" name="pt30213"/>
            <p:cNvSpPr/>
            <p:nvPr/>
          </p:nvSpPr>
          <p:spPr>
            <a:xfrm>
              <a:off x="7463736" y="32595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4" name="pt30214"/>
            <p:cNvSpPr/>
            <p:nvPr/>
          </p:nvSpPr>
          <p:spPr>
            <a:xfrm>
              <a:off x="7453648" y="3368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5" name="pt30215"/>
            <p:cNvSpPr/>
            <p:nvPr/>
          </p:nvSpPr>
          <p:spPr>
            <a:xfrm>
              <a:off x="7450314" y="3307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6" name="pt30216"/>
            <p:cNvSpPr/>
            <p:nvPr/>
          </p:nvSpPr>
          <p:spPr>
            <a:xfrm>
              <a:off x="7461847" y="3252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7" name="pt30217"/>
            <p:cNvSpPr/>
            <p:nvPr/>
          </p:nvSpPr>
          <p:spPr>
            <a:xfrm>
              <a:off x="7400255" y="3572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8" name="pt30218"/>
            <p:cNvSpPr/>
            <p:nvPr/>
          </p:nvSpPr>
          <p:spPr>
            <a:xfrm>
              <a:off x="7459654" y="3197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19" name="pt30219"/>
            <p:cNvSpPr/>
            <p:nvPr/>
          </p:nvSpPr>
          <p:spPr>
            <a:xfrm>
              <a:off x="7457182" y="3307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0" name="pt30220"/>
            <p:cNvSpPr/>
            <p:nvPr/>
          </p:nvSpPr>
          <p:spPr>
            <a:xfrm>
              <a:off x="7453899" y="33173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1" name="pt30221"/>
            <p:cNvSpPr/>
            <p:nvPr/>
          </p:nvSpPr>
          <p:spPr>
            <a:xfrm>
              <a:off x="7440724" y="3429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2" name="pt30222"/>
            <p:cNvSpPr/>
            <p:nvPr/>
          </p:nvSpPr>
          <p:spPr>
            <a:xfrm>
              <a:off x="7399087" y="3750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3" name="pt30223"/>
            <p:cNvSpPr/>
            <p:nvPr/>
          </p:nvSpPr>
          <p:spPr>
            <a:xfrm>
              <a:off x="7436406" y="3568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4" name="pt30224"/>
            <p:cNvSpPr/>
            <p:nvPr/>
          </p:nvSpPr>
          <p:spPr>
            <a:xfrm>
              <a:off x="7391615" y="3519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5" name="pt30225"/>
            <p:cNvSpPr/>
            <p:nvPr/>
          </p:nvSpPr>
          <p:spPr>
            <a:xfrm>
              <a:off x="7453376" y="3353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6" name="pt30226"/>
            <p:cNvSpPr/>
            <p:nvPr/>
          </p:nvSpPr>
          <p:spPr>
            <a:xfrm>
              <a:off x="7422448" y="3604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7" name="pt30227"/>
            <p:cNvSpPr/>
            <p:nvPr/>
          </p:nvSpPr>
          <p:spPr>
            <a:xfrm>
              <a:off x="7494090" y="31921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8" name="pt30228"/>
            <p:cNvSpPr/>
            <p:nvPr/>
          </p:nvSpPr>
          <p:spPr>
            <a:xfrm>
              <a:off x="7451527" y="3183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29" name="pt30229"/>
            <p:cNvSpPr/>
            <p:nvPr/>
          </p:nvSpPr>
          <p:spPr>
            <a:xfrm>
              <a:off x="7444216" y="3241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0" name="pt30230"/>
            <p:cNvSpPr/>
            <p:nvPr/>
          </p:nvSpPr>
          <p:spPr>
            <a:xfrm>
              <a:off x="7465661" y="32623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1" name="pt30231"/>
            <p:cNvSpPr/>
            <p:nvPr/>
          </p:nvSpPr>
          <p:spPr>
            <a:xfrm>
              <a:off x="7415231" y="3383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2" name="pt30232"/>
            <p:cNvSpPr/>
            <p:nvPr/>
          </p:nvSpPr>
          <p:spPr>
            <a:xfrm>
              <a:off x="7423099" y="35149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3" name="pt30233"/>
            <p:cNvSpPr/>
            <p:nvPr/>
          </p:nvSpPr>
          <p:spPr>
            <a:xfrm>
              <a:off x="7428366" y="3392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4" name="pt30234"/>
            <p:cNvSpPr/>
            <p:nvPr/>
          </p:nvSpPr>
          <p:spPr>
            <a:xfrm>
              <a:off x="7429543" y="3286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5" name="pt30235"/>
            <p:cNvSpPr/>
            <p:nvPr/>
          </p:nvSpPr>
          <p:spPr>
            <a:xfrm>
              <a:off x="7494743" y="3151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6" name="pt30236"/>
            <p:cNvSpPr/>
            <p:nvPr/>
          </p:nvSpPr>
          <p:spPr>
            <a:xfrm>
              <a:off x="7441747" y="30926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7" name="pt30237"/>
            <p:cNvSpPr/>
            <p:nvPr/>
          </p:nvSpPr>
          <p:spPr>
            <a:xfrm>
              <a:off x="7446130" y="3165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8" name="pt30238"/>
            <p:cNvSpPr/>
            <p:nvPr/>
          </p:nvSpPr>
          <p:spPr>
            <a:xfrm>
              <a:off x="7428657" y="3737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39" name="pt30239"/>
            <p:cNvSpPr/>
            <p:nvPr/>
          </p:nvSpPr>
          <p:spPr>
            <a:xfrm>
              <a:off x="7436928" y="32631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0" name="pt30240"/>
            <p:cNvSpPr/>
            <p:nvPr/>
          </p:nvSpPr>
          <p:spPr>
            <a:xfrm>
              <a:off x="7443727" y="3487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1" name="pt30241"/>
            <p:cNvSpPr/>
            <p:nvPr/>
          </p:nvSpPr>
          <p:spPr>
            <a:xfrm>
              <a:off x="7391166" y="3795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2" name="pt30242"/>
            <p:cNvSpPr/>
            <p:nvPr/>
          </p:nvSpPr>
          <p:spPr>
            <a:xfrm>
              <a:off x="7460708" y="3131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3" name="pt30243"/>
            <p:cNvSpPr/>
            <p:nvPr/>
          </p:nvSpPr>
          <p:spPr>
            <a:xfrm>
              <a:off x="7443053" y="3448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4" name="pt30244"/>
            <p:cNvSpPr/>
            <p:nvPr/>
          </p:nvSpPr>
          <p:spPr>
            <a:xfrm>
              <a:off x="6211663" y="380883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45" name="pt30245"/>
            <p:cNvSpPr/>
            <p:nvPr/>
          </p:nvSpPr>
          <p:spPr>
            <a:xfrm>
              <a:off x="7471088" y="3292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6" name="pt30246"/>
            <p:cNvSpPr/>
            <p:nvPr/>
          </p:nvSpPr>
          <p:spPr>
            <a:xfrm>
              <a:off x="7466059" y="34091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7" name="pt30247"/>
            <p:cNvSpPr/>
            <p:nvPr/>
          </p:nvSpPr>
          <p:spPr>
            <a:xfrm>
              <a:off x="7420431" y="32435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8" name="pt30248"/>
            <p:cNvSpPr/>
            <p:nvPr/>
          </p:nvSpPr>
          <p:spPr>
            <a:xfrm>
              <a:off x="7401236" y="3256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49" name="pt30249"/>
            <p:cNvSpPr/>
            <p:nvPr/>
          </p:nvSpPr>
          <p:spPr>
            <a:xfrm>
              <a:off x="7461531" y="32628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0" name="pt30250"/>
            <p:cNvSpPr/>
            <p:nvPr/>
          </p:nvSpPr>
          <p:spPr>
            <a:xfrm>
              <a:off x="7439474" y="3380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1" name="pt30251"/>
            <p:cNvSpPr/>
            <p:nvPr/>
          </p:nvSpPr>
          <p:spPr>
            <a:xfrm>
              <a:off x="7432646" y="3270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2" name="pt30252"/>
            <p:cNvSpPr/>
            <p:nvPr/>
          </p:nvSpPr>
          <p:spPr>
            <a:xfrm>
              <a:off x="7452303" y="3315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3" name="pt30253"/>
            <p:cNvSpPr/>
            <p:nvPr/>
          </p:nvSpPr>
          <p:spPr>
            <a:xfrm>
              <a:off x="7452702" y="3257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4" name="pt30254"/>
            <p:cNvSpPr/>
            <p:nvPr/>
          </p:nvSpPr>
          <p:spPr>
            <a:xfrm>
              <a:off x="7364246" y="3402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5" name="pt30255"/>
            <p:cNvSpPr/>
            <p:nvPr/>
          </p:nvSpPr>
          <p:spPr>
            <a:xfrm>
              <a:off x="7433129" y="3351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6" name="pt30256"/>
            <p:cNvSpPr/>
            <p:nvPr/>
          </p:nvSpPr>
          <p:spPr>
            <a:xfrm>
              <a:off x="7296145" y="36753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7" name="pt30257"/>
            <p:cNvSpPr/>
            <p:nvPr/>
          </p:nvSpPr>
          <p:spPr>
            <a:xfrm>
              <a:off x="7363418" y="4005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8" name="pt30258"/>
            <p:cNvSpPr/>
            <p:nvPr/>
          </p:nvSpPr>
          <p:spPr>
            <a:xfrm>
              <a:off x="7489281" y="3067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59" name="pt30259"/>
            <p:cNvSpPr/>
            <p:nvPr/>
          </p:nvSpPr>
          <p:spPr>
            <a:xfrm>
              <a:off x="7448478" y="3347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0" name="pt30260"/>
            <p:cNvSpPr/>
            <p:nvPr/>
          </p:nvSpPr>
          <p:spPr>
            <a:xfrm>
              <a:off x="7477908" y="3297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1" name="pt30261"/>
            <p:cNvSpPr/>
            <p:nvPr/>
          </p:nvSpPr>
          <p:spPr>
            <a:xfrm>
              <a:off x="7442959" y="37015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2" name="pt30262"/>
            <p:cNvSpPr/>
            <p:nvPr/>
          </p:nvSpPr>
          <p:spPr>
            <a:xfrm>
              <a:off x="7494228" y="3093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3" name="pt30263"/>
            <p:cNvSpPr/>
            <p:nvPr/>
          </p:nvSpPr>
          <p:spPr>
            <a:xfrm>
              <a:off x="7466298" y="31687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4" name="pt30264"/>
            <p:cNvSpPr/>
            <p:nvPr/>
          </p:nvSpPr>
          <p:spPr>
            <a:xfrm>
              <a:off x="7474081" y="32871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5" name="pt30265"/>
            <p:cNvSpPr/>
            <p:nvPr/>
          </p:nvSpPr>
          <p:spPr>
            <a:xfrm>
              <a:off x="7459704" y="3249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6" name="pt30266"/>
            <p:cNvSpPr/>
            <p:nvPr/>
          </p:nvSpPr>
          <p:spPr>
            <a:xfrm>
              <a:off x="7469389" y="32398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7" name="pt30267"/>
            <p:cNvSpPr/>
            <p:nvPr/>
          </p:nvSpPr>
          <p:spPr>
            <a:xfrm>
              <a:off x="7453833" y="3234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8" name="pt30268"/>
            <p:cNvSpPr/>
            <p:nvPr/>
          </p:nvSpPr>
          <p:spPr>
            <a:xfrm>
              <a:off x="7394534" y="3334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69" name="pt30269"/>
            <p:cNvSpPr/>
            <p:nvPr/>
          </p:nvSpPr>
          <p:spPr>
            <a:xfrm>
              <a:off x="7457059" y="3267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0" name="pt30270"/>
            <p:cNvSpPr/>
            <p:nvPr/>
          </p:nvSpPr>
          <p:spPr>
            <a:xfrm>
              <a:off x="7445560" y="32322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1" name="pt30271"/>
            <p:cNvSpPr/>
            <p:nvPr/>
          </p:nvSpPr>
          <p:spPr>
            <a:xfrm>
              <a:off x="7452630" y="3120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2" name="pt30272"/>
            <p:cNvSpPr/>
            <p:nvPr/>
          </p:nvSpPr>
          <p:spPr>
            <a:xfrm>
              <a:off x="7447523" y="3362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3" name="pt30273"/>
            <p:cNvSpPr/>
            <p:nvPr/>
          </p:nvSpPr>
          <p:spPr>
            <a:xfrm>
              <a:off x="7464237" y="3231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4" name="pt30274"/>
            <p:cNvSpPr/>
            <p:nvPr/>
          </p:nvSpPr>
          <p:spPr>
            <a:xfrm>
              <a:off x="7481722" y="30747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5" name="pt30275"/>
            <p:cNvSpPr/>
            <p:nvPr/>
          </p:nvSpPr>
          <p:spPr>
            <a:xfrm>
              <a:off x="7474130" y="3237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6" name="pt30276"/>
            <p:cNvSpPr/>
            <p:nvPr/>
          </p:nvSpPr>
          <p:spPr>
            <a:xfrm>
              <a:off x="7439334" y="3409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7" name="pt30277"/>
            <p:cNvSpPr/>
            <p:nvPr/>
          </p:nvSpPr>
          <p:spPr>
            <a:xfrm>
              <a:off x="7455136" y="3335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8" name="pt30278"/>
            <p:cNvSpPr/>
            <p:nvPr/>
          </p:nvSpPr>
          <p:spPr>
            <a:xfrm>
              <a:off x="7451770" y="3134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79" name="pt30279"/>
            <p:cNvSpPr/>
            <p:nvPr/>
          </p:nvSpPr>
          <p:spPr>
            <a:xfrm>
              <a:off x="7422796" y="3200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0" name="pt30280"/>
            <p:cNvSpPr/>
            <p:nvPr/>
          </p:nvSpPr>
          <p:spPr>
            <a:xfrm>
              <a:off x="7453671" y="3286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1" name="pt30281"/>
            <p:cNvSpPr/>
            <p:nvPr/>
          </p:nvSpPr>
          <p:spPr>
            <a:xfrm>
              <a:off x="7479678" y="3180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2" name="pt30282"/>
            <p:cNvSpPr/>
            <p:nvPr/>
          </p:nvSpPr>
          <p:spPr>
            <a:xfrm>
              <a:off x="7432158" y="3325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3" name="pt30283"/>
            <p:cNvSpPr/>
            <p:nvPr/>
          </p:nvSpPr>
          <p:spPr>
            <a:xfrm>
              <a:off x="7463801" y="3265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4" name="pt30284"/>
            <p:cNvSpPr/>
            <p:nvPr/>
          </p:nvSpPr>
          <p:spPr>
            <a:xfrm>
              <a:off x="7459588" y="3422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5" name="pt30285"/>
            <p:cNvSpPr/>
            <p:nvPr/>
          </p:nvSpPr>
          <p:spPr>
            <a:xfrm>
              <a:off x="7505818" y="3302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6" name="pt30286"/>
            <p:cNvSpPr/>
            <p:nvPr/>
          </p:nvSpPr>
          <p:spPr>
            <a:xfrm>
              <a:off x="7468086" y="33824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7" name="pt30287"/>
            <p:cNvSpPr/>
            <p:nvPr/>
          </p:nvSpPr>
          <p:spPr>
            <a:xfrm>
              <a:off x="7454902" y="32521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8" name="pt30288"/>
            <p:cNvSpPr/>
            <p:nvPr/>
          </p:nvSpPr>
          <p:spPr>
            <a:xfrm>
              <a:off x="7487711" y="3131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89" name="pt30289"/>
            <p:cNvSpPr/>
            <p:nvPr/>
          </p:nvSpPr>
          <p:spPr>
            <a:xfrm>
              <a:off x="7444941" y="3330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0" name="pt30290"/>
            <p:cNvSpPr/>
            <p:nvPr/>
          </p:nvSpPr>
          <p:spPr>
            <a:xfrm>
              <a:off x="7432800" y="32135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1" name="pt30291"/>
            <p:cNvSpPr/>
            <p:nvPr/>
          </p:nvSpPr>
          <p:spPr>
            <a:xfrm>
              <a:off x="7452231" y="3262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2" name="pt30292"/>
            <p:cNvSpPr/>
            <p:nvPr/>
          </p:nvSpPr>
          <p:spPr>
            <a:xfrm>
              <a:off x="7423945" y="3203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3" name="pt30293"/>
            <p:cNvSpPr/>
            <p:nvPr/>
          </p:nvSpPr>
          <p:spPr>
            <a:xfrm>
              <a:off x="7450504" y="32089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4" name="pt30294"/>
            <p:cNvSpPr/>
            <p:nvPr/>
          </p:nvSpPr>
          <p:spPr>
            <a:xfrm>
              <a:off x="7450767" y="3246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5" name="pt30295"/>
            <p:cNvSpPr/>
            <p:nvPr/>
          </p:nvSpPr>
          <p:spPr>
            <a:xfrm>
              <a:off x="7440376" y="3307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6" name="pt30296"/>
            <p:cNvSpPr/>
            <p:nvPr/>
          </p:nvSpPr>
          <p:spPr>
            <a:xfrm>
              <a:off x="7460937" y="31988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7" name="pt30297"/>
            <p:cNvSpPr/>
            <p:nvPr/>
          </p:nvSpPr>
          <p:spPr>
            <a:xfrm>
              <a:off x="7453984" y="32871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8" name="pt30298"/>
            <p:cNvSpPr/>
            <p:nvPr/>
          </p:nvSpPr>
          <p:spPr>
            <a:xfrm>
              <a:off x="7479066" y="3247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299" name="pt30299"/>
            <p:cNvSpPr/>
            <p:nvPr/>
          </p:nvSpPr>
          <p:spPr>
            <a:xfrm>
              <a:off x="7441900" y="32217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0" name="pt30300"/>
            <p:cNvSpPr/>
            <p:nvPr/>
          </p:nvSpPr>
          <p:spPr>
            <a:xfrm>
              <a:off x="7434846" y="3294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1" name="pt30301"/>
            <p:cNvSpPr/>
            <p:nvPr/>
          </p:nvSpPr>
          <p:spPr>
            <a:xfrm>
              <a:off x="7465300" y="3318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2" name="pt30302"/>
            <p:cNvSpPr/>
            <p:nvPr/>
          </p:nvSpPr>
          <p:spPr>
            <a:xfrm>
              <a:off x="7403786" y="3138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3" name="pt30303"/>
            <p:cNvSpPr/>
            <p:nvPr/>
          </p:nvSpPr>
          <p:spPr>
            <a:xfrm>
              <a:off x="7420134" y="3321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4" name="pt30304"/>
            <p:cNvSpPr/>
            <p:nvPr/>
          </p:nvSpPr>
          <p:spPr>
            <a:xfrm>
              <a:off x="7450622" y="33444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5" name="pt30305"/>
            <p:cNvSpPr/>
            <p:nvPr/>
          </p:nvSpPr>
          <p:spPr>
            <a:xfrm>
              <a:off x="7337299" y="30679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6" name="pt30306"/>
            <p:cNvSpPr/>
            <p:nvPr/>
          </p:nvSpPr>
          <p:spPr>
            <a:xfrm>
              <a:off x="7367940" y="3409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7" name="pt30307"/>
            <p:cNvSpPr/>
            <p:nvPr/>
          </p:nvSpPr>
          <p:spPr>
            <a:xfrm>
              <a:off x="7493437" y="3113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8" name="pt30308"/>
            <p:cNvSpPr/>
            <p:nvPr/>
          </p:nvSpPr>
          <p:spPr>
            <a:xfrm>
              <a:off x="7478928" y="3167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09" name="pt30309"/>
            <p:cNvSpPr/>
            <p:nvPr/>
          </p:nvSpPr>
          <p:spPr>
            <a:xfrm>
              <a:off x="7461292" y="2996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0" name="pt30310"/>
            <p:cNvSpPr/>
            <p:nvPr/>
          </p:nvSpPr>
          <p:spPr>
            <a:xfrm>
              <a:off x="7496480" y="32207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1" name="pt30311"/>
            <p:cNvSpPr/>
            <p:nvPr/>
          </p:nvSpPr>
          <p:spPr>
            <a:xfrm>
              <a:off x="7433833" y="3313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2" name="pt30312"/>
            <p:cNvSpPr/>
            <p:nvPr/>
          </p:nvSpPr>
          <p:spPr>
            <a:xfrm>
              <a:off x="7469221" y="3226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3" name="pt30313"/>
            <p:cNvSpPr/>
            <p:nvPr/>
          </p:nvSpPr>
          <p:spPr>
            <a:xfrm>
              <a:off x="7428310" y="3330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4" name="pt30314"/>
            <p:cNvSpPr/>
            <p:nvPr/>
          </p:nvSpPr>
          <p:spPr>
            <a:xfrm>
              <a:off x="7446406" y="3199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5" name="pt30315"/>
            <p:cNvSpPr/>
            <p:nvPr/>
          </p:nvSpPr>
          <p:spPr>
            <a:xfrm>
              <a:off x="7358403" y="34966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6" name="pt30316"/>
            <p:cNvSpPr/>
            <p:nvPr/>
          </p:nvSpPr>
          <p:spPr>
            <a:xfrm>
              <a:off x="7468825" y="3271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7" name="pt30317"/>
            <p:cNvSpPr/>
            <p:nvPr/>
          </p:nvSpPr>
          <p:spPr>
            <a:xfrm>
              <a:off x="7450293" y="3342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8" name="pt30318"/>
            <p:cNvSpPr/>
            <p:nvPr/>
          </p:nvSpPr>
          <p:spPr>
            <a:xfrm>
              <a:off x="7503140" y="3009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19" name="pt30319"/>
            <p:cNvSpPr/>
            <p:nvPr/>
          </p:nvSpPr>
          <p:spPr>
            <a:xfrm>
              <a:off x="7514367" y="3252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0" name="pt30320"/>
            <p:cNvSpPr/>
            <p:nvPr/>
          </p:nvSpPr>
          <p:spPr>
            <a:xfrm>
              <a:off x="7451446" y="3571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1" name="pt30321"/>
            <p:cNvSpPr/>
            <p:nvPr/>
          </p:nvSpPr>
          <p:spPr>
            <a:xfrm>
              <a:off x="7419536" y="35284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2" name="pt30322"/>
            <p:cNvSpPr/>
            <p:nvPr/>
          </p:nvSpPr>
          <p:spPr>
            <a:xfrm>
              <a:off x="7462094" y="28251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3" name="pt30323"/>
            <p:cNvSpPr/>
            <p:nvPr/>
          </p:nvSpPr>
          <p:spPr>
            <a:xfrm>
              <a:off x="7440158" y="3422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4" name="pt30324"/>
            <p:cNvSpPr/>
            <p:nvPr/>
          </p:nvSpPr>
          <p:spPr>
            <a:xfrm>
              <a:off x="7447849" y="33943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5" name="pt30325"/>
            <p:cNvSpPr/>
            <p:nvPr/>
          </p:nvSpPr>
          <p:spPr>
            <a:xfrm>
              <a:off x="7455568" y="3341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6" name="pt30326"/>
            <p:cNvSpPr/>
            <p:nvPr/>
          </p:nvSpPr>
          <p:spPr>
            <a:xfrm>
              <a:off x="7474738" y="3281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7" name="pt30327"/>
            <p:cNvSpPr/>
            <p:nvPr/>
          </p:nvSpPr>
          <p:spPr>
            <a:xfrm>
              <a:off x="7546354" y="3161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8" name="pt30328"/>
            <p:cNvSpPr/>
            <p:nvPr/>
          </p:nvSpPr>
          <p:spPr>
            <a:xfrm>
              <a:off x="7529922" y="3245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29" name="pt30329"/>
            <p:cNvSpPr/>
            <p:nvPr/>
          </p:nvSpPr>
          <p:spPr>
            <a:xfrm>
              <a:off x="7451524" y="3223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0" name="pt30330"/>
            <p:cNvSpPr/>
            <p:nvPr/>
          </p:nvSpPr>
          <p:spPr>
            <a:xfrm>
              <a:off x="7405317" y="3495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1" name="pt30331"/>
            <p:cNvSpPr/>
            <p:nvPr/>
          </p:nvSpPr>
          <p:spPr>
            <a:xfrm>
              <a:off x="7421159" y="3496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2" name="pt30332"/>
            <p:cNvSpPr/>
            <p:nvPr/>
          </p:nvSpPr>
          <p:spPr>
            <a:xfrm>
              <a:off x="7439031" y="33838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3" name="pt30333"/>
            <p:cNvSpPr/>
            <p:nvPr/>
          </p:nvSpPr>
          <p:spPr>
            <a:xfrm>
              <a:off x="7454632" y="3035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4" name="pt30334"/>
            <p:cNvSpPr/>
            <p:nvPr/>
          </p:nvSpPr>
          <p:spPr>
            <a:xfrm>
              <a:off x="7422798" y="3303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5" name="pt30335"/>
            <p:cNvSpPr/>
            <p:nvPr/>
          </p:nvSpPr>
          <p:spPr>
            <a:xfrm>
              <a:off x="7437656" y="32774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6" name="pt30336"/>
            <p:cNvSpPr/>
            <p:nvPr/>
          </p:nvSpPr>
          <p:spPr>
            <a:xfrm>
              <a:off x="7436718" y="3244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7" name="pt30337"/>
            <p:cNvSpPr/>
            <p:nvPr/>
          </p:nvSpPr>
          <p:spPr>
            <a:xfrm>
              <a:off x="7454142" y="34188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8" name="pt30338"/>
            <p:cNvSpPr/>
            <p:nvPr/>
          </p:nvSpPr>
          <p:spPr>
            <a:xfrm>
              <a:off x="7466053" y="32501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39" name="pt30339"/>
            <p:cNvSpPr/>
            <p:nvPr/>
          </p:nvSpPr>
          <p:spPr>
            <a:xfrm>
              <a:off x="7410792" y="3341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0" name="pt30340"/>
            <p:cNvSpPr/>
            <p:nvPr/>
          </p:nvSpPr>
          <p:spPr>
            <a:xfrm>
              <a:off x="7448587" y="3239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1" name="pt30341"/>
            <p:cNvSpPr/>
            <p:nvPr/>
          </p:nvSpPr>
          <p:spPr>
            <a:xfrm>
              <a:off x="7488753" y="31553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2" name="pt30342"/>
            <p:cNvSpPr/>
            <p:nvPr/>
          </p:nvSpPr>
          <p:spPr>
            <a:xfrm>
              <a:off x="7448462" y="3464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3" name="pt30343"/>
            <p:cNvSpPr/>
            <p:nvPr/>
          </p:nvSpPr>
          <p:spPr>
            <a:xfrm>
              <a:off x="7446225" y="3362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4" name="pt30344"/>
            <p:cNvSpPr/>
            <p:nvPr/>
          </p:nvSpPr>
          <p:spPr>
            <a:xfrm>
              <a:off x="7456173" y="3531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5" name="pt30345"/>
            <p:cNvSpPr/>
            <p:nvPr/>
          </p:nvSpPr>
          <p:spPr>
            <a:xfrm>
              <a:off x="7411364" y="34071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6" name="pt30346"/>
            <p:cNvSpPr/>
            <p:nvPr/>
          </p:nvSpPr>
          <p:spPr>
            <a:xfrm>
              <a:off x="7425587" y="3597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7" name="pt30347"/>
            <p:cNvSpPr/>
            <p:nvPr/>
          </p:nvSpPr>
          <p:spPr>
            <a:xfrm>
              <a:off x="7444520" y="3315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8" name="pt30348"/>
            <p:cNvSpPr/>
            <p:nvPr/>
          </p:nvSpPr>
          <p:spPr>
            <a:xfrm>
              <a:off x="7428937" y="3271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49" name="pt30349"/>
            <p:cNvSpPr/>
            <p:nvPr/>
          </p:nvSpPr>
          <p:spPr>
            <a:xfrm>
              <a:off x="7423008" y="3309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0" name="pt30350"/>
            <p:cNvSpPr/>
            <p:nvPr/>
          </p:nvSpPr>
          <p:spPr>
            <a:xfrm>
              <a:off x="7430868" y="3460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1" name="pt30351"/>
            <p:cNvSpPr/>
            <p:nvPr/>
          </p:nvSpPr>
          <p:spPr>
            <a:xfrm>
              <a:off x="7439473" y="3227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2" name="pt30352"/>
            <p:cNvSpPr/>
            <p:nvPr/>
          </p:nvSpPr>
          <p:spPr>
            <a:xfrm>
              <a:off x="7437112" y="3190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3" name="pt30353"/>
            <p:cNvSpPr/>
            <p:nvPr/>
          </p:nvSpPr>
          <p:spPr>
            <a:xfrm>
              <a:off x="7430453" y="3604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4" name="pt30354"/>
            <p:cNvSpPr/>
            <p:nvPr/>
          </p:nvSpPr>
          <p:spPr>
            <a:xfrm>
              <a:off x="7430123" y="3336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5" name="pt30355"/>
            <p:cNvSpPr/>
            <p:nvPr/>
          </p:nvSpPr>
          <p:spPr>
            <a:xfrm>
              <a:off x="7445745" y="3069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6" name="pt30356"/>
            <p:cNvSpPr/>
            <p:nvPr/>
          </p:nvSpPr>
          <p:spPr>
            <a:xfrm>
              <a:off x="7403481" y="3873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7" name="pt30357"/>
            <p:cNvSpPr/>
            <p:nvPr/>
          </p:nvSpPr>
          <p:spPr>
            <a:xfrm>
              <a:off x="7470924" y="3272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8" name="pt30358"/>
            <p:cNvSpPr/>
            <p:nvPr/>
          </p:nvSpPr>
          <p:spPr>
            <a:xfrm>
              <a:off x="7420093" y="3296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59" name="pt30359"/>
            <p:cNvSpPr/>
            <p:nvPr/>
          </p:nvSpPr>
          <p:spPr>
            <a:xfrm>
              <a:off x="7415580" y="3309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0" name="pt30360"/>
            <p:cNvSpPr/>
            <p:nvPr/>
          </p:nvSpPr>
          <p:spPr>
            <a:xfrm>
              <a:off x="7437726" y="35547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1" name="pt30361"/>
            <p:cNvSpPr/>
            <p:nvPr/>
          </p:nvSpPr>
          <p:spPr>
            <a:xfrm>
              <a:off x="7449033" y="2982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2" name="pt30362"/>
            <p:cNvSpPr/>
            <p:nvPr/>
          </p:nvSpPr>
          <p:spPr>
            <a:xfrm>
              <a:off x="7479550" y="33041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3" name="pt30363"/>
            <p:cNvSpPr/>
            <p:nvPr/>
          </p:nvSpPr>
          <p:spPr>
            <a:xfrm>
              <a:off x="7429399" y="3285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4" name="pt30364"/>
            <p:cNvSpPr/>
            <p:nvPr/>
          </p:nvSpPr>
          <p:spPr>
            <a:xfrm>
              <a:off x="7598199" y="304689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65" name="pt30365"/>
            <p:cNvSpPr/>
            <p:nvPr/>
          </p:nvSpPr>
          <p:spPr>
            <a:xfrm>
              <a:off x="7454423" y="3200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6" name="pt30366"/>
            <p:cNvSpPr/>
            <p:nvPr/>
          </p:nvSpPr>
          <p:spPr>
            <a:xfrm>
              <a:off x="7454696" y="3314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7" name="pt30367"/>
            <p:cNvSpPr/>
            <p:nvPr/>
          </p:nvSpPr>
          <p:spPr>
            <a:xfrm>
              <a:off x="7426213" y="3325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8" name="pt30368"/>
            <p:cNvSpPr/>
            <p:nvPr/>
          </p:nvSpPr>
          <p:spPr>
            <a:xfrm>
              <a:off x="7514595" y="2995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69" name="pt30369"/>
            <p:cNvSpPr/>
            <p:nvPr/>
          </p:nvSpPr>
          <p:spPr>
            <a:xfrm>
              <a:off x="7423433" y="3393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0" name="pt30370"/>
            <p:cNvSpPr/>
            <p:nvPr/>
          </p:nvSpPr>
          <p:spPr>
            <a:xfrm>
              <a:off x="7451509" y="33778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1" name="pt30371"/>
            <p:cNvSpPr/>
            <p:nvPr/>
          </p:nvSpPr>
          <p:spPr>
            <a:xfrm>
              <a:off x="7452705" y="34047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2" name="pt30372"/>
            <p:cNvSpPr/>
            <p:nvPr/>
          </p:nvSpPr>
          <p:spPr>
            <a:xfrm>
              <a:off x="7250565" y="3489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3" name="pt30373"/>
            <p:cNvSpPr/>
            <p:nvPr/>
          </p:nvSpPr>
          <p:spPr>
            <a:xfrm>
              <a:off x="7436046" y="33811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4" name="pt30374"/>
            <p:cNvSpPr/>
            <p:nvPr/>
          </p:nvSpPr>
          <p:spPr>
            <a:xfrm>
              <a:off x="7433366" y="32490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5" name="pt30375"/>
            <p:cNvSpPr/>
            <p:nvPr/>
          </p:nvSpPr>
          <p:spPr>
            <a:xfrm>
              <a:off x="7432589" y="3621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6" name="pt30376"/>
            <p:cNvSpPr/>
            <p:nvPr/>
          </p:nvSpPr>
          <p:spPr>
            <a:xfrm>
              <a:off x="7474723" y="3286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7" name="pt30377"/>
            <p:cNvSpPr/>
            <p:nvPr/>
          </p:nvSpPr>
          <p:spPr>
            <a:xfrm>
              <a:off x="7434217" y="3272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8" name="pt30378"/>
            <p:cNvSpPr/>
            <p:nvPr/>
          </p:nvSpPr>
          <p:spPr>
            <a:xfrm>
              <a:off x="7478022" y="3198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79" name="pt30379"/>
            <p:cNvSpPr/>
            <p:nvPr/>
          </p:nvSpPr>
          <p:spPr>
            <a:xfrm>
              <a:off x="7474220" y="31722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0" name="pt30380"/>
            <p:cNvSpPr/>
            <p:nvPr/>
          </p:nvSpPr>
          <p:spPr>
            <a:xfrm>
              <a:off x="7451029" y="33542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1" name="pt30381"/>
            <p:cNvSpPr/>
            <p:nvPr/>
          </p:nvSpPr>
          <p:spPr>
            <a:xfrm>
              <a:off x="7441790" y="3241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2" name="pt30382"/>
            <p:cNvSpPr/>
            <p:nvPr/>
          </p:nvSpPr>
          <p:spPr>
            <a:xfrm>
              <a:off x="7516019" y="31366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3" name="pt30383"/>
            <p:cNvSpPr/>
            <p:nvPr/>
          </p:nvSpPr>
          <p:spPr>
            <a:xfrm>
              <a:off x="7459231" y="3315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4" name="pt30384"/>
            <p:cNvSpPr/>
            <p:nvPr/>
          </p:nvSpPr>
          <p:spPr>
            <a:xfrm>
              <a:off x="7351921" y="36735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5" name="pt30385"/>
            <p:cNvSpPr/>
            <p:nvPr/>
          </p:nvSpPr>
          <p:spPr>
            <a:xfrm>
              <a:off x="7461177" y="32195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6" name="pt30386"/>
            <p:cNvSpPr/>
            <p:nvPr/>
          </p:nvSpPr>
          <p:spPr>
            <a:xfrm>
              <a:off x="7441067" y="3807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7" name="pt30387"/>
            <p:cNvSpPr/>
            <p:nvPr/>
          </p:nvSpPr>
          <p:spPr>
            <a:xfrm>
              <a:off x="7478126" y="3004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8" name="pt30388"/>
            <p:cNvSpPr/>
            <p:nvPr/>
          </p:nvSpPr>
          <p:spPr>
            <a:xfrm>
              <a:off x="7480010" y="3095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89" name="pt30389"/>
            <p:cNvSpPr/>
            <p:nvPr/>
          </p:nvSpPr>
          <p:spPr>
            <a:xfrm>
              <a:off x="7469243" y="3254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0" name="pt30390"/>
            <p:cNvSpPr/>
            <p:nvPr/>
          </p:nvSpPr>
          <p:spPr>
            <a:xfrm>
              <a:off x="7523027" y="30160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1" name="pt30391"/>
            <p:cNvSpPr/>
            <p:nvPr/>
          </p:nvSpPr>
          <p:spPr>
            <a:xfrm>
              <a:off x="7488555" y="2906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2" name="pt30392"/>
            <p:cNvSpPr/>
            <p:nvPr/>
          </p:nvSpPr>
          <p:spPr>
            <a:xfrm>
              <a:off x="6562403" y="3269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3" name="pt30393"/>
            <p:cNvSpPr/>
            <p:nvPr/>
          </p:nvSpPr>
          <p:spPr>
            <a:xfrm>
              <a:off x="7427388" y="3317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4" name="pt30394"/>
            <p:cNvSpPr/>
            <p:nvPr/>
          </p:nvSpPr>
          <p:spPr>
            <a:xfrm>
              <a:off x="7398706" y="3372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5" name="pt30395"/>
            <p:cNvSpPr/>
            <p:nvPr/>
          </p:nvSpPr>
          <p:spPr>
            <a:xfrm>
              <a:off x="7461704" y="32241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6" name="pt30396"/>
            <p:cNvSpPr/>
            <p:nvPr/>
          </p:nvSpPr>
          <p:spPr>
            <a:xfrm>
              <a:off x="7481645" y="3311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7" name="pt30397"/>
            <p:cNvSpPr/>
            <p:nvPr/>
          </p:nvSpPr>
          <p:spPr>
            <a:xfrm>
              <a:off x="7502402" y="32357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8" name="pt30398"/>
            <p:cNvSpPr/>
            <p:nvPr/>
          </p:nvSpPr>
          <p:spPr>
            <a:xfrm>
              <a:off x="7441948" y="3251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399" name="pt30399"/>
            <p:cNvSpPr/>
            <p:nvPr/>
          </p:nvSpPr>
          <p:spPr>
            <a:xfrm>
              <a:off x="7415681" y="38342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0" name="pt30400"/>
            <p:cNvSpPr/>
            <p:nvPr/>
          </p:nvSpPr>
          <p:spPr>
            <a:xfrm>
              <a:off x="7441100" y="33296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1" name="pt30401"/>
            <p:cNvSpPr/>
            <p:nvPr/>
          </p:nvSpPr>
          <p:spPr>
            <a:xfrm>
              <a:off x="7354103" y="3304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2" name="pt30402"/>
            <p:cNvSpPr/>
            <p:nvPr/>
          </p:nvSpPr>
          <p:spPr>
            <a:xfrm>
              <a:off x="7422239" y="3300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3" name="pt30403"/>
            <p:cNvSpPr/>
            <p:nvPr/>
          </p:nvSpPr>
          <p:spPr>
            <a:xfrm>
              <a:off x="7370705" y="3722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4" name="pt30404"/>
            <p:cNvSpPr/>
            <p:nvPr/>
          </p:nvSpPr>
          <p:spPr>
            <a:xfrm>
              <a:off x="7487168" y="3192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5" name="pt30405"/>
            <p:cNvSpPr/>
            <p:nvPr/>
          </p:nvSpPr>
          <p:spPr>
            <a:xfrm>
              <a:off x="7444228" y="32004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6" name="pt30406"/>
            <p:cNvSpPr/>
            <p:nvPr/>
          </p:nvSpPr>
          <p:spPr>
            <a:xfrm>
              <a:off x="7450724" y="3267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7" name="pt30407"/>
            <p:cNvSpPr/>
            <p:nvPr/>
          </p:nvSpPr>
          <p:spPr>
            <a:xfrm>
              <a:off x="7438564" y="3354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8" name="pt30408"/>
            <p:cNvSpPr/>
            <p:nvPr/>
          </p:nvSpPr>
          <p:spPr>
            <a:xfrm>
              <a:off x="7483652" y="3077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09" name="pt30409"/>
            <p:cNvSpPr/>
            <p:nvPr/>
          </p:nvSpPr>
          <p:spPr>
            <a:xfrm>
              <a:off x="7461798" y="3162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0" name="pt30410"/>
            <p:cNvSpPr/>
            <p:nvPr/>
          </p:nvSpPr>
          <p:spPr>
            <a:xfrm>
              <a:off x="7439180" y="3321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1" name="pt30411"/>
            <p:cNvSpPr/>
            <p:nvPr/>
          </p:nvSpPr>
          <p:spPr>
            <a:xfrm>
              <a:off x="7475295" y="3320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2" name="pt30412"/>
            <p:cNvSpPr/>
            <p:nvPr/>
          </p:nvSpPr>
          <p:spPr>
            <a:xfrm>
              <a:off x="7455284" y="3122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3" name="pt30413"/>
            <p:cNvSpPr/>
            <p:nvPr/>
          </p:nvSpPr>
          <p:spPr>
            <a:xfrm>
              <a:off x="7425471" y="3339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4" name="pt30414"/>
            <p:cNvSpPr/>
            <p:nvPr/>
          </p:nvSpPr>
          <p:spPr>
            <a:xfrm>
              <a:off x="7443911" y="35129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5" name="pt30415"/>
            <p:cNvSpPr/>
            <p:nvPr/>
          </p:nvSpPr>
          <p:spPr>
            <a:xfrm>
              <a:off x="7421437" y="3423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6" name="pt30416"/>
            <p:cNvSpPr/>
            <p:nvPr/>
          </p:nvSpPr>
          <p:spPr>
            <a:xfrm>
              <a:off x="7413938" y="32550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7" name="pt30417"/>
            <p:cNvSpPr/>
            <p:nvPr/>
          </p:nvSpPr>
          <p:spPr>
            <a:xfrm>
              <a:off x="7455082" y="3241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8" name="pt30418"/>
            <p:cNvSpPr/>
            <p:nvPr/>
          </p:nvSpPr>
          <p:spPr>
            <a:xfrm>
              <a:off x="7447751" y="3425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19" name="pt30419"/>
            <p:cNvSpPr/>
            <p:nvPr/>
          </p:nvSpPr>
          <p:spPr>
            <a:xfrm>
              <a:off x="7455974" y="31603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0" name="pt30420"/>
            <p:cNvSpPr/>
            <p:nvPr/>
          </p:nvSpPr>
          <p:spPr>
            <a:xfrm>
              <a:off x="7426319" y="3325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1" name="pt30421"/>
            <p:cNvSpPr/>
            <p:nvPr/>
          </p:nvSpPr>
          <p:spPr>
            <a:xfrm>
              <a:off x="7426163" y="32534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2" name="pt30422"/>
            <p:cNvSpPr/>
            <p:nvPr/>
          </p:nvSpPr>
          <p:spPr>
            <a:xfrm>
              <a:off x="7440905" y="3229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3" name="pt30423"/>
            <p:cNvSpPr/>
            <p:nvPr/>
          </p:nvSpPr>
          <p:spPr>
            <a:xfrm>
              <a:off x="7421394" y="33143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4" name="pt30424"/>
            <p:cNvSpPr/>
            <p:nvPr/>
          </p:nvSpPr>
          <p:spPr>
            <a:xfrm>
              <a:off x="7436636" y="3279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5" name="pt30425"/>
            <p:cNvSpPr/>
            <p:nvPr/>
          </p:nvSpPr>
          <p:spPr>
            <a:xfrm>
              <a:off x="7456890" y="3310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6" name="pt30426"/>
            <p:cNvSpPr/>
            <p:nvPr/>
          </p:nvSpPr>
          <p:spPr>
            <a:xfrm>
              <a:off x="7469166" y="32953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7" name="pt30427"/>
            <p:cNvSpPr/>
            <p:nvPr/>
          </p:nvSpPr>
          <p:spPr>
            <a:xfrm>
              <a:off x="7449471" y="3302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8" name="pt30428"/>
            <p:cNvSpPr/>
            <p:nvPr/>
          </p:nvSpPr>
          <p:spPr>
            <a:xfrm>
              <a:off x="7448239" y="3328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29" name="pt30429"/>
            <p:cNvSpPr/>
            <p:nvPr/>
          </p:nvSpPr>
          <p:spPr>
            <a:xfrm>
              <a:off x="7428776" y="3493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0" name="pt30430"/>
            <p:cNvSpPr/>
            <p:nvPr/>
          </p:nvSpPr>
          <p:spPr>
            <a:xfrm>
              <a:off x="7415082" y="3657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1" name="pt30431"/>
            <p:cNvSpPr/>
            <p:nvPr/>
          </p:nvSpPr>
          <p:spPr>
            <a:xfrm>
              <a:off x="7344303" y="3612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2" name="pt30432"/>
            <p:cNvSpPr/>
            <p:nvPr/>
          </p:nvSpPr>
          <p:spPr>
            <a:xfrm>
              <a:off x="7453654" y="33891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3" name="pt30433"/>
            <p:cNvSpPr/>
            <p:nvPr/>
          </p:nvSpPr>
          <p:spPr>
            <a:xfrm>
              <a:off x="7453417" y="3446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4" name="pt30434"/>
            <p:cNvSpPr/>
            <p:nvPr/>
          </p:nvSpPr>
          <p:spPr>
            <a:xfrm>
              <a:off x="7410774" y="3470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5" name="pt30435"/>
            <p:cNvSpPr/>
            <p:nvPr/>
          </p:nvSpPr>
          <p:spPr>
            <a:xfrm>
              <a:off x="7436167" y="3070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6" name="pt30436"/>
            <p:cNvSpPr/>
            <p:nvPr/>
          </p:nvSpPr>
          <p:spPr>
            <a:xfrm>
              <a:off x="7502414" y="32867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7" name="pt30437"/>
            <p:cNvSpPr/>
            <p:nvPr/>
          </p:nvSpPr>
          <p:spPr>
            <a:xfrm>
              <a:off x="7423267" y="3589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8" name="pt30438"/>
            <p:cNvSpPr/>
            <p:nvPr/>
          </p:nvSpPr>
          <p:spPr>
            <a:xfrm>
              <a:off x="7423785" y="3323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39" name="pt30439"/>
            <p:cNvSpPr/>
            <p:nvPr/>
          </p:nvSpPr>
          <p:spPr>
            <a:xfrm>
              <a:off x="7360738" y="40947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0" name="pt30440"/>
            <p:cNvSpPr/>
            <p:nvPr/>
          </p:nvSpPr>
          <p:spPr>
            <a:xfrm>
              <a:off x="7427477" y="3264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1" name="pt30441"/>
            <p:cNvSpPr/>
            <p:nvPr/>
          </p:nvSpPr>
          <p:spPr>
            <a:xfrm>
              <a:off x="7476805" y="3280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2" name="pt30442"/>
            <p:cNvSpPr/>
            <p:nvPr/>
          </p:nvSpPr>
          <p:spPr>
            <a:xfrm>
              <a:off x="7483695" y="3281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3" name="pt30443"/>
            <p:cNvSpPr/>
            <p:nvPr/>
          </p:nvSpPr>
          <p:spPr>
            <a:xfrm>
              <a:off x="7413273" y="32271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4" name="pt30444"/>
            <p:cNvSpPr/>
            <p:nvPr/>
          </p:nvSpPr>
          <p:spPr>
            <a:xfrm>
              <a:off x="7439207" y="33273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5" name="pt30445"/>
            <p:cNvSpPr/>
            <p:nvPr/>
          </p:nvSpPr>
          <p:spPr>
            <a:xfrm>
              <a:off x="7476652" y="3329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6" name="pt30446"/>
            <p:cNvSpPr/>
            <p:nvPr/>
          </p:nvSpPr>
          <p:spPr>
            <a:xfrm>
              <a:off x="7443717" y="31811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7" name="pt30447"/>
            <p:cNvSpPr/>
            <p:nvPr/>
          </p:nvSpPr>
          <p:spPr>
            <a:xfrm>
              <a:off x="7439609" y="3216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8" name="pt30448"/>
            <p:cNvSpPr/>
            <p:nvPr/>
          </p:nvSpPr>
          <p:spPr>
            <a:xfrm>
              <a:off x="7326754" y="32491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49" name="pt30449"/>
            <p:cNvSpPr/>
            <p:nvPr/>
          </p:nvSpPr>
          <p:spPr>
            <a:xfrm>
              <a:off x="7450943" y="32184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0" name="pt30450"/>
            <p:cNvSpPr/>
            <p:nvPr/>
          </p:nvSpPr>
          <p:spPr>
            <a:xfrm>
              <a:off x="7434481" y="32080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1" name="pt30451"/>
            <p:cNvSpPr/>
            <p:nvPr/>
          </p:nvSpPr>
          <p:spPr>
            <a:xfrm>
              <a:off x="7446237" y="3292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2" name="pt30452"/>
            <p:cNvSpPr/>
            <p:nvPr/>
          </p:nvSpPr>
          <p:spPr>
            <a:xfrm>
              <a:off x="7424834" y="3173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3" name="pt30453"/>
            <p:cNvSpPr/>
            <p:nvPr/>
          </p:nvSpPr>
          <p:spPr>
            <a:xfrm>
              <a:off x="7431891" y="3380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4" name="pt30454"/>
            <p:cNvSpPr/>
            <p:nvPr/>
          </p:nvSpPr>
          <p:spPr>
            <a:xfrm>
              <a:off x="7478704" y="31472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5" name="pt30455"/>
            <p:cNvSpPr/>
            <p:nvPr/>
          </p:nvSpPr>
          <p:spPr>
            <a:xfrm>
              <a:off x="7484561" y="3135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6" name="pt30456"/>
            <p:cNvSpPr/>
            <p:nvPr/>
          </p:nvSpPr>
          <p:spPr>
            <a:xfrm>
              <a:off x="7465952" y="3304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7" name="pt30457"/>
            <p:cNvSpPr/>
            <p:nvPr/>
          </p:nvSpPr>
          <p:spPr>
            <a:xfrm>
              <a:off x="7355823" y="3553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8" name="pt30458"/>
            <p:cNvSpPr/>
            <p:nvPr/>
          </p:nvSpPr>
          <p:spPr>
            <a:xfrm>
              <a:off x="7460050" y="33051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59" name="pt30459"/>
            <p:cNvSpPr/>
            <p:nvPr/>
          </p:nvSpPr>
          <p:spPr>
            <a:xfrm>
              <a:off x="7457468" y="3312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0" name="pt30460"/>
            <p:cNvSpPr/>
            <p:nvPr/>
          </p:nvSpPr>
          <p:spPr>
            <a:xfrm>
              <a:off x="7485775" y="3077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1" name="pt30461"/>
            <p:cNvSpPr/>
            <p:nvPr/>
          </p:nvSpPr>
          <p:spPr>
            <a:xfrm>
              <a:off x="7392169" y="3208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2" name="pt30462"/>
            <p:cNvSpPr/>
            <p:nvPr/>
          </p:nvSpPr>
          <p:spPr>
            <a:xfrm>
              <a:off x="7430210" y="33593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3" name="pt30463"/>
            <p:cNvSpPr/>
            <p:nvPr/>
          </p:nvSpPr>
          <p:spPr>
            <a:xfrm>
              <a:off x="7449114" y="3234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4" name="pt30464"/>
            <p:cNvSpPr/>
            <p:nvPr/>
          </p:nvSpPr>
          <p:spPr>
            <a:xfrm>
              <a:off x="7454778" y="3411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5" name="pt30465"/>
            <p:cNvSpPr/>
            <p:nvPr/>
          </p:nvSpPr>
          <p:spPr>
            <a:xfrm>
              <a:off x="7452519" y="34127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6" name="pt30466"/>
            <p:cNvSpPr/>
            <p:nvPr/>
          </p:nvSpPr>
          <p:spPr>
            <a:xfrm>
              <a:off x="7490891" y="3276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7" name="pt30467"/>
            <p:cNvSpPr/>
            <p:nvPr/>
          </p:nvSpPr>
          <p:spPr>
            <a:xfrm>
              <a:off x="7456453" y="3307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8" name="pt30468"/>
            <p:cNvSpPr/>
            <p:nvPr/>
          </p:nvSpPr>
          <p:spPr>
            <a:xfrm>
              <a:off x="7435543" y="30404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69" name="pt30469"/>
            <p:cNvSpPr/>
            <p:nvPr/>
          </p:nvSpPr>
          <p:spPr>
            <a:xfrm>
              <a:off x="7426989" y="3540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0" name="pt30470"/>
            <p:cNvSpPr/>
            <p:nvPr/>
          </p:nvSpPr>
          <p:spPr>
            <a:xfrm>
              <a:off x="7430240" y="32583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1" name="pt30471"/>
            <p:cNvSpPr/>
            <p:nvPr/>
          </p:nvSpPr>
          <p:spPr>
            <a:xfrm>
              <a:off x="7418211" y="3339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2" name="pt30472"/>
            <p:cNvSpPr/>
            <p:nvPr/>
          </p:nvSpPr>
          <p:spPr>
            <a:xfrm>
              <a:off x="7508865" y="3134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3" name="pt30473"/>
            <p:cNvSpPr/>
            <p:nvPr/>
          </p:nvSpPr>
          <p:spPr>
            <a:xfrm>
              <a:off x="7490692" y="3144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4" name="pt30474"/>
            <p:cNvSpPr/>
            <p:nvPr/>
          </p:nvSpPr>
          <p:spPr>
            <a:xfrm>
              <a:off x="7446209" y="36404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5" name="pt30475"/>
            <p:cNvSpPr/>
            <p:nvPr/>
          </p:nvSpPr>
          <p:spPr>
            <a:xfrm>
              <a:off x="7423300" y="3136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6" name="pt30476"/>
            <p:cNvSpPr/>
            <p:nvPr/>
          </p:nvSpPr>
          <p:spPr>
            <a:xfrm>
              <a:off x="7450351" y="3154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7" name="pt30477"/>
            <p:cNvSpPr/>
            <p:nvPr/>
          </p:nvSpPr>
          <p:spPr>
            <a:xfrm>
              <a:off x="7455534" y="31164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8" name="pt30478"/>
            <p:cNvSpPr/>
            <p:nvPr/>
          </p:nvSpPr>
          <p:spPr>
            <a:xfrm>
              <a:off x="7483700" y="3279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79" name="pt30479"/>
            <p:cNvSpPr/>
            <p:nvPr/>
          </p:nvSpPr>
          <p:spPr>
            <a:xfrm>
              <a:off x="7424368" y="3482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0" name="pt30480"/>
            <p:cNvSpPr/>
            <p:nvPr/>
          </p:nvSpPr>
          <p:spPr>
            <a:xfrm>
              <a:off x="7448495" y="35521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1" name="pt30481"/>
            <p:cNvSpPr/>
            <p:nvPr/>
          </p:nvSpPr>
          <p:spPr>
            <a:xfrm>
              <a:off x="7404851" y="3319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2" name="pt30482"/>
            <p:cNvSpPr/>
            <p:nvPr/>
          </p:nvSpPr>
          <p:spPr>
            <a:xfrm>
              <a:off x="7418671" y="3139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3" name="pt30483"/>
            <p:cNvSpPr/>
            <p:nvPr/>
          </p:nvSpPr>
          <p:spPr>
            <a:xfrm>
              <a:off x="7477968" y="3235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4" name="pt30484"/>
            <p:cNvSpPr/>
            <p:nvPr/>
          </p:nvSpPr>
          <p:spPr>
            <a:xfrm>
              <a:off x="7412385" y="3528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5" name="pt30485"/>
            <p:cNvSpPr/>
            <p:nvPr/>
          </p:nvSpPr>
          <p:spPr>
            <a:xfrm>
              <a:off x="7454221" y="3301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6" name="pt30486"/>
            <p:cNvSpPr/>
            <p:nvPr/>
          </p:nvSpPr>
          <p:spPr>
            <a:xfrm>
              <a:off x="7444680" y="3328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7" name="pt30487"/>
            <p:cNvSpPr/>
            <p:nvPr/>
          </p:nvSpPr>
          <p:spPr>
            <a:xfrm>
              <a:off x="7474863" y="31706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8" name="pt30488"/>
            <p:cNvSpPr/>
            <p:nvPr/>
          </p:nvSpPr>
          <p:spPr>
            <a:xfrm>
              <a:off x="7461807" y="3169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89" name="pt30489"/>
            <p:cNvSpPr/>
            <p:nvPr/>
          </p:nvSpPr>
          <p:spPr>
            <a:xfrm>
              <a:off x="7450885" y="3296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0" name="pt30490"/>
            <p:cNvSpPr/>
            <p:nvPr/>
          </p:nvSpPr>
          <p:spPr>
            <a:xfrm>
              <a:off x="7455185" y="3067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1" name="pt30491"/>
            <p:cNvSpPr/>
            <p:nvPr/>
          </p:nvSpPr>
          <p:spPr>
            <a:xfrm>
              <a:off x="7453038" y="33375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2" name="pt30492"/>
            <p:cNvSpPr/>
            <p:nvPr/>
          </p:nvSpPr>
          <p:spPr>
            <a:xfrm>
              <a:off x="7443688" y="32749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3" name="pt30493"/>
            <p:cNvSpPr/>
            <p:nvPr/>
          </p:nvSpPr>
          <p:spPr>
            <a:xfrm>
              <a:off x="7090945" y="366733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94" name="pt30494"/>
            <p:cNvSpPr/>
            <p:nvPr/>
          </p:nvSpPr>
          <p:spPr>
            <a:xfrm>
              <a:off x="6658890" y="409157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95" name="pt30495"/>
            <p:cNvSpPr/>
            <p:nvPr/>
          </p:nvSpPr>
          <p:spPr>
            <a:xfrm>
              <a:off x="7454890" y="3441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6" name="pt30496"/>
            <p:cNvSpPr/>
            <p:nvPr/>
          </p:nvSpPr>
          <p:spPr>
            <a:xfrm>
              <a:off x="7463014" y="3354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7" name="pt30497"/>
            <p:cNvSpPr/>
            <p:nvPr/>
          </p:nvSpPr>
          <p:spPr>
            <a:xfrm>
              <a:off x="7374684" y="4396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8" name="pt30498"/>
            <p:cNvSpPr/>
            <p:nvPr/>
          </p:nvSpPr>
          <p:spPr>
            <a:xfrm>
              <a:off x="7297949" y="3030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499" name="pt30499"/>
            <p:cNvSpPr/>
            <p:nvPr/>
          </p:nvSpPr>
          <p:spPr>
            <a:xfrm>
              <a:off x="7477780" y="3202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0" name="pt30500"/>
            <p:cNvSpPr/>
            <p:nvPr/>
          </p:nvSpPr>
          <p:spPr>
            <a:xfrm>
              <a:off x="7439596" y="3247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1" name="pt30501"/>
            <p:cNvSpPr/>
            <p:nvPr/>
          </p:nvSpPr>
          <p:spPr>
            <a:xfrm>
              <a:off x="7476171" y="3277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2" name="pt30502"/>
            <p:cNvSpPr/>
            <p:nvPr/>
          </p:nvSpPr>
          <p:spPr>
            <a:xfrm>
              <a:off x="7436009" y="3256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3" name="pt30503"/>
            <p:cNvSpPr/>
            <p:nvPr/>
          </p:nvSpPr>
          <p:spPr>
            <a:xfrm>
              <a:off x="7393404" y="3668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4" name="pt30504"/>
            <p:cNvSpPr/>
            <p:nvPr/>
          </p:nvSpPr>
          <p:spPr>
            <a:xfrm>
              <a:off x="7433921" y="32025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5" name="pt30505"/>
            <p:cNvSpPr/>
            <p:nvPr/>
          </p:nvSpPr>
          <p:spPr>
            <a:xfrm>
              <a:off x="7427739" y="32456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6" name="pt30506"/>
            <p:cNvSpPr/>
            <p:nvPr/>
          </p:nvSpPr>
          <p:spPr>
            <a:xfrm>
              <a:off x="7403625" y="3794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7" name="pt30507"/>
            <p:cNvSpPr/>
            <p:nvPr/>
          </p:nvSpPr>
          <p:spPr>
            <a:xfrm>
              <a:off x="7422895" y="3309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8" name="pt30508"/>
            <p:cNvSpPr/>
            <p:nvPr/>
          </p:nvSpPr>
          <p:spPr>
            <a:xfrm>
              <a:off x="7444838" y="32782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09" name="pt30509"/>
            <p:cNvSpPr/>
            <p:nvPr/>
          </p:nvSpPr>
          <p:spPr>
            <a:xfrm>
              <a:off x="7431179" y="3320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0" name="pt30510"/>
            <p:cNvSpPr/>
            <p:nvPr/>
          </p:nvSpPr>
          <p:spPr>
            <a:xfrm>
              <a:off x="7022572" y="414932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11" name="pt30511"/>
            <p:cNvSpPr/>
            <p:nvPr/>
          </p:nvSpPr>
          <p:spPr>
            <a:xfrm>
              <a:off x="7443354" y="3323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2" name="pt30512"/>
            <p:cNvSpPr/>
            <p:nvPr/>
          </p:nvSpPr>
          <p:spPr>
            <a:xfrm>
              <a:off x="7468622" y="31718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3" name="pt30513"/>
            <p:cNvSpPr/>
            <p:nvPr/>
          </p:nvSpPr>
          <p:spPr>
            <a:xfrm>
              <a:off x="7467629" y="3184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4" name="pt30514"/>
            <p:cNvSpPr/>
            <p:nvPr/>
          </p:nvSpPr>
          <p:spPr>
            <a:xfrm>
              <a:off x="7332012" y="3524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5" name="pt30515"/>
            <p:cNvSpPr/>
            <p:nvPr/>
          </p:nvSpPr>
          <p:spPr>
            <a:xfrm>
              <a:off x="7446786" y="3019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6" name="pt30516"/>
            <p:cNvSpPr/>
            <p:nvPr/>
          </p:nvSpPr>
          <p:spPr>
            <a:xfrm>
              <a:off x="7437065" y="3288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7" name="pt30517"/>
            <p:cNvSpPr/>
            <p:nvPr/>
          </p:nvSpPr>
          <p:spPr>
            <a:xfrm>
              <a:off x="7466080" y="31365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8" name="pt30518"/>
            <p:cNvSpPr/>
            <p:nvPr/>
          </p:nvSpPr>
          <p:spPr>
            <a:xfrm>
              <a:off x="7464309" y="3197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19" name="pt30519"/>
            <p:cNvSpPr/>
            <p:nvPr/>
          </p:nvSpPr>
          <p:spPr>
            <a:xfrm>
              <a:off x="7451883" y="3321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0" name="pt30520"/>
            <p:cNvSpPr/>
            <p:nvPr/>
          </p:nvSpPr>
          <p:spPr>
            <a:xfrm>
              <a:off x="7467406" y="31736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1" name="pt30521"/>
            <p:cNvSpPr/>
            <p:nvPr/>
          </p:nvSpPr>
          <p:spPr>
            <a:xfrm>
              <a:off x="7431267" y="3231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2" name="pt30522"/>
            <p:cNvSpPr/>
            <p:nvPr/>
          </p:nvSpPr>
          <p:spPr>
            <a:xfrm>
              <a:off x="7432172" y="3329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3" name="pt30523"/>
            <p:cNvSpPr/>
            <p:nvPr/>
          </p:nvSpPr>
          <p:spPr>
            <a:xfrm>
              <a:off x="7419199" y="3311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4" name="pt30524"/>
            <p:cNvSpPr/>
            <p:nvPr/>
          </p:nvSpPr>
          <p:spPr>
            <a:xfrm>
              <a:off x="7444815" y="33025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5" name="pt30525"/>
            <p:cNvSpPr/>
            <p:nvPr/>
          </p:nvSpPr>
          <p:spPr>
            <a:xfrm>
              <a:off x="7457258" y="3283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6" name="pt30526"/>
            <p:cNvSpPr/>
            <p:nvPr/>
          </p:nvSpPr>
          <p:spPr>
            <a:xfrm>
              <a:off x="7332032" y="347670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27" name="pt30527"/>
            <p:cNvSpPr/>
            <p:nvPr/>
          </p:nvSpPr>
          <p:spPr>
            <a:xfrm>
              <a:off x="7507319" y="2975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8" name="pt30528"/>
            <p:cNvSpPr/>
            <p:nvPr/>
          </p:nvSpPr>
          <p:spPr>
            <a:xfrm>
              <a:off x="7501004" y="3050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29" name="pt30529"/>
            <p:cNvSpPr/>
            <p:nvPr/>
          </p:nvSpPr>
          <p:spPr>
            <a:xfrm>
              <a:off x="7358553" y="3297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0" name="pt30530"/>
            <p:cNvSpPr/>
            <p:nvPr/>
          </p:nvSpPr>
          <p:spPr>
            <a:xfrm>
              <a:off x="7469867" y="3210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1" name="pt30531"/>
            <p:cNvSpPr/>
            <p:nvPr/>
          </p:nvSpPr>
          <p:spPr>
            <a:xfrm>
              <a:off x="7412991" y="3322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2" name="pt30532"/>
            <p:cNvSpPr/>
            <p:nvPr/>
          </p:nvSpPr>
          <p:spPr>
            <a:xfrm>
              <a:off x="7457058" y="3279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3" name="pt30533"/>
            <p:cNvSpPr/>
            <p:nvPr/>
          </p:nvSpPr>
          <p:spPr>
            <a:xfrm>
              <a:off x="7437802" y="32329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4" name="pt30534"/>
            <p:cNvSpPr/>
            <p:nvPr/>
          </p:nvSpPr>
          <p:spPr>
            <a:xfrm>
              <a:off x="7438187" y="3276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5" name="pt30535"/>
            <p:cNvSpPr/>
            <p:nvPr/>
          </p:nvSpPr>
          <p:spPr>
            <a:xfrm>
              <a:off x="7532229" y="3145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6" name="pt30536"/>
            <p:cNvSpPr/>
            <p:nvPr/>
          </p:nvSpPr>
          <p:spPr>
            <a:xfrm>
              <a:off x="7465541" y="3260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7" name="pt30537"/>
            <p:cNvSpPr/>
            <p:nvPr/>
          </p:nvSpPr>
          <p:spPr>
            <a:xfrm>
              <a:off x="7435181" y="3400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8" name="pt30538"/>
            <p:cNvSpPr/>
            <p:nvPr/>
          </p:nvSpPr>
          <p:spPr>
            <a:xfrm>
              <a:off x="7437259" y="3286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39" name="pt30539"/>
            <p:cNvSpPr/>
            <p:nvPr/>
          </p:nvSpPr>
          <p:spPr>
            <a:xfrm>
              <a:off x="7510966" y="3304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0" name="pt30540"/>
            <p:cNvSpPr/>
            <p:nvPr/>
          </p:nvSpPr>
          <p:spPr>
            <a:xfrm>
              <a:off x="7479545" y="3237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1" name="pt30541"/>
            <p:cNvSpPr/>
            <p:nvPr/>
          </p:nvSpPr>
          <p:spPr>
            <a:xfrm>
              <a:off x="7453085" y="3307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2" name="pt30542"/>
            <p:cNvSpPr/>
            <p:nvPr/>
          </p:nvSpPr>
          <p:spPr>
            <a:xfrm>
              <a:off x="7363126" y="35046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3" name="pt30543"/>
            <p:cNvSpPr/>
            <p:nvPr/>
          </p:nvSpPr>
          <p:spPr>
            <a:xfrm>
              <a:off x="7454419" y="3083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4" name="pt30544"/>
            <p:cNvSpPr/>
            <p:nvPr/>
          </p:nvSpPr>
          <p:spPr>
            <a:xfrm>
              <a:off x="7443463" y="32479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5" name="pt30545"/>
            <p:cNvSpPr/>
            <p:nvPr/>
          </p:nvSpPr>
          <p:spPr>
            <a:xfrm>
              <a:off x="7408549" y="3596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6" name="pt30546"/>
            <p:cNvSpPr/>
            <p:nvPr/>
          </p:nvSpPr>
          <p:spPr>
            <a:xfrm>
              <a:off x="7344195" y="4416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7" name="pt30547"/>
            <p:cNvSpPr/>
            <p:nvPr/>
          </p:nvSpPr>
          <p:spPr>
            <a:xfrm>
              <a:off x="7367945" y="3370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8" name="pt30548"/>
            <p:cNvSpPr/>
            <p:nvPr/>
          </p:nvSpPr>
          <p:spPr>
            <a:xfrm>
              <a:off x="7449751" y="3162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49" name="pt30549"/>
            <p:cNvSpPr/>
            <p:nvPr/>
          </p:nvSpPr>
          <p:spPr>
            <a:xfrm>
              <a:off x="7516056" y="3284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0" name="pt30550"/>
            <p:cNvSpPr/>
            <p:nvPr/>
          </p:nvSpPr>
          <p:spPr>
            <a:xfrm>
              <a:off x="7484360" y="2990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1" name="pt30551"/>
            <p:cNvSpPr/>
            <p:nvPr/>
          </p:nvSpPr>
          <p:spPr>
            <a:xfrm>
              <a:off x="7428577" y="3290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2" name="pt30552"/>
            <p:cNvSpPr/>
            <p:nvPr/>
          </p:nvSpPr>
          <p:spPr>
            <a:xfrm>
              <a:off x="7455723" y="3226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3" name="pt30553"/>
            <p:cNvSpPr/>
            <p:nvPr/>
          </p:nvSpPr>
          <p:spPr>
            <a:xfrm>
              <a:off x="7440015" y="4025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4" name="pt30554"/>
            <p:cNvSpPr/>
            <p:nvPr/>
          </p:nvSpPr>
          <p:spPr>
            <a:xfrm>
              <a:off x="7456433" y="3164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5" name="pt30555"/>
            <p:cNvSpPr/>
            <p:nvPr/>
          </p:nvSpPr>
          <p:spPr>
            <a:xfrm>
              <a:off x="7490608" y="3128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6" name="pt30556"/>
            <p:cNvSpPr/>
            <p:nvPr/>
          </p:nvSpPr>
          <p:spPr>
            <a:xfrm>
              <a:off x="7426834" y="3168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7" name="pt30557"/>
            <p:cNvSpPr/>
            <p:nvPr/>
          </p:nvSpPr>
          <p:spPr>
            <a:xfrm>
              <a:off x="7479512" y="3186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8" name="pt30558"/>
            <p:cNvSpPr/>
            <p:nvPr/>
          </p:nvSpPr>
          <p:spPr>
            <a:xfrm>
              <a:off x="7502174" y="30815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59" name="pt30559"/>
            <p:cNvSpPr/>
            <p:nvPr/>
          </p:nvSpPr>
          <p:spPr>
            <a:xfrm>
              <a:off x="7412227" y="3263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0" name="pt30560"/>
            <p:cNvSpPr/>
            <p:nvPr/>
          </p:nvSpPr>
          <p:spPr>
            <a:xfrm>
              <a:off x="7426182" y="3416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1" name="pt30561"/>
            <p:cNvSpPr/>
            <p:nvPr/>
          </p:nvSpPr>
          <p:spPr>
            <a:xfrm>
              <a:off x="7468804" y="3257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2" name="pt30562"/>
            <p:cNvSpPr/>
            <p:nvPr/>
          </p:nvSpPr>
          <p:spPr>
            <a:xfrm>
              <a:off x="7450804" y="3329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3" name="pt30563"/>
            <p:cNvSpPr/>
            <p:nvPr/>
          </p:nvSpPr>
          <p:spPr>
            <a:xfrm>
              <a:off x="7466561" y="3318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4" name="pt30564"/>
            <p:cNvSpPr/>
            <p:nvPr/>
          </p:nvSpPr>
          <p:spPr>
            <a:xfrm>
              <a:off x="7465324" y="3236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5" name="pt30565"/>
            <p:cNvSpPr/>
            <p:nvPr/>
          </p:nvSpPr>
          <p:spPr>
            <a:xfrm>
              <a:off x="7446903" y="32784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6" name="pt30566"/>
            <p:cNvSpPr/>
            <p:nvPr/>
          </p:nvSpPr>
          <p:spPr>
            <a:xfrm>
              <a:off x="7416170" y="3371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7" name="pt30567"/>
            <p:cNvSpPr/>
            <p:nvPr/>
          </p:nvSpPr>
          <p:spPr>
            <a:xfrm>
              <a:off x="7459423" y="3228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8" name="pt30568"/>
            <p:cNvSpPr/>
            <p:nvPr/>
          </p:nvSpPr>
          <p:spPr>
            <a:xfrm>
              <a:off x="7448345" y="2952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69" name="pt30569"/>
            <p:cNvSpPr/>
            <p:nvPr/>
          </p:nvSpPr>
          <p:spPr>
            <a:xfrm>
              <a:off x="7462467" y="3266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0" name="pt30570"/>
            <p:cNvSpPr/>
            <p:nvPr/>
          </p:nvSpPr>
          <p:spPr>
            <a:xfrm>
              <a:off x="7458821" y="3197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1" name="pt30571"/>
            <p:cNvSpPr/>
            <p:nvPr/>
          </p:nvSpPr>
          <p:spPr>
            <a:xfrm>
              <a:off x="7468607" y="3263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2" name="pt30572"/>
            <p:cNvSpPr/>
            <p:nvPr/>
          </p:nvSpPr>
          <p:spPr>
            <a:xfrm>
              <a:off x="7474908" y="3280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3" name="pt30573"/>
            <p:cNvSpPr/>
            <p:nvPr/>
          </p:nvSpPr>
          <p:spPr>
            <a:xfrm>
              <a:off x="7346014" y="35690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4" name="pt30574"/>
            <p:cNvSpPr/>
            <p:nvPr/>
          </p:nvSpPr>
          <p:spPr>
            <a:xfrm>
              <a:off x="7397590" y="3427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5" name="pt30575"/>
            <p:cNvSpPr/>
            <p:nvPr/>
          </p:nvSpPr>
          <p:spPr>
            <a:xfrm>
              <a:off x="7064306" y="3298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6" name="pt30576"/>
            <p:cNvSpPr/>
            <p:nvPr/>
          </p:nvSpPr>
          <p:spPr>
            <a:xfrm>
              <a:off x="7466660" y="3209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7" name="pt30577"/>
            <p:cNvSpPr/>
            <p:nvPr/>
          </p:nvSpPr>
          <p:spPr>
            <a:xfrm>
              <a:off x="7481168" y="3205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8" name="pt30578"/>
            <p:cNvSpPr/>
            <p:nvPr/>
          </p:nvSpPr>
          <p:spPr>
            <a:xfrm>
              <a:off x="7408722" y="32896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79" name="pt30579"/>
            <p:cNvSpPr/>
            <p:nvPr/>
          </p:nvSpPr>
          <p:spPr>
            <a:xfrm>
              <a:off x="7419507" y="3327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0" name="pt30580"/>
            <p:cNvSpPr/>
            <p:nvPr/>
          </p:nvSpPr>
          <p:spPr>
            <a:xfrm>
              <a:off x="7429154" y="3328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1" name="pt30581"/>
            <p:cNvSpPr/>
            <p:nvPr/>
          </p:nvSpPr>
          <p:spPr>
            <a:xfrm>
              <a:off x="7419229" y="3394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2" name="pt30582"/>
            <p:cNvSpPr/>
            <p:nvPr/>
          </p:nvSpPr>
          <p:spPr>
            <a:xfrm>
              <a:off x="7450243" y="3409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3" name="pt30583"/>
            <p:cNvSpPr/>
            <p:nvPr/>
          </p:nvSpPr>
          <p:spPr>
            <a:xfrm>
              <a:off x="7434747" y="4527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4" name="pt30584"/>
            <p:cNvSpPr/>
            <p:nvPr/>
          </p:nvSpPr>
          <p:spPr>
            <a:xfrm>
              <a:off x="7495434" y="31730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5" name="pt30585"/>
            <p:cNvSpPr/>
            <p:nvPr/>
          </p:nvSpPr>
          <p:spPr>
            <a:xfrm>
              <a:off x="7463583" y="32254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6" name="pt30586"/>
            <p:cNvSpPr/>
            <p:nvPr/>
          </p:nvSpPr>
          <p:spPr>
            <a:xfrm>
              <a:off x="7445297" y="3448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7" name="pt30587"/>
            <p:cNvSpPr/>
            <p:nvPr/>
          </p:nvSpPr>
          <p:spPr>
            <a:xfrm>
              <a:off x="7474378" y="31870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8" name="pt30588"/>
            <p:cNvSpPr/>
            <p:nvPr/>
          </p:nvSpPr>
          <p:spPr>
            <a:xfrm>
              <a:off x="7500618" y="32908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89" name="pt30589"/>
            <p:cNvSpPr/>
            <p:nvPr/>
          </p:nvSpPr>
          <p:spPr>
            <a:xfrm>
              <a:off x="7446309" y="3139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0" name="pt30590"/>
            <p:cNvSpPr/>
            <p:nvPr/>
          </p:nvSpPr>
          <p:spPr>
            <a:xfrm>
              <a:off x="7433250" y="32242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1" name="pt30591"/>
            <p:cNvSpPr/>
            <p:nvPr/>
          </p:nvSpPr>
          <p:spPr>
            <a:xfrm>
              <a:off x="7452504" y="3290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2" name="pt30592"/>
            <p:cNvSpPr/>
            <p:nvPr/>
          </p:nvSpPr>
          <p:spPr>
            <a:xfrm>
              <a:off x="7474923" y="3146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3" name="pt30593"/>
            <p:cNvSpPr/>
            <p:nvPr/>
          </p:nvSpPr>
          <p:spPr>
            <a:xfrm>
              <a:off x="7453744" y="3204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4" name="pt30594"/>
            <p:cNvSpPr/>
            <p:nvPr/>
          </p:nvSpPr>
          <p:spPr>
            <a:xfrm>
              <a:off x="7465655" y="3256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5" name="pt30595"/>
            <p:cNvSpPr/>
            <p:nvPr/>
          </p:nvSpPr>
          <p:spPr>
            <a:xfrm>
              <a:off x="7551328" y="3258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6" name="pt30596"/>
            <p:cNvSpPr/>
            <p:nvPr/>
          </p:nvSpPr>
          <p:spPr>
            <a:xfrm>
              <a:off x="7456614" y="3175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7" name="pt30597"/>
            <p:cNvSpPr/>
            <p:nvPr/>
          </p:nvSpPr>
          <p:spPr>
            <a:xfrm>
              <a:off x="7464156" y="3162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8" name="pt30598"/>
            <p:cNvSpPr/>
            <p:nvPr/>
          </p:nvSpPr>
          <p:spPr>
            <a:xfrm>
              <a:off x="7539426" y="3204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599" name="pt30599"/>
            <p:cNvSpPr/>
            <p:nvPr/>
          </p:nvSpPr>
          <p:spPr>
            <a:xfrm>
              <a:off x="7463854" y="33273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0" name="pt30600"/>
            <p:cNvSpPr/>
            <p:nvPr/>
          </p:nvSpPr>
          <p:spPr>
            <a:xfrm>
              <a:off x="7443905" y="3325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1" name="pt30601"/>
            <p:cNvSpPr/>
            <p:nvPr/>
          </p:nvSpPr>
          <p:spPr>
            <a:xfrm>
              <a:off x="7445154" y="3336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2" name="pt30602"/>
            <p:cNvSpPr/>
            <p:nvPr/>
          </p:nvSpPr>
          <p:spPr>
            <a:xfrm>
              <a:off x="7490103" y="3090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3" name="pt30603"/>
            <p:cNvSpPr/>
            <p:nvPr/>
          </p:nvSpPr>
          <p:spPr>
            <a:xfrm>
              <a:off x="7492706" y="3190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4" name="pt30604"/>
            <p:cNvSpPr/>
            <p:nvPr/>
          </p:nvSpPr>
          <p:spPr>
            <a:xfrm>
              <a:off x="7426351" y="3653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5" name="pt30605"/>
            <p:cNvSpPr/>
            <p:nvPr/>
          </p:nvSpPr>
          <p:spPr>
            <a:xfrm>
              <a:off x="7456490" y="3342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6" name="pt30606"/>
            <p:cNvSpPr/>
            <p:nvPr/>
          </p:nvSpPr>
          <p:spPr>
            <a:xfrm>
              <a:off x="7531609" y="3223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7" name="pt30607"/>
            <p:cNvSpPr/>
            <p:nvPr/>
          </p:nvSpPr>
          <p:spPr>
            <a:xfrm>
              <a:off x="7414383" y="3630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8" name="pt30608"/>
            <p:cNvSpPr/>
            <p:nvPr/>
          </p:nvSpPr>
          <p:spPr>
            <a:xfrm>
              <a:off x="7428299" y="3412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09" name="pt30609"/>
            <p:cNvSpPr/>
            <p:nvPr/>
          </p:nvSpPr>
          <p:spPr>
            <a:xfrm>
              <a:off x="7488631" y="31706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0" name="pt30610"/>
            <p:cNvSpPr/>
            <p:nvPr/>
          </p:nvSpPr>
          <p:spPr>
            <a:xfrm>
              <a:off x="7505854" y="2917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1" name="pt30611"/>
            <p:cNvSpPr/>
            <p:nvPr/>
          </p:nvSpPr>
          <p:spPr>
            <a:xfrm>
              <a:off x="7445316" y="3164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2" name="pt30612"/>
            <p:cNvSpPr/>
            <p:nvPr/>
          </p:nvSpPr>
          <p:spPr>
            <a:xfrm>
              <a:off x="7405595" y="3313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3" name="pt30613"/>
            <p:cNvSpPr/>
            <p:nvPr/>
          </p:nvSpPr>
          <p:spPr>
            <a:xfrm>
              <a:off x="7485048" y="32351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4" name="pt30614"/>
            <p:cNvSpPr/>
            <p:nvPr/>
          </p:nvSpPr>
          <p:spPr>
            <a:xfrm>
              <a:off x="7472585" y="3139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5" name="pt30615"/>
            <p:cNvSpPr/>
            <p:nvPr/>
          </p:nvSpPr>
          <p:spPr>
            <a:xfrm>
              <a:off x="7488226" y="3148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6" name="pt30616"/>
            <p:cNvSpPr/>
            <p:nvPr/>
          </p:nvSpPr>
          <p:spPr>
            <a:xfrm>
              <a:off x="7453739" y="31948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7" name="pt30617"/>
            <p:cNvSpPr/>
            <p:nvPr/>
          </p:nvSpPr>
          <p:spPr>
            <a:xfrm>
              <a:off x="7489193" y="3284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8" name="pt30618"/>
            <p:cNvSpPr/>
            <p:nvPr/>
          </p:nvSpPr>
          <p:spPr>
            <a:xfrm>
              <a:off x="7494077" y="31577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19" name="pt30619"/>
            <p:cNvSpPr/>
            <p:nvPr/>
          </p:nvSpPr>
          <p:spPr>
            <a:xfrm>
              <a:off x="7480893" y="3286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0" name="pt30620"/>
            <p:cNvSpPr/>
            <p:nvPr/>
          </p:nvSpPr>
          <p:spPr>
            <a:xfrm>
              <a:off x="7438476" y="3532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1" name="pt30621"/>
            <p:cNvSpPr/>
            <p:nvPr/>
          </p:nvSpPr>
          <p:spPr>
            <a:xfrm>
              <a:off x="7412501" y="3266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2" name="pt30622"/>
            <p:cNvSpPr/>
            <p:nvPr/>
          </p:nvSpPr>
          <p:spPr>
            <a:xfrm>
              <a:off x="7447572" y="3007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3" name="pt30623"/>
            <p:cNvSpPr/>
            <p:nvPr/>
          </p:nvSpPr>
          <p:spPr>
            <a:xfrm>
              <a:off x="7439253" y="3551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4" name="pt30624"/>
            <p:cNvSpPr/>
            <p:nvPr/>
          </p:nvSpPr>
          <p:spPr>
            <a:xfrm>
              <a:off x="7403204" y="3371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5" name="pt30625"/>
            <p:cNvSpPr/>
            <p:nvPr/>
          </p:nvSpPr>
          <p:spPr>
            <a:xfrm>
              <a:off x="7268517" y="346958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26" name="pt30626"/>
            <p:cNvSpPr/>
            <p:nvPr/>
          </p:nvSpPr>
          <p:spPr>
            <a:xfrm>
              <a:off x="7444141" y="3298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7" name="pt30627"/>
            <p:cNvSpPr/>
            <p:nvPr/>
          </p:nvSpPr>
          <p:spPr>
            <a:xfrm>
              <a:off x="7493679" y="3289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8" name="pt30628"/>
            <p:cNvSpPr/>
            <p:nvPr/>
          </p:nvSpPr>
          <p:spPr>
            <a:xfrm>
              <a:off x="7518195" y="3099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29" name="pt30629"/>
            <p:cNvSpPr/>
            <p:nvPr/>
          </p:nvSpPr>
          <p:spPr>
            <a:xfrm>
              <a:off x="7441041" y="3358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0" name="pt30630"/>
            <p:cNvSpPr/>
            <p:nvPr/>
          </p:nvSpPr>
          <p:spPr>
            <a:xfrm>
              <a:off x="7460594" y="31887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1" name="pt30631"/>
            <p:cNvSpPr/>
            <p:nvPr/>
          </p:nvSpPr>
          <p:spPr>
            <a:xfrm>
              <a:off x="7299908" y="355943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32" name="pt30632"/>
            <p:cNvSpPr/>
            <p:nvPr/>
          </p:nvSpPr>
          <p:spPr>
            <a:xfrm>
              <a:off x="7443110" y="3247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3" name="pt30633"/>
            <p:cNvSpPr/>
            <p:nvPr/>
          </p:nvSpPr>
          <p:spPr>
            <a:xfrm>
              <a:off x="7440332" y="36345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4" name="pt30634"/>
            <p:cNvSpPr/>
            <p:nvPr/>
          </p:nvSpPr>
          <p:spPr>
            <a:xfrm>
              <a:off x="7452632" y="30743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5" name="pt30635"/>
            <p:cNvSpPr/>
            <p:nvPr/>
          </p:nvSpPr>
          <p:spPr>
            <a:xfrm>
              <a:off x="7477163" y="3396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6" name="pt30636"/>
            <p:cNvSpPr/>
            <p:nvPr/>
          </p:nvSpPr>
          <p:spPr>
            <a:xfrm>
              <a:off x="7422633" y="3203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7" name="pt30637"/>
            <p:cNvSpPr/>
            <p:nvPr/>
          </p:nvSpPr>
          <p:spPr>
            <a:xfrm>
              <a:off x="7462182" y="3105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8" name="pt30638"/>
            <p:cNvSpPr/>
            <p:nvPr/>
          </p:nvSpPr>
          <p:spPr>
            <a:xfrm>
              <a:off x="7452181" y="31114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39" name="pt30639"/>
            <p:cNvSpPr/>
            <p:nvPr/>
          </p:nvSpPr>
          <p:spPr>
            <a:xfrm>
              <a:off x="7454974" y="31986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0" name="pt30640"/>
            <p:cNvSpPr/>
            <p:nvPr/>
          </p:nvSpPr>
          <p:spPr>
            <a:xfrm>
              <a:off x="7435681" y="3163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1" name="pt30641"/>
            <p:cNvSpPr/>
            <p:nvPr/>
          </p:nvSpPr>
          <p:spPr>
            <a:xfrm>
              <a:off x="7503106" y="3248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2" name="pt30642"/>
            <p:cNvSpPr/>
            <p:nvPr/>
          </p:nvSpPr>
          <p:spPr>
            <a:xfrm>
              <a:off x="7464145" y="3289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3" name="pt30643"/>
            <p:cNvSpPr/>
            <p:nvPr/>
          </p:nvSpPr>
          <p:spPr>
            <a:xfrm>
              <a:off x="7454321" y="3278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4" name="pt30644"/>
            <p:cNvSpPr/>
            <p:nvPr/>
          </p:nvSpPr>
          <p:spPr>
            <a:xfrm>
              <a:off x="7471857" y="3302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5" name="pt30645"/>
            <p:cNvSpPr/>
            <p:nvPr/>
          </p:nvSpPr>
          <p:spPr>
            <a:xfrm>
              <a:off x="7426812" y="36627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6" name="pt30646"/>
            <p:cNvSpPr/>
            <p:nvPr/>
          </p:nvSpPr>
          <p:spPr>
            <a:xfrm>
              <a:off x="7458442" y="3235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7" name="pt30647"/>
            <p:cNvSpPr/>
            <p:nvPr/>
          </p:nvSpPr>
          <p:spPr>
            <a:xfrm>
              <a:off x="7462457" y="3176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8" name="pt30648"/>
            <p:cNvSpPr/>
            <p:nvPr/>
          </p:nvSpPr>
          <p:spPr>
            <a:xfrm>
              <a:off x="7404715" y="32277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49" name="pt30649"/>
            <p:cNvSpPr/>
            <p:nvPr/>
          </p:nvSpPr>
          <p:spPr>
            <a:xfrm>
              <a:off x="7460100" y="3302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0" name="pt30650"/>
            <p:cNvSpPr/>
            <p:nvPr/>
          </p:nvSpPr>
          <p:spPr>
            <a:xfrm>
              <a:off x="7451435" y="3279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1" name="pt30651"/>
            <p:cNvSpPr/>
            <p:nvPr/>
          </p:nvSpPr>
          <p:spPr>
            <a:xfrm>
              <a:off x="7373163" y="3509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2" name="pt30652"/>
            <p:cNvSpPr/>
            <p:nvPr/>
          </p:nvSpPr>
          <p:spPr>
            <a:xfrm>
              <a:off x="7450553" y="3201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3" name="pt30653"/>
            <p:cNvSpPr/>
            <p:nvPr/>
          </p:nvSpPr>
          <p:spPr>
            <a:xfrm>
              <a:off x="7457506" y="3284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4" name="pt30654"/>
            <p:cNvSpPr/>
            <p:nvPr/>
          </p:nvSpPr>
          <p:spPr>
            <a:xfrm>
              <a:off x="7436343" y="3199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5" name="pt30655"/>
            <p:cNvSpPr/>
            <p:nvPr/>
          </p:nvSpPr>
          <p:spPr>
            <a:xfrm>
              <a:off x="6943842" y="355164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56" name="pt30656"/>
            <p:cNvSpPr/>
            <p:nvPr/>
          </p:nvSpPr>
          <p:spPr>
            <a:xfrm>
              <a:off x="7452234" y="3246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7" name="pt30657"/>
            <p:cNvSpPr/>
            <p:nvPr/>
          </p:nvSpPr>
          <p:spPr>
            <a:xfrm>
              <a:off x="7458513" y="3273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8" name="pt30658"/>
            <p:cNvSpPr/>
            <p:nvPr/>
          </p:nvSpPr>
          <p:spPr>
            <a:xfrm>
              <a:off x="7409468" y="35912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59" name="pt30659"/>
            <p:cNvSpPr/>
            <p:nvPr/>
          </p:nvSpPr>
          <p:spPr>
            <a:xfrm>
              <a:off x="7471367" y="3319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0" name="pt30660"/>
            <p:cNvSpPr/>
            <p:nvPr/>
          </p:nvSpPr>
          <p:spPr>
            <a:xfrm>
              <a:off x="7412529" y="3269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1" name="pt30661"/>
            <p:cNvSpPr/>
            <p:nvPr/>
          </p:nvSpPr>
          <p:spPr>
            <a:xfrm>
              <a:off x="7425585" y="3119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2" name="pt30662"/>
            <p:cNvSpPr/>
            <p:nvPr/>
          </p:nvSpPr>
          <p:spPr>
            <a:xfrm>
              <a:off x="7440555" y="3352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3" name="pt30663"/>
            <p:cNvSpPr/>
            <p:nvPr/>
          </p:nvSpPr>
          <p:spPr>
            <a:xfrm>
              <a:off x="7468193" y="3475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4" name="pt30664"/>
            <p:cNvSpPr/>
            <p:nvPr/>
          </p:nvSpPr>
          <p:spPr>
            <a:xfrm>
              <a:off x="7470226" y="3285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5" name="pt30665"/>
            <p:cNvSpPr/>
            <p:nvPr/>
          </p:nvSpPr>
          <p:spPr>
            <a:xfrm>
              <a:off x="7446021" y="3352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6" name="pt30666"/>
            <p:cNvSpPr/>
            <p:nvPr/>
          </p:nvSpPr>
          <p:spPr>
            <a:xfrm>
              <a:off x="7451971" y="3306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7" name="pt30667"/>
            <p:cNvSpPr/>
            <p:nvPr/>
          </p:nvSpPr>
          <p:spPr>
            <a:xfrm>
              <a:off x="7438991" y="33020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8" name="pt30668"/>
            <p:cNvSpPr/>
            <p:nvPr/>
          </p:nvSpPr>
          <p:spPr>
            <a:xfrm>
              <a:off x="7436257" y="37902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69" name="pt30669"/>
            <p:cNvSpPr/>
            <p:nvPr/>
          </p:nvSpPr>
          <p:spPr>
            <a:xfrm>
              <a:off x="7345534" y="4100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0" name="pt30670"/>
            <p:cNvSpPr/>
            <p:nvPr/>
          </p:nvSpPr>
          <p:spPr>
            <a:xfrm>
              <a:off x="7424718" y="3340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1" name="pt30671"/>
            <p:cNvSpPr/>
            <p:nvPr/>
          </p:nvSpPr>
          <p:spPr>
            <a:xfrm>
              <a:off x="7445054" y="3462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2" name="pt30672"/>
            <p:cNvSpPr/>
            <p:nvPr/>
          </p:nvSpPr>
          <p:spPr>
            <a:xfrm>
              <a:off x="7504191" y="3087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3" name="pt30673"/>
            <p:cNvSpPr/>
            <p:nvPr/>
          </p:nvSpPr>
          <p:spPr>
            <a:xfrm>
              <a:off x="7429057" y="3424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4" name="pt30674"/>
            <p:cNvSpPr/>
            <p:nvPr/>
          </p:nvSpPr>
          <p:spPr>
            <a:xfrm>
              <a:off x="7450451" y="3309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5" name="pt30675"/>
            <p:cNvSpPr/>
            <p:nvPr/>
          </p:nvSpPr>
          <p:spPr>
            <a:xfrm>
              <a:off x="7419172" y="3579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6" name="pt30676"/>
            <p:cNvSpPr/>
            <p:nvPr/>
          </p:nvSpPr>
          <p:spPr>
            <a:xfrm>
              <a:off x="7452361" y="3281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7" name="pt30677"/>
            <p:cNvSpPr/>
            <p:nvPr/>
          </p:nvSpPr>
          <p:spPr>
            <a:xfrm>
              <a:off x="7451942" y="32295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8" name="pt30678"/>
            <p:cNvSpPr/>
            <p:nvPr/>
          </p:nvSpPr>
          <p:spPr>
            <a:xfrm>
              <a:off x="7391651" y="3263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79" name="pt30679"/>
            <p:cNvSpPr/>
            <p:nvPr/>
          </p:nvSpPr>
          <p:spPr>
            <a:xfrm>
              <a:off x="7467467" y="3314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0" name="pt30680"/>
            <p:cNvSpPr/>
            <p:nvPr/>
          </p:nvSpPr>
          <p:spPr>
            <a:xfrm>
              <a:off x="7440544" y="3217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1" name="pt30681"/>
            <p:cNvSpPr/>
            <p:nvPr/>
          </p:nvSpPr>
          <p:spPr>
            <a:xfrm>
              <a:off x="7454585" y="3284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2" name="pt30682"/>
            <p:cNvSpPr/>
            <p:nvPr/>
          </p:nvSpPr>
          <p:spPr>
            <a:xfrm>
              <a:off x="7428234" y="3355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3" name="pt30683"/>
            <p:cNvSpPr/>
            <p:nvPr/>
          </p:nvSpPr>
          <p:spPr>
            <a:xfrm>
              <a:off x="7453436" y="3215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4" name="pt30684"/>
            <p:cNvSpPr/>
            <p:nvPr/>
          </p:nvSpPr>
          <p:spPr>
            <a:xfrm>
              <a:off x="7460956" y="34755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5" name="pt30685"/>
            <p:cNvSpPr/>
            <p:nvPr/>
          </p:nvSpPr>
          <p:spPr>
            <a:xfrm>
              <a:off x="7429813" y="3289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6" name="pt30686"/>
            <p:cNvSpPr/>
            <p:nvPr/>
          </p:nvSpPr>
          <p:spPr>
            <a:xfrm>
              <a:off x="7449949" y="32545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7" name="pt30687"/>
            <p:cNvSpPr/>
            <p:nvPr/>
          </p:nvSpPr>
          <p:spPr>
            <a:xfrm>
              <a:off x="7451638" y="3122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8" name="pt30688"/>
            <p:cNvSpPr/>
            <p:nvPr/>
          </p:nvSpPr>
          <p:spPr>
            <a:xfrm>
              <a:off x="7434002" y="3196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89" name="pt30689"/>
            <p:cNvSpPr/>
            <p:nvPr/>
          </p:nvSpPr>
          <p:spPr>
            <a:xfrm>
              <a:off x="7463579" y="32313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0" name="pt30690"/>
            <p:cNvSpPr/>
            <p:nvPr/>
          </p:nvSpPr>
          <p:spPr>
            <a:xfrm>
              <a:off x="7526666" y="3234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1" name="pt30691"/>
            <p:cNvSpPr/>
            <p:nvPr/>
          </p:nvSpPr>
          <p:spPr>
            <a:xfrm>
              <a:off x="7400576" y="3278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2" name="pt30692"/>
            <p:cNvSpPr/>
            <p:nvPr/>
          </p:nvSpPr>
          <p:spPr>
            <a:xfrm>
              <a:off x="7485981" y="33101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3" name="pt30693"/>
            <p:cNvSpPr/>
            <p:nvPr/>
          </p:nvSpPr>
          <p:spPr>
            <a:xfrm>
              <a:off x="7440629" y="32416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4" name="pt30694"/>
            <p:cNvSpPr/>
            <p:nvPr/>
          </p:nvSpPr>
          <p:spPr>
            <a:xfrm>
              <a:off x="7456148" y="3251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5" name="pt30695"/>
            <p:cNvSpPr/>
            <p:nvPr/>
          </p:nvSpPr>
          <p:spPr>
            <a:xfrm>
              <a:off x="7461986" y="3314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6" name="pt30696"/>
            <p:cNvSpPr/>
            <p:nvPr/>
          </p:nvSpPr>
          <p:spPr>
            <a:xfrm>
              <a:off x="7551692" y="3127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7" name="pt30697"/>
            <p:cNvSpPr/>
            <p:nvPr/>
          </p:nvSpPr>
          <p:spPr>
            <a:xfrm>
              <a:off x="7440631" y="3251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8" name="pt30698"/>
            <p:cNvSpPr/>
            <p:nvPr/>
          </p:nvSpPr>
          <p:spPr>
            <a:xfrm>
              <a:off x="7459336" y="3394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699" name="pt30699"/>
            <p:cNvSpPr/>
            <p:nvPr/>
          </p:nvSpPr>
          <p:spPr>
            <a:xfrm>
              <a:off x="7452101" y="3082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0" name="pt30700"/>
            <p:cNvSpPr/>
            <p:nvPr/>
          </p:nvSpPr>
          <p:spPr>
            <a:xfrm>
              <a:off x="7473798" y="2993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1" name="pt30701"/>
            <p:cNvSpPr/>
            <p:nvPr/>
          </p:nvSpPr>
          <p:spPr>
            <a:xfrm>
              <a:off x="7444210" y="3161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2" name="pt30702"/>
            <p:cNvSpPr/>
            <p:nvPr/>
          </p:nvSpPr>
          <p:spPr>
            <a:xfrm>
              <a:off x="7435825" y="32572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3" name="pt30703"/>
            <p:cNvSpPr/>
            <p:nvPr/>
          </p:nvSpPr>
          <p:spPr>
            <a:xfrm>
              <a:off x="7427231" y="3737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4" name="pt30704"/>
            <p:cNvSpPr/>
            <p:nvPr/>
          </p:nvSpPr>
          <p:spPr>
            <a:xfrm>
              <a:off x="7504399" y="3263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5" name="pt30705"/>
            <p:cNvSpPr/>
            <p:nvPr/>
          </p:nvSpPr>
          <p:spPr>
            <a:xfrm>
              <a:off x="7430328" y="3189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6" name="pt30706"/>
            <p:cNvSpPr/>
            <p:nvPr/>
          </p:nvSpPr>
          <p:spPr>
            <a:xfrm>
              <a:off x="7430343" y="36130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7" name="pt30707"/>
            <p:cNvSpPr/>
            <p:nvPr/>
          </p:nvSpPr>
          <p:spPr>
            <a:xfrm>
              <a:off x="7464577" y="3245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8" name="pt30708"/>
            <p:cNvSpPr/>
            <p:nvPr/>
          </p:nvSpPr>
          <p:spPr>
            <a:xfrm>
              <a:off x="7479772" y="30501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09" name="pt30709"/>
            <p:cNvSpPr/>
            <p:nvPr/>
          </p:nvSpPr>
          <p:spPr>
            <a:xfrm>
              <a:off x="7485984" y="3261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0" name="pt30710"/>
            <p:cNvSpPr/>
            <p:nvPr/>
          </p:nvSpPr>
          <p:spPr>
            <a:xfrm>
              <a:off x="7528105" y="3134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1" name="pt30711"/>
            <p:cNvSpPr/>
            <p:nvPr/>
          </p:nvSpPr>
          <p:spPr>
            <a:xfrm>
              <a:off x="7446225" y="3275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2" name="pt30712"/>
            <p:cNvSpPr/>
            <p:nvPr/>
          </p:nvSpPr>
          <p:spPr>
            <a:xfrm>
              <a:off x="7451789" y="33465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3" name="pt30713"/>
            <p:cNvSpPr/>
            <p:nvPr/>
          </p:nvSpPr>
          <p:spPr>
            <a:xfrm>
              <a:off x="7458822" y="32434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4" name="pt30714"/>
            <p:cNvSpPr/>
            <p:nvPr/>
          </p:nvSpPr>
          <p:spPr>
            <a:xfrm>
              <a:off x="8003249" y="288635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15" name="pt30715"/>
            <p:cNvSpPr/>
            <p:nvPr/>
          </p:nvSpPr>
          <p:spPr>
            <a:xfrm>
              <a:off x="7467861" y="32220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6" name="pt30716"/>
            <p:cNvSpPr/>
            <p:nvPr/>
          </p:nvSpPr>
          <p:spPr>
            <a:xfrm>
              <a:off x="7448426" y="32713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7" name="pt30717"/>
            <p:cNvSpPr/>
            <p:nvPr/>
          </p:nvSpPr>
          <p:spPr>
            <a:xfrm>
              <a:off x="7426173" y="33314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8" name="pt30718"/>
            <p:cNvSpPr/>
            <p:nvPr/>
          </p:nvSpPr>
          <p:spPr>
            <a:xfrm>
              <a:off x="7433191" y="3509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19" name="pt30719"/>
            <p:cNvSpPr/>
            <p:nvPr/>
          </p:nvSpPr>
          <p:spPr>
            <a:xfrm>
              <a:off x="7437230" y="3256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0" name="pt30720"/>
            <p:cNvSpPr/>
            <p:nvPr/>
          </p:nvSpPr>
          <p:spPr>
            <a:xfrm>
              <a:off x="7429239" y="3331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1" name="pt30721"/>
            <p:cNvSpPr/>
            <p:nvPr/>
          </p:nvSpPr>
          <p:spPr>
            <a:xfrm>
              <a:off x="7289428" y="3665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2" name="pt30722"/>
            <p:cNvSpPr/>
            <p:nvPr/>
          </p:nvSpPr>
          <p:spPr>
            <a:xfrm>
              <a:off x="7515333" y="3075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3" name="pt30723"/>
            <p:cNvSpPr/>
            <p:nvPr/>
          </p:nvSpPr>
          <p:spPr>
            <a:xfrm>
              <a:off x="7429724" y="3349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4" name="pt30724"/>
            <p:cNvSpPr/>
            <p:nvPr/>
          </p:nvSpPr>
          <p:spPr>
            <a:xfrm>
              <a:off x="7525569" y="31800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5" name="pt30725"/>
            <p:cNvSpPr/>
            <p:nvPr/>
          </p:nvSpPr>
          <p:spPr>
            <a:xfrm>
              <a:off x="7428153" y="33865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6" name="pt30726"/>
            <p:cNvSpPr/>
            <p:nvPr/>
          </p:nvSpPr>
          <p:spPr>
            <a:xfrm>
              <a:off x="7402394" y="31198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7" name="pt30727"/>
            <p:cNvSpPr/>
            <p:nvPr/>
          </p:nvSpPr>
          <p:spPr>
            <a:xfrm>
              <a:off x="7479709" y="32878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8" name="pt30728"/>
            <p:cNvSpPr/>
            <p:nvPr/>
          </p:nvSpPr>
          <p:spPr>
            <a:xfrm>
              <a:off x="7443384" y="31295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29" name="pt30729"/>
            <p:cNvSpPr/>
            <p:nvPr/>
          </p:nvSpPr>
          <p:spPr>
            <a:xfrm>
              <a:off x="7465843" y="3327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0" name="pt30730"/>
            <p:cNvSpPr/>
            <p:nvPr/>
          </p:nvSpPr>
          <p:spPr>
            <a:xfrm>
              <a:off x="7484015" y="3299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1" name="pt30731"/>
            <p:cNvSpPr/>
            <p:nvPr/>
          </p:nvSpPr>
          <p:spPr>
            <a:xfrm>
              <a:off x="7462881" y="3175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2" name="pt30732"/>
            <p:cNvSpPr/>
            <p:nvPr/>
          </p:nvSpPr>
          <p:spPr>
            <a:xfrm>
              <a:off x="7458609" y="3306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3" name="pt30733"/>
            <p:cNvSpPr/>
            <p:nvPr/>
          </p:nvSpPr>
          <p:spPr>
            <a:xfrm>
              <a:off x="7476689" y="31974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4" name="pt30734"/>
            <p:cNvSpPr/>
            <p:nvPr/>
          </p:nvSpPr>
          <p:spPr>
            <a:xfrm>
              <a:off x="7417842" y="31883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5" name="pt30735"/>
            <p:cNvSpPr/>
            <p:nvPr/>
          </p:nvSpPr>
          <p:spPr>
            <a:xfrm>
              <a:off x="7465475" y="3355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6" name="pt30736"/>
            <p:cNvSpPr/>
            <p:nvPr/>
          </p:nvSpPr>
          <p:spPr>
            <a:xfrm>
              <a:off x="7462680" y="3177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7" name="pt30737"/>
            <p:cNvSpPr/>
            <p:nvPr/>
          </p:nvSpPr>
          <p:spPr>
            <a:xfrm>
              <a:off x="7458225" y="3353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8" name="pt30738"/>
            <p:cNvSpPr/>
            <p:nvPr/>
          </p:nvSpPr>
          <p:spPr>
            <a:xfrm>
              <a:off x="7445046" y="31214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39" name="pt30739"/>
            <p:cNvSpPr/>
            <p:nvPr/>
          </p:nvSpPr>
          <p:spPr>
            <a:xfrm>
              <a:off x="7441909" y="32842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0" name="pt30740"/>
            <p:cNvSpPr/>
            <p:nvPr/>
          </p:nvSpPr>
          <p:spPr>
            <a:xfrm>
              <a:off x="7467774" y="3234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1" name="pt30741"/>
            <p:cNvSpPr/>
            <p:nvPr/>
          </p:nvSpPr>
          <p:spPr>
            <a:xfrm>
              <a:off x="7455601" y="3203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2" name="pt30742"/>
            <p:cNvSpPr/>
            <p:nvPr/>
          </p:nvSpPr>
          <p:spPr>
            <a:xfrm>
              <a:off x="7440065" y="3146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3" name="pt30743"/>
            <p:cNvSpPr/>
            <p:nvPr/>
          </p:nvSpPr>
          <p:spPr>
            <a:xfrm>
              <a:off x="7451150" y="32411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4" name="pt30744"/>
            <p:cNvSpPr/>
            <p:nvPr/>
          </p:nvSpPr>
          <p:spPr>
            <a:xfrm>
              <a:off x="6828660" y="479401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45" name="pt30745"/>
            <p:cNvSpPr/>
            <p:nvPr/>
          </p:nvSpPr>
          <p:spPr>
            <a:xfrm>
              <a:off x="7487976" y="3467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6" name="pt30746"/>
            <p:cNvSpPr/>
            <p:nvPr/>
          </p:nvSpPr>
          <p:spPr>
            <a:xfrm>
              <a:off x="7276732" y="413400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47" name="pt30747"/>
            <p:cNvSpPr/>
            <p:nvPr/>
          </p:nvSpPr>
          <p:spPr>
            <a:xfrm>
              <a:off x="7459003" y="3255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8" name="pt30748"/>
            <p:cNvSpPr/>
            <p:nvPr/>
          </p:nvSpPr>
          <p:spPr>
            <a:xfrm>
              <a:off x="7473185" y="31961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49" name="pt30749"/>
            <p:cNvSpPr/>
            <p:nvPr/>
          </p:nvSpPr>
          <p:spPr>
            <a:xfrm>
              <a:off x="7474977" y="3267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0" name="pt30750"/>
            <p:cNvSpPr/>
            <p:nvPr/>
          </p:nvSpPr>
          <p:spPr>
            <a:xfrm>
              <a:off x="7507519" y="3139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1" name="pt30751"/>
            <p:cNvSpPr/>
            <p:nvPr/>
          </p:nvSpPr>
          <p:spPr>
            <a:xfrm>
              <a:off x="7443449" y="3335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2" name="pt30752"/>
            <p:cNvSpPr/>
            <p:nvPr/>
          </p:nvSpPr>
          <p:spPr>
            <a:xfrm>
              <a:off x="7475627" y="3296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3" name="pt30753"/>
            <p:cNvSpPr/>
            <p:nvPr/>
          </p:nvSpPr>
          <p:spPr>
            <a:xfrm>
              <a:off x="7457521" y="3212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4" name="pt30754"/>
            <p:cNvSpPr/>
            <p:nvPr/>
          </p:nvSpPr>
          <p:spPr>
            <a:xfrm>
              <a:off x="7463064" y="3301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5" name="pt30755"/>
            <p:cNvSpPr/>
            <p:nvPr/>
          </p:nvSpPr>
          <p:spPr>
            <a:xfrm>
              <a:off x="7419673" y="35743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6" name="pt30756"/>
            <p:cNvSpPr/>
            <p:nvPr/>
          </p:nvSpPr>
          <p:spPr>
            <a:xfrm>
              <a:off x="7435830" y="3235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7" name="pt30757"/>
            <p:cNvSpPr/>
            <p:nvPr/>
          </p:nvSpPr>
          <p:spPr>
            <a:xfrm>
              <a:off x="7516478" y="3282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8" name="pt30758"/>
            <p:cNvSpPr/>
            <p:nvPr/>
          </p:nvSpPr>
          <p:spPr>
            <a:xfrm>
              <a:off x="7534305" y="3171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59" name="pt30759"/>
            <p:cNvSpPr/>
            <p:nvPr/>
          </p:nvSpPr>
          <p:spPr>
            <a:xfrm>
              <a:off x="7436237" y="32599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0" name="pt30760"/>
            <p:cNvSpPr/>
            <p:nvPr/>
          </p:nvSpPr>
          <p:spPr>
            <a:xfrm>
              <a:off x="7448687" y="3494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1" name="pt30761"/>
            <p:cNvSpPr/>
            <p:nvPr/>
          </p:nvSpPr>
          <p:spPr>
            <a:xfrm>
              <a:off x="7480123" y="3186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2" name="pt30762"/>
            <p:cNvSpPr/>
            <p:nvPr/>
          </p:nvSpPr>
          <p:spPr>
            <a:xfrm>
              <a:off x="7425560" y="3259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3" name="pt30763"/>
            <p:cNvSpPr/>
            <p:nvPr/>
          </p:nvSpPr>
          <p:spPr>
            <a:xfrm>
              <a:off x="7449424" y="2960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4" name="pt30764"/>
            <p:cNvSpPr/>
            <p:nvPr/>
          </p:nvSpPr>
          <p:spPr>
            <a:xfrm>
              <a:off x="7632664" y="302641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65" name="pt30765"/>
            <p:cNvSpPr/>
            <p:nvPr/>
          </p:nvSpPr>
          <p:spPr>
            <a:xfrm>
              <a:off x="7394408" y="3547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6" name="pt30766"/>
            <p:cNvSpPr/>
            <p:nvPr/>
          </p:nvSpPr>
          <p:spPr>
            <a:xfrm>
              <a:off x="7434965" y="32095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7" name="pt30767"/>
            <p:cNvSpPr/>
            <p:nvPr/>
          </p:nvSpPr>
          <p:spPr>
            <a:xfrm>
              <a:off x="7457239" y="3299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8" name="pt30768"/>
            <p:cNvSpPr/>
            <p:nvPr/>
          </p:nvSpPr>
          <p:spPr>
            <a:xfrm>
              <a:off x="7488655" y="3154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69" name="pt30769"/>
            <p:cNvSpPr/>
            <p:nvPr/>
          </p:nvSpPr>
          <p:spPr>
            <a:xfrm>
              <a:off x="7450421" y="2983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0" name="pt30770"/>
            <p:cNvSpPr/>
            <p:nvPr/>
          </p:nvSpPr>
          <p:spPr>
            <a:xfrm>
              <a:off x="7413212" y="3301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1" name="pt30771"/>
            <p:cNvSpPr/>
            <p:nvPr/>
          </p:nvSpPr>
          <p:spPr>
            <a:xfrm>
              <a:off x="7427050" y="3463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2" name="pt30772"/>
            <p:cNvSpPr/>
            <p:nvPr/>
          </p:nvSpPr>
          <p:spPr>
            <a:xfrm>
              <a:off x="7410652" y="3307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3" name="pt30773"/>
            <p:cNvSpPr/>
            <p:nvPr/>
          </p:nvSpPr>
          <p:spPr>
            <a:xfrm>
              <a:off x="7480903" y="3228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4" name="pt30774"/>
            <p:cNvSpPr/>
            <p:nvPr/>
          </p:nvSpPr>
          <p:spPr>
            <a:xfrm>
              <a:off x="7492743" y="32493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5" name="pt30775"/>
            <p:cNvSpPr/>
            <p:nvPr/>
          </p:nvSpPr>
          <p:spPr>
            <a:xfrm>
              <a:off x="7485426" y="30928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6" name="pt30776"/>
            <p:cNvSpPr/>
            <p:nvPr/>
          </p:nvSpPr>
          <p:spPr>
            <a:xfrm>
              <a:off x="7494307" y="32878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7" name="pt30777"/>
            <p:cNvSpPr/>
            <p:nvPr/>
          </p:nvSpPr>
          <p:spPr>
            <a:xfrm>
              <a:off x="7379158" y="3469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8" name="pt30778"/>
            <p:cNvSpPr/>
            <p:nvPr/>
          </p:nvSpPr>
          <p:spPr>
            <a:xfrm>
              <a:off x="7470426" y="3186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79" name="pt30779"/>
            <p:cNvSpPr/>
            <p:nvPr/>
          </p:nvSpPr>
          <p:spPr>
            <a:xfrm>
              <a:off x="7483757" y="3276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0" name="pt30780"/>
            <p:cNvSpPr/>
            <p:nvPr/>
          </p:nvSpPr>
          <p:spPr>
            <a:xfrm>
              <a:off x="7402874" y="3307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1" name="pt30781"/>
            <p:cNvSpPr/>
            <p:nvPr/>
          </p:nvSpPr>
          <p:spPr>
            <a:xfrm>
              <a:off x="7452265" y="3334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2" name="pt30782"/>
            <p:cNvSpPr/>
            <p:nvPr/>
          </p:nvSpPr>
          <p:spPr>
            <a:xfrm>
              <a:off x="6973177" y="381769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83" name="pt30783"/>
            <p:cNvSpPr/>
            <p:nvPr/>
          </p:nvSpPr>
          <p:spPr>
            <a:xfrm>
              <a:off x="7450085" y="3291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4" name="pt30784"/>
            <p:cNvSpPr/>
            <p:nvPr/>
          </p:nvSpPr>
          <p:spPr>
            <a:xfrm>
              <a:off x="7437121" y="3255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5" name="pt30785"/>
            <p:cNvSpPr/>
            <p:nvPr/>
          </p:nvSpPr>
          <p:spPr>
            <a:xfrm>
              <a:off x="7446287" y="3472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6" name="pt30786"/>
            <p:cNvSpPr/>
            <p:nvPr/>
          </p:nvSpPr>
          <p:spPr>
            <a:xfrm>
              <a:off x="7491728" y="3166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7" name="pt30787"/>
            <p:cNvSpPr/>
            <p:nvPr/>
          </p:nvSpPr>
          <p:spPr>
            <a:xfrm>
              <a:off x="7444863" y="3203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8" name="pt30788"/>
            <p:cNvSpPr/>
            <p:nvPr/>
          </p:nvSpPr>
          <p:spPr>
            <a:xfrm>
              <a:off x="7476692" y="3127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89" name="pt30789"/>
            <p:cNvSpPr/>
            <p:nvPr/>
          </p:nvSpPr>
          <p:spPr>
            <a:xfrm>
              <a:off x="7351065" y="3246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0" name="pt30790"/>
            <p:cNvSpPr/>
            <p:nvPr/>
          </p:nvSpPr>
          <p:spPr>
            <a:xfrm>
              <a:off x="7486235" y="3187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1" name="pt30791"/>
            <p:cNvSpPr/>
            <p:nvPr/>
          </p:nvSpPr>
          <p:spPr>
            <a:xfrm>
              <a:off x="7464651" y="32201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2" name="pt30792"/>
            <p:cNvSpPr/>
            <p:nvPr/>
          </p:nvSpPr>
          <p:spPr>
            <a:xfrm>
              <a:off x="7453912" y="3292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3" name="pt30793"/>
            <p:cNvSpPr/>
            <p:nvPr/>
          </p:nvSpPr>
          <p:spPr>
            <a:xfrm>
              <a:off x="7464489" y="33304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4" name="pt30794"/>
            <p:cNvSpPr/>
            <p:nvPr/>
          </p:nvSpPr>
          <p:spPr>
            <a:xfrm>
              <a:off x="7453210" y="3309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5" name="pt30795"/>
            <p:cNvSpPr/>
            <p:nvPr/>
          </p:nvSpPr>
          <p:spPr>
            <a:xfrm>
              <a:off x="7621358" y="32176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6" name="pt30796"/>
            <p:cNvSpPr/>
            <p:nvPr/>
          </p:nvSpPr>
          <p:spPr>
            <a:xfrm>
              <a:off x="7446603" y="3249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7" name="pt30797"/>
            <p:cNvSpPr/>
            <p:nvPr/>
          </p:nvSpPr>
          <p:spPr>
            <a:xfrm>
              <a:off x="7463599" y="3337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8" name="pt30798"/>
            <p:cNvSpPr/>
            <p:nvPr/>
          </p:nvSpPr>
          <p:spPr>
            <a:xfrm>
              <a:off x="7457608" y="3616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799" name="pt30799"/>
            <p:cNvSpPr/>
            <p:nvPr/>
          </p:nvSpPr>
          <p:spPr>
            <a:xfrm>
              <a:off x="7457925" y="3368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0" name="pt30800"/>
            <p:cNvSpPr/>
            <p:nvPr/>
          </p:nvSpPr>
          <p:spPr>
            <a:xfrm>
              <a:off x="7483026" y="3270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1" name="pt30801"/>
            <p:cNvSpPr/>
            <p:nvPr/>
          </p:nvSpPr>
          <p:spPr>
            <a:xfrm>
              <a:off x="7393051" y="34198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2" name="pt30802"/>
            <p:cNvSpPr/>
            <p:nvPr/>
          </p:nvSpPr>
          <p:spPr>
            <a:xfrm>
              <a:off x="7466634" y="32065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3" name="pt30803"/>
            <p:cNvSpPr/>
            <p:nvPr/>
          </p:nvSpPr>
          <p:spPr>
            <a:xfrm>
              <a:off x="7422963" y="32964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4" name="pt30804"/>
            <p:cNvSpPr/>
            <p:nvPr/>
          </p:nvSpPr>
          <p:spPr>
            <a:xfrm>
              <a:off x="7453692" y="3182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5" name="pt30805"/>
            <p:cNvSpPr/>
            <p:nvPr/>
          </p:nvSpPr>
          <p:spPr>
            <a:xfrm>
              <a:off x="7457006" y="3159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6" name="pt30806"/>
            <p:cNvSpPr/>
            <p:nvPr/>
          </p:nvSpPr>
          <p:spPr>
            <a:xfrm>
              <a:off x="6435928" y="345350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07" name="pt30807"/>
            <p:cNvSpPr/>
            <p:nvPr/>
          </p:nvSpPr>
          <p:spPr>
            <a:xfrm>
              <a:off x="7447460" y="3105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8" name="pt30808"/>
            <p:cNvSpPr/>
            <p:nvPr/>
          </p:nvSpPr>
          <p:spPr>
            <a:xfrm>
              <a:off x="7451364" y="31346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09" name="pt30809"/>
            <p:cNvSpPr/>
            <p:nvPr/>
          </p:nvSpPr>
          <p:spPr>
            <a:xfrm>
              <a:off x="7488956" y="3218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0" name="pt30810"/>
            <p:cNvSpPr/>
            <p:nvPr/>
          </p:nvSpPr>
          <p:spPr>
            <a:xfrm>
              <a:off x="7489027" y="3221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1" name="pt30811"/>
            <p:cNvSpPr/>
            <p:nvPr/>
          </p:nvSpPr>
          <p:spPr>
            <a:xfrm>
              <a:off x="7454330" y="33206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2" name="pt30812"/>
            <p:cNvSpPr/>
            <p:nvPr/>
          </p:nvSpPr>
          <p:spPr>
            <a:xfrm>
              <a:off x="7410143" y="3432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3" name="pt30813"/>
            <p:cNvSpPr/>
            <p:nvPr/>
          </p:nvSpPr>
          <p:spPr>
            <a:xfrm>
              <a:off x="7411945" y="3169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4" name="pt30814"/>
            <p:cNvSpPr/>
            <p:nvPr/>
          </p:nvSpPr>
          <p:spPr>
            <a:xfrm>
              <a:off x="7473242" y="3183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5" name="pt30815"/>
            <p:cNvSpPr/>
            <p:nvPr/>
          </p:nvSpPr>
          <p:spPr>
            <a:xfrm>
              <a:off x="7518054" y="3022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6" name="pt30816"/>
            <p:cNvSpPr/>
            <p:nvPr/>
          </p:nvSpPr>
          <p:spPr>
            <a:xfrm>
              <a:off x="7418339" y="3185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7" name="pt30817"/>
            <p:cNvSpPr/>
            <p:nvPr/>
          </p:nvSpPr>
          <p:spPr>
            <a:xfrm>
              <a:off x="7377680" y="3156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8" name="pt30818"/>
            <p:cNvSpPr/>
            <p:nvPr/>
          </p:nvSpPr>
          <p:spPr>
            <a:xfrm>
              <a:off x="7433921" y="3226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19" name="pt30819"/>
            <p:cNvSpPr/>
            <p:nvPr/>
          </p:nvSpPr>
          <p:spPr>
            <a:xfrm>
              <a:off x="7458282" y="31654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0" name="pt30820"/>
            <p:cNvSpPr/>
            <p:nvPr/>
          </p:nvSpPr>
          <p:spPr>
            <a:xfrm>
              <a:off x="7450637" y="3198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1" name="pt30821"/>
            <p:cNvSpPr/>
            <p:nvPr/>
          </p:nvSpPr>
          <p:spPr>
            <a:xfrm>
              <a:off x="7442167" y="3333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2" name="pt30822"/>
            <p:cNvSpPr/>
            <p:nvPr/>
          </p:nvSpPr>
          <p:spPr>
            <a:xfrm>
              <a:off x="7470203" y="3143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3" name="pt30823"/>
            <p:cNvSpPr/>
            <p:nvPr/>
          </p:nvSpPr>
          <p:spPr>
            <a:xfrm>
              <a:off x="7431506" y="3413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4" name="pt30824"/>
            <p:cNvSpPr/>
            <p:nvPr/>
          </p:nvSpPr>
          <p:spPr>
            <a:xfrm>
              <a:off x="7444371" y="3517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5" name="pt30825"/>
            <p:cNvSpPr/>
            <p:nvPr/>
          </p:nvSpPr>
          <p:spPr>
            <a:xfrm>
              <a:off x="7455679" y="3253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6" name="pt30826"/>
            <p:cNvSpPr/>
            <p:nvPr/>
          </p:nvSpPr>
          <p:spPr>
            <a:xfrm>
              <a:off x="7490324" y="3232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7" name="pt30827"/>
            <p:cNvSpPr/>
            <p:nvPr/>
          </p:nvSpPr>
          <p:spPr>
            <a:xfrm>
              <a:off x="7576824" y="32235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8" name="pt30828"/>
            <p:cNvSpPr/>
            <p:nvPr/>
          </p:nvSpPr>
          <p:spPr>
            <a:xfrm>
              <a:off x="7440989" y="3314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29" name="pt30829"/>
            <p:cNvSpPr/>
            <p:nvPr/>
          </p:nvSpPr>
          <p:spPr>
            <a:xfrm>
              <a:off x="7461560" y="3194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0" name="pt30830"/>
            <p:cNvSpPr/>
            <p:nvPr/>
          </p:nvSpPr>
          <p:spPr>
            <a:xfrm>
              <a:off x="7264411" y="364977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31" name="pt30831"/>
            <p:cNvSpPr/>
            <p:nvPr/>
          </p:nvSpPr>
          <p:spPr>
            <a:xfrm>
              <a:off x="7436847" y="3280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2" name="pt30832"/>
            <p:cNvSpPr/>
            <p:nvPr/>
          </p:nvSpPr>
          <p:spPr>
            <a:xfrm>
              <a:off x="7360666" y="3522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3" name="pt30833"/>
            <p:cNvSpPr/>
            <p:nvPr/>
          </p:nvSpPr>
          <p:spPr>
            <a:xfrm>
              <a:off x="7518234" y="3111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4" name="pt30834"/>
            <p:cNvSpPr/>
            <p:nvPr/>
          </p:nvSpPr>
          <p:spPr>
            <a:xfrm>
              <a:off x="7491507" y="3061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5" name="pt30835"/>
            <p:cNvSpPr/>
            <p:nvPr/>
          </p:nvSpPr>
          <p:spPr>
            <a:xfrm>
              <a:off x="7479551" y="3310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6" name="pt30836"/>
            <p:cNvSpPr/>
            <p:nvPr/>
          </p:nvSpPr>
          <p:spPr>
            <a:xfrm>
              <a:off x="7448121" y="3221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7" name="pt30837"/>
            <p:cNvSpPr/>
            <p:nvPr/>
          </p:nvSpPr>
          <p:spPr>
            <a:xfrm>
              <a:off x="7430062" y="3173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8" name="pt30838"/>
            <p:cNvSpPr/>
            <p:nvPr/>
          </p:nvSpPr>
          <p:spPr>
            <a:xfrm>
              <a:off x="7448567" y="3329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39" name="pt30839"/>
            <p:cNvSpPr/>
            <p:nvPr/>
          </p:nvSpPr>
          <p:spPr>
            <a:xfrm>
              <a:off x="7404430" y="3450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0" name="pt30840"/>
            <p:cNvSpPr/>
            <p:nvPr/>
          </p:nvSpPr>
          <p:spPr>
            <a:xfrm>
              <a:off x="7426912" y="3321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1" name="pt30841"/>
            <p:cNvSpPr/>
            <p:nvPr/>
          </p:nvSpPr>
          <p:spPr>
            <a:xfrm>
              <a:off x="7441628" y="3244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2" name="pt30842"/>
            <p:cNvSpPr/>
            <p:nvPr/>
          </p:nvSpPr>
          <p:spPr>
            <a:xfrm>
              <a:off x="7461010" y="3065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3" name="pt30843"/>
            <p:cNvSpPr/>
            <p:nvPr/>
          </p:nvSpPr>
          <p:spPr>
            <a:xfrm>
              <a:off x="7464602" y="3290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4" name="pt30844"/>
            <p:cNvSpPr/>
            <p:nvPr/>
          </p:nvSpPr>
          <p:spPr>
            <a:xfrm>
              <a:off x="7514340" y="3148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5" name="pt30845"/>
            <p:cNvSpPr/>
            <p:nvPr/>
          </p:nvSpPr>
          <p:spPr>
            <a:xfrm>
              <a:off x="7344038" y="40953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6" name="pt30846"/>
            <p:cNvSpPr/>
            <p:nvPr/>
          </p:nvSpPr>
          <p:spPr>
            <a:xfrm>
              <a:off x="7439248" y="31960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7" name="pt30847"/>
            <p:cNvSpPr/>
            <p:nvPr/>
          </p:nvSpPr>
          <p:spPr>
            <a:xfrm>
              <a:off x="7496923" y="31665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8" name="pt30848"/>
            <p:cNvSpPr/>
            <p:nvPr/>
          </p:nvSpPr>
          <p:spPr>
            <a:xfrm>
              <a:off x="7470855" y="3390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49" name="pt30849"/>
            <p:cNvSpPr/>
            <p:nvPr/>
          </p:nvSpPr>
          <p:spPr>
            <a:xfrm>
              <a:off x="7451305" y="3289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0" name="pt30850"/>
            <p:cNvSpPr/>
            <p:nvPr/>
          </p:nvSpPr>
          <p:spPr>
            <a:xfrm>
              <a:off x="7450999" y="3461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1" name="pt30851"/>
            <p:cNvSpPr/>
            <p:nvPr/>
          </p:nvSpPr>
          <p:spPr>
            <a:xfrm>
              <a:off x="7396721" y="3246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2" name="pt30852"/>
            <p:cNvSpPr/>
            <p:nvPr/>
          </p:nvSpPr>
          <p:spPr>
            <a:xfrm>
              <a:off x="7490663" y="3050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3" name="pt30853"/>
            <p:cNvSpPr/>
            <p:nvPr/>
          </p:nvSpPr>
          <p:spPr>
            <a:xfrm>
              <a:off x="7494474" y="3111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4" name="pt30854"/>
            <p:cNvSpPr/>
            <p:nvPr/>
          </p:nvSpPr>
          <p:spPr>
            <a:xfrm>
              <a:off x="7458105" y="3186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5" name="pt30855"/>
            <p:cNvSpPr/>
            <p:nvPr/>
          </p:nvSpPr>
          <p:spPr>
            <a:xfrm>
              <a:off x="7450103" y="3161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6" name="pt30856"/>
            <p:cNvSpPr/>
            <p:nvPr/>
          </p:nvSpPr>
          <p:spPr>
            <a:xfrm>
              <a:off x="7431558" y="3482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7" name="pt30857"/>
            <p:cNvSpPr/>
            <p:nvPr/>
          </p:nvSpPr>
          <p:spPr>
            <a:xfrm>
              <a:off x="7378641" y="33371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8" name="pt30858"/>
            <p:cNvSpPr/>
            <p:nvPr/>
          </p:nvSpPr>
          <p:spPr>
            <a:xfrm>
              <a:off x="7382412" y="3302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59" name="pt30859"/>
            <p:cNvSpPr/>
            <p:nvPr/>
          </p:nvSpPr>
          <p:spPr>
            <a:xfrm>
              <a:off x="7423787" y="33255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0" name="pt30860"/>
            <p:cNvSpPr/>
            <p:nvPr/>
          </p:nvSpPr>
          <p:spPr>
            <a:xfrm>
              <a:off x="7456855" y="3129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1" name="pt30861"/>
            <p:cNvSpPr/>
            <p:nvPr/>
          </p:nvSpPr>
          <p:spPr>
            <a:xfrm>
              <a:off x="7474624" y="32506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2" name="pt30862"/>
            <p:cNvSpPr/>
            <p:nvPr/>
          </p:nvSpPr>
          <p:spPr>
            <a:xfrm>
              <a:off x="7374170" y="3215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3" name="pt30863"/>
            <p:cNvSpPr/>
            <p:nvPr/>
          </p:nvSpPr>
          <p:spPr>
            <a:xfrm>
              <a:off x="7447116" y="2771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4" name="pt30864"/>
            <p:cNvSpPr/>
            <p:nvPr/>
          </p:nvSpPr>
          <p:spPr>
            <a:xfrm>
              <a:off x="7457235" y="3140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5" name="pt30865"/>
            <p:cNvSpPr/>
            <p:nvPr/>
          </p:nvSpPr>
          <p:spPr>
            <a:xfrm>
              <a:off x="7460850" y="3215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6" name="pt30866"/>
            <p:cNvSpPr/>
            <p:nvPr/>
          </p:nvSpPr>
          <p:spPr>
            <a:xfrm>
              <a:off x="7438275" y="3261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7" name="pt30867"/>
            <p:cNvSpPr/>
            <p:nvPr/>
          </p:nvSpPr>
          <p:spPr>
            <a:xfrm>
              <a:off x="7392710" y="3442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8" name="pt30868"/>
            <p:cNvSpPr/>
            <p:nvPr/>
          </p:nvSpPr>
          <p:spPr>
            <a:xfrm>
              <a:off x="7440635" y="3171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69" name="pt30869"/>
            <p:cNvSpPr/>
            <p:nvPr/>
          </p:nvSpPr>
          <p:spPr>
            <a:xfrm>
              <a:off x="7451090" y="3276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0" name="pt30870"/>
            <p:cNvSpPr/>
            <p:nvPr/>
          </p:nvSpPr>
          <p:spPr>
            <a:xfrm>
              <a:off x="7484476" y="31810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1" name="pt30871"/>
            <p:cNvSpPr/>
            <p:nvPr/>
          </p:nvSpPr>
          <p:spPr>
            <a:xfrm>
              <a:off x="7475334" y="3208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2" name="pt30872"/>
            <p:cNvSpPr/>
            <p:nvPr/>
          </p:nvSpPr>
          <p:spPr>
            <a:xfrm>
              <a:off x="7419878" y="3262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3" name="pt30873"/>
            <p:cNvSpPr/>
            <p:nvPr/>
          </p:nvSpPr>
          <p:spPr>
            <a:xfrm>
              <a:off x="7336044" y="3205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4" name="pt30874"/>
            <p:cNvSpPr/>
            <p:nvPr/>
          </p:nvSpPr>
          <p:spPr>
            <a:xfrm>
              <a:off x="7445340" y="3136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5" name="pt30875"/>
            <p:cNvSpPr/>
            <p:nvPr/>
          </p:nvSpPr>
          <p:spPr>
            <a:xfrm>
              <a:off x="7439033" y="3179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6" name="pt30876"/>
            <p:cNvSpPr/>
            <p:nvPr/>
          </p:nvSpPr>
          <p:spPr>
            <a:xfrm>
              <a:off x="7448776" y="3262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7" name="pt30877"/>
            <p:cNvSpPr/>
            <p:nvPr/>
          </p:nvSpPr>
          <p:spPr>
            <a:xfrm>
              <a:off x="7395113" y="32835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8" name="pt30878"/>
            <p:cNvSpPr/>
            <p:nvPr/>
          </p:nvSpPr>
          <p:spPr>
            <a:xfrm>
              <a:off x="7442110" y="3780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79" name="pt30879"/>
            <p:cNvSpPr/>
            <p:nvPr/>
          </p:nvSpPr>
          <p:spPr>
            <a:xfrm>
              <a:off x="7473559" y="3223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0" name="pt30880"/>
            <p:cNvSpPr/>
            <p:nvPr/>
          </p:nvSpPr>
          <p:spPr>
            <a:xfrm>
              <a:off x="7466925" y="3078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1" name="pt30881"/>
            <p:cNvSpPr/>
            <p:nvPr/>
          </p:nvSpPr>
          <p:spPr>
            <a:xfrm>
              <a:off x="7449794" y="3314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2" name="pt30882"/>
            <p:cNvSpPr/>
            <p:nvPr/>
          </p:nvSpPr>
          <p:spPr>
            <a:xfrm>
              <a:off x="7480322" y="3266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3" name="pt30883"/>
            <p:cNvSpPr/>
            <p:nvPr/>
          </p:nvSpPr>
          <p:spPr>
            <a:xfrm>
              <a:off x="7417433" y="3260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4" name="pt30884"/>
            <p:cNvSpPr/>
            <p:nvPr/>
          </p:nvSpPr>
          <p:spPr>
            <a:xfrm>
              <a:off x="7454436" y="31210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5" name="pt30885"/>
            <p:cNvSpPr/>
            <p:nvPr/>
          </p:nvSpPr>
          <p:spPr>
            <a:xfrm>
              <a:off x="7431822" y="3347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6" name="pt30886"/>
            <p:cNvSpPr/>
            <p:nvPr/>
          </p:nvSpPr>
          <p:spPr>
            <a:xfrm>
              <a:off x="7432128" y="3232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7" name="pt30887"/>
            <p:cNvSpPr/>
            <p:nvPr/>
          </p:nvSpPr>
          <p:spPr>
            <a:xfrm>
              <a:off x="7491979" y="3152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8" name="pt30888"/>
            <p:cNvSpPr/>
            <p:nvPr/>
          </p:nvSpPr>
          <p:spPr>
            <a:xfrm>
              <a:off x="7444793" y="3163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89" name="pt30889"/>
            <p:cNvSpPr/>
            <p:nvPr/>
          </p:nvSpPr>
          <p:spPr>
            <a:xfrm>
              <a:off x="7478849" y="31399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0" name="pt30890"/>
            <p:cNvSpPr/>
            <p:nvPr/>
          </p:nvSpPr>
          <p:spPr>
            <a:xfrm>
              <a:off x="7426984" y="3426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1" name="pt30891"/>
            <p:cNvSpPr/>
            <p:nvPr/>
          </p:nvSpPr>
          <p:spPr>
            <a:xfrm>
              <a:off x="7414218" y="3230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2" name="pt30892"/>
            <p:cNvSpPr/>
            <p:nvPr/>
          </p:nvSpPr>
          <p:spPr>
            <a:xfrm>
              <a:off x="7452695" y="3105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3" name="pt30893"/>
            <p:cNvSpPr/>
            <p:nvPr/>
          </p:nvSpPr>
          <p:spPr>
            <a:xfrm>
              <a:off x="7494442" y="3119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4" name="pt30894"/>
            <p:cNvSpPr/>
            <p:nvPr/>
          </p:nvSpPr>
          <p:spPr>
            <a:xfrm>
              <a:off x="7450912" y="32552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5" name="pt30895"/>
            <p:cNvSpPr/>
            <p:nvPr/>
          </p:nvSpPr>
          <p:spPr>
            <a:xfrm>
              <a:off x="7448821" y="3197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6" name="pt30896"/>
            <p:cNvSpPr/>
            <p:nvPr/>
          </p:nvSpPr>
          <p:spPr>
            <a:xfrm>
              <a:off x="7406611" y="3295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7" name="pt30897"/>
            <p:cNvSpPr/>
            <p:nvPr/>
          </p:nvSpPr>
          <p:spPr>
            <a:xfrm>
              <a:off x="7461868" y="3070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8" name="pt30898"/>
            <p:cNvSpPr/>
            <p:nvPr/>
          </p:nvSpPr>
          <p:spPr>
            <a:xfrm>
              <a:off x="7498492" y="32523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899" name="pt30899"/>
            <p:cNvSpPr/>
            <p:nvPr/>
          </p:nvSpPr>
          <p:spPr>
            <a:xfrm>
              <a:off x="7458082" y="32543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0" name="pt30900"/>
            <p:cNvSpPr/>
            <p:nvPr/>
          </p:nvSpPr>
          <p:spPr>
            <a:xfrm>
              <a:off x="7424178" y="3644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1" name="pt30901"/>
            <p:cNvSpPr/>
            <p:nvPr/>
          </p:nvSpPr>
          <p:spPr>
            <a:xfrm>
              <a:off x="7475148" y="3033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2" name="pt30902"/>
            <p:cNvSpPr/>
            <p:nvPr/>
          </p:nvSpPr>
          <p:spPr>
            <a:xfrm>
              <a:off x="7425421" y="34426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3" name="pt30903"/>
            <p:cNvSpPr/>
            <p:nvPr/>
          </p:nvSpPr>
          <p:spPr>
            <a:xfrm>
              <a:off x="7443395" y="3448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4" name="pt30904"/>
            <p:cNvSpPr/>
            <p:nvPr/>
          </p:nvSpPr>
          <p:spPr>
            <a:xfrm>
              <a:off x="7426234" y="34292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5" name="pt30905"/>
            <p:cNvSpPr/>
            <p:nvPr/>
          </p:nvSpPr>
          <p:spPr>
            <a:xfrm>
              <a:off x="7501194" y="3202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6" name="pt30906"/>
            <p:cNvSpPr/>
            <p:nvPr/>
          </p:nvSpPr>
          <p:spPr>
            <a:xfrm>
              <a:off x="7426475" y="3172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7" name="pt30907"/>
            <p:cNvSpPr/>
            <p:nvPr/>
          </p:nvSpPr>
          <p:spPr>
            <a:xfrm>
              <a:off x="7422250" y="3241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8" name="pt30908"/>
            <p:cNvSpPr/>
            <p:nvPr/>
          </p:nvSpPr>
          <p:spPr>
            <a:xfrm>
              <a:off x="7463064" y="3049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09" name="pt30909"/>
            <p:cNvSpPr/>
            <p:nvPr/>
          </p:nvSpPr>
          <p:spPr>
            <a:xfrm>
              <a:off x="7445591" y="3254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0" name="pt30910"/>
            <p:cNvSpPr/>
            <p:nvPr/>
          </p:nvSpPr>
          <p:spPr>
            <a:xfrm>
              <a:off x="7363840" y="3496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1" name="pt30911"/>
            <p:cNvSpPr/>
            <p:nvPr/>
          </p:nvSpPr>
          <p:spPr>
            <a:xfrm>
              <a:off x="7473548" y="3204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2" name="pt30912"/>
            <p:cNvSpPr/>
            <p:nvPr/>
          </p:nvSpPr>
          <p:spPr>
            <a:xfrm>
              <a:off x="7500664" y="2988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3" name="pt30913"/>
            <p:cNvSpPr/>
            <p:nvPr/>
          </p:nvSpPr>
          <p:spPr>
            <a:xfrm>
              <a:off x="7094643" y="418273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14" name="pt30914"/>
            <p:cNvSpPr/>
            <p:nvPr/>
          </p:nvSpPr>
          <p:spPr>
            <a:xfrm>
              <a:off x="7463162" y="32044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5" name="pt30915"/>
            <p:cNvSpPr/>
            <p:nvPr/>
          </p:nvSpPr>
          <p:spPr>
            <a:xfrm>
              <a:off x="7436384" y="3200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6" name="pt30916"/>
            <p:cNvSpPr/>
            <p:nvPr/>
          </p:nvSpPr>
          <p:spPr>
            <a:xfrm>
              <a:off x="7417290" y="3307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7" name="pt30917"/>
            <p:cNvSpPr/>
            <p:nvPr/>
          </p:nvSpPr>
          <p:spPr>
            <a:xfrm>
              <a:off x="7418601" y="3440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8" name="pt30918"/>
            <p:cNvSpPr/>
            <p:nvPr/>
          </p:nvSpPr>
          <p:spPr>
            <a:xfrm>
              <a:off x="7434964" y="34446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19" name="pt30919"/>
            <p:cNvSpPr/>
            <p:nvPr/>
          </p:nvSpPr>
          <p:spPr>
            <a:xfrm>
              <a:off x="7515561" y="31936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0" name="pt30920"/>
            <p:cNvSpPr/>
            <p:nvPr/>
          </p:nvSpPr>
          <p:spPr>
            <a:xfrm>
              <a:off x="7415949" y="3364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1" name="pt30921"/>
            <p:cNvSpPr/>
            <p:nvPr/>
          </p:nvSpPr>
          <p:spPr>
            <a:xfrm>
              <a:off x="7465170" y="3238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2" name="pt30922"/>
            <p:cNvSpPr/>
            <p:nvPr/>
          </p:nvSpPr>
          <p:spPr>
            <a:xfrm>
              <a:off x="7413372" y="3277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3" name="pt30923"/>
            <p:cNvSpPr/>
            <p:nvPr/>
          </p:nvSpPr>
          <p:spPr>
            <a:xfrm>
              <a:off x="7389801" y="3489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4" name="pt30924"/>
            <p:cNvSpPr/>
            <p:nvPr/>
          </p:nvSpPr>
          <p:spPr>
            <a:xfrm>
              <a:off x="7420197" y="3391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5" name="pt30925"/>
            <p:cNvSpPr/>
            <p:nvPr/>
          </p:nvSpPr>
          <p:spPr>
            <a:xfrm>
              <a:off x="7432005" y="3112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6" name="pt30926"/>
            <p:cNvSpPr/>
            <p:nvPr/>
          </p:nvSpPr>
          <p:spPr>
            <a:xfrm>
              <a:off x="7467496" y="3186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7" name="pt30927"/>
            <p:cNvSpPr/>
            <p:nvPr/>
          </p:nvSpPr>
          <p:spPr>
            <a:xfrm>
              <a:off x="7445026" y="3291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8" name="pt30928"/>
            <p:cNvSpPr/>
            <p:nvPr/>
          </p:nvSpPr>
          <p:spPr>
            <a:xfrm>
              <a:off x="7463777" y="3242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29" name="pt30929"/>
            <p:cNvSpPr/>
            <p:nvPr/>
          </p:nvSpPr>
          <p:spPr>
            <a:xfrm>
              <a:off x="7406980" y="3532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0" name="pt30930"/>
            <p:cNvSpPr/>
            <p:nvPr/>
          </p:nvSpPr>
          <p:spPr>
            <a:xfrm>
              <a:off x="7436285" y="3276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1" name="pt30931"/>
            <p:cNvSpPr/>
            <p:nvPr/>
          </p:nvSpPr>
          <p:spPr>
            <a:xfrm>
              <a:off x="7995452" y="291713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32" name="pt30932"/>
            <p:cNvSpPr/>
            <p:nvPr/>
          </p:nvSpPr>
          <p:spPr>
            <a:xfrm>
              <a:off x="7441275" y="3276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3" name="pt30933"/>
            <p:cNvSpPr/>
            <p:nvPr/>
          </p:nvSpPr>
          <p:spPr>
            <a:xfrm>
              <a:off x="7476670" y="3267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4" name="pt30934"/>
            <p:cNvSpPr/>
            <p:nvPr/>
          </p:nvSpPr>
          <p:spPr>
            <a:xfrm>
              <a:off x="7466369" y="3324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5" name="pt30935"/>
            <p:cNvSpPr/>
            <p:nvPr/>
          </p:nvSpPr>
          <p:spPr>
            <a:xfrm>
              <a:off x="7451359" y="3316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6" name="pt30936"/>
            <p:cNvSpPr/>
            <p:nvPr/>
          </p:nvSpPr>
          <p:spPr>
            <a:xfrm>
              <a:off x="7429121" y="3324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7" name="pt30937"/>
            <p:cNvSpPr/>
            <p:nvPr/>
          </p:nvSpPr>
          <p:spPr>
            <a:xfrm>
              <a:off x="7474468" y="31946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8" name="pt30938"/>
            <p:cNvSpPr/>
            <p:nvPr/>
          </p:nvSpPr>
          <p:spPr>
            <a:xfrm>
              <a:off x="7451146" y="3081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39" name="pt30939"/>
            <p:cNvSpPr/>
            <p:nvPr/>
          </p:nvSpPr>
          <p:spPr>
            <a:xfrm>
              <a:off x="7633880" y="291257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40" name="pt30940"/>
            <p:cNvSpPr/>
            <p:nvPr/>
          </p:nvSpPr>
          <p:spPr>
            <a:xfrm>
              <a:off x="7452619" y="3361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1" name="pt30941"/>
            <p:cNvSpPr/>
            <p:nvPr/>
          </p:nvSpPr>
          <p:spPr>
            <a:xfrm>
              <a:off x="7413532" y="3243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2" name="pt30942"/>
            <p:cNvSpPr/>
            <p:nvPr/>
          </p:nvSpPr>
          <p:spPr>
            <a:xfrm>
              <a:off x="7459008" y="3126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3" name="pt30943"/>
            <p:cNvSpPr/>
            <p:nvPr/>
          </p:nvSpPr>
          <p:spPr>
            <a:xfrm>
              <a:off x="7462098" y="31501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4" name="pt30944"/>
            <p:cNvSpPr/>
            <p:nvPr/>
          </p:nvSpPr>
          <p:spPr>
            <a:xfrm>
              <a:off x="7445743" y="33851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5" name="pt30945"/>
            <p:cNvSpPr/>
            <p:nvPr/>
          </p:nvSpPr>
          <p:spPr>
            <a:xfrm>
              <a:off x="7437748" y="3362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6" name="pt30946"/>
            <p:cNvSpPr/>
            <p:nvPr/>
          </p:nvSpPr>
          <p:spPr>
            <a:xfrm>
              <a:off x="7504202" y="31376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7" name="pt30947"/>
            <p:cNvSpPr/>
            <p:nvPr/>
          </p:nvSpPr>
          <p:spPr>
            <a:xfrm>
              <a:off x="7472505" y="3123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8" name="pt30948"/>
            <p:cNvSpPr/>
            <p:nvPr/>
          </p:nvSpPr>
          <p:spPr>
            <a:xfrm>
              <a:off x="7394360" y="3355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49" name="pt30949"/>
            <p:cNvSpPr/>
            <p:nvPr/>
          </p:nvSpPr>
          <p:spPr>
            <a:xfrm>
              <a:off x="7460776" y="3208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0" name="pt30950"/>
            <p:cNvSpPr/>
            <p:nvPr/>
          </p:nvSpPr>
          <p:spPr>
            <a:xfrm>
              <a:off x="7443344" y="3031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1" name="pt30951"/>
            <p:cNvSpPr/>
            <p:nvPr/>
          </p:nvSpPr>
          <p:spPr>
            <a:xfrm>
              <a:off x="7466870" y="3316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2" name="pt30952"/>
            <p:cNvSpPr/>
            <p:nvPr/>
          </p:nvSpPr>
          <p:spPr>
            <a:xfrm>
              <a:off x="7437797" y="34285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3" name="pt30953"/>
            <p:cNvSpPr/>
            <p:nvPr/>
          </p:nvSpPr>
          <p:spPr>
            <a:xfrm>
              <a:off x="7529672" y="3292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4" name="pt30954"/>
            <p:cNvSpPr/>
            <p:nvPr/>
          </p:nvSpPr>
          <p:spPr>
            <a:xfrm>
              <a:off x="7481386" y="3079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5" name="pt30955"/>
            <p:cNvSpPr/>
            <p:nvPr/>
          </p:nvSpPr>
          <p:spPr>
            <a:xfrm>
              <a:off x="7411339" y="3334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6" name="pt30956"/>
            <p:cNvSpPr/>
            <p:nvPr/>
          </p:nvSpPr>
          <p:spPr>
            <a:xfrm>
              <a:off x="7470487" y="33228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7" name="pt30957"/>
            <p:cNvSpPr/>
            <p:nvPr/>
          </p:nvSpPr>
          <p:spPr>
            <a:xfrm>
              <a:off x="7435728" y="33448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8" name="pt30958"/>
            <p:cNvSpPr/>
            <p:nvPr/>
          </p:nvSpPr>
          <p:spPr>
            <a:xfrm>
              <a:off x="7410698" y="3798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59" name="pt30959"/>
            <p:cNvSpPr/>
            <p:nvPr/>
          </p:nvSpPr>
          <p:spPr>
            <a:xfrm>
              <a:off x="7422557" y="3270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0" name="pt30960"/>
            <p:cNvSpPr/>
            <p:nvPr/>
          </p:nvSpPr>
          <p:spPr>
            <a:xfrm>
              <a:off x="7360964" y="3411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1" name="pt30961"/>
            <p:cNvSpPr/>
            <p:nvPr/>
          </p:nvSpPr>
          <p:spPr>
            <a:xfrm>
              <a:off x="7434939" y="33843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2" name="pt30962"/>
            <p:cNvSpPr/>
            <p:nvPr/>
          </p:nvSpPr>
          <p:spPr>
            <a:xfrm>
              <a:off x="7544732" y="2921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3" name="pt30963"/>
            <p:cNvSpPr/>
            <p:nvPr/>
          </p:nvSpPr>
          <p:spPr>
            <a:xfrm>
              <a:off x="7488370" y="31684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4" name="pt30964"/>
            <p:cNvSpPr/>
            <p:nvPr/>
          </p:nvSpPr>
          <p:spPr>
            <a:xfrm>
              <a:off x="7483328" y="3239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5" name="pt30965"/>
            <p:cNvSpPr/>
            <p:nvPr/>
          </p:nvSpPr>
          <p:spPr>
            <a:xfrm>
              <a:off x="7443217" y="3340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6" name="pt30966"/>
            <p:cNvSpPr/>
            <p:nvPr/>
          </p:nvSpPr>
          <p:spPr>
            <a:xfrm>
              <a:off x="7450473" y="3293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7" name="pt30967"/>
            <p:cNvSpPr/>
            <p:nvPr/>
          </p:nvSpPr>
          <p:spPr>
            <a:xfrm>
              <a:off x="7443129" y="3538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8" name="pt30968"/>
            <p:cNvSpPr/>
            <p:nvPr/>
          </p:nvSpPr>
          <p:spPr>
            <a:xfrm>
              <a:off x="7458292" y="3220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69" name="pt30969"/>
            <p:cNvSpPr/>
            <p:nvPr/>
          </p:nvSpPr>
          <p:spPr>
            <a:xfrm>
              <a:off x="7562555" y="3152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0" name="pt30970"/>
            <p:cNvSpPr/>
            <p:nvPr/>
          </p:nvSpPr>
          <p:spPr>
            <a:xfrm>
              <a:off x="7464700" y="32168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1" name="pt30971"/>
            <p:cNvSpPr/>
            <p:nvPr/>
          </p:nvSpPr>
          <p:spPr>
            <a:xfrm>
              <a:off x="7426738" y="3411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2" name="pt30972"/>
            <p:cNvSpPr/>
            <p:nvPr/>
          </p:nvSpPr>
          <p:spPr>
            <a:xfrm>
              <a:off x="7445982" y="3245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3" name="pt30973"/>
            <p:cNvSpPr/>
            <p:nvPr/>
          </p:nvSpPr>
          <p:spPr>
            <a:xfrm>
              <a:off x="7414486" y="3215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4" name="pt30974"/>
            <p:cNvSpPr/>
            <p:nvPr/>
          </p:nvSpPr>
          <p:spPr>
            <a:xfrm>
              <a:off x="7497990" y="3213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5" name="pt30975"/>
            <p:cNvSpPr/>
            <p:nvPr/>
          </p:nvSpPr>
          <p:spPr>
            <a:xfrm>
              <a:off x="7438697" y="3304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6" name="pt30976"/>
            <p:cNvSpPr/>
            <p:nvPr/>
          </p:nvSpPr>
          <p:spPr>
            <a:xfrm>
              <a:off x="7447944" y="3266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7" name="pt30977"/>
            <p:cNvSpPr/>
            <p:nvPr/>
          </p:nvSpPr>
          <p:spPr>
            <a:xfrm>
              <a:off x="7493373" y="3263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8" name="pt30978"/>
            <p:cNvSpPr/>
            <p:nvPr/>
          </p:nvSpPr>
          <p:spPr>
            <a:xfrm>
              <a:off x="7440933" y="3600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79" name="pt30979"/>
            <p:cNvSpPr/>
            <p:nvPr/>
          </p:nvSpPr>
          <p:spPr>
            <a:xfrm>
              <a:off x="7329646" y="3341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0" name="pt30980"/>
            <p:cNvSpPr/>
            <p:nvPr/>
          </p:nvSpPr>
          <p:spPr>
            <a:xfrm>
              <a:off x="7441433" y="3287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1" name="pt30981"/>
            <p:cNvSpPr/>
            <p:nvPr/>
          </p:nvSpPr>
          <p:spPr>
            <a:xfrm>
              <a:off x="7480069" y="32253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2" name="pt30982"/>
            <p:cNvSpPr/>
            <p:nvPr/>
          </p:nvSpPr>
          <p:spPr>
            <a:xfrm>
              <a:off x="7350173" y="3422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3" name="pt30983"/>
            <p:cNvSpPr/>
            <p:nvPr/>
          </p:nvSpPr>
          <p:spPr>
            <a:xfrm>
              <a:off x="7438969" y="3307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4" name="pt30984"/>
            <p:cNvSpPr/>
            <p:nvPr/>
          </p:nvSpPr>
          <p:spPr>
            <a:xfrm>
              <a:off x="7457039" y="3115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5" name="pt30985"/>
            <p:cNvSpPr/>
            <p:nvPr/>
          </p:nvSpPr>
          <p:spPr>
            <a:xfrm>
              <a:off x="7449857" y="3428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6" name="pt30986"/>
            <p:cNvSpPr/>
            <p:nvPr/>
          </p:nvSpPr>
          <p:spPr>
            <a:xfrm>
              <a:off x="7404633" y="34487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7" name="pt30987"/>
            <p:cNvSpPr/>
            <p:nvPr/>
          </p:nvSpPr>
          <p:spPr>
            <a:xfrm>
              <a:off x="7438211" y="35812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8" name="pt30988"/>
            <p:cNvSpPr/>
            <p:nvPr/>
          </p:nvSpPr>
          <p:spPr>
            <a:xfrm>
              <a:off x="7474232" y="3160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89" name="pt30989"/>
            <p:cNvSpPr/>
            <p:nvPr/>
          </p:nvSpPr>
          <p:spPr>
            <a:xfrm>
              <a:off x="7419152" y="3702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0" name="pt30990"/>
            <p:cNvSpPr/>
            <p:nvPr/>
          </p:nvSpPr>
          <p:spPr>
            <a:xfrm>
              <a:off x="7481808" y="3175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1" name="pt30991"/>
            <p:cNvSpPr/>
            <p:nvPr/>
          </p:nvSpPr>
          <p:spPr>
            <a:xfrm>
              <a:off x="7438562" y="3167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2" name="pt30992"/>
            <p:cNvSpPr/>
            <p:nvPr/>
          </p:nvSpPr>
          <p:spPr>
            <a:xfrm>
              <a:off x="7427325" y="3364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3" name="pt30993"/>
            <p:cNvSpPr/>
            <p:nvPr/>
          </p:nvSpPr>
          <p:spPr>
            <a:xfrm>
              <a:off x="7481869" y="3333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4" name="pt30994"/>
            <p:cNvSpPr/>
            <p:nvPr/>
          </p:nvSpPr>
          <p:spPr>
            <a:xfrm>
              <a:off x="7452760" y="33464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5" name="pt30995"/>
            <p:cNvSpPr/>
            <p:nvPr/>
          </p:nvSpPr>
          <p:spPr>
            <a:xfrm>
              <a:off x="7449400" y="3226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6" name="pt30996"/>
            <p:cNvSpPr/>
            <p:nvPr/>
          </p:nvSpPr>
          <p:spPr>
            <a:xfrm>
              <a:off x="7454899" y="3308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7" name="pt30997"/>
            <p:cNvSpPr/>
            <p:nvPr/>
          </p:nvSpPr>
          <p:spPr>
            <a:xfrm>
              <a:off x="7457904" y="3226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8" name="pt30998"/>
            <p:cNvSpPr/>
            <p:nvPr/>
          </p:nvSpPr>
          <p:spPr>
            <a:xfrm>
              <a:off x="7456065" y="3246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0999" name="pt30999"/>
            <p:cNvSpPr/>
            <p:nvPr/>
          </p:nvSpPr>
          <p:spPr>
            <a:xfrm>
              <a:off x="7465442" y="3292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0" name="pt31000"/>
            <p:cNvSpPr/>
            <p:nvPr/>
          </p:nvSpPr>
          <p:spPr>
            <a:xfrm>
              <a:off x="7452912" y="3649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1" name="pt31001"/>
            <p:cNvSpPr/>
            <p:nvPr/>
          </p:nvSpPr>
          <p:spPr>
            <a:xfrm>
              <a:off x="7419184" y="3469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2" name="pt31002"/>
            <p:cNvSpPr/>
            <p:nvPr/>
          </p:nvSpPr>
          <p:spPr>
            <a:xfrm>
              <a:off x="7455293" y="33328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3" name="pt31003"/>
            <p:cNvSpPr/>
            <p:nvPr/>
          </p:nvSpPr>
          <p:spPr>
            <a:xfrm>
              <a:off x="7456700" y="3377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4" name="pt31004"/>
            <p:cNvSpPr/>
            <p:nvPr/>
          </p:nvSpPr>
          <p:spPr>
            <a:xfrm>
              <a:off x="7433902" y="3096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5" name="pt31005"/>
            <p:cNvSpPr/>
            <p:nvPr/>
          </p:nvSpPr>
          <p:spPr>
            <a:xfrm>
              <a:off x="7410583" y="3372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6" name="pt31006"/>
            <p:cNvSpPr/>
            <p:nvPr/>
          </p:nvSpPr>
          <p:spPr>
            <a:xfrm>
              <a:off x="6821741" y="420935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07" name="pt31007"/>
            <p:cNvSpPr/>
            <p:nvPr/>
          </p:nvSpPr>
          <p:spPr>
            <a:xfrm>
              <a:off x="7448101" y="34153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8" name="pt31008"/>
            <p:cNvSpPr/>
            <p:nvPr/>
          </p:nvSpPr>
          <p:spPr>
            <a:xfrm>
              <a:off x="7459854" y="3183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09" name="pt31009"/>
            <p:cNvSpPr/>
            <p:nvPr/>
          </p:nvSpPr>
          <p:spPr>
            <a:xfrm>
              <a:off x="7453649" y="3417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0" name="pt31010"/>
            <p:cNvSpPr/>
            <p:nvPr/>
          </p:nvSpPr>
          <p:spPr>
            <a:xfrm>
              <a:off x="7458692" y="32694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1" name="pt31011"/>
            <p:cNvSpPr/>
            <p:nvPr/>
          </p:nvSpPr>
          <p:spPr>
            <a:xfrm>
              <a:off x="7474998" y="31455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2" name="pt31012"/>
            <p:cNvSpPr/>
            <p:nvPr/>
          </p:nvSpPr>
          <p:spPr>
            <a:xfrm>
              <a:off x="7438545" y="3210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3" name="pt31013"/>
            <p:cNvSpPr/>
            <p:nvPr/>
          </p:nvSpPr>
          <p:spPr>
            <a:xfrm>
              <a:off x="7484626" y="3213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4" name="pt31014"/>
            <p:cNvSpPr/>
            <p:nvPr/>
          </p:nvSpPr>
          <p:spPr>
            <a:xfrm>
              <a:off x="7478472" y="3054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5" name="pt31015"/>
            <p:cNvSpPr/>
            <p:nvPr/>
          </p:nvSpPr>
          <p:spPr>
            <a:xfrm>
              <a:off x="7453466" y="3168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6" name="pt31016"/>
            <p:cNvSpPr/>
            <p:nvPr/>
          </p:nvSpPr>
          <p:spPr>
            <a:xfrm>
              <a:off x="7473858" y="3265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7" name="pt31017"/>
            <p:cNvSpPr/>
            <p:nvPr/>
          </p:nvSpPr>
          <p:spPr>
            <a:xfrm>
              <a:off x="7483918" y="3250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8" name="pt31018"/>
            <p:cNvSpPr/>
            <p:nvPr/>
          </p:nvSpPr>
          <p:spPr>
            <a:xfrm>
              <a:off x="6649702" y="32568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19" name="pt31019"/>
            <p:cNvSpPr/>
            <p:nvPr/>
          </p:nvSpPr>
          <p:spPr>
            <a:xfrm>
              <a:off x="7473624" y="31727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0" name="pt31020"/>
            <p:cNvSpPr/>
            <p:nvPr/>
          </p:nvSpPr>
          <p:spPr>
            <a:xfrm>
              <a:off x="7451761" y="3318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1" name="pt31021"/>
            <p:cNvSpPr/>
            <p:nvPr/>
          </p:nvSpPr>
          <p:spPr>
            <a:xfrm>
              <a:off x="7387698" y="3625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2" name="pt31022"/>
            <p:cNvSpPr/>
            <p:nvPr/>
          </p:nvSpPr>
          <p:spPr>
            <a:xfrm>
              <a:off x="7366794" y="50416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3" name="pt31023"/>
            <p:cNvSpPr/>
            <p:nvPr/>
          </p:nvSpPr>
          <p:spPr>
            <a:xfrm>
              <a:off x="7437186" y="34470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4" name="pt31024"/>
            <p:cNvSpPr/>
            <p:nvPr/>
          </p:nvSpPr>
          <p:spPr>
            <a:xfrm>
              <a:off x="7403614" y="3454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5" name="pt31025"/>
            <p:cNvSpPr/>
            <p:nvPr/>
          </p:nvSpPr>
          <p:spPr>
            <a:xfrm>
              <a:off x="7455486" y="32110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6" name="pt31026"/>
            <p:cNvSpPr/>
            <p:nvPr/>
          </p:nvSpPr>
          <p:spPr>
            <a:xfrm>
              <a:off x="7424628" y="3327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7" name="pt31027"/>
            <p:cNvSpPr/>
            <p:nvPr/>
          </p:nvSpPr>
          <p:spPr>
            <a:xfrm>
              <a:off x="7421341" y="3196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8" name="pt31028"/>
            <p:cNvSpPr/>
            <p:nvPr/>
          </p:nvSpPr>
          <p:spPr>
            <a:xfrm>
              <a:off x="7447680" y="3277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29" name="pt31029"/>
            <p:cNvSpPr/>
            <p:nvPr/>
          </p:nvSpPr>
          <p:spPr>
            <a:xfrm>
              <a:off x="7476764" y="3127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0" name="pt31030"/>
            <p:cNvSpPr/>
            <p:nvPr/>
          </p:nvSpPr>
          <p:spPr>
            <a:xfrm>
              <a:off x="7447990" y="3227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1" name="pt31031"/>
            <p:cNvSpPr/>
            <p:nvPr/>
          </p:nvSpPr>
          <p:spPr>
            <a:xfrm>
              <a:off x="7427133" y="3273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2" name="pt31032"/>
            <p:cNvSpPr/>
            <p:nvPr/>
          </p:nvSpPr>
          <p:spPr>
            <a:xfrm>
              <a:off x="7434576" y="3219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3" name="pt31033"/>
            <p:cNvSpPr/>
            <p:nvPr/>
          </p:nvSpPr>
          <p:spPr>
            <a:xfrm>
              <a:off x="7481531" y="3148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4" name="pt31034"/>
            <p:cNvSpPr/>
            <p:nvPr/>
          </p:nvSpPr>
          <p:spPr>
            <a:xfrm>
              <a:off x="7471411" y="3363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5" name="pt31035"/>
            <p:cNvSpPr/>
            <p:nvPr/>
          </p:nvSpPr>
          <p:spPr>
            <a:xfrm>
              <a:off x="7452355" y="3271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6" name="pt31036"/>
            <p:cNvSpPr/>
            <p:nvPr/>
          </p:nvSpPr>
          <p:spPr>
            <a:xfrm>
              <a:off x="7480913" y="3078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7" name="pt31037"/>
            <p:cNvSpPr/>
            <p:nvPr/>
          </p:nvSpPr>
          <p:spPr>
            <a:xfrm>
              <a:off x="7451013" y="3327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8" name="pt31038"/>
            <p:cNvSpPr/>
            <p:nvPr/>
          </p:nvSpPr>
          <p:spPr>
            <a:xfrm>
              <a:off x="7420556" y="33460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39" name="pt31039"/>
            <p:cNvSpPr/>
            <p:nvPr/>
          </p:nvSpPr>
          <p:spPr>
            <a:xfrm>
              <a:off x="7436971" y="3271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0" name="pt31040"/>
            <p:cNvSpPr/>
            <p:nvPr/>
          </p:nvSpPr>
          <p:spPr>
            <a:xfrm>
              <a:off x="7440194" y="33356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1" name="pt31041"/>
            <p:cNvSpPr/>
            <p:nvPr/>
          </p:nvSpPr>
          <p:spPr>
            <a:xfrm>
              <a:off x="7446760" y="32976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2" name="pt31042"/>
            <p:cNvSpPr/>
            <p:nvPr/>
          </p:nvSpPr>
          <p:spPr>
            <a:xfrm>
              <a:off x="7422717" y="3521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3" name="pt31043"/>
            <p:cNvSpPr/>
            <p:nvPr/>
          </p:nvSpPr>
          <p:spPr>
            <a:xfrm>
              <a:off x="7444457" y="3301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4" name="pt31044"/>
            <p:cNvSpPr/>
            <p:nvPr/>
          </p:nvSpPr>
          <p:spPr>
            <a:xfrm>
              <a:off x="7448697" y="3281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5" name="pt31045"/>
            <p:cNvSpPr/>
            <p:nvPr/>
          </p:nvSpPr>
          <p:spPr>
            <a:xfrm>
              <a:off x="7422427" y="3188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6" name="pt31046"/>
            <p:cNvSpPr/>
            <p:nvPr/>
          </p:nvSpPr>
          <p:spPr>
            <a:xfrm>
              <a:off x="6884753" y="3285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7" name="pt31047"/>
            <p:cNvSpPr/>
            <p:nvPr/>
          </p:nvSpPr>
          <p:spPr>
            <a:xfrm>
              <a:off x="7450152" y="33147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8" name="pt31048"/>
            <p:cNvSpPr/>
            <p:nvPr/>
          </p:nvSpPr>
          <p:spPr>
            <a:xfrm>
              <a:off x="7458557" y="3370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49" name="pt31049"/>
            <p:cNvSpPr/>
            <p:nvPr/>
          </p:nvSpPr>
          <p:spPr>
            <a:xfrm>
              <a:off x="7399073" y="3301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0" name="pt31050"/>
            <p:cNvSpPr/>
            <p:nvPr/>
          </p:nvSpPr>
          <p:spPr>
            <a:xfrm>
              <a:off x="7409577" y="3268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1" name="pt31051"/>
            <p:cNvSpPr/>
            <p:nvPr/>
          </p:nvSpPr>
          <p:spPr>
            <a:xfrm>
              <a:off x="7441688" y="3190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2" name="pt31052"/>
            <p:cNvSpPr/>
            <p:nvPr/>
          </p:nvSpPr>
          <p:spPr>
            <a:xfrm>
              <a:off x="7443034" y="3190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3" name="pt31053"/>
            <p:cNvSpPr/>
            <p:nvPr/>
          </p:nvSpPr>
          <p:spPr>
            <a:xfrm>
              <a:off x="7465629" y="3138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4" name="pt31054"/>
            <p:cNvSpPr/>
            <p:nvPr/>
          </p:nvSpPr>
          <p:spPr>
            <a:xfrm>
              <a:off x="7416128" y="3168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5" name="pt31055"/>
            <p:cNvSpPr/>
            <p:nvPr/>
          </p:nvSpPr>
          <p:spPr>
            <a:xfrm>
              <a:off x="7469430" y="31920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6" name="pt31056"/>
            <p:cNvSpPr/>
            <p:nvPr/>
          </p:nvSpPr>
          <p:spPr>
            <a:xfrm>
              <a:off x="7413303" y="3430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7" name="pt31057"/>
            <p:cNvSpPr/>
            <p:nvPr/>
          </p:nvSpPr>
          <p:spPr>
            <a:xfrm>
              <a:off x="7485475" y="3155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8" name="pt31058"/>
            <p:cNvSpPr/>
            <p:nvPr/>
          </p:nvSpPr>
          <p:spPr>
            <a:xfrm>
              <a:off x="7426734" y="3336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59" name="pt31059"/>
            <p:cNvSpPr/>
            <p:nvPr/>
          </p:nvSpPr>
          <p:spPr>
            <a:xfrm>
              <a:off x="7461705" y="3281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0" name="pt31060"/>
            <p:cNvSpPr/>
            <p:nvPr/>
          </p:nvSpPr>
          <p:spPr>
            <a:xfrm>
              <a:off x="7405233" y="3542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1" name="pt31061"/>
            <p:cNvSpPr/>
            <p:nvPr/>
          </p:nvSpPr>
          <p:spPr>
            <a:xfrm>
              <a:off x="7455022" y="3267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2" name="pt31062"/>
            <p:cNvSpPr/>
            <p:nvPr/>
          </p:nvSpPr>
          <p:spPr>
            <a:xfrm>
              <a:off x="7451940" y="3233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3" name="pt31063"/>
            <p:cNvSpPr/>
            <p:nvPr/>
          </p:nvSpPr>
          <p:spPr>
            <a:xfrm>
              <a:off x="7441050" y="3348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4" name="pt31064"/>
            <p:cNvSpPr/>
            <p:nvPr/>
          </p:nvSpPr>
          <p:spPr>
            <a:xfrm>
              <a:off x="7460367" y="33411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5" name="pt31065"/>
            <p:cNvSpPr/>
            <p:nvPr/>
          </p:nvSpPr>
          <p:spPr>
            <a:xfrm>
              <a:off x="7473619" y="3269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6" name="pt31066"/>
            <p:cNvSpPr/>
            <p:nvPr/>
          </p:nvSpPr>
          <p:spPr>
            <a:xfrm>
              <a:off x="7425493" y="33671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7" name="pt31067"/>
            <p:cNvSpPr/>
            <p:nvPr/>
          </p:nvSpPr>
          <p:spPr>
            <a:xfrm>
              <a:off x="7411502" y="32578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8" name="pt31068"/>
            <p:cNvSpPr/>
            <p:nvPr/>
          </p:nvSpPr>
          <p:spPr>
            <a:xfrm>
              <a:off x="7398356" y="3258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69" name="pt31069"/>
            <p:cNvSpPr/>
            <p:nvPr/>
          </p:nvSpPr>
          <p:spPr>
            <a:xfrm>
              <a:off x="7414254" y="3722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0" name="pt31070"/>
            <p:cNvSpPr/>
            <p:nvPr/>
          </p:nvSpPr>
          <p:spPr>
            <a:xfrm>
              <a:off x="7442551" y="3770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1" name="pt31071"/>
            <p:cNvSpPr/>
            <p:nvPr/>
          </p:nvSpPr>
          <p:spPr>
            <a:xfrm>
              <a:off x="7477242" y="3317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2" name="pt31072"/>
            <p:cNvSpPr/>
            <p:nvPr/>
          </p:nvSpPr>
          <p:spPr>
            <a:xfrm>
              <a:off x="7443020" y="3579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3" name="pt31073"/>
            <p:cNvSpPr/>
            <p:nvPr/>
          </p:nvSpPr>
          <p:spPr>
            <a:xfrm>
              <a:off x="7435995" y="3612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4" name="pt31074"/>
            <p:cNvSpPr/>
            <p:nvPr/>
          </p:nvSpPr>
          <p:spPr>
            <a:xfrm>
              <a:off x="7388576" y="3268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5" name="pt31075"/>
            <p:cNvSpPr/>
            <p:nvPr/>
          </p:nvSpPr>
          <p:spPr>
            <a:xfrm>
              <a:off x="7432025" y="3254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6" name="pt31076"/>
            <p:cNvSpPr/>
            <p:nvPr/>
          </p:nvSpPr>
          <p:spPr>
            <a:xfrm>
              <a:off x="7423934" y="32970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7" name="pt31077"/>
            <p:cNvSpPr/>
            <p:nvPr/>
          </p:nvSpPr>
          <p:spPr>
            <a:xfrm>
              <a:off x="7463604" y="32543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8" name="pt31078"/>
            <p:cNvSpPr/>
            <p:nvPr/>
          </p:nvSpPr>
          <p:spPr>
            <a:xfrm>
              <a:off x="7426723" y="32040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79" name="pt31079"/>
            <p:cNvSpPr/>
            <p:nvPr/>
          </p:nvSpPr>
          <p:spPr>
            <a:xfrm>
              <a:off x="7450560" y="3334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0" name="pt31080"/>
            <p:cNvSpPr/>
            <p:nvPr/>
          </p:nvSpPr>
          <p:spPr>
            <a:xfrm>
              <a:off x="7469539" y="3133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1" name="pt31081"/>
            <p:cNvSpPr/>
            <p:nvPr/>
          </p:nvSpPr>
          <p:spPr>
            <a:xfrm>
              <a:off x="7316831" y="3275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2" name="pt31082"/>
            <p:cNvSpPr/>
            <p:nvPr/>
          </p:nvSpPr>
          <p:spPr>
            <a:xfrm>
              <a:off x="7475587" y="2942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3" name="pt31083"/>
            <p:cNvSpPr/>
            <p:nvPr/>
          </p:nvSpPr>
          <p:spPr>
            <a:xfrm>
              <a:off x="7470475" y="3149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4" name="pt31084"/>
            <p:cNvSpPr/>
            <p:nvPr/>
          </p:nvSpPr>
          <p:spPr>
            <a:xfrm>
              <a:off x="7498785" y="3106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5" name="pt31085"/>
            <p:cNvSpPr/>
            <p:nvPr/>
          </p:nvSpPr>
          <p:spPr>
            <a:xfrm>
              <a:off x="7486925" y="3276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6" name="pt31086"/>
            <p:cNvSpPr/>
            <p:nvPr/>
          </p:nvSpPr>
          <p:spPr>
            <a:xfrm>
              <a:off x="7468062" y="32381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7" name="pt31087"/>
            <p:cNvSpPr/>
            <p:nvPr/>
          </p:nvSpPr>
          <p:spPr>
            <a:xfrm>
              <a:off x="7451110" y="3574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8" name="pt31088"/>
            <p:cNvSpPr/>
            <p:nvPr/>
          </p:nvSpPr>
          <p:spPr>
            <a:xfrm>
              <a:off x="7434900" y="3208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89" name="pt31089"/>
            <p:cNvSpPr/>
            <p:nvPr/>
          </p:nvSpPr>
          <p:spPr>
            <a:xfrm>
              <a:off x="7457781" y="3271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0" name="pt31090"/>
            <p:cNvSpPr/>
            <p:nvPr/>
          </p:nvSpPr>
          <p:spPr>
            <a:xfrm>
              <a:off x="7450114" y="32583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1" name="pt31091"/>
            <p:cNvSpPr/>
            <p:nvPr/>
          </p:nvSpPr>
          <p:spPr>
            <a:xfrm>
              <a:off x="7476651" y="3421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2" name="pt31092"/>
            <p:cNvSpPr/>
            <p:nvPr/>
          </p:nvSpPr>
          <p:spPr>
            <a:xfrm>
              <a:off x="7448540" y="3274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3" name="pt31093"/>
            <p:cNvSpPr/>
            <p:nvPr/>
          </p:nvSpPr>
          <p:spPr>
            <a:xfrm>
              <a:off x="7420674" y="3245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4" name="pt31094"/>
            <p:cNvSpPr/>
            <p:nvPr/>
          </p:nvSpPr>
          <p:spPr>
            <a:xfrm>
              <a:off x="7447395" y="3240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5" name="pt31095"/>
            <p:cNvSpPr/>
            <p:nvPr/>
          </p:nvSpPr>
          <p:spPr>
            <a:xfrm>
              <a:off x="7409969" y="3475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6" name="pt31096"/>
            <p:cNvSpPr/>
            <p:nvPr/>
          </p:nvSpPr>
          <p:spPr>
            <a:xfrm>
              <a:off x="7415296" y="3171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7" name="pt31097"/>
            <p:cNvSpPr/>
            <p:nvPr/>
          </p:nvSpPr>
          <p:spPr>
            <a:xfrm>
              <a:off x="7458214" y="32122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8" name="pt31098"/>
            <p:cNvSpPr/>
            <p:nvPr/>
          </p:nvSpPr>
          <p:spPr>
            <a:xfrm>
              <a:off x="7397436" y="33180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099" name="pt31099"/>
            <p:cNvSpPr/>
            <p:nvPr/>
          </p:nvSpPr>
          <p:spPr>
            <a:xfrm>
              <a:off x="7393730" y="33165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0" name="pt31100"/>
            <p:cNvSpPr/>
            <p:nvPr/>
          </p:nvSpPr>
          <p:spPr>
            <a:xfrm>
              <a:off x="7468295" y="3176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1" name="pt31101"/>
            <p:cNvSpPr/>
            <p:nvPr/>
          </p:nvSpPr>
          <p:spPr>
            <a:xfrm>
              <a:off x="7428784" y="3486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2" name="pt31102"/>
            <p:cNvSpPr/>
            <p:nvPr/>
          </p:nvSpPr>
          <p:spPr>
            <a:xfrm>
              <a:off x="7474394" y="33220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3" name="pt31103"/>
            <p:cNvSpPr/>
            <p:nvPr/>
          </p:nvSpPr>
          <p:spPr>
            <a:xfrm>
              <a:off x="7396890" y="3435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4" name="pt31104"/>
            <p:cNvSpPr/>
            <p:nvPr/>
          </p:nvSpPr>
          <p:spPr>
            <a:xfrm>
              <a:off x="7473821" y="3111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5" name="pt31105"/>
            <p:cNvSpPr/>
            <p:nvPr/>
          </p:nvSpPr>
          <p:spPr>
            <a:xfrm>
              <a:off x="7454429" y="32605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6" name="pt31106"/>
            <p:cNvSpPr/>
            <p:nvPr/>
          </p:nvSpPr>
          <p:spPr>
            <a:xfrm>
              <a:off x="7465221" y="33058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7" name="pt31107"/>
            <p:cNvSpPr/>
            <p:nvPr/>
          </p:nvSpPr>
          <p:spPr>
            <a:xfrm>
              <a:off x="7421725" y="33740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8" name="pt31108"/>
            <p:cNvSpPr/>
            <p:nvPr/>
          </p:nvSpPr>
          <p:spPr>
            <a:xfrm>
              <a:off x="7456847" y="3197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09" name="pt31109"/>
            <p:cNvSpPr/>
            <p:nvPr/>
          </p:nvSpPr>
          <p:spPr>
            <a:xfrm>
              <a:off x="7399199" y="3565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0" name="pt31110"/>
            <p:cNvSpPr/>
            <p:nvPr/>
          </p:nvSpPr>
          <p:spPr>
            <a:xfrm>
              <a:off x="7449432" y="3354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1" name="pt31111"/>
            <p:cNvSpPr/>
            <p:nvPr/>
          </p:nvSpPr>
          <p:spPr>
            <a:xfrm>
              <a:off x="7413285" y="3313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2" name="pt31112"/>
            <p:cNvSpPr/>
            <p:nvPr/>
          </p:nvSpPr>
          <p:spPr>
            <a:xfrm>
              <a:off x="7463953" y="3158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3" name="pt31113"/>
            <p:cNvSpPr/>
            <p:nvPr/>
          </p:nvSpPr>
          <p:spPr>
            <a:xfrm>
              <a:off x="7452856" y="3219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4" name="pt31114"/>
            <p:cNvSpPr/>
            <p:nvPr/>
          </p:nvSpPr>
          <p:spPr>
            <a:xfrm>
              <a:off x="7466072" y="32168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5" name="pt31115"/>
            <p:cNvSpPr/>
            <p:nvPr/>
          </p:nvSpPr>
          <p:spPr>
            <a:xfrm>
              <a:off x="7481361" y="3197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6" name="pt31116"/>
            <p:cNvSpPr/>
            <p:nvPr/>
          </p:nvSpPr>
          <p:spPr>
            <a:xfrm>
              <a:off x="7464578" y="3345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7" name="pt31117"/>
            <p:cNvSpPr/>
            <p:nvPr/>
          </p:nvSpPr>
          <p:spPr>
            <a:xfrm>
              <a:off x="7485239" y="3180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8" name="pt31118"/>
            <p:cNvSpPr/>
            <p:nvPr/>
          </p:nvSpPr>
          <p:spPr>
            <a:xfrm>
              <a:off x="7455848" y="3108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19" name="pt31119"/>
            <p:cNvSpPr/>
            <p:nvPr/>
          </p:nvSpPr>
          <p:spPr>
            <a:xfrm>
              <a:off x="7451841" y="3220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0" name="pt31120"/>
            <p:cNvSpPr/>
            <p:nvPr/>
          </p:nvSpPr>
          <p:spPr>
            <a:xfrm>
              <a:off x="7533865" y="3221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1" name="pt31121"/>
            <p:cNvSpPr/>
            <p:nvPr/>
          </p:nvSpPr>
          <p:spPr>
            <a:xfrm>
              <a:off x="7465919" y="34240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2" name="pt31122"/>
            <p:cNvSpPr/>
            <p:nvPr/>
          </p:nvSpPr>
          <p:spPr>
            <a:xfrm>
              <a:off x="7479249" y="3190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3" name="pt31123"/>
            <p:cNvSpPr/>
            <p:nvPr/>
          </p:nvSpPr>
          <p:spPr>
            <a:xfrm>
              <a:off x="7465145" y="3287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4" name="pt31124"/>
            <p:cNvSpPr/>
            <p:nvPr/>
          </p:nvSpPr>
          <p:spPr>
            <a:xfrm>
              <a:off x="7414897" y="3295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5" name="pt31125"/>
            <p:cNvSpPr/>
            <p:nvPr/>
          </p:nvSpPr>
          <p:spPr>
            <a:xfrm>
              <a:off x="7472475" y="31515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6" name="pt31126"/>
            <p:cNvSpPr/>
            <p:nvPr/>
          </p:nvSpPr>
          <p:spPr>
            <a:xfrm>
              <a:off x="7392502" y="32048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7" name="pt31127"/>
            <p:cNvSpPr/>
            <p:nvPr/>
          </p:nvSpPr>
          <p:spPr>
            <a:xfrm>
              <a:off x="7501836" y="31120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8" name="pt31128"/>
            <p:cNvSpPr/>
            <p:nvPr/>
          </p:nvSpPr>
          <p:spPr>
            <a:xfrm>
              <a:off x="7443789" y="3303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29" name="pt31129"/>
            <p:cNvSpPr/>
            <p:nvPr/>
          </p:nvSpPr>
          <p:spPr>
            <a:xfrm>
              <a:off x="7437527" y="3255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0" name="pt31130"/>
            <p:cNvSpPr/>
            <p:nvPr/>
          </p:nvSpPr>
          <p:spPr>
            <a:xfrm>
              <a:off x="7461238" y="3177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1" name="pt31131"/>
            <p:cNvSpPr/>
            <p:nvPr/>
          </p:nvSpPr>
          <p:spPr>
            <a:xfrm>
              <a:off x="7463910" y="32617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2" name="pt31132"/>
            <p:cNvSpPr/>
            <p:nvPr/>
          </p:nvSpPr>
          <p:spPr>
            <a:xfrm>
              <a:off x="7388392" y="3780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3" name="pt31133"/>
            <p:cNvSpPr/>
            <p:nvPr/>
          </p:nvSpPr>
          <p:spPr>
            <a:xfrm>
              <a:off x="7508046" y="3258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4" name="pt31134"/>
            <p:cNvSpPr/>
            <p:nvPr/>
          </p:nvSpPr>
          <p:spPr>
            <a:xfrm>
              <a:off x="7459826" y="3593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5" name="pt31135"/>
            <p:cNvSpPr/>
            <p:nvPr/>
          </p:nvSpPr>
          <p:spPr>
            <a:xfrm>
              <a:off x="7437289" y="3478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6" name="pt31136"/>
            <p:cNvSpPr/>
            <p:nvPr/>
          </p:nvSpPr>
          <p:spPr>
            <a:xfrm>
              <a:off x="7439189" y="3298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7" name="pt31137"/>
            <p:cNvSpPr/>
            <p:nvPr/>
          </p:nvSpPr>
          <p:spPr>
            <a:xfrm>
              <a:off x="7448680" y="3356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8" name="pt31138"/>
            <p:cNvSpPr/>
            <p:nvPr/>
          </p:nvSpPr>
          <p:spPr>
            <a:xfrm>
              <a:off x="7473818" y="3107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39" name="pt31139"/>
            <p:cNvSpPr/>
            <p:nvPr/>
          </p:nvSpPr>
          <p:spPr>
            <a:xfrm>
              <a:off x="7401739" y="3233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0" name="pt31140"/>
            <p:cNvSpPr/>
            <p:nvPr/>
          </p:nvSpPr>
          <p:spPr>
            <a:xfrm>
              <a:off x="7419877" y="3502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1" name="pt31141"/>
            <p:cNvSpPr/>
            <p:nvPr/>
          </p:nvSpPr>
          <p:spPr>
            <a:xfrm>
              <a:off x="7456757" y="3280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2" name="pt31142"/>
            <p:cNvSpPr/>
            <p:nvPr/>
          </p:nvSpPr>
          <p:spPr>
            <a:xfrm>
              <a:off x="7499046" y="3010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3" name="pt31143"/>
            <p:cNvSpPr/>
            <p:nvPr/>
          </p:nvSpPr>
          <p:spPr>
            <a:xfrm>
              <a:off x="7397641" y="3489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4" name="pt31144"/>
            <p:cNvSpPr/>
            <p:nvPr/>
          </p:nvSpPr>
          <p:spPr>
            <a:xfrm>
              <a:off x="7425962" y="3319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5" name="pt31145"/>
            <p:cNvSpPr/>
            <p:nvPr/>
          </p:nvSpPr>
          <p:spPr>
            <a:xfrm>
              <a:off x="7365004" y="3454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6" name="pt31146"/>
            <p:cNvSpPr/>
            <p:nvPr/>
          </p:nvSpPr>
          <p:spPr>
            <a:xfrm>
              <a:off x="7379934" y="32757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7" name="pt31147"/>
            <p:cNvSpPr/>
            <p:nvPr/>
          </p:nvSpPr>
          <p:spPr>
            <a:xfrm>
              <a:off x="7466333" y="31617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8" name="pt31148"/>
            <p:cNvSpPr/>
            <p:nvPr/>
          </p:nvSpPr>
          <p:spPr>
            <a:xfrm>
              <a:off x="7503081" y="3231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49" name="pt31149"/>
            <p:cNvSpPr/>
            <p:nvPr/>
          </p:nvSpPr>
          <p:spPr>
            <a:xfrm>
              <a:off x="7424633" y="3443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0" name="pt31150"/>
            <p:cNvSpPr/>
            <p:nvPr/>
          </p:nvSpPr>
          <p:spPr>
            <a:xfrm>
              <a:off x="7451736" y="3221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1" name="pt31151"/>
            <p:cNvSpPr/>
            <p:nvPr/>
          </p:nvSpPr>
          <p:spPr>
            <a:xfrm>
              <a:off x="7443994" y="3160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2" name="pt31152"/>
            <p:cNvSpPr/>
            <p:nvPr/>
          </p:nvSpPr>
          <p:spPr>
            <a:xfrm>
              <a:off x="7456326" y="3305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3" name="pt31153"/>
            <p:cNvSpPr/>
            <p:nvPr/>
          </p:nvSpPr>
          <p:spPr>
            <a:xfrm>
              <a:off x="7441544" y="3291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4" name="pt31154"/>
            <p:cNvSpPr/>
            <p:nvPr/>
          </p:nvSpPr>
          <p:spPr>
            <a:xfrm>
              <a:off x="7500033" y="3203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5" name="pt31155"/>
            <p:cNvSpPr/>
            <p:nvPr/>
          </p:nvSpPr>
          <p:spPr>
            <a:xfrm>
              <a:off x="7470950" y="3254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6" name="pt31156"/>
            <p:cNvSpPr/>
            <p:nvPr/>
          </p:nvSpPr>
          <p:spPr>
            <a:xfrm>
              <a:off x="7423667" y="3268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7" name="pt31157"/>
            <p:cNvSpPr/>
            <p:nvPr/>
          </p:nvSpPr>
          <p:spPr>
            <a:xfrm>
              <a:off x="7394525" y="3313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8" name="pt31158"/>
            <p:cNvSpPr/>
            <p:nvPr/>
          </p:nvSpPr>
          <p:spPr>
            <a:xfrm>
              <a:off x="7371698" y="3411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59" name="pt31159"/>
            <p:cNvSpPr/>
            <p:nvPr/>
          </p:nvSpPr>
          <p:spPr>
            <a:xfrm>
              <a:off x="7493305" y="3121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0" name="pt31160"/>
            <p:cNvSpPr/>
            <p:nvPr/>
          </p:nvSpPr>
          <p:spPr>
            <a:xfrm>
              <a:off x="7456036" y="3154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1" name="pt31161"/>
            <p:cNvSpPr/>
            <p:nvPr/>
          </p:nvSpPr>
          <p:spPr>
            <a:xfrm>
              <a:off x="7454935" y="3273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2" name="pt31162"/>
            <p:cNvSpPr/>
            <p:nvPr/>
          </p:nvSpPr>
          <p:spPr>
            <a:xfrm>
              <a:off x="7454328" y="3243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3" name="pt31163"/>
            <p:cNvSpPr/>
            <p:nvPr/>
          </p:nvSpPr>
          <p:spPr>
            <a:xfrm>
              <a:off x="7462926" y="3276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4" name="pt31164"/>
            <p:cNvSpPr/>
            <p:nvPr/>
          </p:nvSpPr>
          <p:spPr>
            <a:xfrm>
              <a:off x="7467170" y="31846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5" name="pt31165"/>
            <p:cNvSpPr/>
            <p:nvPr/>
          </p:nvSpPr>
          <p:spPr>
            <a:xfrm>
              <a:off x="7460885" y="3237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6" name="pt31166"/>
            <p:cNvSpPr/>
            <p:nvPr/>
          </p:nvSpPr>
          <p:spPr>
            <a:xfrm>
              <a:off x="7407014" y="3411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7" name="pt31167"/>
            <p:cNvSpPr/>
            <p:nvPr/>
          </p:nvSpPr>
          <p:spPr>
            <a:xfrm>
              <a:off x="7463755" y="3261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8" name="pt31168"/>
            <p:cNvSpPr/>
            <p:nvPr/>
          </p:nvSpPr>
          <p:spPr>
            <a:xfrm>
              <a:off x="7445451" y="3429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69" name="pt31169"/>
            <p:cNvSpPr/>
            <p:nvPr/>
          </p:nvSpPr>
          <p:spPr>
            <a:xfrm>
              <a:off x="7570377" y="305693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70" name="pt31170"/>
            <p:cNvSpPr/>
            <p:nvPr/>
          </p:nvSpPr>
          <p:spPr>
            <a:xfrm>
              <a:off x="7466367" y="3093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1" name="pt31171"/>
            <p:cNvSpPr/>
            <p:nvPr/>
          </p:nvSpPr>
          <p:spPr>
            <a:xfrm>
              <a:off x="7479757" y="3126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2" name="pt31172"/>
            <p:cNvSpPr/>
            <p:nvPr/>
          </p:nvSpPr>
          <p:spPr>
            <a:xfrm>
              <a:off x="7411909" y="34002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3" name="pt31173"/>
            <p:cNvSpPr/>
            <p:nvPr/>
          </p:nvSpPr>
          <p:spPr>
            <a:xfrm>
              <a:off x="7431282" y="3284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4" name="pt31174"/>
            <p:cNvSpPr/>
            <p:nvPr/>
          </p:nvSpPr>
          <p:spPr>
            <a:xfrm>
              <a:off x="7490952" y="3229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5" name="pt31175"/>
            <p:cNvSpPr/>
            <p:nvPr/>
          </p:nvSpPr>
          <p:spPr>
            <a:xfrm>
              <a:off x="7434901" y="3325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6" name="pt31176"/>
            <p:cNvSpPr/>
            <p:nvPr/>
          </p:nvSpPr>
          <p:spPr>
            <a:xfrm>
              <a:off x="7366357" y="3476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7" name="pt31177"/>
            <p:cNvSpPr/>
            <p:nvPr/>
          </p:nvSpPr>
          <p:spPr>
            <a:xfrm>
              <a:off x="7461973" y="3268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8" name="pt31178"/>
            <p:cNvSpPr/>
            <p:nvPr/>
          </p:nvSpPr>
          <p:spPr>
            <a:xfrm>
              <a:off x="7432548" y="33285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79" name="pt31179"/>
            <p:cNvSpPr/>
            <p:nvPr/>
          </p:nvSpPr>
          <p:spPr>
            <a:xfrm>
              <a:off x="7436514" y="3137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0" name="pt31180"/>
            <p:cNvSpPr/>
            <p:nvPr/>
          </p:nvSpPr>
          <p:spPr>
            <a:xfrm>
              <a:off x="7335152" y="3249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1" name="pt31181"/>
            <p:cNvSpPr/>
            <p:nvPr/>
          </p:nvSpPr>
          <p:spPr>
            <a:xfrm>
              <a:off x="7413241" y="32837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2" name="pt31182"/>
            <p:cNvSpPr/>
            <p:nvPr/>
          </p:nvSpPr>
          <p:spPr>
            <a:xfrm>
              <a:off x="7424020" y="3431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3" name="pt31183"/>
            <p:cNvSpPr/>
            <p:nvPr/>
          </p:nvSpPr>
          <p:spPr>
            <a:xfrm>
              <a:off x="7471102" y="3250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4" name="pt31184"/>
            <p:cNvSpPr/>
            <p:nvPr/>
          </p:nvSpPr>
          <p:spPr>
            <a:xfrm>
              <a:off x="7430630" y="3363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5" name="pt31185"/>
            <p:cNvSpPr/>
            <p:nvPr/>
          </p:nvSpPr>
          <p:spPr>
            <a:xfrm>
              <a:off x="7439152" y="3200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6" name="pt31186"/>
            <p:cNvSpPr/>
            <p:nvPr/>
          </p:nvSpPr>
          <p:spPr>
            <a:xfrm>
              <a:off x="7427673" y="3278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7" name="pt31187"/>
            <p:cNvSpPr/>
            <p:nvPr/>
          </p:nvSpPr>
          <p:spPr>
            <a:xfrm>
              <a:off x="7429668" y="3338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8" name="pt31188"/>
            <p:cNvSpPr/>
            <p:nvPr/>
          </p:nvSpPr>
          <p:spPr>
            <a:xfrm>
              <a:off x="7479155" y="3204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89" name="pt31189"/>
            <p:cNvSpPr/>
            <p:nvPr/>
          </p:nvSpPr>
          <p:spPr>
            <a:xfrm>
              <a:off x="7430767" y="3589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0" name="pt31190"/>
            <p:cNvSpPr/>
            <p:nvPr/>
          </p:nvSpPr>
          <p:spPr>
            <a:xfrm>
              <a:off x="7439345" y="33230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1" name="pt31191"/>
            <p:cNvSpPr/>
            <p:nvPr/>
          </p:nvSpPr>
          <p:spPr>
            <a:xfrm>
              <a:off x="7457712" y="31538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2" name="pt31192"/>
            <p:cNvSpPr/>
            <p:nvPr/>
          </p:nvSpPr>
          <p:spPr>
            <a:xfrm>
              <a:off x="7443292" y="3277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3" name="pt31193"/>
            <p:cNvSpPr/>
            <p:nvPr/>
          </p:nvSpPr>
          <p:spPr>
            <a:xfrm>
              <a:off x="7465509" y="3235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4" name="pt31194"/>
            <p:cNvSpPr/>
            <p:nvPr/>
          </p:nvSpPr>
          <p:spPr>
            <a:xfrm>
              <a:off x="7442250" y="33301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5" name="pt31195"/>
            <p:cNvSpPr/>
            <p:nvPr/>
          </p:nvSpPr>
          <p:spPr>
            <a:xfrm>
              <a:off x="7466990" y="32989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6" name="pt31196"/>
            <p:cNvSpPr/>
            <p:nvPr/>
          </p:nvSpPr>
          <p:spPr>
            <a:xfrm>
              <a:off x="7432840" y="3359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7" name="pt31197"/>
            <p:cNvSpPr/>
            <p:nvPr/>
          </p:nvSpPr>
          <p:spPr>
            <a:xfrm>
              <a:off x="7403202" y="3485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8" name="pt31198"/>
            <p:cNvSpPr/>
            <p:nvPr/>
          </p:nvSpPr>
          <p:spPr>
            <a:xfrm>
              <a:off x="7424652" y="3143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199" name="pt31199"/>
            <p:cNvSpPr/>
            <p:nvPr/>
          </p:nvSpPr>
          <p:spPr>
            <a:xfrm>
              <a:off x="7419634" y="33659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0" name="pt31200"/>
            <p:cNvSpPr/>
            <p:nvPr/>
          </p:nvSpPr>
          <p:spPr>
            <a:xfrm>
              <a:off x="7485368" y="3172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1" name="pt31201"/>
            <p:cNvSpPr/>
            <p:nvPr/>
          </p:nvSpPr>
          <p:spPr>
            <a:xfrm>
              <a:off x="7444086" y="3181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2" name="pt31202"/>
            <p:cNvSpPr/>
            <p:nvPr/>
          </p:nvSpPr>
          <p:spPr>
            <a:xfrm>
              <a:off x="7428649" y="3300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3" name="pt31203"/>
            <p:cNvSpPr/>
            <p:nvPr/>
          </p:nvSpPr>
          <p:spPr>
            <a:xfrm>
              <a:off x="7445077" y="3151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4" name="pt31204"/>
            <p:cNvSpPr/>
            <p:nvPr/>
          </p:nvSpPr>
          <p:spPr>
            <a:xfrm>
              <a:off x="7399602" y="3403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5" name="pt31205"/>
            <p:cNvSpPr/>
            <p:nvPr/>
          </p:nvSpPr>
          <p:spPr>
            <a:xfrm>
              <a:off x="7462063" y="3278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6" name="pt31206"/>
            <p:cNvSpPr/>
            <p:nvPr/>
          </p:nvSpPr>
          <p:spPr>
            <a:xfrm>
              <a:off x="7531269" y="288223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07" name="pt31207"/>
            <p:cNvSpPr/>
            <p:nvPr/>
          </p:nvSpPr>
          <p:spPr>
            <a:xfrm>
              <a:off x="7455975" y="3135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8" name="pt31208"/>
            <p:cNvSpPr/>
            <p:nvPr/>
          </p:nvSpPr>
          <p:spPr>
            <a:xfrm>
              <a:off x="7444353" y="3267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09" name="pt31209"/>
            <p:cNvSpPr/>
            <p:nvPr/>
          </p:nvSpPr>
          <p:spPr>
            <a:xfrm>
              <a:off x="7439208" y="3326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0" name="pt31210"/>
            <p:cNvSpPr/>
            <p:nvPr/>
          </p:nvSpPr>
          <p:spPr>
            <a:xfrm>
              <a:off x="7390282" y="34103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1" name="pt31211"/>
            <p:cNvSpPr/>
            <p:nvPr/>
          </p:nvSpPr>
          <p:spPr>
            <a:xfrm>
              <a:off x="7438492" y="32819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2" name="pt31212"/>
            <p:cNvSpPr/>
            <p:nvPr/>
          </p:nvSpPr>
          <p:spPr>
            <a:xfrm>
              <a:off x="7482871" y="3220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3" name="pt31213"/>
            <p:cNvSpPr/>
            <p:nvPr/>
          </p:nvSpPr>
          <p:spPr>
            <a:xfrm>
              <a:off x="7446259" y="33012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4" name="pt31214"/>
            <p:cNvSpPr/>
            <p:nvPr/>
          </p:nvSpPr>
          <p:spPr>
            <a:xfrm>
              <a:off x="7382833" y="3478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5" name="pt31215"/>
            <p:cNvSpPr/>
            <p:nvPr/>
          </p:nvSpPr>
          <p:spPr>
            <a:xfrm>
              <a:off x="7483415" y="32927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6" name="pt31216"/>
            <p:cNvSpPr/>
            <p:nvPr/>
          </p:nvSpPr>
          <p:spPr>
            <a:xfrm>
              <a:off x="7454084" y="3170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7" name="pt31217"/>
            <p:cNvSpPr/>
            <p:nvPr/>
          </p:nvSpPr>
          <p:spPr>
            <a:xfrm>
              <a:off x="7443101" y="3264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8" name="pt31218"/>
            <p:cNvSpPr/>
            <p:nvPr/>
          </p:nvSpPr>
          <p:spPr>
            <a:xfrm>
              <a:off x="7462285" y="3273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19" name="pt31219"/>
            <p:cNvSpPr/>
            <p:nvPr/>
          </p:nvSpPr>
          <p:spPr>
            <a:xfrm>
              <a:off x="7448555" y="31969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0" name="pt31220"/>
            <p:cNvSpPr/>
            <p:nvPr/>
          </p:nvSpPr>
          <p:spPr>
            <a:xfrm>
              <a:off x="7365950" y="3434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1" name="pt31221"/>
            <p:cNvSpPr/>
            <p:nvPr/>
          </p:nvSpPr>
          <p:spPr>
            <a:xfrm>
              <a:off x="7457777" y="3160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2" name="pt31222"/>
            <p:cNvSpPr/>
            <p:nvPr/>
          </p:nvSpPr>
          <p:spPr>
            <a:xfrm>
              <a:off x="7442819" y="3258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3" name="pt31223"/>
            <p:cNvSpPr/>
            <p:nvPr/>
          </p:nvSpPr>
          <p:spPr>
            <a:xfrm>
              <a:off x="7529007" y="31580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4" name="pt31224"/>
            <p:cNvSpPr/>
            <p:nvPr/>
          </p:nvSpPr>
          <p:spPr>
            <a:xfrm>
              <a:off x="7450560" y="3259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5" name="pt31225"/>
            <p:cNvSpPr/>
            <p:nvPr/>
          </p:nvSpPr>
          <p:spPr>
            <a:xfrm>
              <a:off x="7418606" y="3243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6" name="pt31226"/>
            <p:cNvSpPr/>
            <p:nvPr/>
          </p:nvSpPr>
          <p:spPr>
            <a:xfrm>
              <a:off x="7435566" y="3364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7" name="pt31227"/>
            <p:cNvSpPr/>
            <p:nvPr/>
          </p:nvSpPr>
          <p:spPr>
            <a:xfrm>
              <a:off x="7461347" y="3243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8" name="pt31228"/>
            <p:cNvSpPr/>
            <p:nvPr/>
          </p:nvSpPr>
          <p:spPr>
            <a:xfrm>
              <a:off x="7459779" y="31950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29" name="pt31229"/>
            <p:cNvSpPr/>
            <p:nvPr/>
          </p:nvSpPr>
          <p:spPr>
            <a:xfrm>
              <a:off x="7474011" y="31995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0" name="pt31230"/>
            <p:cNvSpPr/>
            <p:nvPr/>
          </p:nvSpPr>
          <p:spPr>
            <a:xfrm>
              <a:off x="7407760" y="3156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1" name="pt31231"/>
            <p:cNvSpPr/>
            <p:nvPr/>
          </p:nvSpPr>
          <p:spPr>
            <a:xfrm>
              <a:off x="7428586" y="33920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2" name="pt31232"/>
            <p:cNvSpPr/>
            <p:nvPr/>
          </p:nvSpPr>
          <p:spPr>
            <a:xfrm>
              <a:off x="7450857" y="34120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3" name="pt31233"/>
            <p:cNvSpPr/>
            <p:nvPr/>
          </p:nvSpPr>
          <p:spPr>
            <a:xfrm>
              <a:off x="7478731" y="31809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4" name="pt31234"/>
            <p:cNvSpPr/>
            <p:nvPr/>
          </p:nvSpPr>
          <p:spPr>
            <a:xfrm>
              <a:off x="7463661" y="3220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5" name="pt31235"/>
            <p:cNvSpPr/>
            <p:nvPr/>
          </p:nvSpPr>
          <p:spPr>
            <a:xfrm>
              <a:off x="7442418" y="31990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6" name="pt31236"/>
            <p:cNvSpPr/>
            <p:nvPr/>
          </p:nvSpPr>
          <p:spPr>
            <a:xfrm>
              <a:off x="7432510" y="3261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7" name="pt31237"/>
            <p:cNvSpPr/>
            <p:nvPr/>
          </p:nvSpPr>
          <p:spPr>
            <a:xfrm>
              <a:off x="7417076" y="3299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8" name="pt31238"/>
            <p:cNvSpPr/>
            <p:nvPr/>
          </p:nvSpPr>
          <p:spPr>
            <a:xfrm>
              <a:off x="7385009" y="33300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39" name="pt31239"/>
            <p:cNvSpPr/>
            <p:nvPr/>
          </p:nvSpPr>
          <p:spPr>
            <a:xfrm>
              <a:off x="7343857" y="3686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0" name="pt31240"/>
            <p:cNvSpPr/>
            <p:nvPr/>
          </p:nvSpPr>
          <p:spPr>
            <a:xfrm>
              <a:off x="7491304" y="3068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1" name="pt31241"/>
            <p:cNvSpPr/>
            <p:nvPr/>
          </p:nvSpPr>
          <p:spPr>
            <a:xfrm>
              <a:off x="7449314" y="3268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2" name="pt31242"/>
            <p:cNvSpPr/>
            <p:nvPr/>
          </p:nvSpPr>
          <p:spPr>
            <a:xfrm>
              <a:off x="7443346" y="32484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3" name="pt31243"/>
            <p:cNvSpPr/>
            <p:nvPr/>
          </p:nvSpPr>
          <p:spPr>
            <a:xfrm>
              <a:off x="7475792" y="3257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4" name="pt31244"/>
            <p:cNvSpPr/>
            <p:nvPr/>
          </p:nvSpPr>
          <p:spPr>
            <a:xfrm>
              <a:off x="7450287" y="32891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5" name="pt31245"/>
            <p:cNvSpPr/>
            <p:nvPr/>
          </p:nvSpPr>
          <p:spPr>
            <a:xfrm>
              <a:off x="7163722" y="3299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6" name="pt31246"/>
            <p:cNvSpPr/>
            <p:nvPr/>
          </p:nvSpPr>
          <p:spPr>
            <a:xfrm>
              <a:off x="7433953" y="33033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7" name="pt31247"/>
            <p:cNvSpPr/>
            <p:nvPr/>
          </p:nvSpPr>
          <p:spPr>
            <a:xfrm>
              <a:off x="7491759" y="3146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8" name="pt31248"/>
            <p:cNvSpPr/>
            <p:nvPr/>
          </p:nvSpPr>
          <p:spPr>
            <a:xfrm>
              <a:off x="7442719" y="33586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49" name="pt31249"/>
            <p:cNvSpPr/>
            <p:nvPr/>
          </p:nvSpPr>
          <p:spPr>
            <a:xfrm>
              <a:off x="7484178" y="3308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0" name="pt31250"/>
            <p:cNvSpPr/>
            <p:nvPr/>
          </p:nvSpPr>
          <p:spPr>
            <a:xfrm>
              <a:off x="7379480" y="3339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1" name="pt31251"/>
            <p:cNvSpPr/>
            <p:nvPr/>
          </p:nvSpPr>
          <p:spPr>
            <a:xfrm>
              <a:off x="7461936" y="3213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2" name="pt31252"/>
            <p:cNvSpPr/>
            <p:nvPr/>
          </p:nvSpPr>
          <p:spPr>
            <a:xfrm>
              <a:off x="7423284" y="3398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3" name="pt31253"/>
            <p:cNvSpPr/>
            <p:nvPr/>
          </p:nvSpPr>
          <p:spPr>
            <a:xfrm>
              <a:off x="7509445" y="31651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4" name="pt31254"/>
            <p:cNvSpPr/>
            <p:nvPr/>
          </p:nvSpPr>
          <p:spPr>
            <a:xfrm>
              <a:off x="7434474" y="3219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5" name="pt31255"/>
            <p:cNvSpPr/>
            <p:nvPr/>
          </p:nvSpPr>
          <p:spPr>
            <a:xfrm>
              <a:off x="7453328" y="3287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6" name="pt31256"/>
            <p:cNvSpPr/>
            <p:nvPr/>
          </p:nvSpPr>
          <p:spPr>
            <a:xfrm>
              <a:off x="7438428" y="3399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7" name="pt31257"/>
            <p:cNvSpPr/>
            <p:nvPr/>
          </p:nvSpPr>
          <p:spPr>
            <a:xfrm>
              <a:off x="7463202" y="3246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8" name="pt31258"/>
            <p:cNvSpPr/>
            <p:nvPr/>
          </p:nvSpPr>
          <p:spPr>
            <a:xfrm>
              <a:off x="7463029" y="3233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59" name="pt31259"/>
            <p:cNvSpPr/>
            <p:nvPr/>
          </p:nvSpPr>
          <p:spPr>
            <a:xfrm>
              <a:off x="7447195" y="32798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0" name="pt31260"/>
            <p:cNvSpPr/>
            <p:nvPr/>
          </p:nvSpPr>
          <p:spPr>
            <a:xfrm>
              <a:off x="7434650" y="33296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1" name="pt31261"/>
            <p:cNvSpPr/>
            <p:nvPr/>
          </p:nvSpPr>
          <p:spPr>
            <a:xfrm>
              <a:off x="7513061" y="3160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2" name="pt31262"/>
            <p:cNvSpPr/>
            <p:nvPr/>
          </p:nvSpPr>
          <p:spPr>
            <a:xfrm>
              <a:off x="7461316" y="3359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3" name="pt31263"/>
            <p:cNvSpPr/>
            <p:nvPr/>
          </p:nvSpPr>
          <p:spPr>
            <a:xfrm>
              <a:off x="7437987" y="3312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4" name="pt31264"/>
            <p:cNvSpPr/>
            <p:nvPr/>
          </p:nvSpPr>
          <p:spPr>
            <a:xfrm>
              <a:off x="7206996" y="32186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5" name="pt31265"/>
            <p:cNvSpPr/>
            <p:nvPr/>
          </p:nvSpPr>
          <p:spPr>
            <a:xfrm>
              <a:off x="7444532" y="32933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6" name="pt31266"/>
            <p:cNvSpPr/>
            <p:nvPr/>
          </p:nvSpPr>
          <p:spPr>
            <a:xfrm>
              <a:off x="7468170" y="3250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7" name="pt31267"/>
            <p:cNvSpPr/>
            <p:nvPr/>
          </p:nvSpPr>
          <p:spPr>
            <a:xfrm>
              <a:off x="7496391" y="3221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8" name="pt31268"/>
            <p:cNvSpPr/>
            <p:nvPr/>
          </p:nvSpPr>
          <p:spPr>
            <a:xfrm>
              <a:off x="7455231" y="33871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69" name="pt31269"/>
            <p:cNvSpPr/>
            <p:nvPr/>
          </p:nvSpPr>
          <p:spPr>
            <a:xfrm>
              <a:off x="7146394" y="307188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70" name="pt31270"/>
            <p:cNvSpPr/>
            <p:nvPr/>
          </p:nvSpPr>
          <p:spPr>
            <a:xfrm>
              <a:off x="7507713" y="33331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1" name="pt31271"/>
            <p:cNvSpPr/>
            <p:nvPr/>
          </p:nvSpPr>
          <p:spPr>
            <a:xfrm>
              <a:off x="7463741" y="3157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2" name="pt31272"/>
            <p:cNvSpPr/>
            <p:nvPr/>
          </p:nvSpPr>
          <p:spPr>
            <a:xfrm>
              <a:off x="7490531" y="3057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3" name="pt31273"/>
            <p:cNvSpPr/>
            <p:nvPr/>
          </p:nvSpPr>
          <p:spPr>
            <a:xfrm>
              <a:off x="7491541" y="3158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4" name="pt31274"/>
            <p:cNvSpPr/>
            <p:nvPr/>
          </p:nvSpPr>
          <p:spPr>
            <a:xfrm>
              <a:off x="7441920" y="3561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5" name="pt31275"/>
            <p:cNvSpPr/>
            <p:nvPr/>
          </p:nvSpPr>
          <p:spPr>
            <a:xfrm>
              <a:off x="7413108" y="35462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6" name="pt31276"/>
            <p:cNvSpPr/>
            <p:nvPr/>
          </p:nvSpPr>
          <p:spPr>
            <a:xfrm>
              <a:off x="7456567" y="3328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7" name="pt31277"/>
            <p:cNvSpPr/>
            <p:nvPr/>
          </p:nvSpPr>
          <p:spPr>
            <a:xfrm>
              <a:off x="7445028" y="3272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8" name="pt31278"/>
            <p:cNvSpPr/>
            <p:nvPr/>
          </p:nvSpPr>
          <p:spPr>
            <a:xfrm>
              <a:off x="7511861" y="2985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79" name="pt31279"/>
            <p:cNvSpPr/>
            <p:nvPr/>
          </p:nvSpPr>
          <p:spPr>
            <a:xfrm>
              <a:off x="7416007" y="3136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0" name="pt31280"/>
            <p:cNvSpPr/>
            <p:nvPr/>
          </p:nvSpPr>
          <p:spPr>
            <a:xfrm>
              <a:off x="7469483" y="3172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1" name="pt31281"/>
            <p:cNvSpPr/>
            <p:nvPr/>
          </p:nvSpPr>
          <p:spPr>
            <a:xfrm>
              <a:off x="7478114" y="3301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2" name="pt31282"/>
            <p:cNvSpPr/>
            <p:nvPr/>
          </p:nvSpPr>
          <p:spPr>
            <a:xfrm>
              <a:off x="7430320" y="3268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3" name="pt31283"/>
            <p:cNvSpPr/>
            <p:nvPr/>
          </p:nvSpPr>
          <p:spPr>
            <a:xfrm>
              <a:off x="7431903" y="31753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4" name="pt31284"/>
            <p:cNvSpPr/>
            <p:nvPr/>
          </p:nvSpPr>
          <p:spPr>
            <a:xfrm>
              <a:off x="7445895" y="31509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5" name="pt31285"/>
            <p:cNvSpPr/>
            <p:nvPr/>
          </p:nvSpPr>
          <p:spPr>
            <a:xfrm>
              <a:off x="7463876" y="3353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6" name="pt31286"/>
            <p:cNvSpPr/>
            <p:nvPr/>
          </p:nvSpPr>
          <p:spPr>
            <a:xfrm>
              <a:off x="7442126" y="3289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7" name="pt31287"/>
            <p:cNvSpPr/>
            <p:nvPr/>
          </p:nvSpPr>
          <p:spPr>
            <a:xfrm>
              <a:off x="7448473" y="3237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8" name="pt31288"/>
            <p:cNvSpPr/>
            <p:nvPr/>
          </p:nvSpPr>
          <p:spPr>
            <a:xfrm>
              <a:off x="7427109" y="3376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89" name="pt31289"/>
            <p:cNvSpPr/>
            <p:nvPr/>
          </p:nvSpPr>
          <p:spPr>
            <a:xfrm>
              <a:off x="7472113" y="3241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0" name="pt31290"/>
            <p:cNvSpPr/>
            <p:nvPr/>
          </p:nvSpPr>
          <p:spPr>
            <a:xfrm>
              <a:off x="7449671" y="33610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1" name="pt31291"/>
            <p:cNvSpPr/>
            <p:nvPr/>
          </p:nvSpPr>
          <p:spPr>
            <a:xfrm>
              <a:off x="7501481" y="3233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2" name="pt31292"/>
            <p:cNvSpPr/>
            <p:nvPr/>
          </p:nvSpPr>
          <p:spPr>
            <a:xfrm>
              <a:off x="7446618" y="3219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3" name="pt31293"/>
            <p:cNvSpPr/>
            <p:nvPr/>
          </p:nvSpPr>
          <p:spPr>
            <a:xfrm>
              <a:off x="7479077" y="32323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4" name="pt31294"/>
            <p:cNvSpPr/>
            <p:nvPr/>
          </p:nvSpPr>
          <p:spPr>
            <a:xfrm>
              <a:off x="7490837" y="3078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5" name="pt31295"/>
            <p:cNvSpPr/>
            <p:nvPr/>
          </p:nvSpPr>
          <p:spPr>
            <a:xfrm>
              <a:off x="7407374" y="3331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6" name="pt31296"/>
            <p:cNvSpPr/>
            <p:nvPr/>
          </p:nvSpPr>
          <p:spPr>
            <a:xfrm>
              <a:off x="7454823" y="3136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7" name="pt31297"/>
            <p:cNvSpPr/>
            <p:nvPr/>
          </p:nvSpPr>
          <p:spPr>
            <a:xfrm>
              <a:off x="7464206" y="3270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8" name="pt31298"/>
            <p:cNvSpPr/>
            <p:nvPr/>
          </p:nvSpPr>
          <p:spPr>
            <a:xfrm>
              <a:off x="7432144" y="3228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299" name="pt31299"/>
            <p:cNvSpPr/>
            <p:nvPr/>
          </p:nvSpPr>
          <p:spPr>
            <a:xfrm>
              <a:off x="7446025" y="3304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0" name="pt31300"/>
            <p:cNvSpPr/>
            <p:nvPr/>
          </p:nvSpPr>
          <p:spPr>
            <a:xfrm>
              <a:off x="7405912" y="3506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1" name="pt31301"/>
            <p:cNvSpPr/>
            <p:nvPr/>
          </p:nvSpPr>
          <p:spPr>
            <a:xfrm>
              <a:off x="7524765" y="30953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2" name="pt31302"/>
            <p:cNvSpPr/>
            <p:nvPr/>
          </p:nvSpPr>
          <p:spPr>
            <a:xfrm>
              <a:off x="7459353" y="3284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3" name="pt31303"/>
            <p:cNvSpPr/>
            <p:nvPr/>
          </p:nvSpPr>
          <p:spPr>
            <a:xfrm>
              <a:off x="7459378" y="3340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4" name="pt31304"/>
            <p:cNvSpPr/>
            <p:nvPr/>
          </p:nvSpPr>
          <p:spPr>
            <a:xfrm>
              <a:off x="7501146" y="31434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5" name="pt31305"/>
            <p:cNvSpPr/>
            <p:nvPr/>
          </p:nvSpPr>
          <p:spPr>
            <a:xfrm>
              <a:off x="7221829" y="369381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06" name="pt31306"/>
            <p:cNvSpPr/>
            <p:nvPr/>
          </p:nvSpPr>
          <p:spPr>
            <a:xfrm>
              <a:off x="7461179" y="2933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7" name="pt31307"/>
            <p:cNvSpPr/>
            <p:nvPr/>
          </p:nvSpPr>
          <p:spPr>
            <a:xfrm>
              <a:off x="7453104" y="3207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8" name="pt31308"/>
            <p:cNvSpPr/>
            <p:nvPr/>
          </p:nvSpPr>
          <p:spPr>
            <a:xfrm>
              <a:off x="7332463" y="3631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09" name="pt31309"/>
            <p:cNvSpPr/>
            <p:nvPr/>
          </p:nvSpPr>
          <p:spPr>
            <a:xfrm>
              <a:off x="7449041" y="3199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0" name="pt31310"/>
            <p:cNvSpPr/>
            <p:nvPr/>
          </p:nvSpPr>
          <p:spPr>
            <a:xfrm>
              <a:off x="7300369" y="371125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11" name="pt31311"/>
            <p:cNvSpPr/>
            <p:nvPr/>
          </p:nvSpPr>
          <p:spPr>
            <a:xfrm>
              <a:off x="7357014" y="3364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2" name="pt31312"/>
            <p:cNvSpPr/>
            <p:nvPr/>
          </p:nvSpPr>
          <p:spPr>
            <a:xfrm>
              <a:off x="7469683" y="3309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3" name="pt31313"/>
            <p:cNvSpPr/>
            <p:nvPr/>
          </p:nvSpPr>
          <p:spPr>
            <a:xfrm>
              <a:off x="7456430" y="3411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4" name="pt31314"/>
            <p:cNvSpPr/>
            <p:nvPr/>
          </p:nvSpPr>
          <p:spPr>
            <a:xfrm>
              <a:off x="7407928" y="32862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5" name="pt31315"/>
            <p:cNvSpPr/>
            <p:nvPr/>
          </p:nvSpPr>
          <p:spPr>
            <a:xfrm>
              <a:off x="7431885" y="32226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6" name="pt31316"/>
            <p:cNvSpPr/>
            <p:nvPr/>
          </p:nvSpPr>
          <p:spPr>
            <a:xfrm>
              <a:off x="7473868" y="3262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7" name="pt31317"/>
            <p:cNvSpPr/>
            <p:nvPr/>
          </p:nvSpPr>
          <p:spPr>
            <a:xfrm>
              <a:off x="7435398" y="3272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8" name="pt31318"/>
            <p:cNvSpPr/>
            <p:nvPr/>
          </p:nvSpPr>
          <p:spPr>
            <a:xfrm>
              <a:off x="7456692" y="34069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19" name="pt31319"/>
            <p:cNvSpPr/>
            <p:nvPr/>
          </p:nvSpPr>
          <p:spPr>
            <a:xfrm>
              <a:off x="7417197" y="3165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0" name="pt31320"/>
            <p:cNvSpPr/>
            <p:nvPr/>
          </p:nvSpPr>
          <p:spPr>
            <a:xfrm>
              <a:off x="7444211" y="32541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1" name="pt31321"/>
            <p:cNvSpPr/>
            <p:nvPr/>
          </p:nvSpPr>
          <p:spPr>
            <a:xfrm>
              <a:off x="7481264" y="3204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2" name="pt31322"/>
            <p:cNvSpPr/>
            <p:nvPr/>
          </p:nvSpPr>
          <p:spPr>
            <a:xfrm>
              <a:off x="7489673" y="3187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3" name="pt31323"/>
            <p:cNvSpPr/>
            <p:nvPr/>
          </p:nvSpPr>
          <p:spPr>
            <a:xfrm>
              <a:off x="7394325" y="33959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4" name="pt31324"/>
            <p:cNvSpPr/>
            <p:nvPr/>
          </p:nvSpPr>
          <p:spPr>
            <a:xfrm>
              <a:off x="7453601" y="3238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5" name="pt31325"/>
            <p:cNvSpPr/>
            <p:nvPr/>
          </p:nvSpPr>
          <p:spPr>
            <a:xfrm>
              <a:off x="7451610" y="33850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6" name="pt31326"/>
            <p:cNvSpPr/>
            <p:nvPr/>
          </p:nvSpPr>
          <p:spPr>
            <a:xfrm>
              <a:off x="7464836" y="3216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7" name="pt31327"/>
            <p:cNvSpPr/>
            <p:nvPr/>
          </p:nvSpPr>
          <p:spPr>
            <a:xfrm>
              <a:off x="7398191" y="3401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8" name="pt31328"/>
            <p:cNvSpPr/>
            <p:nvPr/>
          </p:nvSpPr>
          <p:spPr>
            <a:xfrm>
              <a:off x="7436482" y="3229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29" name="pt31329"/>
            <p:cNvSpPr/>
            <p:nvPr/>
          </p:nvSpPr>
          <p:spPr>
            <a:xfrm>
              <a:off x="7438701" y="3772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0" name="pt31330"/>
            <p:cNvSpPr/>
            <p:nvPr/>
          </p:nvSpPr>
          <p:spPr>
            <a:xfrm>
              <a:off x="7433065" y="3447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1" name="pt31331"/>
            <p:cNvSpPr/>
            <p:nvPr/>
          </p:nvSpPr>
          <p:spPr>
            <a:xfrm>
              <a:off x="7376516" y="3339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2" name="pt31332"/>
            <p:cNvSpPr/>
            <p:nvPr/>
          </p:nvSpPr>
          <p:spPr>
            <a:xfrm>
              <a:off x="7421964" y="3363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3" name="pt31333"/>
            <p:cNvSpPr/>
            <p:nvPr/>
          </p:nvSpPr>
          <p:spPr>
            <a:xfrm>
              <a:off x="7434384" y="3199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4" name="pt31334"/>
            <p:cNvSpPr/>
            <p:nvPr/>
          </p:nvSpPr>
          <p:spPr>
            <a:xfrm>
              <a:off x="7446414" y="3403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5" name="pt31335"/>
            <p:cNvSpPr/>
            <p:nvPr/>
          </p:nvSpPr>
          <p:spPr>
            <a:xfrm>
              <a:off x="7483475" y="3286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6" name="pt31336"/>
            <p:cNvSpPr/>
            <p:nvPr/>
          </p:nvSpPr>
          <p:spPr>
            <a:xfrm>
              <a:off x="7409383" y="32518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7" name="pt31337"/>
            <p:cNvSpPr/>
            <p:nvPr/>
          </p:nvSpPr>
          <p:spPr>
            <a:xfrm>
              <a:off x="7467783" y="31687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8" name="pt31338"/>
            <p:cNvSpPr/>
            <p:nvPr/>
          </p:nvSpPr>
          <p:spPr>
            <a:xfrm>
              <a:off x="7446274" y="3201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39" name="pt31339"/>
            <p:cNvSpPr/>
            <p:nvPr/>
          </p:nvSpPr>
          <p:spPr>
            <a:xfrm>
              <a:off x="7416404" y="3200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0" name="pt31340"/>
            <p:cNvSpPr/>
            <p:nvPr/>
          </p:nvSpPr>
          <p:spPr>
            <a:xfrm>
              <a:off x="7456987" y="32769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1" name="pt31341"/>
            <p:cNvSpPr/>
            <p:nvPr/>
          </p:nvSpPr>
          <p:spPr>
            <a:xfrm>
              <a:off x="7463699" y="3229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2" name="pt31342"/>
            <p:cNvSpPr/>
            <p:nvPr/>
          </p:nvSpPr>
          <p:spPr>
            <a:xfrm>
              <a:off x="7418667" y="3163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3" name="pt31343"/>
            <p:cNvSpPr/>
            <p:nvPr/>
          </p:nvSpPr>
          <p:spPr>
            <a:xfrm>
              <a:off x="7476161" y="3207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4" name="pt31344"/>
            <p:cNvSpPr/>
            <p:nvPr/>
          </p:nvSpPr>
          <p:spPr>
            <a:xfrm>
              <a:off x="7440733" y="3277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5" name="pt31345"/>
            <p:cNvSpPr/>
            <p:nvPr/>
          </p:nvSpPr>
          <p:spPr>
            <a:xfrm>
              <a:off x="7443104" y="3203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6" name="pt31346"/>
            <p:cNvSpPr/>
            <p:nvPr/>
          </p:nvSpPr>
          <p:spPr>
            <a:xfrm>
              <a:off x="7417891" y="3423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7" name="pt31347"/>
            <p:cNvSpPr/>
            <p:nvPr/>
          </p:nvSpPr>
          <p:spPr>
            <a:xfrm>
              <a:off x="7472298" y="3437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8" name="pt31348"/>
            <p:cNvSpPr/>
            <p:nvPr/>
          </p:nvSpPr>
          <p:spPr>
            <a:xfrm>
              <a:off x="7444739" y="32566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49" name="pt31349"/>
            <p:cNvSpPr/>
            <p:nvPr/>
          </p:nvSpPr>
          <p:spPr>
            <a:xfrm>
              <a:off x="7485026" y="3268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0" name="pt31350"/>
            <p:cNvSpPr/>
            <p:nvPr/>
          </p:nvSpPr>
          <p:spPr>
            <a:xfrm>
              <a:off x="7439961" y="3222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1" name="pt31351"/>
            <p:cNvSpPr/>
            <p:nvPr/>
          </p:nvSpPr>
          <p:spPr>
            <a:xfrm>
              <a:off x="7474665" y="3170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2" name="pt31352"/>
            <p:cNvSpPr/>
            <p:nvPr/>
          </p:nvSpPr>
          <p:spPr>
            <a:xfrm>
              <a:off x="7423684" y="33065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3" name="pt31353"/>
            <p:cNvSpPr/>
            <p:nvPr/>
          </p:nvSpPr>
          <p:spPr>
            <a:xfrm>
              <a:off x="7418427" y="3351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4" name="pt31354"/>
            <p:cNvSpPr/>
            <p:nvPr/>
          </p:nvSpPr>
          <p:spPr>
            <a:xfrm>
              <a:off x="7457075" y="3179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5" name="pt31355"/>
            <p:cNvSpPr/>
            <p:nvPr/>
          </p:nvSpPr>
          <p:spPr>
            <a:xfrm>
              <a:off x="7496565" y="33698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6" name="pt31356"/>
            <p:cNvSpPr/>
            <p:nvPr/>
          </p:nvSpPr>
          <p:spPr>
            <a:xfrm>
              <a:off x="7451321" y="3082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7" name="pt31357"/>
            <p:cNvSpPr/>
            <p:nvPr/>
          </p:nvSpPr>
          <p:spPr>
            <a:xfrm>
              <a:off x="7412942" y="3195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8" name="pt31358"/>
            <p:cNvSpPr/>
            <p:nvPr/>
          </p:nvSpPr>
          <p:spPr>
            <a:xfrm>
              <a:off x="7434932" y="3311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59" name="pt31359"/>
            <p:cNvSpPr/>
            <p:nvPr/>
          </p:nvSpPr>
          <p:spPr>
            <a:xfrm>
              <a:off x="7462316" y="3198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0" name="pt31360"/>
            <p:cNvSpPr/>
            <p:nvPr/>
          </p:nvSpPr>
          <p:spPr>
            <a:xfrm>
              <a:off x="7447089" y="3211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1" name="pt31361"/>
            <p:cNvSpPr/>
            <p:nvPr/>
          </p:nvSpPr>
          <p:spPr>
            <a:xfrm>
              <a:off x="7477596" y="3107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2" name="pt31362"/>
            <p:cNvSpPr/>
            <p:nvPr/>
          </p:nvSpPr>
          <p:spPr>
            <a:xfrm>
              <a:off x="7472709" y="31944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3" name="pt31363"/>
            <p:cNvSpPr/>
            <p:nvPr/>
          </p:nvSpPr>
          <p:spPr>
            <a:xfrm>
              <a:off x="7518100" y="30798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4" name="pt31364"/>
            <p:cNvSpPr/>
            <p:nvPr/>
          </p:nvSpPr>
          <p:spPr>
            <a:xfrm>
              <a:off x="7471437" y="31350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5" name="pt31365"/>
            <p:cNvSpPr/>
            <p:nvPr/>
          </p:nvSpPr>
          <p:spPr>
            <a:xfrm>
              <a:off x="7413353" y="31842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6" name="pt31366"/>
            <p:cNvSpPr/>
            <p:nvPr/>
          </p:nvSpPr>
          <p:spPr>
            <a:xfrm>
              <a:off x="7496703" y="2884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7" name="pt31367"/>
            <p:cNvSpPr/>
            <p:nvPr/>
          </p:nvSpPr>
          <p:spPr>
            <a:xfrm>
              <a:off x="7450096" y="3287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8" name="pt31368"/>
            <p:cNvSpPr/>
            <p:nvPr/>
          </p:nvSpPr>
          <p:spPr>
            <a:xfrm>
              <a:off x="7462817" y="3202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69" name="pt31369"/>
            <p:cNvSpPr/>
            <p:nvPr/>
          </p:nvSpPr>
          <p:spPr>
            <a:xfrm>
              <a:off x="7415963" y="3607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0" name="pt31370"/>
            <p:cNvSpPr/>
            <p:nvPr/>
          </p:nvSpPr>
          <p:spPr>
            <a:xfrm>
              <a:off x="7439876" y="3359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1" name="pt31371"/>
            <p:cNvSpPr/>
            <p:nvPr/>
          </p:nvSpPr>
          <p:spPr>
            <a:xfrm>
              <a:off x="7372702" y="32663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2" name="pt31372"/>
            <p:cNvSpPr/>
            <p:nvPr/>
          </p:nvSpPr>
          <p:spPr>
            <a:xfrm>
              <a:off x="7429617" y="33169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3" name="pt31373"/>
            <p:cNvSpPr/>
            <p:nvPr/>
          </p:nvSpPr>
          <p:spPr>
            <a:xfrm>
              <a:off x="7450973" y="3330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4" name="pt31374"/>
            <p:cNvSpPr/>
            <p:nvPr/>
          </p:nvSpPr>
          <p:spPr>
            <a:xfrm>
              <a:off x="7449887" y="3096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5" name="pt31375"/>
            <p:cNvSpPr/>
            <p:nvPr/>
          </p:nvSpPr>
          <p:spPr>
            <a:xfrm>
              <a:off x="7438539" y="34115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6" name="pt31376"/>
            <p:cNvSpPr/>
            <p:nvPr/>
          </p:nvSpPr>
          <p:spPr>
            <a:xfrm>
              <a:off x="7463621" y="3240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7" name="pt31377"/>
            <p:cNvSpPr/>
            <p:nvPr/>
          </p:nvSpPr>
          <p:spPr>
            <a:xfrm>
              <a:off x="7411717" y="3589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8" name="pt31378"/>
            <p:cNvSpPr/>
            <p:nvPr/>
          </p:nvSpPr>
          <p:spPr>
            <a:xfrm>
              <a:off x="7449485" y="3198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79" name="pt31379"/>
            <p:cNvSpPr/>
            <p:nvPr/>
          </p:nvSpPr>
          <p:spPr>
            <a:xfrm>
              <a:off x="7440794" y="3371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0" name="pt31380"/>
            <p:cNvSpPr/>
            <p:nvPr/>
          </p:nvSpPr>
          <p:spPr>
            <a:xfrm>
              <a:off x="7452644" y="3310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1" name="pt31381"/>
            <p:cNvSpPr/>
            <p:nvPr/>
          </p:nvSpPr>
          <p:spPr>
            <a:xfrm>
              <a:off x="7421410" y="3454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2" name="pt31382"/>
            <p:cNvSpPr/>
            <p:nvPr/>
          </p:nvSpPr>
          <p:spPr>
            <a:xfrm>
              <a:off x="7462873" y="3231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3" name="pt31383"/>
            <p:cNvSpPr/>
            <p:nvPr/>
          </p:nvSpPr>
          <p:spPr>
            <a:xfrm>
              <a:off x="7404818" y="3496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4" name="pt31384"/>
            <p:cNvSpPr/>
            <p:nvPr/>
          </p:nvSpPr>
          <p:spPr>
            <a:xfrm>
              <a:off x="7453790" y="3186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5" name="pt31385"/>
            <p:cNvSpPr/>
            <p:nvPr/>
          </p:nvSpPr>
          <p:spPr>
            <a:xfrm>
              <a:off x="7443834" y="36148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6" name="pt31386"/>
            <p:cNvSpPr/>
            <p:nvPr/>
          </p:nvSpPr>
          <p:spPr>
            <a:xfrm>
              <a:off x="7464933" y="3148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7" name="pt31387"/>
            <p:cNvSpPr/>
            <p:nvPr/>
          </p:nvSpPr>
          <p:spPr>
            <a:xfrm>
              <a:off x="7413845" y="3295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8" name="pt31388"/>
            <p:cNvSpPr/>
            <p:nvPr/>
          </p:nvSpPr>
          <p:spPr>
            <a:xfrm>
              <a:off x="7509801" y="2803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89" name="pt31389"/>
            <p:cNvSpPr/>
            <p:nvPr/>
          </p:nvSpPr>
          <p:spPr>
            <a:xfrm>
              <a:off x="7470574" y="3328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0" name="pt31390"/>
            <p:cNvSpPr/>
            <p:nvPr/>
          </p:nvSpPr>
          <p:spPr>
            <a:xfrm>
              <a:off x="7438481" y="3232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1" name="pt31391"/>
            <p:cNvSpPr/>
            <p:nvPr/>
          </p:nvSpPr>
          <p:spPr>
            <a:xfrm>
              <a:off x="7428538" y="32062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2" name="pt31392"/>
            <p:cNvSpPr/>
            <p:nvPr/>
          </p:nvSpPr>
          <p:spPr>
            <a:xfrm>
              <a:off x="7448368" y="3261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3" name="pt31393"/>
            <p:cNvSpPr/>
            <p:nvPr/>
          </p:nvSpPr>
          <p:spPr>
            <a:xfrm>
              <a:off x="7604161" y="293595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94" name="pt31394"/>
            <p:cNvSpPr/>
            <p:nvPr/>
          </p:nvSpPr>
          <p:spPr>
            <a:xfrm>
              <a:off x="7452142" y="3359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5" name="pt31395"/>
            <p:cNvSpPr/>
            <p:nvPr/>
          </p:nvSpPr>
          <p:spPr>
            <a:xfrm>
              <a:off x="7450246" y="34357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6" name="pt31396"/>
            <p:cNvSpPr/>
            <p:nvPr/>
          </p:nvSpPr>
          <p:spPr>
            <a:xfrm>
              <a:off x="7446820" y="3208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7" name="pt31397"/>
            <p:cNvSpPr/>
            <p:nvPr/>
          </p:nvSpPr>
          <p:spPr>
            <a:xfrm>
              <a:off x="7475664" y="3181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8" name="pt31398"/>
            <p:cNvSpPr/>
            <p:nvPr/>
          </p:nvSpPr>
          <p:spPr>
            <a:xfrm>
              <a:off x="7434021" y="3249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399" name="pt31399"/>
            <p:cNvSpPr/>
            <p:nvPr/>
          </p:nvSpPr>
          <p:spPr>
            <a:xfrm>
              <a:off x="7468278" y="3332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0" name="pt31400"/>
            <p:cNvSpPr/>
            <p:nvPr/>
          </p:nvSpPr>
          <p:spPr>
            <a:xfrm>
              <a:off x="7540894" y="32320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1" name="pt31401"/>
            <p:cNvSpPr/>
            <p:nvPr/>
          </p:nvSpPr>
          <p:spPr>
            <a:xfrm>
              <a:off x="7336599" y="4071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2" name="pt31402"/>
            <p:cNvSpPr/>
            <p:nvPr/>
          </p:nvSpPr>
          <p:spPr>
            <a:xfrm>
              <a:off x="7475465" y="3296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3" name="pt31403"/>
            <p:cNvSpPr/>
            <p:nvPr/>
          </p:nvSpPr>
          <p:spPr>
            <a:xfrm>
              <a:off x="7447446" y="3332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4" name="pt31404"/>
            <p:cNvSpPr/>
            <p:nvPr/>
          </p:nvSpPr>
          <p:spPr>
            <a:xfrm>
              <a:off x="7473693" y="3269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5" name="pt31405"/>
            <p:cNvSpPr/>
            <p:nvPr/>
          </p:nvSpPr>
          <p:spPr>
            <a:xfrm>
              <a:off x="7619901" y="3287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6" name="pt31406"/>
            <p:cNvSpPr/>
            <p:nvPr/>
          </p:nvSpPr>
          <p:spPr>
            <a:xfrm>
              <a:off x="7456834" y="32728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7" name="pt31407"/>
            <p:cNvSpPr/>
            <p:nvPr/>
          </p:nvSpPr>
          <p:spPr>
            <a:xfrm>
              <a:off x="7447491" y="3277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8" name="pt31408"/>
            <p:cNvSpPr/>
            <p:nvPr/>
          </p:nvSpPr>
          <p:spPr>
            <a:xfrm>
              <a:off x="7473479" y="3152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09" name="pt31409"/>
            <p:cNvSpPr/>
            <p:nvPr/>
          </p:nvSpPr>
          <p:spPr>
            <a:xfrm>
              <a:off x="7458353" y="32500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0" name="pt31410"/>
            <p:cNvSpPr/>
            <p:nvPr/>
          </p:nvSpPr>
          <p:spPr>
            <a:xfrm>
              <a:off x="7393496" y="3326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1" name="pt31411"/>
            <p:cNvSpPr/>
            <p:nvPr/>
          </p:nvSpPr>
          <p:spPr>
            <a:xfrm>
              <a:off x="7395566" y="3244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2" name="pt31412"/>
            <p:cNvSpPr/>
            <p:nvPr/>
          </p:nvSpPr>
          <p:spPr>
            <a:xfrm>
              <a:off x="7467521" y="3100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3" name="pt31413"/>
            <p:cNvSpPr/>
            <p:nvPr/>
          </p:nvSpPr>
          <p:spPr>
            <a:xfrm>
              <a:off x="7454645" y="32223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4" name="pt31414"/>
            <p:cNvSpPr/>
            <p:nvPr/>
          </p:nvSpPr>
          <p:spPr>
            <a:xfrm>
              <a:off x="7463361" y="32027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5" name="pt31415"/>
            <p:cNvSpPr/>
            <p:nvPr/>
          </p:nvSpPr>
          <p:spPr>
            <a:xfrm>
              <a:off x="7485076" y="3167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6" name="pt31416"/>
            <p:cNvSpPr/>
            <p:nvPr/>
          </p:nvSpPr>
          <p:spPr>
            <a:xfrm>
              <a:off x="7428597" y="34777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7" name="pt31417"/>
            <p:cNvSpPr/>
            <p:nvPr/>
          </p:nvSpPr>
          <p:spPr>
            <a:xfrm>
              <a:off x="7298795" y="346343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18" name="pt31418"/>
            <p:cNvSpPr/>
            <p:nvPr/>
          </p:nvSpPr>
          <p:spPr>
            <a:xfrm>
              <a:off x="7407814" y="34017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19" name="pt31419"/>
            <p:cNvSpPr/>
            <p:nvPr/>
          </p:nvSpPr>
          <p:spPr>
            <a:xfrm>
              <a:off x="7445384" y="3281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0" name="pt31420"/>
            <p:cNvSpPr/>
            <p:nvPr/>
          </p:nvSpPr>
          <p:spPr>
            <a:xfrm>
              <a:off x="7459672" y="31925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1" name="pt31421"/>
            <p:cNvSpPr/>
            <p:nvPr/>
          </p:nvSpPr>
          <p:spPr>
            <a:xfrm>
              <a:off x="7468147" y="32661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2" name="pt31422"/>
            <p:cNvSpPr/>
            <p:nvPr/>
          </p:nvSpPr>
          <p:spPr>
            <a:xfrm>
              <a:off x="7450281" y="3185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3" name="pt31423"/>
            <p:cNvSpPr/>
            <p:nvPr/>
          </p:nvSpPr>
          <p:spPr>
            <a:xfrm>
              <a:off x="7455768" y="3217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4" name="pt31424"/>
            <p:cNvSpPr/>
            <p:nvPr/>
          </p:nvSpPr>
          <p:spPr>
            <a:xfrm>
              <a:off x="7448657" y="3079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5" name="pt31425"/>
            <p:cNvSpPr/>
            <p:nvPr/>
          </p:nvSpPr>
          <p:spPr>
            <a:xfrm>
              <a:off x="7468610" y="3209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6" name="pt31426"/>
            <p:cNvSpPr/>
            <p:nvPr/>
          </p:nvSpPr>
          <p:spPr>
            <a:xfrm>
              <a:off x="7244737" y="3321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7" name="pt31427"/>
            <p:cNvSpPr/>
            <p:nvPr/>
          </p:nvSpPr>
          <p:spPr>
            <a:xfrm>
              <a:off x="7463867" y="3148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8" name="pt31428"/>
            <p:cNvSpPr/>
            <p:nvPr/>
          </p:nvSpPr>
          <p:spPr>
            <a:xfrm>
              <a:off x="7496787" y="32288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29" name="pt31429"/>
            <p:cNvSpPr/>
            <p:nvPr/>
          </p:nvSpPr>
          <p:spPr>
            <a:xfrm>
              <a:off x="7503664" y="31584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0" name="pt31430"/>
            <p:cNvSpPr/>
            <p:nvPr/>
          </p:nvSpPr>
          <p:spPr>
            <a:xfrm>
              <a:off x="7564742" y="29701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1" name="pt31431"/>
            <p:cNvSpPr/>
            <p:nvPr/>
          </p:nvSpPr>
          <p:spPr>
            <a:xfrm>
              <a:off x="7463304" y="3269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2" name="pt31432"/>
            <p:cNvSpPr/>
            <p:nvPr/>
          </p:nvSpPr>
          <p:spPr>
            <a:xfrm>
              <a:off x="7422339" y="34566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3" name="pt31433"/>
            <p:cNvSpPr/>
            <p:nvPr/>
          </p:nvSpPr>
          <p:spPr>
            <a:xfrm>
              <a:off x="7447194" y="3266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4" name="pt31434"/>
            <p:cNvSpPr/>
            <p:nvPr/>
          </p:nvSpPr>
          <p:spPr>
            <a:xfrm>
              <a:off x="6190160" y="3339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5" name="pt31435"/>
            <p:cNvSpPr/>
            <p:nvPr/>
          </p:nvSpPr>
          <p:spPr>
            <a:xfrm>
              <a:off x="7458206" y="3181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6" name="pt31436"/>
            <p:cNvSpPr/>
            <p:nvPr/>
          </p:nvSpPr>
          <p:spPr>
            <a:xfrm>
              <a:off x="7496624" y="3136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7" name="pt31437"/>
            <p:cNvSpPr/>
            <p:nvPr/>
          </p:nvSpPr>
          <p:spPr>
            <a:xfrm>
              <a:off x="7508385" y="3174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8" name="pt31438"/>
            <p:cNvSpPr/>
            <p:nvPr/>
          </p:nvSpPr>
          <p:spPr>
            <a:xfrm>
              <a:off x="7501902" y="31629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39" name="pt31439"/>
            <p:cNvSpPr/>
            <p:nvPr/>
          </p:nvSpPr>
          <p:spPr>
            <a:xfrm>
              <a:off x="7459638" y="3285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0" name="pt31440"/>
            <p:cNvSpPr/>
            <p:nvPr/>
          </p:nvSpPr>
          <p:spPr>
            <a:xfrm>
              <a:off x="7440042" y="35206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1" name="pt31441"/>
            <p:cNvSpPr/>
            <p:nvPr/>
          </p:nvSpPr>
          <p:spPr>
            <a:xfrm>
              <a:off x="7455114" y="3475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2" name="pt31442"/>
            <p:cNvSpPr/>
            <p:nvPr/>
          </p:nvSpPr>
          <p:spPr>
            <a:xfrm>
              <a:off x="7407025" y="3410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3" name="pt31443"/>
            <p:cNvSpPr/>
            <p:nvPr/>
          </p:nvSpPr>
          <p:spPr>
            <a:xfrm>
              <a:off x="7427543" y="31847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4" name="pt31444"/>
            <p:cNvSpPr/>
            <p:nvPr/>
          </p:nvSpPr>
          <p:spPr>
            <a:xfrm>
              <a:off x="7602452" y="307787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45" name="pt31445"/>
            <p:cNvSpPr/>
            <p:nvPr/>
          </p:nvSpPr>
          <p:spPr>
            <a:xfrm>
              <a:off x="7411099" y="32543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6" name="pt31446"/>
            <p:cNvSpPr/>
            <p:nvPr/>
          </p:nvSpPr>
          <p:spPr>
            <a:xfrm>
              <a:off x="7451564" y="31899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7" name="pt31447"/>
            <p:cNvSpPr/>
            <p:nvPr/>
          </p:nvSpPr>
          <p:spPr>
            <a:xfrm>
              <a:off x="7462489" y="3289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8" name="pt31448"/>
            <p:cNvSpPr/>
            <p:nvPr/>
          </p:nvSpPr>
          <p:spPr>
            <a:xfrm>
              <a:off x="7450945" y="3394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49" name="pt31449"/>
            <p:cNvSpPr/>
            <p:nvPr/>
          </p:nvSpPr>
          <p:spPr>
            <a:xfrm>
              <a:off x="7465668" y="3126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0" name="pt31450"/>
            <p:cNvSpPr/>
            <p:nvPr/>
          </p:nvSpPr>
          <p:spPr>
            <a:xfrm>
              <a:off x="7453339" y="3275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1" name="pt31451"/>
            <p:cNvSpPr/>
            <p:nvPr/>
          </p:nvSpPr>
          <p:spPr>
            <a:xfrm>
              <a:off x="7435883" y="32417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2" name="pt31452"/>
            <p:cNvSpPr/>
            <p:nvPr/>
          </p:nvSpPr>
          <p:spPr>
            <a:xfrm>
              <a:off x="7372000" y="3978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3" name="pt31453"/>
            <p:cNvSpPr/>
            <p:nvPr/>
          </p:nvSpPr>
          <p:spPr>
            <a:xfrm>
              <a:off x="7470083" y="3279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4" name="pt31454"/>
            <p:cNvSpPr/>
            <p:nvPr/>
          </p:nvSpPr>
          <p:spPr>
            <a:xfrm>
              <a:off x="7472467" y="32511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5" name="pt31455"/>
            <p:cNvSpPr/>
            <p:nvPr/>
          </p:nvSpPr>
          <p:spPr>
            <a:xfrm>
              <a:off x="7434411" y="31823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6" name="pt31456"/>
            <p:cNvSpPr/>
            <p:nvPr/>
          </p:nvSpPr>
          <p:spPr>
            <a:xfrm>
              <a:off x="7397536" y="3673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7" name="pt31457"/>
            <p:cNvSpPr/>
            <p:nvPr/>
          </p:nvSpPr>
          <p:spPr>
            <a:xfrm>
              <a:off x="7448248" y="3157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8" name="pt31458"/>
            <p:cNvSpPr/>
            <p:nvPr/>
          </p:nvSpPr>
          <p:spPr>
            <a:xfrm>
              <a:off x="7413139" y="3573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59" name="pt31459"/>
            <p:cNvSpPr/>
            <p:nvPr/>
          </p:nvSpPr>
          <p:spPr>
            <a:xfrm>
              <a:off x="7466554" y="31252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0" name="pt31460"/>
            <p:cNvSpPr/>
            <p:nvPr/>
          </p:nvSpPr>
          <p:spPr>
            <a:xfrm>
              <a:off x="7430667" y="31104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1" name="pt31461"/>
            <p:cNvSpPr/>
            <p:nvPr/>
          </p:nvSpPr>
          <p:spPr>
            <a:xfrm>
              <a:off x="7437077" y="3303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2" name="pt31462"/>
            <p:cNvSpPr/>
            <p:nvPr/>
          </p:nvSpPr>
          <p:spPr>
            <a:xfrm>
              <a:off x="7473720" y="3081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3" name="pt31463"/>
            <p:cNvSpPr/>
            <p:nvPr/>
          </p:nvSpPr>
          <p:spPr>
            <a:xfrm>
              <a:off x="7429971" y="3522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4" name="pt31464"/>
            <p:cNvSpPr/>
            <p:nvPr/>
          </p:nvSpPr>
          <p:spPr>
            <a:xfrm>
              <a:off x="7465814" y="31183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5" name="pt31465"/>
            <p:cNvSpPr/>
            <p:nvPr/>
          </p:nvSpPr>
          <p:spPr>
            <a:xfrm>
              <a:off x="7439354" y="31983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6" name="pt31466"/>
            <p:cNvSpPr/>
            <p:nvPr/>
          </p:nvSpPr>
          <p:spPr>
            <a:xfrm>
              <a:off x="7466964" y="3188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7" name="pt31467"/>
            <p:cNvSpPr/>
            <p:nvPr/>
          </p:nvSpPr>
          <p:spPr>
            <a:xfrm>
              <a:off x="7524635" y="3138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8" name="pt31468"/>
            <p:cNvSpPr/>
            <p:nvPr/>
          </p:nvSpPr>
          <p:spPr>
            <a:xfrm>
              <a:off x="7483607" y="3198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69" name="pt31469"/>
            <p:cNvSpPr/>
            <p:nvPr/>
          </p:nvSpPr>
          <p:spPr>
            <a:xfrm>
              <a:off x="7532112" y="33058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0" name="pt31470"/>
            <p:cNvSpPr/>
            <p:nvPr/>
          </p:nvSpPr>
          <p:spPr>
            <a:xfrm>
              <a:off x="7595013" y="32104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1" name="pt31471"/>
            <p:cNvSpPr/>
            <p:nvPr/>
          </p:nvSpPr>
          <p:spPr>
            <a:xfrm>
              <a:off x="7440363" y="3255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2" name="pt31472"/>
            <p:cNvSpPr/>
            <p:nvPr/>
          </p:nvSpPr>
          <p:spPr>
            <a:xfrm>
              <a:off x="7458598" y="3367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3" name="pt31473"/>
            <p:cNvSpPr/>
            <p:nvPr/>
          </p:nvSpPr>
          <p:spPr>
            <a:xfrm>
              <a:off x="7437401" y="3169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4" name="pt31474"/>
            <p:cNvSpPr/>
            <p:nvPr/>
          </p:nvSpPr>
          <p:spPr>
            <a:xfrm>
              <a:off x="7448384" y="33216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5" name="pt31475"/>
            <p:cNvSpPr/>
            <p:nvPr/>
          </p:nvSpPr>
          <p:spPr>
            <a:xfrm>
              <a:off x="7440764" y="3242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6" name="pt31476"/>
            <p:cNvSpPr/>
            <p:nvPr/>
          </p:nvSpPr>
          <p:spPr>
            <a:xfrm>
              <a:off x="7445148" y="3200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7" name="pt31477"/>
            <p:cNvSpPr/>
            <p:nvPr/>
          </p:nvSpPr>
          <p:spPr>
            <a:xfrm>
              <a:off x="7386639" y="3359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8" name="pt31478"/>
            <p:cNvSpPr/>
            <p:nvPr/>
          </p:nvSpPr>
          <p:spPr>
            <a:xfrm>
              <a:off x="7539471" y="3187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79" name="pt31479"/>
            <p:cNvSpPr/>
            <p:nvPr/>
          </p:nvSpPr>
          <p:spPr>
            <a:xfrm>
              <a:off x="7451523" y="3119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0" name="pt31480"/>
            <p:cNvSpPr/>
            <p:nvPr/>
          </p:nvSpPr>
          <p:spPr>
            <a:xfrm>
              <a:off x="7451470" y="3249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1" name="pt31481"/>
            <p:cNvSpPr/>
            <p:nvPr/>
          </p:nvSpPr>
          <p:spPr>
            <a:xfrm>
              <a:off x="7478262" y="3121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2" name="pt31482"/>
            <p:cNvSpPr/>
            <p:nvPr/>
          </p:nvSpPr>
          <p:spPr>
            <a:xfrm>
              <a:off x="7518320" y="3245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3" name="pt31483"/>
            <p:cNvSpPr/>
            <p:nvPr/>
          </p:nvSpPr>
          <p:spPr>
            <a:xfrm>
              <a:off x="7419102" y="3391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4" name="pt31484"/>
            <p:cNvSpPr/>
            <p:nvPr/>
          </p:nvSpPr>
          <p:spPr>
            <a:xfrm>
              <a:off x="7485636" y="3279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5" name="pt31485"/>
            <p:cNvSpPr/>
            <p:nvPr/>
          </p:nvSpPr>
          <p:spPr>
            <a:xfrm>
              <a:off x="7412769" y="35628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6" name="pt31486"/>
            <p:cNvSpPr/>
            <p:nvPr/>
          </p:nvSpPr>
          <p:spPr>
            <a:xfrm>
              <a:off x="7452344" y="3182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7" name="pt31487"/>
            <p:cNvSpPr/>
            <p:nvPr/>
          </p:nvSpPr>
          <p:spPr>
            <a:xfrm>
              <a:off x="7423658" y="37624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8" name="pt31488"/>
            <p:cNvSpPr/>
            <p:nvPr/>
          </p:nvSpPr>
          <p:spPr>
            <a:xfrm>
              <a:off x="7466320" y="3168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89" name="pt31489"/>
            <p:cNvSpPr/>
            <p:nvPr/>
          </p:nvSpPr>
          <p:spPr>
            <a:xfrm>
              <a:off x="7451001" y="33729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0" name="pt31490"/>
            <p:cNvSpPr/>
            <p:nvPr/>
          </p:nvSpPr>
          <p:spPr>
            <a:xfrm>
              <a:off x="7475962" y="3091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1" name="pt31491"/>
            <p:cNvSpPr/>
            <p:nvPr/>
          </p:nvSpPr>
          <p:spPr>
            <a:xfrm>
              <a:off x="7457391" y="3523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2" name="pt31492"/>
            <p:cNvSpPr/>
            <p:nvPr/>
          </p:nvSpPr>
          <p:spPr>
            <a:xfrm>
              <a:off x="7430085" y="3278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3" name="pt31493"/>
            <p:cNvSpPr/>
            <p:nvPr/>
          </p:nvSpPr>
          <p:spPr>
            <a:xfrm>
              <a:off x="7435337" y="32941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4" name="pt31494"/>
            <p:cNvSpPr/>
            <p:nvPr/>
          </p:nvSpPr>
          <p:spPr>
            <a:xfrm>
              <a:off x="7295441" y="38455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5" name="pt31495"/>
            <p:cNvSpPr/>
            <p:nvPr/>
          </p:nvSpPr>
          <p:spPr>
            <a:xfrm>
              <a:off x="7422853" y="3523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6" name="pt31496"/>
            <p:cNvSpPr/>
            <p:nvPr/>
          </p:nvSpPr>
          <p:spPr>
            <a:xfrm>
              <a:off x="7436099" y="3359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7" name="pt31497"/>
            <p:cNvSpPr/>
            <p:nvPr/>
          </p:nvSpPr>
          <p:spPr>
            <a:xfrm>
              <a:off x="7398179" y="3326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8" name="pt31498"/>
            <p:cNvSpPr/>
            <p:nvPr/>
          </p:nvSpPr>
          <p:spPr>
            <a:xfrm>
              <a:off x="7464193" y="3148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499" name="pt31499"/>
            <p:cNvSpPr/>
            <p:nvPr/>
          </p:nvSpPr>
          <p:spPr>
            <a:xfrm>
              <a:off x="7486869" y="3242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0" name="pt31500"/>
            <p:cNvSpPr/>
            <p:nvPr/>
          </p:nvSpPr>
          <p:spPr>
            <a:xfrm>
              <a:off x="7467170" y="3380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1" name="pt31501"/>
            <p:cNvSpPr/>
            <p:nvPr/>
          </p:nvSpPr>
          <p:spPr>
            <a:xfrm>
              <a:off x="7444985" y="3329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2" name="pt31502"/>
            <p:cNvSpPr/>
            <p:nvPr/>
          </p:nvSpPr>
          <p:spPr>
            <a:xfrm>
              <a:off x="7382596" y="37768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3" name="pt31503"/>
            <p:cNvSpPr/>
            <p:nvPr/>
          </p:nvSpPr>
          <p:spPr>
            <a:xfrm>
              <a:off x="7419267" y="34645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4" name="pt31504"/>
            <p:cNvSpPr/>
            <p:nvPr/>
          </p:nvSpPr>
          <p:spPr>
            <a:xfrm>
              <a:off x="7449003" y="3158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5" name="pt31505"/>
            <p:cNvSpPr/>
            <p:nvPr/>
          </p:nvSpPr>
          <p:spPr>
            <a:xfrm>
              <a:off x="7461895" y="3367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6" name="pt31506"/>
            <p:cNvSpPr/>
            <p:nvPr/>
          </p:nvSpPr>
          <p:spPr>
            <a:xfrm>
              <a:off x="7512861" y="3211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7" name="pt31507"/>
            <p:cNvSpPr/>
            <p:nvPr/>
          </p:nvSpPr>
          <p:spPr>
            <a:xfrm>
              <a:off x="7429851" y="3257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08" name="pt31508"/>
            <p:cNvSpPr/>
            <p:nvPr/>
          </p:nvSpPr>
          <p:spPr>
            <a:xfrm>
              <a:off x="7859191" y="296266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09" name="pt31509"/>
            <p:cNvSpPr/>
            <p:nvPr/>
          </p:nvSpPr>
          <p:spPr>
            <a:xfrm>
              <a:off x="7356162" y="3215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0" name="pt31510"/>
            <p:cNvSpPr/>
            <p:nvPr/>
          </p:nvSpPr>
          <p:spPr>
            <a:xfrm>
              <a:off x="7413188" y="3168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1" name="pt31511"/>
            <p:cNvSpPr/>
            <p:nvPr/>
          </p:nvSpPr>
          <p:spPr>
            <a:xfrm>
              <a:off x="7436387" y="3538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2" name="pt31512"/>
            <p:cNvSpPr/>
            <p:nvPr/>
          </p:nvSpPr>
          <p:spPr>
            <a:xfrm>
              <a:off x="7444674" y="3188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3" name="pt31513"/>
            <p:cNvSpPr/>
            <p:nvPr/>
          </p:nvSpPr>
          <p:spPr>
            <a:xfrm>
              <a:off x="7464259" y="3269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4" name="pt31514"/>
            <p:cNvSpPr/>
            <p:nvPr/>
          </p:nvSpPr>
          <p:spPr>
            <a:xfrm>
              <a:off x="7421299" y="3390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5" name="pt31515"/>
            <p:cNvSpPr/>
            <p:nvPr/>
          </p:nvSpPr>
          <p:spPr>
            <a:xfrm>
              <a:off x="7369825" y="37251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6" name="pt31516"/>
            <p:cNvSpPr/>
            <p:nvPr/>
          </p:nvSpPr>
          <p:spPr>
            <a:xfrm>
              <a:off x="7447892" y="3133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7" name="pt31517"/>
            <p:cNvSpPr/>
            <p:nvPr/>
          </p:nvSpPr>
          <p:spPr>
            <a:xfrm>
              <a:off x="7460398" y="3340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8" name="pt31518"/>
            <p:cNvSpPr/>
            <p:nvPr/>
          </p:nvSpPr>
          <p:spPr>
            <a:xfrm>
              <a:off x="7463163" y="3234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19" name="pt31519"/>
            <p:cNvSpPr/>
            <p:nvPr/>
          </p:nvSpPr>
          <p:spPr>
            <a:xfrm>
              <a:off x="7484292" y="33848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0" name="pt31520"/>
            <p:cNvSpPr/>
            <p:nvPr/>
          </p:nvSpPr>
          <p:spPr>
            <a:xfrm>
              <a:off x="7470660" y="3286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1" name="pt31521"/>
            <p:cNvSpPr/>
            <p:nvPr/>
          </p:nvSpPr>
          <p:spPr>
            <a:xfrm>
              <a:off x="7449716" y="3447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2" name="pt31522"/>
            <p:cNvSpPr/>
            <p:nvPr/>
          </p:nvSpPr>
          <p:spPr>
            <a:xfrm>
              <a:off x="7480861" y="3258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3" name="pt31523"/>
            <p:cNvSpPr/>
            <p:nvPr/>
          </p:nvSpPr>
          <p:spPr>
            <a:xfrm>
              <a:off x="7469950" y="3355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4" name="pt31524"/>
            <p:cNvSpPr/>
            <p:nvPr/>
          </p:nvSpPr>
          <p:spPr>
            <a:xfrm>
              <a:off x="7499518" y="31809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5" name="pt31525"/>
            <p:cNvSpPr/>
            <p:nvPr/>
          </p:nvSpPr>
          <p:spPr>
            <a:xfrm>
              <a:off x="7420918" y="33137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6" name="pt31526"/>
            <p:cNvSpPr/>
            <p:nvPr/>
          </p:nvSpPr>
          <p:spPr>
            <a:xfrm>
              <a:off x="7437884" y="3190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7" name="pt31527"/>
            <p:cNvSpPr/>
            <p:nvPr/>
          </p:nvSpPr>
          <p:spPr>
            <a:xfrm>
              <a:off x="7440716" y="3713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8" name="pt31528"/>
            <p:cNvSpPr/>
            <p:nvPr/>
          </p:nvSpPr>
          <p:spPr>
            <a:xfrm>
              <a:off x="7431418" y="3183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29" name="pt31529"/>
            <p:cNvSpPr/>
            <p:nvPr/>
          </p:nvSpPr>
          <p:spPr>
            <a:xfrm>
              <a:off x="7447313" y="33686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0" name="pt31530"/>
            <p:cNvSpPr/>
            <p:nvPr/>
          </p:nvSpPr>
          <p:spPr>
            <a:xfrm>
              <a:off x="7512959" y="3138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1" name="pt31531"/>
            <p:cNvSpPr/>
            <p:nvPr/>
          </p:nvSpPr>
          <p:spPr>
            <a:xfrm>
              <a:off x="7439764" y="3450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2" name="pt31532"/>
            <p:cNvSpPr/>
            <p:nvPr/>
          </p:nvSpPr>
          <p:spPr>
            <a:xfrm>
              <a:off x="7377091" y="3414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3" name="pt31533"/>
            <p:cNvSpPr/>
            <p:nvPr/>
          </p:nvSpPr>
          <p:spPr>
            <a:xfrm>
              <a:off x="7438226" y="3357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4" name="pt31534"/>
            <p:cNvSpPr/>
            <p:nvPr/>
          </p:nvSpPr>
          <p:spPr>
            <a:xfrm>
              <a:off x="7429601" y="3369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5" name="pt31535"/>
            <p:cNvSpPr/>
            <p:nvPr/>
          </p:nvSpPr>
          <p:spPr>
            <a:xfrm>
              <a:off x="7486544" y="33249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6" name="pt31536"/>
            <p:cNvSpPr/>
            <p:nvPr/>
          </p:nvSpPr>
          <p:spPr>
            <a:xfrm>
              <a:off x="7462831" y="3192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7" name="pt31537"/>
            <p:cNvSpPr/>
            <p:nvPr/>
          </p:nvSpPr>
          <p:spPr>
            <a:xfrm>
              <a:off x="7465177" y="3249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8" name="pt31538"/>
            <p:cNvSpPr/>
            <p:nvPr/>
          </p:nvSpPr>
          <p:spPr>
            <a:xfrm>
              <a:off x="7422139" y="3165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39" name="pt31539"/>
            <p:cNvSpPr/>
            <p:nvPr/>
          </p:nvSpPr>
          <p:spPr>
            <a:xfrm>
              <a:off x="7364335" y="3471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0" name="pt31540"/>
            <p:cNvSpPr/>
            <p:nvPr/>
          </p:nvSpPr>
          <p:spPr>
            <a:xfrm>
              <a:off x="7677957" y="302650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41" name="pt31541"/>
            <p:cNvSpPr/>
            <p:nvPr/>
          </p:nvSpPr>
          <p:spPr>
            <a:xfrm>
              <a:off x="7418654" y="33178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2" name="pt31542"/>
            <p:cNvSpPr/>
            <p:nvPr/>
          </p:nvSpPr>
          <p:spPr>
            <a:xfrm>
              <a:off x="7400948" y="3517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3" name="pt31543"/>
            <p:cNvSpPr/>
            <p:nvPr/>
          </p:nvSpPr>
          <p:spPr>
            <a:xfrm>
              <a:off x="7445625" y="32378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4" name="pt31544"/>
            <p:cNvSpPr/>
            <p:nvPr/>
          </p:nvSpPr>
          <p:spPr>
            <a:xfrm>
              <a:off x="7383772" y="3484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5" name="pt31545"/>
            <p:cNvSpPr/>
            <p:nvPr/>
          </p:nvSpPr>
          <p:spPr>
            <a:xfrm>
              <a:off x="7452365" y="32773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6" name="pt31546"/>
            <p:cNvSpPr/>
            <p:nvPr/>
          </p:nvSpPr>
          <p:spPr>
            <a:xfrm>
              <a:off x="7458709" y="32431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7" name="pt31547"/>
            <p:cNvSpPr/>
            <p:nvPr/>
          </p:nvSpPr>
          <p:spPr>
            <a:xfrm>
              <a:off x="7450537" y="3196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8" name="pt31548"/>
            <p:cNvSpPr/>
            <p:nvPr/>
          </p:nvSpPr>
          <p:spPr>
            <a:xfrm>
              <a:off x="7430925" y="3337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49" name="pt31549"/>
            <p:cNvSpPr/>
            <p:nvPr/>
          </p:nvSpPr>
          <p:spPr>
            <a:xfrm>
              <a:off x="7467826" y="3365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0" name="pt31550"/>
            <p:cNvSpPr/>
            <p:nvPr/>
          </p:nvSpPr>
          <p:spPr>
            <a:xfrm>
              <a:off x="7490367" y="31906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1" name="pt31551"/>
            <p:cNvSpPr/>
            <p:nvPr/>
          </p:nvSpPr>
          <p:spPr>
            <a:xfrm>
              <a:off x="7384787" y="38259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2" name="pt31552"/>
            <p:cNvSpPr/>
            <p:nvPr/>
          </p:nvSpPr>
          <p:spPr>
            <a:xfrm>
              <a:off x="7393173" y="3166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3" name="pt31553"/>
            <p:cNvSpPr/>
            <p:nvPr/>
          </p:nvSpPr>
          <p:spPr>
            <a:xfrm>
              <a:off x="7442004" y="3233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4" name="pt31554"/>
            <p:cNvSpPr/>
            <p:nvPr/>
          </p:nvSpPr>
          <p:spPr>
            <a:xfrm>
              <a:off x="7374278" y="3348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5" name="pt31555"/>
            <p:cNvSpPr/>
            <p:nvPr/>
          </p:nvSpPr>
          <p:spPr>
            <a:xfrm>
              <a:off x="7453411" y="3291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6" name="pt31556"/>
            <p:cNvSpPr/>
            <p:nvPr/>
          </p:nvSpPr>
          <p:spPr>
            <a:xfrm>
              <a:off x="7452608" y="3202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7" name="pt31557"/>
            <p:cNvSpPr/>
            <p:nvPr/>
          </p:nvSpPr>
          <p:spPr>
            <a:xfrm>
              <a:off x="7270940" y="364434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58" name="pt31558"/>
            <p:cNvSpPr/>
            <p:nvPr/>
          </p:nvSpPr>
          <p:spPr>
            <a:xfrm>
              <a:off x="7446128" y="3407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59" name="pt31559"/>
            <p:cNvSpPr/>
            <p:nvPr/>
          </p:nvSpPr>
          <p:spPr>
            <a:xfrm>
              <a:off x="7465467" y="32172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0" name="pt31560"/>
            <p:cNvSpPr/>
            <p:nvPr/>
          </p:nvSpPr>
          <p:spPr>
            <a:xfrm>
              <a:off x="7443056" y="32659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1" name="pt31561"/>
            <p:cNvSpPr/>
            <p:nvPr/>
          </p:nvSpPr>
          <p:spPr>
            <a:xfrm>
              <a:off x="7383760" y="36219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2" name="pt31562"/>
            <p:cNvSpPr/>
            <p:nvPr/>
          </p:nvSpPr>
          <p:spPr>
            <a:xfrm>
              <a:off x="7469181" y="3309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3" name="pt31563"/>
            <p:cNvSpPr/>
            <p:nvPr/>
          </p:nvSpPr>
          <p:spPr>
            <a:xfrm>
              <a:off x="7473052" y="3122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4" name="pt31564"/>
            <p:cNvSpPr/>
            <p:nvPr/>
          </p:nvSpPr>
          <p:spPr>
            <a:xfrm>
              <a:off x="7452183" y="3124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5" name="pt31565"/>
            <p:cNvSpPr/>
            <p:nvPr/>
          </p:nvSpPr>
          <p:spPr>
            <a:xfrm>
              <a:off x="7453759" y="3187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6" name="pt31566"/>
            <p:cNvSpPr/>
            <p:nvPr/>
          </p:nvSpPr>
          <p:spPr>
            <a:xfrm>
              <a:off x="7450651" y="3317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7" name="pt31567"/>
            <p:cNvSpPr/>
            <p:nvPr/>
          </p:nvSpPr>
          <p:spPr>
            <a:xfrm>
              <a:off x="7444766" y="3257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8" name="pt31568"/>
            <p:cNvSpPr/>
            <p:nvPr/>
          </p:nvSpPr>
          <p:spPr>
            <a:xfrm>
              <a:off x="7428946" y="33488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69" name="pt31569"/>
            <p:cNvSpPr/>
            <p:nvPr/>
          </p:nvSpPr>
          <p:spPr>
            <a:xfrm>
              <a:off x="7461064" y="3239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0" name="pt31570"/>
            <p:cNvSpPr/>
            <p:nvPr/>
          </p:nvSpPr>
          <p:spPr>
            <a:xfrm>
              <a:off x="7431280" y="34470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1" name="pt31571"/>
            <p:cNvSpPr/>
            <p:nvPr/>
          </p:nvSpPr>
          <p:spPr>
            <a:xfrm>
              <a:off x="7459264" y="3316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2" name="pt31572"/>
            <p:cNvSpPr/>
            <p:nvPr/>
          </p:nvSpPr>
          <p:spPr>
            <a:xfrm>
              <a:off x="7459893" y="31371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3" name="pt31573"/>
            <p:cNvSpPr/>
            <p:nvPr/>
          </p:nvSpPr>
          <p:spPr>
            <a:xfrm>
              <a:off x="7402255" y="3532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4" name="pt31574"/>
            <p:cNvSpPr/>
            <p:nvPr/>
          </p:nvSpPr>
          <p:spPr>
            <a:xfrm>
              <a:off x="7423080" y="29987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5" name="pt31575"/>
            <p:cNvSpPr/>
            <p:nvPr/>
          </p:nvSpPr>
          <p:spPr>
            <a:xfrm>
              <a:off x="7441204" y="3279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6" name="pt31576"/>
            <p:cNvSpPr/>
            <p:nvPr/>
          </p:nvSpPr>
          <p:spPr>
            <a:xfrm>
              <a:off x="7460704" y="3074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7" name="pt31577"/>
            <p:cNvSpPr/>
            <p:nvPr/>
          </p:nvSpPr>
          <p:spPr>
            <a:xfrm>
              <a:off x="7468543" y="3170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8" name="pt31578"/>
            <p:cNvSpPr/>
            <p:nvPr/>
          </p:nvSpPr>
          <p:spPr>
            <a:xfrm>
              <a:off x="7481743" y="31708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79" name="pt31579"/>
            <p:cNvSpPr/>
            <p:nvPr/>
          </p:nvSpPr>
          <p:spPr>
            <a:xfrm>
              <a:off x="7436843" y="3214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0" name="pt31580"/>
            <p:cNvSpPr/>
            <p:nvPr/>
          </p:nvSpPr>
          <p:spPr>
            <a:xfrm>
              <a:off x="7451712" y="3239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1" name="pt31581"/>
            <p:cNvSpPr/>
            <p:nvPr/>
          </p:nvSpPr>
          <p:spPr>
            <a:xfrm>
              <a:off x="7409510" y="3367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2" name="pt31582"/>
            <p:cNvSpPr/>
            <p:nvPr/>
          </p:nvSpPr>
          <p:spPr>
            <a:xfrm>
              <a:off x="7366129" y="3523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3" name="pt31583"/>
            <p:cNvSpPr/>
            <p:nvPr/>
          </p:nvSpPr>
          <p:spPr>
            <a:xfrm>
              <a:off x="7407066" y="3226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4" name="pt31584"/>
            <p:cNvSpPr/>
            <p:nvPr/>
          </p:nvSpPr>
          <p:spPr>
            <a:xfrm>
              <a:off x="7933126" y="3036614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85" name="pt31585"/>
            <p:cNvSpPr/>
            <p:nvPr/>
          </p:nvSpPr>
          <p:spPr>
            <a:xfrm>
              <a:off x="7467236" y="32155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6" name="pt31586"/>
            <p:cNvSpPr/>
            <p:nvPr/>
          </p:nvSpPr>
          <p:spPr>
            <a:xfrm>
              <a:off x="7464242" y="3274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7" name="pt31587"/>
            <p:cNvSpPr/>
            <p:nvPr/>
          </p:nvSpPr>
          <p:spPr>
            <a:xfrm>
              <a:off x="7421967" y="3421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8" name="pt31588"/>
            <p:cNvSpPr/>
            <p:nvPr/>
          </p:nvSpPr>
          <p:spPr>
            <a:xfrm>
              <a:off x="7459797" y="3211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89" name="pt31589"/>
            <p:cNvSpPr/>
            <p:nvPr/>
          </p:nvSpPr>
          <p:spPr>
            <a:xfrm>
              <a:off x="7332854" y="355010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90" name="pt31590"/>
            <p:cNvSpPr/>
            <p:nvPr/>
          </p:nvSpPr>
          <p:spPr>
            <a:xfrm>
              <a:off x="7457077" y="3174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1" name="pt31591"/>
            <p:cNvSpPr/>
            <p:nvPr/>
          </p:nvSpPr>
          <p:spPr>
            <a:xfrm>
              <a:off x="7376478" y="3314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2" name="pt31592"/>
            <p:cNvSpPr/>
            <p:nvPr/>
          </p:nvSpPr>
          <p:spPr>
            <a:xfrm>
              <a:off x="7420197" y="32291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3" name="pt31593"/>
            <p:cNvSpPr/>
            <p:nvPr/>
          </p:nvSpPr>
          <p:spPr>
            <a:xfrm>
              <a:off x="7420106" y="37655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4" name="pt31594"/>
            <p:cNvSpPr/>
            <p:nvPr/>
          </p:nvSpPr>
          <p:spPr>
            <a:xfrm>
              <a:off x="7429700" y="32021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5" name="pt31595"/>
            <p:cNvSpPr/>
            <p:nvPr/>
          </p:nvSpPr>
          <p:spPr>
            <a:xfrm>
              <a:off x="7463557" y="3189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6" name="pt31596"/>
            <p:cNvSpPr/>
            <p:nvPr/>
          </p:nvSpPr>
          <p:spPr>
            <a:xfrm>
              <a:off x="7482569" y="3156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7" name="pt31597"/>
            <p:cNvSpPr/>
            <p:nvPr/>
          </p:nvSpPr>
          <p:spPr>
            <a:xfrm>
              <a:off x="7447896" y="3273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8" name="pt31598"/>
            <p:cNvSpPr/>
            <p:nvPr/>
          </p:nvSpPr>
          <p:spPr>
            <a:xfrm>
              <a:off x="7444964" y="3274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599" name="pt31599"/>
            <p:cNvSpPr/>
            <p:nvPr/>
          </p:nvSpPr>
          <p:spPr>
            <a:xfrm>
              <a:off x="7513074" y="30269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0" name="pt31600"/>
            <p:cNvSpPr/>
            <p:nvPr/>
          </p:nvSpPr>
          <p:spPr>
            <a:xfrm>
              <a:off x="7446569" y="3217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1" name="pt31601"/>
            <p:cNvSpPr/>
            <p:nvPr/>
          </p:nvSpPr>
          <p:spPr>
            <a:xfrm>
              <a:off x="7436119" y="32773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2" name="pt31602"/>
            <p:cNvSpPr/>
            <p:nvPr/>
          </p:nvSpPr>
          <p:spPr>
            <a:xfrm>
              <a:off x="7417489" y="3132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3" name="pt31603"/>
            <p:cNvSpPr/>
            <p:nvPr/>
          </p:nvSpPr>
          <p:spPr>
            <a:xfrm>
              <a:off x="7433592" y="3182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4" name="pt31604"/>
            <p:cNvSpPr/>
            <p:nvPr/>
          </p:nvSpPr>
          <p:spPr>
            <a:xfrm>
              <a:off x="7052079" y="378943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05" name="pt31605"/>
            <p:cNvSpPr/>
            <p:nvPr/>
          </p:nvSpPr>
          <p:spPr>
            <a:xfrm>
              <a:off x="7458462" y="32409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6" name="pt31606"/>
            <p:cNvSpPr/>
            <p:nvPr/>
          </p:nvSpPr>
          <p:spPr>
            <a:xfrm>
              <a:off x="7456394" y="31866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7" name="pt31607"/>
            <p:cNvSpPr/>
            <p:nvPr/>
          </p:nvSpPr>
          <p:spPr>
            <a:xfrm>
              <a:off x="7482014" y="31389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8" name="pt31608"/>
            <p:cNvSpPr/>
            <p:nvPr/>
          </p:nvSpPr>
          <p:spPr>
            <a:xfrm>
              <a:off x="7458864" y="3215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09" name="pt31609"/>
            <p:cNvSpPr/>
            <p:nvPr/>
          </p:nvSpPr>
          <p:spPr>
            <a:xfrm>
              <a:off x="7435615" y="3222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0" name="pt31610"/>
            <p:cNvSpPr/>
            <p:nvPr/>
          </p:nvSpPr>
          <p:spPr>
            <a:xfrm>
              <a:off x="7393016" y="3562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1" name="pt31611"/>
            <p:cNvSpPr/>
            <p:nvPr/>
          </p:nvSpPr>
          <p:spPr>
            <a:xfrm>
              <a:off x="7485202" y="3136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2" name="pt31612"/>
            <p:cNvSpPr/>
            <p:nvPr/>
          </p:nvSpPr>
          <p:spPr>
            <a:xfrm>
              <a:off x="7445521" y="33163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3" name="pt31613"/>
            <p:cNvSpPr/>
            <p:nvPr/>
          </p:nvSpPr>
          <p:spPr>
            <a:xfrm>
              <a:off x="7437573" y="32216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4" name="pt31614"/>
            <p:cNvSpPr/>
            <p:nvPr/>
          </p:nvSpPr>
          <p:spPr>
            <a:xfrm>
              <a:off x="7448381" y="3208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5" name="pt31615"/>
            <p:cNvSpPr/>
            <p:nvPr/>
          </p:nvSpPr>
          <p:spPr>
            <a:xfrm>
              <a:off x="7416197" y="3272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6" name="pt31616"/>
            <p:cNvSpPr/>
            <p:nvPr/>
          </p:nvSpPr>
          <p:spPr>
            <a:xfrm>
              <a:off x="7488944" y="3246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7" name="pt31617"/>
            <p:cNvSpPr/>
            <p:nvPr/>
          </p:nvSpPr>
          <p:spPr>
            <a:xfrm>
              <a:off x="7443388" y="31623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8" name="pt31618"/>
            <p:cNvSpPr/>
            <p:nvPr/>
          </p:nvSpPr>
          <p:spPr>
            <a:xfrm>
              <a:off x="7461485" y="32191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19" name="pt31619"/>
            <p:cNvSpPr/>
            <p:nvPr/>
          </p:nvSpPr>
          <p:spPr>
            <a:xfrm>
              <a:off x="7506478" y="3113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0" name="pt31620"/>
            <p:cNvSpPr/>
            <p:nvPr/>
          </p:nvSpPr>
          <p:spPr>
            <a:xfrm>
              <a:off x="7407764" y="32453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1" name="pt31621"/>
            <p:cNvSpPr/>
            <p:nvPr/>
          </p:nvSpPr>
          <p:spPr>
            <a:xfrm>
              <a:off x="7476038" y="3287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2" name="pt31622"/>
            <p:cNvSpPr/>
            <p:nvPr/>
          </p:nvSpPr>
          <p:spPr>
            <a:xfrm>
              <a:off x="7456372" y="3171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3" name="pt31623"/>
            <p:cNvSpPr/>
            <p:nvPr/>
          </p:nvSpPr>
          <p:spPr>
            <a:xfrm>
              <a:off x="7467638" y="3261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4" name="pt31624"/>
            <p:cNvSpPr/>
            <p:nvPr/>
          </p:nvSpPr>
          <p:spPr>
            <a:xfrm>
              <a:off x="7488027" y="3285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5" name="pt31625"/>
            <p:cNvSpPr/>
            <p:nvPr/>
          </p:nvSpPr>
          <p:spPr>
            <a:xfrm>
              <a:off x="7414260" y="32081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6" name="pt31626"/>
            <p:cNvSpPr/>
            <p:nvPr/>
          </p:nvSpPr>
          <p:spPr>
            <a:xfrm>
              <a:off x="7509055" y="3181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7" name="pt31627"/>
            <p:cNvSpPr/>
            <p:nvPr/>
          </p:nvSpPr>
          <p:spPr>
            <a:xfrm>
              <a:off x="7473952" y="32595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8" name="pt31628"/>
            <p:cNvSpPr/>
            <p:nvPr/>
          </p:nvSpPr>
          <p:spPr>
            <a:xfrm>
              <a:off x="7433167" y="30548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29" name="pt31629"/>
            <p:cNvSpPr/>
            <p:nvPr/>
          </p:nvSpPr>
          <p:spPr>
            <a:xfrm>
              <a:off x="7419283" y="33388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0" name="pt31630"/>
            <p:cNvSpPr/>
            <p:nvPr/>
          </p:nvSpPr>
          <p:spPr>
            <a:xfrm>
              <a:off x="7441823" y="32794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1" name="pt31631"/>
            <p:cNvSpPr/>
            <p:nvPr/>
          </p:nvSpPr>
          <p:spPr>
            <a:xfrm>
              <a:off x="7417156" y="33092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2" name="pt31632"/>
            <p:cNvSpPr/>
            <p:nvPr/>
          </p:nvSpPr>
          <p:spPr>
            <a:xfrm>
              <a:off x="7470542" y="3339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3" name="pt31633"/>
            <p:cNvSpPr/>
            <p:nvPr/>
          </p:nvSpPr>
          <p:spPr>
            <a:xfrm>
              <a:off x="7442708" y="32415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4" name="pt31634"/>
            <p:cNvSpPr/>
            <p:nvPr/>
          </p:nvSpPr>
          <p:spPr>
            <a:xfrm>
              <a:off x="7483968" y="3140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5" name="pt31635"/>
            <p:cNvSpPr/>
            <p:nvPr/>
          </p:nvSpPr>
          <p:spPr>
            <a:xfrm>
              <a:off x="7445347" y="31969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6" name="pt31636"/>
            <p:cNvSpPr/>
            <p:nvPr/>
          </p:nvSpPr>
          <p:spPr>
            <a:xfrm>
              <a:off x="7416435" y="3299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7" name="pt31637"/>
            <p:cNvSpPr/>
            <p:nvPr/>
          </p:nvSpPr>
          <p:spPr>
            <a:xfrm>
              <a:off x="7390162" y="3352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8" name="pt31638"/>
            <p:cNvSpPr/>
            <p:nvPr/>
          </p:nvSpPr>
          <p:spPr>
            <a:xfrm>
              <a:off x="7488042" y="3078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39" name="pt31639"/>
            <p:cNvSpPr/>
            <p:nvPr/>
          </p:nvSpPr>
          <p:spPr>
            <a:xfrm>
              <a:off x="7419683" y="3426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0" name="pt31640"/>
            <p:cNvSpPr/>
            <p:nvPr/>
          </p:nvSpPr>
          <p:spPr>
            <a:xfrm>
              <a:off x="7448811" y="32914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1" name="pt31641"/>
            <p:cNvSpPr/>
            <p:nvPr/>
          </p:nvSpPr>
          <p:spPr>
            <a:xfrm>
              <a:off x="7475965" y="3221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2" name="pt31642"/>
            <p:cNvSpPr/>
            <p:nvPr/>
          </p:nvSpPr>
          <p:spPr>
            <a:xfrm>
              <a:off x="7464756" y="31647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3" name="pt31643"/>
            <p:cNvSpPr/>
            <p:nvPr/>
          </p:nvSpPr>
          <p:spPr>
            <a:xfrm>
              <a:off x="7522201" y="31792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4" name="pt31644"/>
            <p:cNvSpPr/>
            <p:nvPr/>
          </p:nvSpPr>
          <p:spPr>
            <a:xfrm>
              <a:off x="7484465" y="3110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5" name="pt31645"/>
            <p:cNvSpPr/>
            <p:nvPr/>
          </p:nvSpPr>
          <p:spPr>
            <a:xfrm>
              <a:off x="7456146" y="3073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6" name="pt31646"/>
            <p:cNvSpPr/>
            <p:nvPr/>
          </p:nvSpPr>
          <p:spPr>
            <a:xfrm>
              <a:off x="7471307" y="3258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7" name="pt31647"/>
            <p:cNvSpPr/>
            <p:nvPr/>
          </p:nvSpPr>
          <p:spPr>
            <a:xfrm>
              <a:off x="7419148" y="3345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8" name="pt31648"/>
            <p:cNvSpPr/>
            <p:nvPr/>
          </p:nvSpPr>
          <p:spPr>
            <a:xfrm>
              <a:off x="7475675" y="32757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49" name="pt31649"/>
            <p:cNvSpPr/>
            <p:nvPr/>
          </p:nvSpPr>
          <p:spPr>
            <a:xfrm>
              <a:off x="7417982" y="32542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0" name="pt31650"/>
            <p:cNvSpPr/>
            <p:nvPr/>
          </p:nvSpPr>
          <p:spPr>
            <a:xfrm>
              <a:off x="7438542" y="3360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1" name="pt31651"/>
            <p:cNvSpPr/>
            <p:nvPr/>
          </p:nvSpPr>
          <p:spPr>
            <a:xfrm>
              <a:off x="7484918" y="3240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2" name="pt31652"/>
            <p:cNvSpPr/>
            <p:nvPr/>
          </p:nvSpPr>
          <p:spPr>
            <a:xfrm>
              <a:off x="7447632" y="3160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3" name="pt31653"/>
            <p:cNvSpPr/>
            <p:nvPr/>
          </p:nvSpPr>
          <p:spPr>
            <a:xfrm>
              <a:off x="7468592" y="31843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4" name="pt31654"/>
            <p:cNvSpPr/>
            <p:nvPr/>
          </p:nvSpPr>
          <p:spPr>
            <a:xfrm>
              <a:off x="7466443" y="31592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5" name="pt31655"/>
            <p:cNvSpPr/>
            <p:nvPr/>
          </p:nvSpPr>
          <p:spPr>
            <a:xfrm>
              <a:off x="7462230" y="32370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6" name="pt31656"/>
            <p:cNvSpPr/>
            <p:nvPr/>
          </p:nvSpPr>
          <p:spPr>
            <a:xfrm>
              <a:off x="7447737" y="31727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7" name="pt31657"/>
            <p:cNvSpPr/>
            <p:nvPr/>
          </p:nvSpPr>
          <p:spPr>
            <a:xfrm>
              <a:off x="7426537" y="34587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8" name="pt31658"/>
            <p:cNvSpPr/>
            <p:nvPr/>
          </p:nvSpPr>
          <p:spPr>
            <a:xfrm>
              <a:off x="7484336" y="3196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59" name="pt31659"/>
            <p:cNvSpPr/>
            <p:nvPr/>
          </p:nvSpPr>
          <p:spPr>
            <a:xfrm>
              <a:off x="7484614" y="32163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0" name="pt31660"/>
            <p:cNvSpPr/>
            <p:nvPr/>
          </p:nvSpPr>
          <p:spPr>
            <a:xfrm>
              <a:off x="7467066" y="3284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1" name="pt31661"/>
            <p:cNvSpPr/>
            <p:nvPr/>
          </p:nvSpPr>
          <p:spPr>
            <a:xfrm>
              <a:off x="7450288" y="3205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2" name="pt31662"/>
            <p:cNvSpPr/>
            <p:nvPr/>
          </p:nvSpPr>
          <p:spPr>
            <a:xfrm>
              <a:off x="7459783" y="3273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3" name="pt31663"/>
            <p:cNvSpPr/>
            <p:nvPr/>
          </p:nvSpPr>
          <p:spPr>
            <a:xfrm>
              <a:off x="7473170" y="32662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4" name="pt31664"/>
            <p:cNvSpPr/>
            <p:nvPr/>
          </p:nvSpPr>
          <p:spPr>
            <a:xfrm>
              <a:off x="7432762" y="3160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5" name="pt31665"/>
            <p:cNvSpPr/>
            <p:nvPr/>
          </p:nvSpPr>
          <p:spPr>
            <a:xfrm>
              <a:off x="7448767" y="3174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6" name="pt31666"/>
            <p:cNvSpPr/>
            <p:nvPr/>
          </p:nvSpPr>
          <p:spPr>
            <a:xfrm>
              <a:off x="7454646" y="3310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7" name="pt31667"/>
            <p:cNvSpPr/>
            <p:nvPr/>
          </p:nvSpPr>
          <p:spPr>
            <a:xfrm>
              <a:off x="7455491" y="3223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8" name="pt31668"/>
            <p:cNvSpPr/>
            <p:nvPr/>
          </p:nvSpPr>
          <p:spPr>
            <a:xfrm>
              <a:off x="7452587" y="3417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69" name="pt31669"/>
            <p:cNvSpPr/>
            <p:nvPr/>
          </p:nvSpPr>
          <p:spPr>
            <a:xfrm>
              <a:off x="7429740" y="3478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0" name="pt31670"/>
            <p:cNvSpPr/>
            <p:nvPr/>
          </p:nvSpPr>
          <p:spPr>
            <a:xfrm>
              <a:off x="7415905" y="3308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1" name="pt31671"/>
            <p:cNvSpPr/>
            <p:nvPr/>
          </p:nvSpPr>
          <p:spPr>
            <a:xfrm>
              <a:off x="7444014" y="3462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2" name="pt31672"/>
            <p:cNvSpPr/>
            <p:nvPr/>
          </p:nvSpPr>
          <p:spPr>
            <a:xfrm>
              <a:off x="7462880" y="3092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3" name="pt31673"/>
            <p:cNvSpPr/>
            <p:nvPr/>
          </p:nvSpPr>
          <p:spPr>
            <a:xfrm>
              <a:off x="7452680" y="33584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4" name="pt31674"/>
            <p:cNvSpPr/>
            <p:nvPr/>
          </p:nvSpPr>
          <p:spPr>
            <a:xfrm>
              <a:off x="7446384" y="3275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5" name="pt31675"/>
            <p:cNvSpPr/>
            <p:nvPr/>
          </p:nvSpPr>
          <p:spPr>
            <a:xfrm>
              <a:off x="7427192" y="3305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6" name="pt31676"/>
            <p:cNvSpPr/>
            <p:nvPr/>
          </p:nvSpPr>
          <p:spPr>
            <a:xfrm>
              <a:off x="7458006" y="3279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7" name="pt31677"/>
            <p:cNvSpPr/>
            <p:nvPr/>
          </p:nvSpPr>
          <p:spPr>
            <a:xfrm>
              <a:off x="7440650" y="3262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8" name="pt31678"/>
            <p:cNvSpPr/>
            <p:nvPr/>
          </p:nvSpPr>
          <p:spPr>
            <a:xfrm>
              <a:off x="7425301" y="3284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79" name="pt31679"/>
            <p:cNvSpPr/>
            <p:nvPr/>
          </p:nvSpPr>
          <p:spPr>
            <a:xfrm>
              <a:off x="7457663" y="3352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0" name="pt31680"/>
            <p:cNvSpPr/>
            <p:nvPr/>
          </p:nvSpPr>
          <p:spPr>
            <a:xfrm>
              <a:off x="7495485" y="32018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1" name="pt31681"/>
            <p:cNvSpPr/>
            <p:nvPr/>
          </p:nvSpPr>
          <p:spPr>
            <a:xfrm>
              <a:off x="7435730" y="30854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2" name="pt31682"/>
            <p:cNvSpPr/>
            <p:nvPr/>
          </p:nvSpPr>
          <p:spPr>
            <a:xfrm>
              <a:off x="7463276" y="3279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3" name="pt31683"/>
            <p:cNvSpPr/>
            <p:nvPr/>
          </p:nvSpPr>
          <p:spPr>
            <a:xfrm>
              <a:off x="7509924" y="3125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4" name="pt31684"/>
            <p:cNvSpPr/>
            <p:nvPr/>
          </p:nvSpPr>
          <p:spPr>
            <a:xfrm>
              <a:off x="7438888" y="3202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5" name="pt31685"/>
            <p:cNvSpPr/>
            <p:nvPr/>
          </p:nvSpPr>
          <p:spPr>
            <a:xfrm>
              <a:off x="7452630" y="3355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6" name="pt31686"/>
            <p:cNvSpPr/>
            <p:nvPr/>
          </p:nvSpPr>
          <p:spPr>
            <a:xfrm>
              <a:off x="7444048" y="3232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7" name="pt31687"/>
            <p:cNvSpPr/>
            <p:nvPr/>
          </p:nvSpPr>
          <p:spPr>
            <a:xfrm>
              <a:off x="7462139" y="3204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8" name="pt31688"/>
            <p:cNvSpPr/>
            <p:nvPr/>
          </p:nvSpPr>
          <p:spPr>
            <a:xfrm>
              <a:off x="7471897" y="32659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89" name="pt31689"/>
            <p:cNvSpPr/>
            <p:nvPr/>
          </p:nvSpPr>
          <p:spPr>
            <a:xfrm>
              <a:off x="7459185" y="3288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0" name="pt31690"/>
            <p:cNvSpPr/>
            <p:nvPr/>
          </p:nvSpPr>
          <p:spPr>
            <a:xfrm>
              <a:off x="7446387" y="3212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1" name="pt31691"/>
            <p:cNvSpPr/>
            <p:nvPr/>
          </p:nvSpPr>
          <p:spPr>
            <a:xfrm>
              <a:off x="7437695" y="3185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2" name="pt31692"/>
            <p:cNvSpPr/>
            <p:nvPr/>
          </p:nvSpPr>
          <p:spPr>
            <a:xfrm>
              <a:off x="7491896" y="3145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3" name="pt31693"/>
            <p:cNvSpPr/>
            <p:nvPr/>
          </p:nvSpPr>
          <p:spPr>
            <a:xfrm>
              <a:off x="7460951" y="3310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4" name="pt31694"/>
            <p:cNvSpPr/>
            <p:nvPr/>
          </p:nvSpPr>
          <p:spPr>
            <a:xfrm>
              <a:off x="7479972" y="3218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5" name="pt31695"/>
            <p:cNvSpPr/>
            <p:nvPr/>
          </p:nvSpPr>
          <p:spPr>
            <a:xfrm>
              <a:off x="7502934" y="3198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6" name="pt31696"/>
            <p:cNvSpPr/>
            <p:nvPr/>
          </p:nvSpPr>
          <p:spPr>
            <a:xfrm>
              <a:off x="7473929" y="3072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7" name="pt31697"/>
            <p:cNvSpPr/>
            <p:nvPr/>
          </p:nvSpPr>
          <p:spPr>
            <a:xfrm>
              <a:off x="7440822" y="31045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698" name="pt31698"/>
            <p:cNvSpPr/>
            <p:nvPr/>
          </p:nvSpPr>
          <p:spPr>
            <a:xfrm>
              <a:off x="7532686" y="316278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99" name="pt31699"/>
            <p:cNvSpPr/>
            <p:nvPr/>
          </p:nvSpPr>
          <p:spPr>
            <a:xfrm>
              <a:off x="7440584" y="3296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0" name="pt31700"/>
            <p:cNvSpPr/>
            <p:nvPr/>
          </p:nvSpPr>
          <p:spPr>
            <a:xfrm>
              <a:off x="7189729" y="384312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01" name="pt31701"/>
            <p:cNvSpPr/>
            <p:nvPr/>
          </p:nvSpPr>
          <p:spPr>
            <a:xfrm>
              <a:off x="7415012" y="32821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2" name="pt31702"/>
            <p:cNvSpPr/>
            <p:nvPr/>
          </p:nvSpPr>
          <p:spPr>
            <a:xfrm>
              <a:off x="7362218" y="3231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3" name="pt31703"/>
            <p:cNvSpPr/>
            <p:nvPr/>
          </p:nvSpPr>
          <p:spPr>
            <a:xfrm>
              <a:off x="7534315" y="305016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04" name="pt31704"/>
            <p:cNvSpPr/>
            <p:nvPr/>
          </p:nvSpPr>
          <p:spPr>
            <a:xfrm>
              <a:off x="7480357" y="3198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5" name="pt31705"/>
            <p:cNvSpPr/>
            <p:nvPr/>
          </p:nvSpPr>
          <p:spPr>
            <a:xfrm>
              <a:off x="7440462" y="3352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6" name="pt31706"/>
            <p:cNvSpPr/>
            <p:nvPr/>
          </p:nvSpPr>
          <p:spPr>
            <a:xfrm>
              <a:off x="7397009" y="3467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7" name="pt31707"/>
            <p:cNvSpPr/>
            <p:nvPr/>
          </p:nvSpPr>
          <p:spPr>
            <a:xfrm>
              <a:off x="7458585" y="3390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8" name="pt31708"/>
            <p:cNvSpPr/>
            <p:nvPr/>
          </p:nvSpPr>
          <p:spPr>
            <a:xfrm>
              <a:off x="7446734" y="3193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09" name="pt31709"/>
            <p:cNvSpPr/>
            <p:nvPr/>
          </p:nvSpPr>
          <p:spPr>
            <a:xfrm>
              <a:off x="7430051" y="3844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0" name="pt31710"/>
            <p:cNvSpPr/>
            <p:nvPr/>
          </p:nvSpPr>
          <p:spPr>
            <a:xfrm>
              <a:off x="7450051" y="3292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1" name="pt31711"/>
            <p:cNvSpPr/>
            <p:nvPr/>
          </p:nvSpPr>
          <p:spPr>
            <a:xfrm>
              <a:off x="7437395" y="3308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2" name="pt31712"/>
            <p:cNvSpPr/>
            <p:nvPr/>
          </p:nvSpPr>
          <p:spPr>
            <a:xfrm>
              <a:off x="7450410" y="33259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3" name="pt31713"/>
            <p:cNvSpPr/>
            <p:nvPr/>
          </p:nvSpPr>
          <p:spPr>
            <a:xfrm>
              <a:off x="7438508" y="32300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4" name="pt31714"/>
            <p:cNvSpPr/>
            <p:nvPr/>
          </p:nvSpPr>
          <p:spPr>
            <a:xfrm>
              <a:off x="7425442" y="3590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5" name="pt31715"/>
            <p:cNvSpPr/>
            <p:nvPr/>
          </p:nvSpPr>
          <p:spPr>
            <a:xfrm>
              <a:off x="7432738" y="3333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6" name="pt31716"/>
            <p:cNvSpPr/>
            <p:nvPr/>
          </p:nvSpPr>
          <p:spPr>
            <a:xfrm>
              <a:off x="7440594" y="32531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7" name="pt31717"/>
            <p:cNvSpPr/>
            <p:nvPr/>
          </p:nvSpPr>
          <p:spPr>
            <a:xfrm>
              <a:off x="7453840" y="3330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8" name="pt31718"/>
            <p:cNvSpPr/>
            <p:nvPr/>
          </p:nvSpPr>
          <p:spPr>
            <a:xfrm>
              <a:off x="7439352" y="3382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19" name="pt31719"/>
            <p:cNvSpPr/>
            <p:nvPr/>
          </p:nvSpPr>
          <p:spPr>
            <a:xfrm>
              <a:off x="7435120" y="3256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0" name="pt31720"/>
            <p:cNvSpPr/>
            <p:nvPr/>
          </p:nvSpPr>
          <p:spPr>
            <a:xfrm>
              <a:off x="7464082" y="32395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1" name="pt31721"/>
            <p:cNvSpPr/>
            <p:nvPr/>
          </p:nvSpPr>
          <p:spPr>
            <a:xfrm>
              <a:off x="7451422" y="3278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2" name="pt31722"/>
            <p:cNvSpPr/>
            <p:nvPr/>
          </p:nvSpPr>
          <p:spPr>
            <a:xfrm>
              <a:off x="7414840" y="3408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3" name="pt31723"/>
            <p:cNvSpPr/>
            <p:nvPr/>
          </p:nvSpPr>
          <p:spPr>
            <a:xfrm>
              <a:off x="7443995" y="32227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4" name="pt31724"/>
            <p:cNvSpPr/>
            <p:nvPr/>
          </p:nvSpPr>
          <p:spPr>
            <a:xfrm>
              <a:off x="7484144" y="3183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5" name="pt31725"/>
            <p:cNvSpPr/>
            <p:nvPr/>
          </p:nvSpPr>
          <p:spPr>
            <a:xfrm>
              <a:off x="7424897" y="3275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6" name="pt31726"/>
            <p:cNvSpPr/>
            <p:nvPr/>
          </p:nvSpPr>
          <p:spPr>
            <a:xfrm>
              <a:off x="7444259" y="3232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7" name="pt31727"/>
            <p:cNvSpPr/>
            <p:nvPr/>
          </p:nvSpPr>
          <p:spPr>
            <a:xfrm>
              <a:off x="7231577" y="3029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8" name="pt31728"/>
            <p:cNvSpPr/>
            <p:nvPr/>
          </p:nvSpPr>
          <p:spPr>
            <a:xfrm>
              <a:off x="7500447" y="3253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29" name="pt31729"/>
            <p:cNvSpPr/>
            <p:nvPr/>
          </p:nvSpPr>
          <p:spPr>
            <a:xfrm>
              <a:off x="7506181" y="3343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0" name="pt31730"/>
            <p:cNvSpPr/>
            <p:nvPr/>
          </p:nvSpPr>
          <p:spPr>
            <a:xfrm>
              <a:off x="7522744" y="314290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31" name="pt31731"/>
            <p:cNvSpPr/>
            <p:nvPr/>
          </p:nvSpPr>
          <p:spPr>
            <a:xfrm>
              <a:off x="7471570" y="3311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2" name="pt31732"/>
            <p:cNvSpPr/>
            <p:nvPr/>
          </p:nvSpPr>
          <p:spPr>
            <a:xfrm>
              <a:off x="7445730" y="3257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3" name="pt31733"/>
            <p:cNvSpPr/>
            <p:nvPr/>
          </p:nvSpPr>
          <p:spPr>
            <a:xfrm>
              <a:off x="7410727" y="3292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4" name="pt31734"/>
            <p:cNvSpPr/>
            <p:nvPr/>
          </p:nvSpPr>
          <p:spPr>
            <a:xfrm>
              <a:off x="7483155" y="31644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5" name="pt31735"/>
            <p:cNvSpPr/>
            <p:nvPr/>
          </p:nvSpPr>
          <p:spPr>
            <a:xfrm>
              <a:off x="7493455" y="3126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6" name="pt31736"/>
            <p:cNvSpPr/>
            <p:nvPr/>
          </p:nvSpPr>
          <p:spPr>
            <a:xfrm>
              <a:off x="7456392" y="3262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7" name="pt31737"/>
            <p:cNvSpPr/>
            <p:nvPr/>
          </p:nvSpPr>
          <p:spPr>
            <a:xfrm>
              <a:off x="7446387" y="3252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8" name="pt31738"/>
            <p:cNvSpPr/>
            <p:nvPr/>
          </p:nvSpPr>
          <p:spPr>
            <a:xfrm>
              <a:off x="7441398" y="32455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39" name="pt31739"/>
            <p:cNvSpPr/>
            <p:nvPr/>
          </p:nvSpPr>
          <p:spPr>
            <a:xfrm>
              <a:off x="7508237" y="3190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0" name="pt31740"/>
            <p:cNvSpPr/>
            <p:nvPr/>
          </p:nvSpPr>
          <p:spPr>
            <a:xfrm>
              <a:off x="7450159" y="3260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1" name="pt31741"/>
            <p:cNvSpPr/>
            <p:nvPr/>
          </p:nvSpPr>
          <p:spPr>
            <a:xfrm>
              <a:off x="7440844" y="31529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2" name="pt31742"/>
            <p:cNvSpPr/>
            <p:nvPr/>
          </p:nvSpPr>
          <p:spPr>
            <a:xfrm>
              <a:off x="7433796" y="32899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3" name="pt31743"/>
            <p:cNvSpPr/>
            <p:nvPr/>
          </p:nvSpPr>
          <p:spPr>
            <a:xfrm>
              <a:off x="7419926" y="32876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4" name="pt31744"/>
            <p:cNvSpPr/>
            <p:nvPr/>
          </p:nvSpPr>
          <p:spPr>
            <a:xfrm>
              <a:off x="7467763" y="32172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5" name="pt31745"/>
            <p:cNvSpPr/>
            <p:nvPr/>
          </p:nvSpPr>
          <p:spPr>
            <a:xfrm>
              <a:off x="7444736" y="33104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6" name="pt31746"/>
            <p:cNvSpPr/>
            <p:nvPr/>
          </p:nvSpPr>
          <p:spPr>
            <a:xfrm>
              <a:off x="7448663" y="2932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7" name="pt31747"/>
            <p:cNvSpPr/>
            <p:nvPr/>
          </p:nvSpPr>
          <p:spPr>
            <a:xfrm>
              <a:off x="7529902" y="313251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48" name="pt31748"/>
            <p:cNvSpPr/>
            <p:nvPr/>
          </p:nvSpPr>
          <p:spPr>
            <a:xfrm>
              <a:off x="7457389" y="3247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49" name="pt31749"/>
            <p:cNvSpPr/>
            <p:nvPr/>
          </p:nvSpPr>
          <p:spPr>
            <a:xfrm>
              <a:off x="7172427" y="401104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50" name="pt31750"/>
            <p:cNvSpPr/>
            <p:nvPr/>
          </p:nvSpPr>
          <p:spPr>
            <a:xfrm>
              <a:off x="7437614" y="3392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1" name="pt31751"/>
            <p:cNvSpPr/>
            <p:nvPr/>
          </p:nvSpPr>
          <p:spPr>
            <a:xfrm>
              <a:off x="7493198" y="3250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2" name="pt31752"/>
            <p:cNvSpPr/>
            <p:nvPr/>
          </p:nvSpPr>
          <p:spPr>
            <a:xfrm>
              <a:off x="7434279" y="3171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3" name="pt31753"/>
            <p:cNvSpPr/>
            <p:nvPr/>
          </p:nvSpPr>
          <p:spPr>
            <a:xfrm>
              <a:off x="7462936" y="3177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4" name="pt31754"/>
            <p:cNvSpPr/>
            <p:nvPr/>
          </p:nvSpPr>
          <p:spPr>
            <a:xfrm>
              <a:off x="7457504" y="3253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5" name="pt31755"/>
            <p:cNvSpPr/>
            <p:nvPr/>
          </p:nvSpPr>
          <p:spPr>
            <a:xfrm>
              <a:off x="7401751" y="3343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6" name="pt31756"/>
            <p:cNvSpPr/>
            <p:nvPr/>
          </p:nvSpPr>
          <p:spPr>
            <a:xfrm>
              <a:off x="7411161" y="3521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7" name="pt31757"/>
            <p:cNvSpPr/>
            <p:nvPr/>
          </p:nvSpPr>
          <p:spPr>
            <a:xfrm>
              <a:off x="7430545" y="33053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8" name="pt31758"/>
            <p:cNvSpPr/>
            <p:nvPr/>
          </p:nvSpPr>
          <p:spPr>
            <a:xfrm>
              <a:off x="7433497" y="3381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59" name="pt31759"/>
            <p:cNvSpPr/>
            <p:nvPr/>
          </p:nvSpPr>
          <p:spPr>
            <a:xfrm>
              <a:off x="7447560" y="3305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0" name="pt31760"/>
            <p:cNvSpPr/>
            <p:nvPr/>
          </p:nvSpPr>
          <p:spPr>
            <a:xfrm>
              <a:off x="7452341" y="3163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1" name="pt31761"/>
            <p:cNvSpPr/>
            <p:nvPr/>
          </p:nvSpPr>
          <p:spPr>
            <a:xfrm>
              <a:off x="7393593" y="3385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2" name="pt31762"/>
            <p:cNvSpPr/>
            <p:nvPr/>
          </p:nvSpPr>
          <p:spPr>
            <a:xfrm>
              <a:off x="7458340" y="32831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3" name="pt31763"/>
            <p:cNvSpPr/>
            <p:nvPr/>
          </p:nvSpPr>
          <p:spPr>
            <a:xfrm>
              <a:off x="7427003" y="3222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4" name="pt31764"/>
            <p:cNvSpPr/>
            <p:nvPr/>
          </p:nvSpPr>
          <p:spPr>
            <a:xfrm>
              <a:off x="7389094" y="3745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5" name="pt31765"/>
            <p:cNvSpPr/>
            <p:nvPr/>
          </p:nvSpPr>
          <p:spPr>
            <a:xfrm>
              <a:off x="7513435" y="2880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6" name="pt31766"/>
            <p:cNvSpPr/>
            <p:nvPr/>
          </p:nvSpPr>
          <p:spPr>
            <a:xfrm>
              <a:off x="7451996" y="3309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7" name="pt31767"/>
            <p:cNvSpPr/>
            <p:nvPr/>
          </p:nvSpPr>
          <p:spPr>
            <a:xfrm>
              <a:off x="7420411" y="32145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8" name="pt31768"/>
            <p:cNvSpPr/>
            <p:nvPr/>
          </p:nvSpPr>
          <p:spPr>
            <a:xfrm>
              <a:off x="7435817" y="37295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69" name="pt31769"/>
            <p:cNvSpPr/>
            <p:nvPr/>
          </p:nvSpPr>
          <p:spPr>
            <a:xfrm>
              <a:off x="7442409" y="3628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0" name="pt31770"/>
            <p:cNvSpPr/>
            <p:nvPr/>
          </p:nvSpPr>
          <p:spPr>
            <a:xfrm>
              <a:off x="7450664" y="31781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1" name="pt31771"/>
            <p:cNvSpPr/>
            <p:nvPr/>
          </p:nvSpPr>
          <p:spPr>
            <a:xfrm>
              <a:off x="7512170" y="3188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2" name="pt31772"/>
            <p:cNvSpPr/>
            <p:nvPr/>
          </p:nvSpPr>
          <p:spPr>
            <a:xfrm>
              <a:off x="7440854" y="3291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3" name="pt31773"/>
            <p:cNvSpPr/>
            <p:nvPr/>
          </p:nvSpPr>
          <p:spPr>
            <a:xfrm>
              <a:off x="7467039" y="3248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4" name="pt31774"/>
            <p:cNvSpPr/>
            <p:nvPr/>
          </p:nvSpPr>
          <p:spPr>
            <a:xfrm>
              <a:off x="7445079" y="3279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5" name="pt31775"/>
            <p:cNvSpPr/>
            <p:nvPr/>
          </p:nvSpPr>
          <p:spPr>
            <a:xfrm>
              <a:off x="7449391" y="37396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6" name="pt31776"/>
            <p:cNvSpPr/>
            <p:nvPr/>
          </p:nvSpPr>
          <p:spPr>
            <a:xfrm>
              <a:off x="7224449" y="312619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77" name="pt31777"/>
            <p:cNvSpPr/>
            <p:nvPr/>
          </p:nvSpPr>
          <p:spPr>
            <a:xfrm>
              <a:off x="7479835" y="3003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8" name="pt31778"/>
            <p:cNvSpPr/>
            <p:nvPr/>
          </p:nvSpPr>
          <p:spPr>
            <a:xfrm>
              <a:off x="7441518" y="3453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79" name="pt31779"/>
            <p:cNvSpPr/>
            <p:nvPr/>
          </p:nvSpPr>
          <p:spPr>
            <a:xfrm>
              <a:off x="7466679" y="3158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0" name="pt31780"/>
            <p:cNvSpPr/>
            <p:nvPr/>
          </p:nvSpPr>
          <p:spPr>
            <a:xfrm>
              <a:off x="7454238" y="3343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1" name="pt31781"/>
            <p:cNvSpPr/>
            <p:nvPr/>
          </p:nvSpPr>
          <p:spPr>
            <a:xfrm>
              <a:off x="7440771" y="3136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2" name="pt31782"/>
            <p:cNvSpPr/>
            <p:nvPr/>
          </p:nvSpPr>
          <p:spPr>
            <a:xfrm>
              <a:off x="7453739" y="3261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3" name="pt31783"/>
            <p:cNvSpPr/>
            <p:nvPr/>
          </p:nvSpPr>
          <p:spPr>
            <a:xfrm>
              <a:off x="7482724" y="3225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4" name="pt31784"/>
            <p:cNvSpPr/>
            <p:nvPr/>
          </p:nvSpPr>
          <p:spPr>
            <a:xfrm>
              <a:off x="7457140" y="3212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5" name="pt31785"/>
            <p:cNvSpPr/>
            <p:nvPr/>
          </p:nvSpPr>
          <p:spPr>
            <a:xfrm>
              <a:off x="7450473" y="3300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6" name="pt31786"/>
            <p:cNvSpPr/>
            <p:nvPr/>
          </p:nvSpPr>
          <p:spPr>
            <a:xfrm>
              <a:off x="7443051" y="3263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7" name="pt31787"/>
            <p:cNvSpPr/>
            <p:nvPr/>
          </p:nvSpPr>
          <p:spPr>
            <a:xfrm>
              <a:off x="7457342" y="3328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8" name="pt31788"/>
            <p:cNvSpPr/>
            <p:nvPr/>
          </p:nvSpPr>
          <p:spPr>
            <a:xfrm>
              <a:off x="7425461" y="31998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89" name="pt31789"/>
            <p:cNvSpPr/>
            <p:nvPr/>
          </p:nvSpPr>
          <p:spPr>
            <a:xfrm>
              <a:off x="7439081" y="3191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0" name="pt31790"/>
            <p:cNvSpPr/>
            <p:nvPr/>
          </p:nvSpPr>
          <p:spPr>
            <a:xfrm>
              <a:off x="7387954" y="3419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1" name="pt31791"/>
            <p:cNvSpPr/>
            <p:nvPr/>
          </p:nvSpPr>
          <p:spPr>
            <a:xfrm>
              <a:off x="7413095" y="3098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2" name="pt31792"/>
            <p:cNvSpPr/>
            <p:nvPr/>
          </p:nvSpPr>
          <p:spPr>
            <a:xfrm>
              <a:off x="7433006" y="3450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3" name="pt31793"/>
            <p:cNvSpPr/>
            <p:nvPr/>
          </p:nvSpPr>
          <p:spPr>
            <a:xfrm>
              <a:off x="7367702" y="3412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4" name="pt31794"/>
            <p:cNvSpPr/>
            <p:nvPr/>
          </p:nvSpPr>
          <p:spPr>
            <a:xfrm>
              <a:off x="7364206" y="35833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5" name="pt31795"/>
            <p:cNvSpPr/>
            <p:nvPr/>
          </p:nvSpPr>
          <p:spPr>
            <a:xfrm>
              <a:off x="7476661" y="31535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6" name="pt31796"/>
            <p:cNvSpPr/>
            <p:nvPr/>
          </p:nvSpPr>
          <p:spPr>
            <a:xfrm>
              <a:off x="7439876" y="3256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7" name="pt31797"/>
            <p:cNvSpPr/>
            <p:nvPr/>
          </p:nvSpPr>
          <p:spPr>
            <a:xfrm>
              <a:off x="7453346" y="3322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8" name="pt31798"/>
            <p:cNvSpPr/>
            <p:nvPr/>
          </p:nvSpPr>
          <p:spPr>
            <a:xfrm>
              <a:off x="7503907" y="31520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799" name="pt31799"/>
            <p:cNvSpPr/>
            <p:nvPr/>
          </p:nvSpPr>
          <p:spPr>
            <a:xfrm>
              <a:off x="7480108" y="3091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0" name="pt31800"/>
            <p:cNvSpPr/>
            <p:nvPr/>
          </p:nvSpPr>
          <p:spPr>
            <a:xfrm>
              <a:off x="7455762" y="3255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1" name="pt31801"/>
            <p:cNvSpPr/>
            <p:nvPr/>
          </p:nvSpPr>
          <p:spPr>
            <a:xfrm>
              <a:off x="7450789" y="31750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2" name="pt31802"/>
            <p:cNvSpPr/>
            <p:nvPr/>
          </p:nvSpPr>
          <p:spPr>
            <a:xfrm>
              <a:off x="7455680" y="32394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3" name="pt31803"/>
            <p:cNvSpPr/>
            <p:nvPr/>
          </p:nvSpPr>
          <p:spPr>
            <a:xfrm>
              <a:off x="7446343" y="3350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4" name="pt31804"/>
            <p:cNvSpPr/>
            <p:nvPr/>
          </p:nvSpPr>
          <p:spPr>
            <a:xfrm>
              <a:off x="7461487" y="3173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5" name="pt31805"/>
            <p:cNvSpPr/>
            <p:nvPr/>
          </p:nvSpPr>
          <p:spPr>
            <a:xfrm>
              <a:off x="7549576" y="308425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06" name="pt31806"/>
            <p:cNvSpPr/>
            <p:nvPr/>
          </p:nvSpPr>
          <p:spPr>
            <a:xfrm>
              <a:off x="7451005" y="32860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7" name="pt31807"/>
            <p:cNvSpPr/>
            <p:nvPr/>
          </p:nvSpPr>
          <p:spPr>
            <a:xfrm>
              <a:off x="7401060" y="3409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8" name="pt31808"/>
            <p:cNvSpPr/>
            <p:nvPr/>
          </p:nvSpPr>
          <p:spPr>
            <a:xfrm>
              <a:off x="7433003" y="3300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09" name="pt31809"/>
            <p:cNvSpPr/>
            <p:nvPr/>
          </p:nvSpPr>
          <p:spPr>
            <a:xfrm>
              <a:off x="7453781" y="32129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0" name="pt31810"/>
            <p:cNvSpPr/>
            <p:nvPr/>
          </p:nvSpPr>
          <p:spPr>
            <a:xfrm>
              <a:off x="7409501" y="31983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1" name="pt31811"/>
            <p:cNvSpPr/>
            <p:nvPr/>
          </p:nvSpPr>
          <p:spPr>
            <a:xfrm>
              <a:off x="7438973" y="3263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2" name="pt31812"/>
            <p:cNvSpPr/>
            <p:nvPr/>
          </p:nvSpPr>
          <p:spPr>
            <a:xfrm>
              <a:off x="7418679" y="33316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3" name="pt31813"/>
            <p:cNvSpPr/>
            <p:nvPr/>
          </p:nvSpPr>
          <p:spPr>
            <a:xfrm>
              <a:off x="7469223" y="31537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4" name="pt31814"/>
            <p:cNvSpPr/>
            <p:nvPr/>
          </p:nvSpPr>
          <p:spPr>
            <a:xfrm>
              <a:off x="7478317" y="3155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5" name="pt31815"/>
            <p:cNvSpPr/>
            <p:nvPr/>
          </p:nvSpPr>
          <p:spPr>
            <a:xfrm>
              <a:off x="7443866" y="3212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6" name="pt31816"/>
            <p:cNvSpPr/>
            <p:nvPr/>
          </p:nvSpPr>
          <p:spPr>
            <a:xfrm>
              <a:off x="7461972" y="3312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7" name="pt31817"/>
            <p:cNvSpPr/>
            <p:nvPr/>
          </p:nvSpPr>
          <p:spPr>
            <a:xfrm>
              <a:off x="7456629" y="3434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8" name="pt31818"/>
            <p:cNvSpPr/>
            <p:nvPr/>
          </p:nvSpPr>
          <p:spPr>
            <a:xfrm>
              <a:off x="7425920" y="3294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19" name="pt31819"/>
            <p:cNvSpPr/>
            <p:nvPr/>
          </p:nvSpPr>
          <p:spPr>
            <a:xfrm>
              <a:off x="7475821" y="32688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0" name="pt31820"/>
            <p:cNvSpPr/>
            <p:nvPr/>
          </p:nvSpPr>
          <p:spPr>
            <a:xfrm>
              <a:off x="7388187" y="3426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1" name="pt31821"/>
            <p:cNvSpPr/>
            <p:nvPr/>
          </p:nvSpPr>
          <p:spPr>
            <a:xfrm>
              <a:off x="7479148" y="3249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2" name="pt31822"/>
            <p:cNvSpPr/>
            <p:nvPr/>
          </p:nvSpPr>
          <p:spPr>
            <a:xfrm>
              <a:off x="7456927" y="3127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3" name="pt31823"/>
            <p:cNvSpPr/>
            <p:nvPr/>
          </p:nvSpPr>
          <p:spPr>
            <a:xfrm>
              <a:off x="7458438" y="3211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4" name="pt31824"/>
            <p:cNvSpPr/>
            <p:nvPr/>
          </p:nvSpPr>
          <p:spPr>
            <a:xfrm>
              <a:off x="7439092" y="3304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5" name="pt31825"/>
            <p:cNvSpPr/>
            <p:nvPr/>
          </p:nvSpPr>
          <p:spPr>
            <a:xfrm>
              <a:off x="7430359" y="3288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6" name="pt31826"/>
            <p:cNvSpPr/>
            <p:nvPr/>
          </p:nvSpPr>
          <p:spPr>
            <a:xfrm>
              <a:off x="7423659" y="32088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7" name="pt31827"/>
            <p:cNvSpPr/>
            <p:nvPr/>
          </p:nvSpPr>
          <p:spPr>
            <a:xfrm>
              <a:off x="7445120" y="3203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8" name="pt31828"/>
            <p:cNvSpPr/>
            <p:nvPr/>
          </p:nvSpPr>
          <p:spPr>
            <a:xfrm>
              <a:off x="7525307" y="31483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29" name="pt31829"/>
            <p:cNvSpPr/>
            <p:nvPr/>
          </p:nvSpPr>
          <p:spPr>
            <a:xfrm>
              <a:off x="7460920" y="3360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0" name="pt31830"/>
            <p:cNvSpPr/>
            <p:nvPr/>
          </p:nvSpPr>
          <p:spPr>
            <a:xfrm>
              <a:off x="7440161" y="3279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1" name="pt31831"/>
            <p:cNvSpPr/>
            <p:nvPr/>
          </p:nvSpPr>
          <p:spPr>
            <a:xfrm>
              <a:off x="7430670" y="33590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2" name="pt31832"/>
            <p:cNvSpPr/>
            <p:nvPr/>
          </p:nvSpPr>
          <p:spPr>
            <a:xfrm>
              <a:off x="7467694" y="3281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3" name="pt31833"/>
            <p:cNvSpPr/>
            <p:nvPr/>
          </p:nvSpPr>
          <p:spPr>
            <a:xfrm>
              <a:off x="7489528" y="3166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4" name="pt31834"/>
            <p:cNvSpPr/>
            <p:nvPr/>
          </p:nvSpPr>
          <p:spPr>
            <a:xfrm>
              <a:off x="7456430" y="31773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5" name="pt31835"/>
            <p:cNvSpPr/>
            <p:nvPr/>
          </p:nvSpPr>
          <p:spPr>
            <a:xfrm>
              <a:off x="7448339" y="3224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6" name="pt31836"/>
            <p:cNvSpPr/>
            <p:nvPr/>
          </p:nvSpPr>
          <p:spPr>
            <a:xfrm>
              <a:off x="7432046" y="3132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7" name="pt31837"/>
            <p:cNvSpPr/>
            <p:nvPr/>
          </p:nvSpPr>
          <p:spPr>
            <a:xfrm>
              <a:off x="7441891" y="32296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8" name="pt31838"/>
            <p:cNvSpPr/>
            <p:nvPr/>
          </p:nvSpPr>
          <p:spPr>
            <a:xfrm>
              <a:off x="7456643" y="3175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39" name="pt31839"/>
            <p:cNvSpPr/>
            <p:nvPr/>
          </p:nvSpPr>
          <p:spPr>
            <a:xfrm>
              <a:off x="7367543" y="3815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0" name="pt31840"/>
            <p:cNvSpPr/>
            <p:nvPr/>
          </p:nvSpPr>
          <p:spPr>
            <a:xfrm>
              <a:off x="7469678" y="3239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1" name="pt31841"/>
            <p:cNvSpPr/>
            <p:nvPr/>
          </p:nvSpPr>
          <p:spPr>
            <a:xfrm>
              <a:off x="7381577" y="3484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2" name="pt31842"/>
            <p:cNvSpPr/>
            <p:nvPr/>
          </p:nvSpPr>
          <p:spPr>
            <a:xfrm>
              <a:off x="7410716" y="3361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3" name="pt31843"/>
            <p:cNvSpPr/>
            <p:nvPr/>
          </p:nvSpPr>
          <p:spPr>
            <a:xfrm>
              <a:off x="7404247" y="32346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4" name="pt31844"/>
            <p:cNvSpPr/>
            <p:nvPr/>
          </p:nvSpPr>
          <p:spPr>
            <a:xfrm>
              <a:off x="7456993" y="3269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5" name="pt31845"/>
            <p:cNvSpPr/>
            <p:nvPr/>
          </p:nvSpPr>
          <p:spPr>
            <a:xfrm>
              <a:off x="7455630" y="3234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6" name="pt31846"/>
            <p:cNvSpPr/>
            <p:nvPr/>
          </p:nvSpPr>
          <p:spPr>
            <a:xfrm>
              <a:off x="7461027" y="3123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7" name="pt31847"/>
            <p:cNvSpPr/>
            <p:nvPr/>
          </p:nvSpPr>
          <p:spPr>
            <a:xfrm>
              <a:off x="7463227" y="3282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8" name="pt31848"/>
            <p:cNvSpPr/>
            <p:nvPr/>
          </p:nvSpPr>
          <p:spPr>
            <a:xfrm>
              <a:off x="7569432" y="3098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49" name="pt31849"/>
            <p:cNvSpPr/>
            <p:nvPr/>
          </p:nvSpPr>
          <p:spPr>
            <a:xfrm>
              <a:off x="7477611" y="3114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0" name="pt31850"/>
            <p:cNvSpPr/>
            <p:nvPr/>
          </p:nvSpPr>
          <p:spPr>
            <a:xfrm>
              <a:off x="7451279" y="3171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1" name="pt31851"/>
            <p:cNvSpPr/>
            <p:nvPr/>
          </p:nvSpPr>
          <p:spPr>
            <a:xfrm>
              <a:off x="7450712" y="31869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2" name="pt31852"/>
            <p:cNvSpPr/>
            <p:nvPr/>
          </p:nvSpPr>
          <p:spPr>
            <a:xfrm>
              <a:off x="7428346" y="33665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3" name="pt31853"/>
            <p:cNvSpPr/>
            <p:nvPr/>
          </p:nvSpPr>
          <p:spPr>
            <a:xfrm>
              <a:off x="7454653" y="3372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4" name="pt31854"/>
            <p:cNvSpPr/>
            <p:nvPr/>
          </p:nvSpPr>
          <p:spPr>
            <a:xfrm>
              <a:off x="7493834" y="3175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5" name="pt31855"/>
            <p:cNvSpPr/>
            <p:nvPr/>
          </p:nvSpPr>
          <p:spPr>
            <a:xfrm>
              <a:off x="7418436" y="3314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6" name="pt31856"/>
            <p:cNvSpPr/>
            <p:nvPr/>
          </p:nvSpPr>
          <p:spPr>
            <a:xfrm>
              <a:off x="7394130" y="3515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7" name="pt31857"/>
            <p:cNvSpPr/>
            <p:nvPr/>
          </p:nvSpPr>
          <p:spPr>
            <a:xfrm>
              <a:off x="7434507" y="32457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8" name="pt31858"/>
            <p:cNvSpPr/>
            <p:nvPr/>
          </p:nvSpPr>
          <p:spPr>
            <a:xfrm>
              <a:off x="7414439" y="31866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59" name="pt31859"/>
            <p:cNvSpPr/>
            <p:nvPr/>
          </p:nvSpPr>
          <p:spPr>
            <a:xfrm>
              <a:off x="7457259" y="31681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0" name="pt31860"/>
            <p:cNvSpPr/>
            <p:nvPr/>
          </p:nvSpPr>
          <p:spPr>
            <a:xfrm>
              <a:off x="7434185" y="32819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1" name="pt31861"/>
            <p:cNvSpPr/>
            <p:nvPr/>
          </p:nvSpPr>
          <p:spPr>
            <a:xfrm>
              <a:off x="7431310" y="3301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2" name="pt31862"/>
            <p:cNvSpPr/>
            <p:nvPr/>
          </p:nvSpPr>
          <p:spPr>
            <a:xfrm>
              <a:off x="7273575" y="395298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63" name="pt31863"/>
            <p:cNvSpPr/>
            <p:nvPr/>
          </p:nvSpPr>
          <p:spPr>
            <a:xfrm>
              <a:off x="7394938" y="3401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4" name="pt31864"/>
            <p:cNvSpPr/>
            <p:nvPr/>
          </p:nvSpPr>
          <p:spPr>
            <a:xfrm>
              <a:off x="7459083" y="3258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5" name="pt31865"/>
            <p:cNvSpPr/>
            <p:nvPr/>
          </p:nvSpPr>
          <p:spPr>
            <a:xfrm>
              <a:off x="7421980" y="35521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6" name="pt31866"/>
            <p:cNvSpPr/>
            <p:nvPr/>
          </p:nvSpPr>
          <p:spPr>
            <a:xfrm>
              <a:off x="7429402" y="3295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7" name="pt31867"/>
            <p:cNvSpPr/>
            <p:nvPr/>
          </p:nvSpPr>
          <p:spPr>
            <a:xfrm>
              <a:off x="7413027" y="3368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8" name="pt31868"/>
            <p:cNvSpPr/>
            <p:nvPr/>
          </p:nvSpPr>
          <p:spPr>
            <a:xfrm>
              <a:off x="7434592" y="3259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69" name="pt31869"/>
            <p:cNvSpPr/>
            <p:nvPr/>
          </p:nvSpPr>
          <p:spPr>
            <a:xfrm>
              <a:off x="7453787" y="3079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0" name="pt31870"/>
            <p:cNvSpPr/>
            <p:nvPr/>
          </p:nvSpPr>
          <p:spPr>
            <a:xfrm>
              <a:off x="7424110" y="3411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1" name="pt31871"/>
            <p:cNvSpPr/>
            <p:nvPr/>
          </p:nvSpPr>
          <p:spPr>
            <a:xfrm>
              <a:off x="7495277" y="31861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2" name="pt31872"/>
            <p:cNvSpPr/>
            <p:nvPr/>
          </p:nvSpPr>
          <p:spPr>
            <a:xfrm>
              <a:off x="7452440" y="3278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3" name="pt31873"/>
            <p:cNvSpPr/>
            <p:nvPr/>
          </p:nvSpPr>
          <p:spPr>
            <a:xfrm>
              <a:off x="7412978" y="3367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4" name="pt31874"/>
            <p:cNvSpPr/>
            <p:nvPr/>
          </p:nvSpPr>
          <p:spPr>
            <a:xfrm>
              <a:off x="7441362" y="3032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5" name="pt31875"/>
            <p:cNvSpPr/>
            <p:nvPr/>
          </p:nvSpPr>
          <p:spPr>
            <a:xfrm>
              <a:off x="7412000" y="35428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6" name="pt31876"/>
            <p:cNvSpPr/>
            <p:nvPr/>
          </p:nvSpPr>
          <p:spPr>
            <a:xfrm>
              <a:off x="7485005" y="32779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7" name="pt31877"/>
            <p:cNvSpPr/>
            <p:nvPr/>
          </p:nvSpPr>
          <p:spPr>
            <a:xfrm>
              <a:off x="7428362" y="32986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8" name="pt31878"/>
            <p:cNvSpPr/>
            <p:nvPr/>
          </p:nvSpPr>
          <p:spPr>
            <a:xfrm>
              <a:off x="7448275" y="3297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79" name="pt31879"/>
            <p:cNvSpPr/>
            <p:nvPr/>
          </p:nvSpPr>
          <p:spPr>
            <a:xfrm>
              <a:off x="7446590" y="3331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0" name="pt31880"/>
            <p:cNvSpPr/>
            <p:nvPr/>
          </p:nvSpPr>
          <p:spPr>
            <a:xfrm>
              <a:off x="7437112" y="32704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1" name="pt31881"/>
            <p:cNvSpPr/>
            <p:nvPr/>
          </p:nvSpPr>
          <p:spPr>
            <a:xfrm>
              <a:off x="7470412" y="33011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2" name="pt31882"/>
            <p:cNvSpPr/>
            <p:nvPr/>
          </p:nvSpPr>
          <p:spPr>
            <a:xfrm>
              <a:off x="7464060" y="31718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3" name="pt31883"/>
            <p:cNvSpPr/>
            <p:nvPr/>
          </p:nvSpPr>
          <p:spPr>
            <a:xfrm>
              <a:off x="7432394" y="31582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4" name="pt31884"/>
            <p:cNvSpPr/>
            <p:nvPr/>
          </p:nvSpPr>
          <p:spPr>
            <a:xfrm>
              <a:off x="7442571" y="33191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5" name="pt31885"/>
            <p:cNvSpPr/>
            <p:nvPr/>
          </p:nvSpPr>
          <p:spPr>
            <a:xfrm>
              <a:off x="7473367" y="31484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6" name="pt31886"/>
            <p:cNvSpPr/>
            <p:nvPr/>
          </p:nvSpPr>
          <p:spPr>
            <a:xfrm>
              <a:off x="7362347" y="339237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87" name="pt31887"/>
            <p:cNvSpPr/>
            <p:nvPr/>
          </p:nvSpPr>
          <p:spPr>
            <a:xfrm>
              <a:off x="7404211" y="32591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8" name="pt31888"/>
            <p:cNvSpPr/>
            <p:nvPr/>
          </p:nvSpPr>
          <p:spPr>
            <a:xfrm>
              <a:off x="7490422" y="32435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89" name="pt31889"/>
            <p:cNvSpPr/>
            <p:nvPr/>
          </p:nvSpPr>
          <p:spPr>
            <a:xfrm>
              <a:off x="7458243" y="3138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0" name="pt31890"/>
            <p:cNvSpPr/>
            <p:nvPr/>
          </p:nvSpPr>
          <p:spPr>
            <a:xfrm>
              <a:off x="7420391" y="3223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1" name="pt31891"/>
            <p:cNvSpPr/>
            <p:nvPr/>
          </p:nvSpPr>
          <p:spPr>
            <a:xfrm>
              <a:off x="7434578" y="3393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2" name="pt31892"/>
            <p:cNvSpPr/>
            <p:nvPr/>
          </p:nvSpPr>
          <p:spPr>
            <a:xfrm>
              <a:off x="7404316" y="32644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3" name="pt31893"/>
            <p:cNvSpPr/>
            <p:nvPr/>
          </p:nvSpPr>
          <p:spPr>
            <a:xfrm>
              <a:off x="7389555" y="3348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4" name="pt31894"/>
            <p:cNvSpPr/>
            <p:nvPr/>
          </p:nvSpPr>
          <p:spPr>
            <a:xfrm>
              <a:off x="7438900" y="32545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5" name="pt31895"/>
            <p:cNvSpPr/>
            <p:nvPr/>
          </p:nvSpPr>
          <p:spPr>
            <a:xfrm>
              <a:off x="7494727" y="3190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6" name="pt31896"/>
            <p:cNvSpPr/>
            <p:nvPr/>
          </p:nvSpPr>
          <p:spPr>
            <a:xfrm>
              <a:off x="7291948" y="353786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97" name="pt31897"/>
            <p:cNvSpPr/>
            <p:nvPr/>
          </p:nvSpPr>
          <p:spPr>
            <a:xfrm>
              <a:off x="6725895" y="31849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8" name="pt31898"/>
            <p:cNvSpPr/>
            <p:nvPr/>
          </p:nvSpPr>
          <p:spPr>
            <a:xfrm>
              <a:off x="7417599" y="34385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899" name="pt31899"/>
            <p:cNvSpPr/>
            <p:nvPr/>
          </p:nvSpPr>
          <p:spPr>
            <a:xfrm>
              <a:off x="7450274" y="3278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0" name="pt31900"/>
            <p:cNvSpPr/>
            <p:nvPr/>
          </p:nvSpPr>
          <p:spPr>
            <a:xfrm>
              <a:off x="7448641" y="3252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1" name="pt31901"/>
            <p:cNvSpPr/>
            <p:nvPr/>
          </p:nvSpPr>
          <p:spPr>
            <a:xfrm>
              <a:off x="7437670" y="32825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2" name="pt31902"/>
            <p:cNvSpPr/>
            <p:nvPr/>
          </p:nvSpPr>
          <p:spPr>
            <a:xfrm>
              <a:off x="7429114" y="32169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3" name="pt31903"/>
            <p:cNvSpPr/>
            <p:nvPr/>
          </p:nvSpPr>
          <p:spPr>
            <a:xfrm>
              <a:off x="7436550" y="3264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4" name="pt31904"/>
            <p:cNvSpPr/>
            <p:nvPr/>
          </p:nvSpPr>
          <p:spPr>
            <a:xfrm>
              <a:off x="7453457" y="31798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5" name="pt31905"/>
            <p:cNvSpPr/>
            <p:nvPr/>
          </p:nvSpPr>
          <p:spPr>
            <a:xfrm>
              <a:off x="7467461" y="3157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6" name="pt31906"/>
            <p:cNvSpPr/>
            <p:nvPr/>
          </p:nvSpPr>
          <p:spPr>
            <a:xfrm>
              <a:off x="7444018" y="3303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7" name="pt31907"/>
            <p:cNvSpPr/>
            <p:nvPr/>
          </p:nvSpPr>
          <p:spPr>
            <a:xfrm>
              <a:off x="7345454" y="33386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8" name="pt31908"/>
            <p:cNvSpPr/>
            <p:nvPr/>
          </p:nvSpPr>
          <p:spPr>
            <a:xfrm>
              <a:off x="7440402" y="3309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09" name="pt31909"/>
            <p:cNvSpPr/>
            <p:nvPr/>
          </p:nvSpPr>
          <p:spPr>
            <a:xfrm>
              <a:off x="7389056" y="3490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0" name="pt31910"/>
            <p:cNvSpPr/>
            <p:nvPr/>
          </p:nvSpPr>
          <p:spPr>
            <a:xfrm>
              <a:off x="7457870" y="3219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1" name="pt31911"/>
            <p:cNvSpPr/>
            <p:nvPr/>
          </p:nvSpPr>
          <p:spPr>
            <a:xfrm>
              <a:off x="7375976" y="3625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2" name="pt31912"/>
            <p:cNvSpPr/>
            <p:nvPr/>
          </p:nvSpPr>
          <p:spPr>
            <a:xfrm>
              <a:off x="7495620" y="3278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3" name="pt31913"/>
            <p:cNvSpPr/>
            <p:nvPr/>
          </p:nvSpPr>
          <p:spPr>
            <a:xfrm>
              <a:off x="7450715" y="33076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4" name="pt31914"/>
            <p:cNvSpPr/>
            <p:nvPr/>
          </p:nvSpPr>
          <p:spPr>
            <a:xfrm>
              <a:off x="7429700" y="3473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5" name="pt31915"/>
            <p:cNvSpPr/>
            <p:nvPr/>
          </p:nvSpPr>
          <p:spPr>
            <a:xfrm>
              <a:off x="7468868" y="3188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6" name="pt31916"/>
            <p:cNvSpPr/>
            <p:nvPr/>
          </p:nvSpPr>
          <p:spPr>
            <a:xfrm>
              <a:off x="7448218" y="3215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7" name="pt31917"/>
            <p:cNvSpPr/>
            <p:nvPr/>
          </p:nvSpPr>
          <p:spPr>
            <a:xfrm>
              <a:off x="7441014" y="32640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8" name="pt31918"/>
            <p:cNvSpPr/>
            <p:nvPr/>
          </p:nvSpPr>
          <p:spPr>
            <a:xfrm>
              <a:off x="7431703" y="3253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19" name="pt31919"/>
            <p:cNvSpPr/>
            <p:nvPr/>
          </p:nvSpPr>
          <p:spPr>
            <a:xfrm>
              <a:off x="7354144" y="3243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0" name="pt31920"/>
            <p:cNvSpPr/>
            <p:nvPr/>
          </p:nvSpPr>
          <p:spPr>
            <a:xfrm>
              <a:off x="7473986" y="3192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1" name="pt31921"/>
            <p:cNvSpPr/>
            <p:nvPr/>
          </p:nvSpPr>
          <p:spPr>
            <a:xfrm>
              <a:off x="7457929" y="3154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2" name="pt31922"/>
            <p:cNvSpPr/>
            <p:nvPr/>
          </p:nvSpPr>
          <p:spPr>
            <a:xfrm>
              <a:off x="7421966" y="36202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3" name="pt31923"/>
            <p:cNvSpPr/>
            <p:nvPr/>
          </p:nvSpPr>
          <p:spPr>
            <a:xfrm>
              <a:off x="7472693" y="3320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4" name="pt31924"/>
            <p:cNvSpPr/>
            <p:nvPr/>
          </p:nvSpPr>
          <p:spPr>
            <a:xfrm>
              <a:off x="7444060" y="3279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5" name="pt31925"/>
            <p:cNvSpPr/>
            <p:nvPr/>
          </p:nvSpPr>
          <p:spPr>
            <a:xfrm>
              <a:off x="7420473" y="32538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6" name="pt31926"/>
            <p:cNvSpPr/>
            <p:nvPr/>
          </p:nvSpPr>
          <p:spPr>
            <a:xfrm>
              <a:off x="7446281" y="3376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7" name="pt31927"/>
            <p:cNvSpPr/>
            <p:nvPr/>
          </p:nvSpPr>
          <p:spPr>
            <a:xfrm>
              <a:off x="7456346" y="32327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8" name="pt31928"/>
            <p:cNvSpPr/>
            <p:nvPr/>
          </p:nvSpPr>
          <p:spPr>
            <a:xfrm>
              <a:off x="7431106" y="3433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29" name="pt31929"/>
            <p:cNvSpPr/>
            <p:nvPr/>
          </p:nvSpPr>
          <p:spPr>
            <a:xfrm>
              <a:off x="7476107" y="33041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0" name="pt31930"/>
            <p:cNvSpPr/>
            <p:nvPr/>
          </p:nvSpPr>
          <p:spPr>
            <a:xfrm>
              <a:off x="7465186" y="3327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1" name="pt31931"/>
            <p:cNvSpPr/>
            <p:nvPr/>
          </p:nvSpPr>
          <p:spPr>
            <a:xfrm>
              <a:off x="7481500" y="3260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2" name="pt31932"/>
            <p:cNvSpPr/>
            <p:nvPr/>
          </p:nvSpPr>
          <p:spPr>
            <a:xfrm>
              <a:off x="7430713" y="3305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3" name="pt31933"/>
            <p:cNvSpPr/>
            <p:nvPr/>
          </p:nvSpPr>
          <p:spPr>
            <a:xfrm>
              <a:off x="7417622" y="33461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4" name="pt31934"/>
            <p:cNvSpPr/>
            <p:nvPr/>
          </p:nvSpPr>
          <p:spPr>
            <a:xfrm>
              <a:off x="7487064" y="3215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5" name="pt31935"/>
            <p:cNvSpPr/>
            <p:nvPr/>
          </p:nvSpPr>
          <p:spPr>
            <a:xfrm>
              <a:off x="7440325" y="3301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6" name="pt31936"/>
            <p:cNvSpPr/>
            <p:nvPr/>
          </p:nvSpPr>
          <p:spPr>
            <a:xfrm>
              <a:off x="7463448" y="3105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7" name="pt31937"/>
            <p:cNvSpPr/>
            <p:nvPr/>
          </p:nvSpPr>
          <p:spPr>
            <a:xfrm>
              <a:off x="7440457" y="31997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8" name="pt31938"/>
            <p:cNvSpPr/>
            <p:nvPr/>
          </p:nvSpPr>
          <p:spPr>
            <a:xfrm>
              <a:off x="7454912" y="3263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39" name="pt31939"/>
            <p:cNvSpPr/>
            <p:nvPr/>
          </p:nvSpPr>
          <p:spPr>
            <a:xfrm>
              <a:off x="7477501" y="3148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0" name="pt31940"/>
            <p:cNvSpPr/>
            <p:nvPr/>
          </p:nvSpPr>
          <p:spPr>
            <a:xfrm>
              <a:off x="7459874" y="3315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1" name="pt31941"/>
            <p:cNvSpPr/>
            <p:nvPr/>
          </p:nvSpPr>
          <p:spPr>
            <a:xfrm>
              <a:off x="7506419" y="3199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2" name="pt31942"/>
            <p:cNvSpPr/>
            <p:nvPr/>
          </p:nvSpPr>
          <p:spPr>
            <a:xfrm>
              <a:off x="7416613" y="3310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3" name="pt31943"/>
            <p:cNvSpPr/>
            <p:nvPr/>
          </p:nvSpPr>
          <p:spPr>
            <a:xfrm>
              <a:off x="7458756" y="3240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4" name="pt31944"/>
            <p:cNvSpPr/>
            <p:nvPr/>
          </p:nvSpPr>
          <p:spPr>
            <a:xfrm>
              <a:off x="7446703" y="32462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5" name="pt31945"/>
            <p:cNvSpPr/>
            <p:nvPr/>
          </p:nvSpPr>
          <p:spPr>
            <a:xfrm>
              <a:off x="7447821" y="33004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6" name="pt31946"/>
            <p:cNvSpPr/>
            <p:nvPr/>
          </p:nvSpPr>
          <p:spPr>
            <a:xfrm>
              <a:off x="7375746" y="35574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7" name="pt31947"/>
            <p:cNvSpPr/>
            <p:nvPr/>
          </p:nvSpPr>
          <p:spPr>
            <a:xfrm>
              <a:off x="7454455" y="3347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8" name="pt31948"/>
            <p:cNvSpPr/>
            <p:nvPr/>
          </p:nvSpPr>
          <p:spPr>
            <a:xfrm>
              <a:off x="7471992" y="32800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49" name="pt31949"/>
            <p:cNvSpPr/>
            <p:nvPr/>
          </p:nvSpPr>
          <p:spPr>
            <a:xfrm>
              <a:off x="7438566" y="32072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0" name="pt31950"/>
            <p:cNvSpPr/>
            <p:nvPr/>
          </p:nvSpPr>
          <p:spPr>
            <a:xfrm>
              <a:off x="7422246" y="3330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1" name="pt31951"/>
            <p:cNvSpPr/>
            <p:nvPr/>
          </p:nvSpPr>
          <p:spPr>
            <a:xfrm>
              <a:off x="7486587" y="32010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2" name="pt31952"/>
            <p:cNvSpPr/>
            <p:nvPr/>
          </p:nvSpPr>
          <p:spPr>
            <a:xfrm>
              <a:off x="7445692" y="3228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3" name="pt31953"/>
            <p:cNvSpPr/>
            <p:nvPr/>
          </p:nvSpPr>
          <p:spPr>
            <a:xfrm>
              <a:off x="7455079" y="3216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4" name="pt31954"/>
            <p:cNvSpPr/>
            <p:nvPr/>
          </p:nvSpPr>
          <p:spPr>
            <a:xfrm>
              <a:off x="7452104" y="3178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5" name="pt31955"/>
            <p:cNvSpPr/>
            <p:nvPr/>
          </p:nvSpPr>
          <p:spPr>
            <a:xfrm>
              <a:off x="7509035" y="3371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6" name="pt31956"/>
            <p:cNvSpPr/>
            <p:nvPr/>
          </p:nvSpPr>
          <p:spPr>
            <a:xfrm>
              <a:off x="7456473" y="3177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7" name="pt31957"/>
            <p:cNvSpPr/>
            <p:nvPr/>
          </p:nvSpPr>
          <p:spPr>
            <a:xfrm>
              <a:off x="7428855" y="36979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8" name="pt31958"/>
            <p:cNvSpPr/>
            <p:nvPr/>
          </p:nvSpPr>
          <p:spPr>
            <a:xfrm>
              <a:off x="7426115" y="35740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59" name="pt31959"/>
            <p:cNvSpPr/>
            <p:nvPr/>
          </p:nvSpPr>
          <p:spPr>
            <a:xfrm>
              <a:off x="7460437" y="32256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0" name="pt31960"/>
            <p:cNvSpPr/>
            <p:nvPr/>
          </p:nvSpPr>
          <p:spPr>
            <a:xfrm>
              <a:off x="7412821" y="3396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1" name="pt31961"/>
            <p:cNvSpPr/>
            <p:nvPr/>
          </p:nvSpPr>
          <p:spPr>
            <a:xfrm>
              <a:off x="7466723" y="3150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2" name="pt31962"/>
            <p:cNvSpPr/>
            <p:nvPr/>
          </p:nvSpPr>
          <p:spPr>
            <a:xfrm>
              <a:off x="7480300" y="31778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3" name="pt31963"/>
            <p:cNvSpPr/>
            <p:nvPr/>
          </p:nvSpPr>
          <p:spPr>
            <a:xfrm>
              <a:off x="7496644" y="3100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4" name="pt31964"/>
            <p:cNvSpPr/>
            <p:nvPr/>
          </p:nvSpPr>
          <p:spPr>
            <a:xfrm>
              <a:off x="7480445" y="3020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5" name="pt31965"/>
            <p:cNvSpPr/>
            <p:nvPr/>
          </p:nvSpPr>
          <p:spPr>
            <a:xfrm>
              <a:off x="7435634" y="3275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6" name="pt31966"/>
            <p:cNvSpPr/>
            <p:nvPr/>
          </p:nvSpPr>
          <p:spPr>
            <a:xfrm>
              <a:off x="7500381" y="32815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7" name="pt31967"/>
            <p:cNvSpPr/>
            <p:nvPr/>
          </p:nvSpPr>
          <p:spPr>
            <a:xfrm>
              <a:off x="7436677" y="3305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8" name="pt31968"/>
            <p:cNvSpPr/>
            <p:nvPr/>
          </p:nvSpPr>
          <p:spPr>
            <a:xfrm>
              <a:off x="7404050" y="31932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69" name="pt31969"/>
            <p:cNvSpPr/>
            <p:nvPr/>
          </p:nvSpPr>
          <p:spPr>
            <a:xfrm>
              <a:off x="7446344" y="31834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0" name="pt31970"/>
            <p:cNvSpPr/>
            <p:nvPr/>
          </p:nvSpPr>
          <p:spPr>
            <a:xfrm>
              <a:off x="7497005" y="3177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1" name="pt31971"/>
            <p:cNvSpPr/>
            <p:nvPr/>
          </p:nvSpPr>
          <p:spPr>
            <a:xfrm>
              <a:off x="7427179" y="3517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2" name="pt31972"/>
            <p:cNvSpPr/>
            <p:nvPr/>
          </p:nvSpPr>
          <p:spPr>
            <a:xfrm>
              <a:off x="7445605" y="3348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3" name="pt31973"/>
            <p:cNvSpPr/>
            <p:nvPr/>
          </p:nvSpPr>
          <p:spPr>
            <a:xfrm>
              <a:off x="7519060" y="3131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4" name="pt31974"/>
            <p:cNvSpPr/>
            <p:nvPr/>
          </p:nvSpPr>
          <p:spPr>
            <a:xfrm>
              <a:off x="7443679" y="31821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5" name="pt31975"/>
            <p:cNvSpPr/>
            <p:nvPr/>
          </p:nvSpPr>
          <p:spPr>
            <a:xfrm>
              <a:off x="7468478" y="3362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6" name="pt31976"/>
            <p:cNvSpPr/>
            <p:nvPr/>
          </p:nvSpPr>
          <p:spPr>
            <a:xfrm>
              <a:off x="7481795" y="3166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7" name="pt31977"/>
            <p:cNvSpPr/>
            <p:nvPr/>
          </p:nvSpPr>
          <p:spPr>
            <a:xfrm>
              <a:off x="7439827" y="31900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8" name="pt31978"/>
            <p:cNvSpPr/>
            <p:nvPr/>
          </p:nvSpPr>
          <p:spPr>
            <a:xfrm>
              <a:off x="7475856" y="3046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79" name="pt31979"/>
            <p:cNvSpPr/>
            <p:nvPr/>
          </p:nvSpPr>
          <p:spPr>
            <a:xfrm>
              <a:off x="7468651" y="3183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0" name="pt31980"/>
            <p:cNvSpPr/>
            <p:nvPr/>
          </p:nvSpPr>
          <p:spPr>
            <a:xfrm>
              <a:off x="7476195" y="3189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1" name="pt31981"/>
            <p:cNvSpPr/>
            <p:nvPr/>
          </p:nvSpPr>
          <p:spPr>
            <a:xfrm>
              <a:off x="7473991" y="3227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2" name="pt31982"/>
            <p:cNvSpPr/>
            <p:nvPr/>
          </p:nvSpPr>
          <p:spPr>
            <a:xfrm>
              <a:off x="7477187" y="3197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3" name="pt31983"/>
            <p:cNvSpPr/>
            <p:nvPr/>
          </p:nvSpPr>
          <p:spPr>
            <a:xfrm>
              <a:off x="7382347" y="3707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4" name="pt31984"/>
            <p:cNvSpPr/>
            <p:nvPr/>
          </p:nvSpPr>
          <p:spPr>
            <a:xfrm>
              <a:off x="7452771" y="33718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5" name="pt31985"/>
            <p:cNvSpPr/>
            <p:nvPr/>
          </p:nvSpPr>
          <p:spPr>
            <a:xfrm>
              <a:off x="7439470" y="3595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6" name="pt31986"/>
            <p:cNvSpPr/>
            <p:nvPr/>
          </p:nvSpPr>
          <p:spPr>
            <a:xfrm>
              <a:off x="7416080" y="3594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7" name="pt31987"/>
            <p:cNvSpPr/>
            <p:nvPr/>
          </p:nvSpPr>
          <p:spPr>
            <a:xfrm>
              <a:off x="7460652" y="32510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8" name="pt31988"/>
            <p:cNvSpPr/>
            <p:nvPr/>
          </p:nvSpPr>
          <p:spPr>
            <a:xfrm>
              <a:off x="7429457" y="32543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89" name="pt31989"/>
            <p:cNvSpPr/>
            <p:nvPr/>
          </p:nvSpPr>
          <p:spPr>
            <a:xfrm>
              <a:off x="7444527" y="3233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0" name="pt31990"/>
            <p:cNvSpPr/>
            <p:nvPr/>
          </p:nvSpPr>
          <p:spPr>
            <a:xfrm>
              <a:off x="7432902" y="32498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1" name="pt31991"/>
            <p:cNvSpPr/>
            <p:nvPr/>
          </p:nvSpPr>
          <p:spPr>
            <a:xfrm>
              <a:off x="7479518" y="3183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2" name="pt31992"/>
            <p:cNvSpPr/>
            <p:nvPr/>
          </p:nvSpPr>
          <p:spPr>
            <a:xfrm>
              <a:off x="7424198" y="32527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3" name="pt31993"/>
            <p:cNvSpPr/>
            <p:nvPr/>
          </p:nvSpPr>
          <p:spPr>
            <a:xfrm>
              <a:off x="7420585" y="3320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4" name="pt31994"/>
            <p:cNvSpPr/>
            <p:nvPr/>
          </p:nvSpPr>
          <p:spPr>
            <a:xfrm>
              <a:off x="7405166" y="3243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5" name="pt31995"/>
            <p:cNvSpPr/>
            <p:nvPr/>
          </p:nvSpPr>
          <p:spPr>
            <a:xfrm>
              <a:off x="7451072" y="32961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6" name="pt31996"/>
            <p:cNvSpPr/>
            <p:nvPr/>
          </p:nvSpPr>
          <p:spPr>
            <a:xfrm>
              <a:off x="7522635" y="30569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7" name="pt31997"/>
            <p:cNvSpPr/>
            <p:nvPr/>
          </p:nvSpPr>
          <p:spPr>
            <a:xfrm>
              <a:off x="7447284" y="3123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8" name="pt31998"/>
            <p:cNvSpPr/>
            <p:nvPr/>
          </p:nvSpPr>
          <p:spPr>
            <a:xfrm>
              <a:off x="7322632" y="4937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999" name="pt31999"/>
            <p:cNvSpPr/>
            <p:nvPr/>
          </p:nvSpPr>
          <p:spPr>
            <a:xfrm>
              <a:off x="7451924" y="31109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0" name="pt32000"/>
            <p:cNvSpPr/>
            <p:nvPr/>
          </p:nvSpPr>
          <p:spPr>
            <a:xfrm>
              <a:off x="7479708" y="3363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1" name="pt32001"/>
            <p:cNvSpPr/>
            <p:nvPr/>
          </p:nvSpPr>
          <p:spPr>
            <a:xfrm>
              <a:off x="7398478" y="32672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2" name="pt32002"/>
            <p:cNvSpPr/>
            <p:nvPr/>
          </p:nvSpPr>
          <p:spPr>
            <a:xfrm>
              <a:off x="7530375" y="3061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3" name="pt32003"/>
            <p:cNvSpPr/>
            <p:nvPr/>
          </p:nvSpPr>
          <p:spPr>
            <a:xfrm>
              <a:off x="7451346" y="3310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4" name="pt32004"/>
            <p:cNvSpPr/>
            <p:nvPr/>
          </p:nvSpPr>
          <p:spPr>
            <a:xfrm>
              <a:off x="7436247" y="33801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5" name="pt32005"/>
            <p:cNvSpPr/>
            <p:nvPr/>
          </p:nvSpPr>
          <p:spPr>
            <a:xfrm>
              <a:off x="7493435" y="32507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6" name="pt32006"/>
            <p:cNvSpPr/>
            <p:nvPr/>
          </p:nvSpPr>
          <p:spPr>
            <a:xfrm>
              <a:off x="7508849" y="32208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7" name="pt32007"/>
            <p:cNvSpPr/>
            <p:nvPr/>
          </p:nvSpPr>
          <p:spPr>
            <a:xfrm>
              <a:off x="6598061" y="363266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08" name="pt32008"/>
            <p:cNvSpPr/>
            <p:nvPr/>
          </p:nvSpPr>
          <p:spPr>
            <a:xfrm>
              <a:off x="7426997" y="3251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09" name="pt32009"/>
            <p:cNvSpPr/>
            <p:nvPr/>
          </p:nvSpPr>
          <p:spPr>
            <a:xfrm>
              <a:off x="7481224" y="32349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0" name="pt32010"/>
            <p:cNvSpPr/>
            <p:nvPr/>
          </p:nvSpPr>
          <p:spPr>
            <a:xfrm>
              <a:off x="7483836" y="2909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1" name="pt32011"/>
            <p:cNvSpPr/>
            <p:nvPr/>
          </p:nvSpPr>
          <p:spPr>
            <a:xfrm>
              <a:off x="7475655" y="31631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2" name="pt32012"/>
            <p:cNvSpPr/>
            <p:nvPr/>
          </p:nvSpPr>
          <p:spPr>
            <a:xfrm>
              <a:off x="7481406" y="3203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3" name="pt32013"/>
            <p:cNvSpPr/>
            <p:nvPr/>
          </p:nvSpPr>
          <p:spPr>
            <a:xfrm>
              <a:off x="7452512" y="3363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4" name="pt32014"/>
            <p:cNvSpPr/>
            <p:nvPr/>
          </p:nvSpPr>
          <p:spPr>
            <a:xfrm>
              <a:off x="7397054" y="3387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5" name="pt32015"/>
            <p:cNvSpPr/>
            <p:nvPr/>
          </p:nvSpPr>
          <p:spPr>
            <a:xfrm>
              <a:off x="7409867" y="3654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6" name="pt32016"/>
            <p:cNvSpPr/>
            <p:nvPr/>
          </p:nvSpPr>
          <p:spPr>
            <a:xfrm>
              <a:off x="7409802" y="3164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7" name="pt32017"/>
            <p:cNvSpPr/>
            <p:nvPr/>
          </p:nvSpPr>
          <p:spPr>
            <a:xfrm>
              <a:off x="7466626" y="32121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8" name="pt32018"/>
            <p:cNvSpPr/>
            <p:nvPr/>
          </p:nvSpPr>
          <p:spPr>
            <a:xfrm>
              <a:off x="7390861" y="33437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19" name="pt32019"/>
            <p:cNvSpPr/>
            <p:nvPr/>
          </p:nvSpPr>
          <p:spPr>
            <a:xfrm>
              <a:off x="7438604" y="3212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0" name="pt32020"/>
            <p:cNvSpPr/>
            <p:nvPr/>
          </p:nvSpPr>
          <p:spPr>
            <a:xfrm>
              <a:off x="7408936" y="33728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1" name="pt32021"/>
            <p:cNvSpPr/>
            <p:nvPr/>
          </p:nvSpPr>
          <p:spPr>
            <a:xfrm>
              <a:off x="7494549" y="3266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2" name="pt32022"/>
            <p:cNvSpPr/>
            <p:nvPr/>
          </p:nvSpPr>
          <p:spPr>
            <a:xfrm>
              <a:off x="7471826" y="3174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3" name="pt32023"/>
            <p:cNvSpPr/>
            <p:nvPr/>
          </p:nvSpPr>
          <p:spPr>
            <a:xfrm>
              <a:off x="7412327" y="33632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4" name="pt32024"/>
            <p:cNvSpPr/>
            <p:nvPr/>
          </p:nvSpPr>
          <p:spPr>
            <a:xfrm>
              <a:off x="7476717" y="32150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5" name="pt32025"/>
            <p:cNvSpPr/>
            <p:nvPr/>
          </p:nvSpPr>
          <p:spPr>
            <a:xfrm>
              <a:off x="7434469" y="3256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6" name="pt32026"/>
            <p:cNvSpPr/>
            <p:nvPr/>
          </p:nvSpPr>
          <p:spPr>
            <a:xfrm>
              <a:off x="7448200" y="3154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7" name="pt32027"/>
            <p:cNvSpPr/>
            <p:nvPr/>
          </p:nvSpPr>
          <p:spPr>
            <a:xfrm>
              <a:off x="7440276" y="31747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8" name="pt32028"/>
            <p:cNvSpPr/>
            <p:nvPr/>
          </p:nvSpPr>
          <p:spPr>
            <a:xfrm>
              <a:off x="7512752" y="3281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29" name="pt32029"/>
            <p:cNvSpPr/>
            <p:nvPr/>
          </p:nvSpPr>
          <p:spPr>
            <a:xfrm>
              <a:off x="7478947" y="31941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0" name="pt32030"/>
            <p:cNvSpPr/>
            <p:nvPr/>
          </p:nvSpPr>
          <p:spPr>
            <a:xfrm>
              <a:off x="7456036" y="3250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1" name="pt32031"/>
            <p:cNvSpPr/>
            <p:nvPr/>
          </p:nvSpPr>
          <p:spPr>
            <a:xfrm>
              <a:off x="7436859" y="32350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2" name="pt32032"/>
            <p:cNvSpPr/>
            <p:nvPr/>
          </p:nvSpPr>
          <p:spPr>
            <a:xfrm>
              <a:off x="7426686" y="32753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3" name="pt32033"/>
            <p:cNvSpPr/>
            <p:nvPr/>
          </p:nvSpPr>
          <p:spPr>
            <a:xfrm>
              <a:off x="7466641" y="3169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4" name="pt32034"/>
            <p:cNvSpPr/>
            <p:nvPr/>
          </p:nvSpPr>
          <p:spPr>
            <a:xfrm>
              <a:off x="7354524" y="32453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5" name="pt32035"/>
            <p:cNvSpPr/>
            <p:nvPr/>
          </p:nvSpPr>
          <p:spPr>
            <a:xfrm>
              <a:off x="7458137" y="3315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6" name="pt32036"/>
            <p:cNvSpPr/>
            <p:nvPr/>
          </p:nvSpPr>
          <p:spPr>
            <a:xfrm>
              <a:off x="7457692" y="3175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7" name="pt32037"/>
            <p:cNvSpPr/>
            <p:nvPr/>
          </p:nvSpPr>
          <p:spPr>
            <a:xfrm>
              <a:off x="7465942" y="3127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8" name="pt32038"/>
            <p:cNvSpPr/>
            <p:nvPr/>
          </p:nvSpPr>
          <p:spPr>
            <a:xfrm>
              <a:off x="7455679" y="3234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39" name="pt32039"/>
            <p:cNvSpPr/>
            <p:nvPr/>
          </p:nvSpPr>
          <p:spPr>
            <a:xfrm>
              <a:off x="7413827" y="3328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0" name="pt32040"/>
            <p:cNvSpPr/>
            <p:nvPr/>
          </p:nvSpPr>
          <p:spPr>
            <a:xfrm>
              <a:off x="7350806" y="35925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1" name="pt32041"/>
            <p:cNvSpPr/>
            <p:nvPr/>
          </p:nvSpPr>
          <p:spPr>
            <a:xfrm>
              <a:off x="7393725" y="34051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2" name="pt32042"/>
            <p:cNvSpPr/>
            <p:nvPr/>
          </p:nvSpPr>
          <p:spPr>
            <a:xfrm>
              <a:off x="7456605" y="33163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3" name="pt32043"/>
            <p:cNvSpPr/>
            <p:nvPr/>
          </p:nvSpPr>
          <p:spPr>
            <a:xfrm>
              <a:off x="7427294" y="3245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4" name="pt32044"/>
            <p:cNvSpPr/>
            <p:nvPr/>
          </p:nvSpPr>
          <p:spPr>
            <a:xfrm>
              <a:off x="7427568" y="33116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5" name="pt32045"/>
            <p:cNvSpPr/>
            <p:nvPr/>
          </p:nvSpPr>
          <p:spPr>
            <a:xfrm>
              <a:off x="7433620" y="34854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6" name="pt32046"/>
            <p:cNvSpPr/>
            <p:nvPr/>
          </p:nvSpPr>
          <p:spPr>
            <a:xfrm>
              <a:off x="7451170" y="3156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7" name="pt32047"/>
            <p:cNvSpPr/>
            <p:nvPr/>
          </p:nvSpPr>
          <p:spPr>
            <a:xfrm>
              <a:off x="7446064" y="3252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8" name="pt32048"/>
            <p:cNvSpPr/>
            <p:nvPr/>
          </p:nvSpPr>
          <p:spPr>
            <a:xfrm>
              <a:off x="7488228" y="3234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49" name="pt32049"/>
            <p:cNvSpPr/>
            <p:nvPr/>
          </p:nvSpPr>
          <p:spPr>
            <a:xfrm>
              <a:off x="7530459" y="32495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0" name="pt32050"/>
            <p:cNvSpPr/>
            <p:nvPr/>
          </p:nvSpPr>
          <p:spPr>
            <a:xfrm>
              <a:off x="7426222" y="34849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1" name="pt32051"/>
            <p:cNvSpPr/>
            <p:nvPr/>
          </p:nvSpPr>
          <p:spPr>
            <a:xfrm>
              <a:off x="7453555" y="3342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2" name="pt32052"/>
            <p:cNvSpPr/>
            <p:nvPr/>
          </p:nvSpPr>
          <p:spPr>
            <a:xfrm>
              <a:off x="7415824" y="32512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3" name="pt32053"/>
            <p:cNvSpPr/>
            <p:nvPr/>
          </p:nvSpPr>
          <p:spPr>
            <a:xfrm>
              <a:off x="7430084" y="3327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4" name="pt32054"/>
            <p:cNvSpPr/>
            <p:nvPr/>
          </p:nvSpPr>
          <p:spPr>
            <a:xfrm>
              <a:off x="7433162" y="32354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5" name="pt32055"/>
            <p:cNvSpPr/>
            <p:nvPr/>
          </p:nvSpPr>
          <p:spPr>
            <a:xfrm>
              <a:off x="7464472" y="32255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6" name="pt32056"/>
            <p:cNvSpPr/>
            <p:nvPr/>
          </p:nvSpPr>
          <p:spPr>
            <a:xfrm>
              <a:off x="7443609" y="32682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7" name="pt32057"/>
            <p:cNvSpPr/>
            <p:nvPr/>
          </p:nvSpPr>
          <p:spPr>
            <a:xfrm>
              <a:off x="7446680" y="3110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8" name="pt32058"/>
            <p:cNvSpPr/>
            <p:nvPr/>
          </p:nvSpPr>
          <p:spPr>
            <a:xfrm>
              <a:off x="7453925" y="2996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59" name="pt32059"/>
            <p:cNvSpPr/>
            <p:nvPr/>
          </p:nvSpPr>
          <p:spPr>
            <a:xfrm>
              <a:off x="7457891" y="31831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0" name="pt32060"/>
            <p:cNvSpPr/>
            <p:nvPr/>
          </p:nvSpPr>
          <p:spPr>
            <a:xfrm>
              <a:off x="7470324" y="3330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1" name="pt32061"/>
            <p:cNvSpPr/>
            <p:nvPr/>
          </p:nvSpPr>
          <p:spPr>
            <a:xfrm>
              <a:off x="7447244" y="3362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2" name="pt32062"/>
            <p:cNvSpPr/>
            <p:nvPr/>
          </p:nvSpPr>
          <p:spPr>
            <a:xfrm>
              <a:off x="7413695" y="32002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3" name="pt32063"/>
            <p:cNvSpPr/>
            <p:nvPr/>
          </p:nvSpPr>
          <p:spPr>
            <a:xfrm>
              <a:off x="7465401" y="3249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4" name="pt32064"/>
            <p:cNvSpPr/>
            <p:nvPr/>
          </p:nvSpPr>
          <p:spPr>
            <a:xfrm>
              <a:off x="7381889" y="3302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5" name="pt32065"/>
            <p:cNvSpPr/>
            <p:nvPr/>
          </p:nvSpPr>
          <p:spPr>
            <a:xfrm>
              <a:off x="7479198" y="3108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6" name="pt32066"/>
            <p:cNvSpPr/>
            <p:nvPr/>
          </p:nvSpPr>
          <p:spPr>
            <a:xfrm>
              <a:off x="7496844" y="32151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7" name="pt32067"/>
            <p:cNvSpPr/>
            <p:nvPr/>
          </p:nvSpPr>
          <p:spPr>
            <a:xfrm>
              <a:off x="7460626" y="32318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8" name="pt32068"/>
            <p:cNvSpPr/>
            <p:nvPr/>
          </p:nvSpPr>
          <p:spPr>
            <a:xfrm>
              <a:off x="7452211" y="3146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69" name="pt32069"/>
            <p:cNvSpPr/>
            <p:nvPr/>
          </p:nvSpPr>
          <p:spPr>
            <a:xfrm>
              <a:off x="7449314" y="35492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0" name="pt32070"/>
            <p:cNvSpPr/>
            <p:nvPr/>
          </p:nvSpPr>
          <p:spPr>
            <a:xfrm>
              <a:off x="7442242" y="32605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1" name="pt32071"/>
            <p:cNvSpPr/>
            <p:nvPr/>
          </p:nvSpPr>
          <p:spPr>
            <a:xfrm>
              <a:off x="7440799" y="37525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2" name="pt32072"/>
            <p:cNvSpPr/>
            <p:nvPr/>
          </p:nvSpPr>
          <p:spPr>
            <a:xfrm>
              <a:off x="7452109" y="31355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3" name="pt32073"/>
            <p:cNvSpPr/>
            <p:nvPr/>
          </p:nvSpPr>
          <p:spPr>
            <a:xfrm>
              <a:off x="7418353" y="3409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4" name="pt32074"/>
            <p:cNvSpPr/>
            <p:nvPr/>
          </p:nvSpPr>
          <p:spPr>
            <a:xfrm>
              <a:off x="7455162" y="31833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5" name="pt32075"/>
            <p:cNvSpPr/>
            <p:nvPr/>
          </p:nvSpPr>
          <p:spPr>
            <a:xfrm>
              <a:off x="7479991" y="3376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6" name="pt32076"/>
            <p:cNvSpPr/>
            <p:nvPr/>
          </p:nvSpPr>
          <p:spPr>
            <a:xfrm>
              <a:off x="7379880" y="4069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7" name="pt32077"/>
            <p:cNvSpPr/>
            <p:nvPr/>
          </p:nvSpPr>
          <p:spPr>
            <a:xfrm>
              <a:off x="7483856" y="3018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8" name="pt32078"/>
            <p:cNvSpPr/>
            <p:nvPr/>
          </p:nvSpPr>
          <p:spPr>
            <a:xfrm>
              <a:off x="7429807" y="34156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79" name="pt32079"/>
            <p:cNvSpPr/>
            <p:nvPr/>
          </p:nvSpPr>
          <p:spPr>
            <a:xfrm>
              <a:off x="7448614" y="32999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0" name="pt32080"/>
            <p:cNvSpPr/>
            <p:nvPr/>
          </p:nvSpPr>
          <p:spPr>
            <a:xfrm>
              <a:off x="7440557" y="3213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1" name="pt32081"/>
            <p:cNvSpPr/>
            <p:nvPr/>
          </p:nvSpPr>
          <p:spPr>
            <a:xfrm>
              <a:off x="7431377" y="33779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2" name="pt32082"/>
            <p:cNvSpPr/>
            <p:nvPr/>
          </p:nvSpPr>
          <p:spPr>
            <a:xfrm>
              <a:off x="6959029" y="351936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83" name="pt32083"/>
            <p:cNvSpPr/>
            <p:nvPr/>
          </p:nvSpPr>
          <p:spPr>
            <a:xfrm>
              <a:off x="7418762" y="32109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4" name="pt32084"/>
            <p:cNvSpPr/>
            <p:nvPr/>
          </p:nvSpPr>
          <p:spPr>
            <a:xfrm>
              <a:off x="7440931" y="3289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5" name="pt32085"/>
            <p:cNvSpPr/>
            <p:nvPr/>
          </p:nvSpPr>
          <p:spPr>
            <a:xfrm>
              <a:off x="7416334" y="3856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6" name="pt32086"/>
            <p:cNvSpPr/>
            <p:nvPr/>
          </p:nvSpPr>
          <p:spPr>
            <a:xfrm>
              <a:off x="7464146" y="33133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7" name="pt32087"/>
            <p:cNvSpPr/>
            <p:nvPr/>
          </p:nvSpPr>
          <p:spPr>
            <a:xfrm>
              <a:off x="7442937" y="3336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8" name="pt32088"/>
            <p:cNvSpPr/>
            <p:nvPr/>
          </p:nvSpPr>
          <p:spPr>
            <a:xfrm>
              <a:off x="7415086" y="3835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89" name="pt32089"/>
            <p:cNvSpPr/>
            <p:nvPr/>
          </p:nvSpPr>
          <p:spPr>
            <a:xfrm>
              <a:off x="7460242" y="3071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0" name="pt32090"/>
            <p:cNvSpPr/>
            <p:nvPr/>
          </p:nvSpPr>
          <p:spPr>
            <a:xfrm>
              <a:off x="7456410" y="3158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1" name="pt32091"/>
            <p:cNvSpPr/>
            <p:nvPr/>
          </p:nvSpPr>
          <p:spPr>
            <a:xfrm>
              <a:off x="7464557" y="3184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2" name="pt32092"/>
            <p:cNvSpPr/>
            <p:nvPr/>
          </p:nvSpPr>
          <p:spPr>
            <a:xfrm>
              <a:off x="7462244" y="32396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3" name="pt32093"/>
            <p:cNvSpPr/>
            <p:nvPr/>
          </p:nvSpPr>
          <p:spPr>
            <a:xfrm>
              <a:off x="7456416" y="31610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4" name="pt32094"/>
            <p:cNvSpPr/>
            <p:nvPr/>
          </p:nvSpPr>
          <p:spPr>
            <a:xfrm>
              <a:off x="7478994" y="3289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5" name="pt32095"/>
            <p:cNvSpPr/>
            <p:nvPr/>
          </p:nvSpPr>
          <p:spPr>
            <a:xfrm>
              <a:off x="7441439" y="33565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6" name="pt32096"/>
            <p:cNvSpPr/>
            <p:nvPr/>
          </p:nvSpPr>
          <p:spPr>
            <a:xfrm>
              <a:off x="7413697" y="3435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7" name="pt32097"/>
            <p:cNvSpPr/>
            <p:nvPr/>
          </p:nvSpPr>
          <p:spPr>
            <a:xfrm>
              <a:off x="7452010" y="3115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8" name="pt32098"/>
            <p:cNvSpPr/>
            <p:nvPr/>
          </p:nvSpPr>
          <p:spPr>
            <a:xfrm>
              <a:off x="7421285" y="37919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099" name="pt32099"/>
            <p:cNvSpPr/>
            <p:nvPr/>
          </p:nvSpPr>
          <p:spPr>
            <a:xfrm>
              <a:off x="7417633" y="34812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0" name="pt32100"/>
            <p:cNvSpPr/>
            <p:nvPr/>
          </p:nvSpPr>
          <p:spPr>
            <a:xfrm>
              <a:off x="7461983" y="3214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1" name="pt32101"/>
            <p:cNvSpPr/>
            <p:nvPr/>
          </p:nvSpPr>
          <p:spPr>
            <a:xfrm>
              <a:off x="7414231" y="3297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2" name="pt32102"/>
            <p:cNvSpPr/>
            <p:nvPr/>
          </p:nvSpPr>
          <p:spPr>
            <a:xfrm>
              <a:off x="7458196" y="3177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3" name="pt32103"/>
            <p:cNvSpPr/>
            <p:nvPr/>
          </p:nvSpPr>
          <p:spPr>
            <a:xfrm>
              <a:off x="7494346" y="3162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4" name="pt32104"/>
            <p:cNvSpPr/>
            <p:nvPr/>
          </p:nvSpPr>
          <p:spPr>
            <a:xfrm>
              <a:off x="7425761" y="31383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5" name="pt32105"/>
            <p:cNvSpPr/>
            <p:nvPr/>
          </p:nvSpPr>
          <p:spPr>
            <a:xfrm>
              <a:off x="7527797" y="29967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6" name="pt32106"/>
            <p:cNvSpPr/>
            <p:nvPr/>
          </p:nvSpPr>
          <p:spPr>
            <a:xfrm>
              <a:off x="7507571" y="3221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7" name="pt32107"/>
            <p:cNvSpPr/>
            <p:nvPr/>
          </p:nvSpPr>
          <p:spPr>
            <a:xfrm>
              <a:off x="7577431" y="297544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08" name="pt32108"/>
            <p:cNvSpPr/>
            <p:nvPr/>
          </p:nvSpPr>
          <p:spPr>
            <a:xfrm>
              <a:off x="7383226" y="35589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09" name="pt32109"/>
            <p:cNvSpPr/>
            <p:nvPr/>
          </p:nvSpPr>
          <p:spPr>
            <a:xfrm>
              <a:off x="7462993" y="31799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0" name="pt32110"/>
            <p:cNvSpPr/>
            <p:nvPr/>
          </p:nvSpPr>
          <p:spPr>
            <a:xfrm>
              <a:off x="7375610" y="36409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1" name="pt32111"/>
            <p:cNvSpPr/>
            <p:nvPr/>
          </p:nvSpPr>
          <p:spPr>
            <a:xfrm>
              <a:off x="7458471" y="3307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2" name="pt32112"/>
            <p:cNvSpPr/>
            <p:nvPr/>
          </p:nvSpPr>
          <p:spPr>
            <a:xfrm>
              <a:off x="7386226" y="3221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3" name="pt32113"/>
            <p:cNvSpPr/>
            <p:nvPr/>
          </p:nvSpPr>
          <p:spPr>
            <a:xfrm>
              <a:off x="7448547" y="32486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4" name="pt32114"/>
            <p:cNvSpPr/>
            <p:nvPr/>
          </p:nvSpPr>
          <p:spPr>
            <a:xfrm>
              <a:off x="7462000" y="3215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5" name="pt32115"/>
            <p:cNvSpPr/>
            <p:nvPr/>
          </p:nvSpPr>
          <p:spPr>
            <a:xfrm>
              <a:off x="7459908" y="3169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6" name="pt32116"/>
            <p:cNvSpPr/>
            <p:nvPr/>
          </p:nvSpPr>
          <p:spPr>
            <a:xfrm>
              <a:off x="7454365" y="3125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7" name="pt32117"/>
            <p:cNvSpPr/>
            <p:nvPr/>
          </p:nvSpPr>
          <p:spPr>
            <a:xfrm>
              <a:off x="7430661" y="3306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8" name="pt32118"/>
            <p:cNvSpPr/>
            <p:nvPr/>
          </p:nvSpPr>
          <p:spPr>
            <a:xfrm>
              <a:off x="7400441" y="3688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19" name="pt32119"/>
            <p:cNvSpPr/>
            <p:nvPr/>
          </p:nvSpPr>
          <p:spPr>
            <a:xfrm>
              <a:off x="7448800" y="3254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0" name="pt32120"/>
            <p:cNvSpPr/>
            <p:nvPr/>
          </p:nvSpPr>
          <p:spPr>
            <a:xfrm>
              <a:off x="7409395" y="32828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1" name="pt32121"/>
            <p:cNvSpPr/>
            <p:nvPr/>
          </p:nvSpPr>
          <p:spPr>
            <a:xfrm>
              <a:off x="7437079" y="32165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2" name="pt32122"/>
            <p:cNvSpPr/>
            <p:nvPr/>
          </p:nvSpPr>
          <p:spPr>
            <a:xfrm>
              <a:off x="7446639" y="3211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3" name="pt32123"/>
            <p:cNvSpPr/>
            <p:nvPr/>
          </p:nvSpPr>
          <p:spPr>
            <a:xfrm>
              <a:off x="7438953" y="3706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4" name="pt32124"/>
            <p:cNvSpPr/>
            <p:nvPr/>
          </p:nvSpPr>
          <p:spPr>
            <a:xfrm>
              <a:off x="7447196" y="3502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5" name="pt32125"/>
            <p:cNvSpPr/>
            <p:nvPr/>
          </p:nvSpPr>
          <p:spPr>
            <a:xfrm>
              <a:off x="7463924" y="32624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6" name="pt32126"/>
            <p:cNvSpPr/>
            <p:nvPr/>
          </p:nvSpPr>
          <p:spPr>
            <a:xfrm>
              <a:off x="7423684" y="3295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7" name="pt32127"/>
            <p:cNvSpPr/>
            <p:nvPr/>
          </p:nvSpPr>
          <p:spPr>
            <a:xfrm>
              <a:off x="7440441" y="3292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8" name="pt32128"/>
            <p:cNvSpPr/>
            <p:nvPr/>
          </p:nvSpPr>
          <p:spPr>
            <a:xfrm>
              <a:off x="7423640" y="35822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29" name="pt32129"/>
            <p:cNvSpPr/>
            <p:nvPr/>
          </p:nvSpPr>
          <p:spPr>
            <a:xfrm>
              <a:off x="7385052" y="3628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0" name="pt32130"/>
            <p:cNvSpPr/>
            <p:nvPr/>
          </p:nvSpPr>
          <p:spPr>
            <a:xfrm>
              <a:off x="7439825" y="3406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1" name="pt32131"/>
            <p:cNvSpPr/>
            <p:nvPr/>
          </p:nvSpPr>
          <p:spPr>
            <a:xfrm>
              <a:off x="7412912" y="37513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2" name="pt32132"/>
            <p:cNvSpPr/>
            <p:nvPr/>
          </p:nvSpPr>
          <p:spPr>
            <a:xfrm>
              <a:off x="7452790" y="32194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3" name="pt32133"/>
            <p:cNvSpPr/>
            <p:nvPr/>
          </p:nvSpPr>
          <p:spPr>
            <a:xfrm>
              <a:off x="7453184" y="3341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4" name="pt32134"/>
            <p:cNvSpPr/>
            <p:nvPr/>
          </p:nvSpPr>
          <p:spPr>
            <a:xfrm>
              <a:off x="7444338" y="3433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5" name="pt32135"/>
            <p:cNvSpPr/>
            <p:nvPr/>
          </p:nvSpPr>
          <p:spPr>
            <a:xfrm>
              <a:off x="7465803" y="33312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6" name="pt32136"/>
            <p:cNvSpPr/>
            <p:nvPr/>
          </p:nvSpPr>
          <p:spPr>
            <a:xfrm>
              <a:off x="7421464" y="33871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7" name="pt32137"/>
            <p:cNvSpPr/>
            <p:nvPr/>
          </p:nvSpPr>
          <p:spPr>
            <a:xfrm>
              <a:off x="7456353" y="32398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8" name="pt32138"/>
            <p:cNvSpPr/>
            <p:nvPr/>
          </p:nvSpPr>
          <p:spPr>
            <a:xfrm>
              <a:off x="7446121" y="32105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39" name="pt32139"/>
            <p:cNvSpPr/>
            <p:nvPr/>
          </p:nvSpPr>
          <p:spPr>
            <a:xfrm>
              <a:off x="7436306" y="31487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0" name="pt32140"/>
            <p:cNvSpPr/>
            <p:nvPr/>
          </p:nvSpPr>
          <p:spPr>
            <a:xfrm>
              <a:off x="7462919" y="3323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1" name="pt32141"/>
            <p:cNvSpPr/>
            <p:nvPr/>
          </p:nvSpPr>
          <p:spPr>
            <a:xfrm>
              <a:off x="7428653" y="31415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2" name="pt32142"/>
            <p:cNvSpPr/>
            <p:nvPr/>
          </p:nvSpPr>
          <p:spPr>
            <a:xfrm>
              <a:off x="7477946" y="32162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3" name="pt32143"/>
            <p:cNvSpPr/>
            <p:nvPr/>
          </p:nvSpPr>
          <p:spPr>
            <a:xfrm>
              <a:off x="7464624" y="3316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4" name="pt32144"/>
            <p:cNvSpPr/>
            <p:nvPr/>
          </p:nvSpPr>
          <p:spPr>
            <a:xfrm>
              <a:off x="7448946" y="31767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5" name="pt32145"/>
            <p:cNvSpPr/>
            <p:nvPr/>
          </p:nvSpPr>
          <p:spPr>
            <a:xfrm>
              <a:off x="7523797" y="319113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46" name="pt32146"/>
            <p:cNvSpPr/>
            <p:nvPr/>
          </p:nvSpPr>
          <p:spPr>
            <a:xfrm>
              <a:off x="7405447" y="33508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7" name="pt32147"/>
            <p:cNvSpPr/>
            <p:nvPr/>
          </p:nvSpPr>
          <p:spPr>
            <a:xfrm>
              <a:off x="7492059" y="3264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8" name="pt32148"/>
            <p:cNvSpPr/>
            <p:nvPr/>
          </p:nvSpPr>
          <p:spPr>
            <a:xfrm>
              <a:off x="7459320" y="32549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49" name="pt32149"/>
            <p:cNvSpPr/>
            <p:nvPr/>
          </p:nvSpPr>
          <p:spPr>
            <a:xfrm>
              <a:off x="7434161" y="32820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0" name="pt32150"/>
            <p:cNvSpPr/>
            <p:nvPr/>
          </p:nvSpPr>
          <p:spPr>
            <a:xfrm>
              <a:off x="7448660" y="3283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1" name="pt32151"/>
            <p:cNvSpPr/>
            <p:nvPr/>
          </p:nvSpPr>
          <p:spPr>
            <a:xfrm>
              <a:off x="7473742" y="31820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2" name="pt32152"/>
            <p:cNvSpPr/>
            <p:nvPr/>
          </p:nvSpPr>
          <p:spPr>
            <a:xfrm>
              <a:off x="7365987" y="3228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3" name="pt32153"/>
            <p:cNvSpPr/>
            <p:nvPr/>
          </p:nvSpPr>
          <p:spPr>
            <a:xfrm>
              <a:off x="7475177" y="3143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4" name="pt32154"/>
            <p:cNvSpPr/>
            <p:nvPr/>
          </p:nvSpPr>
          <p:spPr>
            <a:xfrm>
              <a:off x="7496796" y="30472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5" name="pt32155"/>
            <p:cNvSpPr/>
            <p:nvPr/>
          </p:nvSpPr>
          <p:spPr>
            <a:xfrm>
              <a:off x="7439394" y="3289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6" name="pt32156"/>
            <p:cNvSpPr/>
            <p:nvPr/>
          </p:nvSpPr>
          <p:spPr>
            <a:xfrm>
              <a:off x="7439839" y="3206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7" name="pt32157"/>
            <p:cNvSpPr/>
            <p:nvPr/>
          </p:nvSpPr>
          <p:spPr>
            <a:xfrm>
              <a:off x="7468511" y="3201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8" name="pt32158"/>
            <p:cNvSpPr/>
            <p:nvPr/>
          </p:nvSpPr>
          <p:spPr>
            <a:xfrm>
              <a:off x="7441446" y="33581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59" name="pt32159"/>
            <p:cNvSpPr/>
            <p:nvPr/>
          </p:nvSpPr>
          <p:spPr>
            <a:xfrm>
              <a:off x="7461131" y="32432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0" name="pt32160"/>
            <p:cNvSpPr/>
            <p:nvPr/>
          </p:nvSpPr>
          <p:spPr>
            <a:xfrm>
              <a:off x="7441624" y="3458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1" name="pt32161"/>
            <p:cNvSpPr/>
            <p:nvPr/>
          </p:nvSpPr>
          <p:spPr>
            <a:xfrm>
              <a:off x="7456758" y="3162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2" name="pt32162"/>
            <p:cNvSpPr/>
            <p:nvPr/>
          </p:nvSpPr>
          <p:spPr>
            <a:xfrm>
              <a:off x="7422202" y="31231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3" name="pt32163"/>
            <p:cNvSpPr/>
            <p:nvPr/>
          </p:nvSpPr>
          <p:spPr>
            <a:xfrm>
              <a:off x="7456106" y="3197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4" name="pt32164"/>
            <p:cNvSpPr/>
            <p:nvPr/>
          </p:nvSpPr>
          <p:spPr>
            <a:xfrm>
              <a:off x="7478157" y="3131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5" name="pt32165"/>
            <p:cNvSpPr/>
            <p:nvPr/>
          </p:nvSpPr>
          <p:spPr>
            <a:xfrm>
              <a:off x="7463851" y="3163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6" name="pt32166"/>
            <p:cNvSpPr/>
            <p:nvPr/>
          </p:nvSpPr>
          <p:spPr>
            <a:xfrm>
              <a:off x="7459657" y="3312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7" name="pt32167"/>
            <p:cNvSpPr/>
            <p:nvPr/>
          </p:nvSpPr>
          <p:spPr>
            <a:xfrm>
              <a:off x="7475188" y="32490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8" name="pt32168"/>
            <p:cNvSpPr/>
            <p:nvPr/>
          </p:nvSpPr>
          <p:spPr>
            <a:xfrm>
              <a:off x="7452912" y="31811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69" name="pt32169"/>
            <p:cNvSpPr/>
            <p:nvPr/>
          </p:nvSpPr>
          <p:spPr>
            <a:xfrm>
              <a:off x="7497858" y="3181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0" name="pt32170"/>
            <p:cNvSpPr/>
            <p:nvPr/>
          </p:nvSpPr>
          <p:spPr>
            <a:xfrm>
              <a:off x="7486055" y="3149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1" name="pt32171"/>
            <p:cNvSpPr/>
            <p:nvPr/>
          </p:nvSpPr>
          <p:spPr>
            <a:xfrm>
              <a:off x="7417484" y="3396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2" name="pt32172"/>
            <p:cNvSpPr/>
            <p:nvPr/>
          </p:nvSpPr>
          <p:spPr>
            <a:xfrm>
              <a:off x="7419976" y="3423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3" name="pt32173"/>
            <p:cNvSpPr/>
            <p:nvPr/>
          </p:nvSpPr>
          <p:spPr>
            <a:xfrm>
              <a:off x="7433603" y="3213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4" name="pt32174"/>
            <p:cNvSpPr/>
            <p:nvPr/>
          </p:nvSpPr>
          <p:spPr>
            <a:xfrm>
              <a:off x="7458240" y="32597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5" name="pt32175"/>
            <p:cNvSpPr/>
            <p:nvPr/>
          </p:nvSpPr>
          <p:spPr>
            <a:xfrm>
              <a:off x="7503910" y="32590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6" name="pt32176"/>
            <p:cNvSpPr/>
            <p:nvPr/>
          </p:nvSpPr>
          <p:spPr>
            <a:xfrm>
              <a:off x="7402120" y="34071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7" name="pt32177"/>
            <p:cNvSpPr/>
            <p:nvPr/>
          </p:nvSpPr>
          <p:spPr>
            <a:xfrm>
              <a:off x="7422921" y="3361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8" name="pt32178"/>
            <p:cNvSpPr/>
            <p:nvPr/>
          </p:nvSpPr>
          <p:spPr>
            <a:xfrm>
              <a:off x="7406121" y="3273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79" name="pt32179"/>
            <p:cNvSpPr/>
            <p:nvPr/>
          </p:nvSpPr>
          <p:spPr>
            <a:xfrm>
              <a:off x="7086671" y="428351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80" name="pt32180"/>
            <p:cNvSpPr/>
            <p:nvPr/>
          </p:nvSpPr>
          <p:spPr>
            <a:xfrm>
              <a:off x="7532223" y="311900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81" name="pt32181"/>
            <p:cNvSpPr/>
            <p:nvPr/>
          </p:nvSpPr>
          <p:spPr>
            <a:xfrm>
              <a:off x="7451351" y="32460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2" name="pt32182"/>
            <p:cNvSpPr/>
            <p:nvPr/>
          </p:nvSpPr>
          <p:spPr>
            <a:xfrm>
              <a:off x="7503527" y="3200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3" name="pt32183"/>
            <p:cNvSpPr/>
            <p:nvPr/>
          </p:nvSpPr>
          <p:spPr>
            <a:xfrm>
              <a:off x="7426472" y="3243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4" name="pt32184"/>
            <p:cNvSpPr/>
            <p:nvPr/>
          </p:nvSpPr>
          <p:spPr>
            <a:xfrm>
              <a:off x="7437523" y="3320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5" name="pt32185"/>
            <p:cNvSpPr/>
            <p:nvPr/>
          </p:nvSpPr>
          <p:spPr>
            <a:xfrm>
              <a:off x="7454514" y="32191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6" name="pt32186"/>
            <p:cNvSpPr/>
            <p:nvPr/>
          </p:nvSpPr>
          <p:spPr>
            <a:xfrm>
              <a:off x="7432494" y="32059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7" name="pt32187"/>
            <p:cNvSpPr/>
            <p:nvPr/>
          </p:nvSpPr>
          <p:spPr>
            <a:xfrm>
              <a:off x="7474627" y="3113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8" name="pt32188"/>
            <p:cNvSpPr/>
            <p:nvPr/>
          </p:nvSpPr>
          <p:spPr>
            <a:xfrm>
              <a:off x="7464879" y="3319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89" name="pt32189"/>
            <p:cNvSpPr/>
            <p:nvPr/>
          </p:nvSpPr>
          <p:spPr>
            <a:xfrm>
              <a:off x="7428610" y="32282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0" name="pt32190"/>
            <p:cNvSpPr/>
            <p:nvPr/>
          </p:nvSpPr>
          <p:spPr>
            <a:xfrm>
              <a:off x="7461094" y="32323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1" name="pt32191"/>
            <p:cNvSpPr/>
            <p:nvPr/>
          </p:nvSpPr>
          <p:spPr>
            <a:xfrm>
              <a:off x="7460060" y="3185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2" name="pt32192"/>
            <p:cNvSpPr/>
            <p:nvPr/>
          </p:nvSpPr>
          <p:spPr>
            <a:xfrm>
              <a:off x="7426871" y="3287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3" name="pt32193"/>
            <p:cNvSpPr/>
            <p:nvPr/>
          </p:nvSpPr>
          <p:spPr>
            <a:xfrm>
              <a:off x="7465282" y="3423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4" name="pt32194"/>
            <p:cNvSpPr/>
            <p:nvPr/>
          </p:nvSpPr>
          <p:spPr>
            <a:xfrm>
              <a:off x="7466065" y="3463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5" name="pt32195"/>
            <p:cNvSpPr/>
            <p:nvPr/>
          </p:nvSpPr>
          <p:spPr>
            <a:xfrm>
              <a:off x="7462991" y="3570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6" name="pt32196"/>
            <p:cNvSpPr/>
            <p:nvPr/>
          </p:nvSpPr>
          <p:spPr>
            <a:xfrm>
              <a:off x="7481409" y="31490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7" name="pt32197"/>
            <p:cNvSpPr/>
            <p:nvPr/>
          </p:nvSpPr>
          <p:spPr>
            <a:xfrm>
              <a:off x="7408046" y="32807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8" name="pt32198"/>
            <p:cNvSpPr/>
            <p:nvPr/>
          </p:nvSpPr>
          <p:spPr>
            <a:xfrm>
              <a:off x="7461531" y="3256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199" name="pt32199"/>
            <p:cNvSpPr/>
            <p:nvPr/>
          </p:nvSpPr>
          <p:spPr>
            <a:xfrm>
              <a:off x="7438520" y="3222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0" name="pt32200"/>
            <p:cNvSpPr/>
            <p:nvPr/>
          </p:nvSpPr>
          <p:spPr>
            <a:xfrm>
              <a:off x="7454212" y="3330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1" name="pt32201"/>
            <p:cNvSpPr/>
            <p:nvPr/>
          </p:nvSpPr>
          <p:spPr>
            <a:xfrm>
              <a:off x="7449047" y="33370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2" name="pt32202"/>
            <p:cNvSpPr/>
            <p:nvPr/>
          </p:nvSpPr>
          <p:spPr>
            <a:xfrm>
              <a:off x="7474104" y="3236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3" name="pt32203"/>
            <p:cNvSpPr/>
            <p:nvPr/>
          </p:nvSpPr>
          <p:spPr>
            <a:xfrm>
              <a:off x="7431440" y="32336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4" name="pt32204"/>
            <p:cNvSpPr/>
            <p:nvPr/>
          </p:nvSpPr>
          <p:spPr>
            <a:xfrm>
              <a:off x="7455933" y="33507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5" name="pt32205"/>
            <p:cNvSpPr/>
            <p:nvPr/>
          </p:nvSpPr>
          <p:spPr>
            <a:xfrm>
              <a:off x="7437765" y="33045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6" name="pt32206"/>
            <p:cNvSpPr/>
            <p:nvPr/>
          </p:nvSpPr>
          <p:spPr>
            <a:xfrm>
              <a:off x="7426924" y="3360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7" name="pt32207"/>
            <p:cNvSpPr/>
            <p:nvPr/>
          </p:nvSpPr>
          <p:spPr>
            <a:xfrm>
              <a:off x="7470379" y="3348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8" name="pt32208"/>
            <p:cNvSpPr/>
            <p:nvPr/>
          </p:nvSpPr>
          <p:spPr>
            <a:xfrm>
              <a:off x="7455886" y="32179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09" name="pt32209"/>
            <p:cNvSpPr/>
            <p:nvPr/>
          </p:nvSpPr>
          <p:spPr>
            <a:xfrm>
              <a:off x="7438336" y="3262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0" name="pt32210"/>
            <p:cNvSpPr/>
            <p:nvPr/>
          </p:nvSpPr>
          <p:spPr>
            <a:xfrm>
              <a:off x="7467749" y="3103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1" name="pt32211"/>
            <p:cNvSpPr/>
            <p:nvPr/>
          </p:nvSpPr>
          <p:spPr>
            <a:xfrm>
              <a:off x="7438577" y="3311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2" name="pt32212"/>
            <p:cNvSpPr/>
            <p:nvPr/>
          </p:nvSpPr>
          <p:spPr>
            <a:xfrm>
              <a:off x="7452726" y="34114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3" name="pt32213"/>
            <p:cNvSpPr/>
            <p:nvPr/>
          </p:nvSpPr>
          <p:spPr>
            <a:xfrm>
              <a:off x="7447145" y="3324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4" name="pt32214"/>
            <p:cNvSpPr/>
            <p:nvPr/>
          </p:nvSpPr>
          <p:spPr>
            <a:xfrm>
              <a:off x="7464934" y="3266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5" name="pt32215"/>
            <p:cNvSpPr/>
            <p:nvPr/>
          </p:nvSpPr>
          <p:spPr>
            <a:xfrm>
              <a:off x="7395758" y="3281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6" name="pt32216"/>
            <p:cNvSpPr/>
            <p:nvPr/>
          </p:nvSpPr>
          <p:spPr>
            <a:xfrm>
              <a:off x="7466642" y="3212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7" name="pt32217"/>
            <p:cNvSpPr/>
            <p:nvPr/>
          </p:nvSpPr>
          <p:spPr>
            <a:xfrm>
              <a:off x="7452647" y="3235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8" name="pt32218"/>
            <p:cNvSpPr/>
            <p:nvPr/>
          </p:nvSpPr>
          <p:spPr>
            <a:xfrm>
              <a:off x="7454285" y="3190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19" name="pt32219"/>
            <p:cNvSpPr/>
            <p:nvPr/>
          </p:nvSpPr>
          <p:spPr>
            <a:xfrm>
              <a:off x="7521549" y="31410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0" name="pt32220"/>
            <p:cNvSpPr/>
            <p:nvPr/>
          </p:nvSpPr>
          <p:spPr>
            <a:xfrm>
              <a:off x="7422312" y="33778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1" name="pt32221"/>
            <p:cNvSpPr/>
            <p:nvPr/>
          </p:nvSpPr>
          <p:spPr>
            <a:xfrm>
              <a:off x="7448705" y="3301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2" name="pt32222"/>
            <p:cNvSpPr/>
            <p:nvPr/>
          </p:nvSpPr>
          <p:spPr>
            <a:xfrm>
              <a:off x="7518892" y="3325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3" name="pt32223"/>
            <p:cNvSpPr/>
            <p:nvPr/>
          </p:nvSpPr>
          <p:spPr>
            <a:xfrm>
              <a:off x="7441134" y="3252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4" name="pt32224"/>
            <p:cNvSpPr/>
            <p:nvPr/>
          </p:nvSpPr>
          <p:spPr>
            <a:xfrm>
              <a:off x="7441115" y="3609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5" name="pt32225"/>
            <p:cNvSpPr/>
            <p:nvPr/>
          </p:nvSpPr>
          <p:spPr>
            <a:xfrm>
              <a:off x="7444583" y="3169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6" name="pt32226"/>
            <p:cNvSpPr/>
            <p:nvPr/>
          </p:nvSpPr>
          <p:spPr>
            <a:xfrm>
              <a:off x="7465618" y="31726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7" name="pt32227"/>
            <p:cNvSpPr/>
            <p:nvPr/>
          </p:nvSpPr>
          <p:spPr>
            <a:xfrm>
              <a:off x="7440694" y="3255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8" name="pt32228"/>
            <p:cNvSpPr/>
            <p:nvPr/>
          </p:nvSpPr>
          <p:spPr>
            <a:xfrm>
              <a:off x="7418043" y="31657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29" name="pt32229"/>
            <p:cNvSpPr/>
            <p:nvPr/>
          </p:nvSpPr>
          <p:spPr>
            <a:xfrm>
              <a:off x="7471936" y="3255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0" name="pt32230"/>
            <p:cNvSpPr/>
            <p:nvPr/>
          </p:nvSpPr>
          <p:spPr>
            <a:xfrm>
              <a:off x="7429098" y="3241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1" name="pt32231"/>
            <p:cNvSpPr/>
            <p:nvPr/>
          </p:nvSpPr>
          <p:spPr>
            <a:xfrm>
              <a:off x="7430972" y="3243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2" name="pt32232"/>
            <p:cNvSpPr/>
            <p:nvPr/>
          </p:nvSpPr>
          <p:spPr>
            <a:xfrm>
              <a:off x="7418098" y="3433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3" name="pt32233"/>
            <p:cNvSpPr/>
            <p:nvPr/>
          </p:nvSpPr>
          <p:spPr>
            <a:xfrm>
              <a:off x="7444405" y="3352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4" name="pt32234"/>
            <p:cNvSpPr/>
            <p:nvPr/>
          </p:nvSpPr>
          <p:spPr>
            <a:xfrm>
              <a:off x="7412837" y="3127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5" name="pt32235"/>
            <p:cNvSpPr/>
            <p:nvPr/>
          </p:nvSpPr>
          <p:spPr>
            <a:xfrm>
              <a:off x="7493283" y="3244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6" name="pt32236"/>
            <p:cNvSpPr/>
            <p:nvPr/>
          </p:nvSpPr>
          <p:spPr>
            <a:xfrm>
              <a:off x="7465283" y="32904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7" name="pt32237"/>
            <p:cNvSpPr/>
            <p:nvPr/>
          </p:nvSpPr>
          <p:spPr>
            <a:xfrm>
              <a:off x="7428712" y="2976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8" name="pt32238"/>
            <p:cNvSpPr/>
            <p:nvPr/>
          </p:nvSpPr>
          <p:spPr>
            <a:xfrm>
              <a:off x="7467328" y="32692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39" name="pt32239"/>
            <p:cNvSpPr/>
            <p:nvPr/>
          </p:nvSpPr>
          <p:spPr>
            <a:xfrm>
              <a:off x="7449288" y="32252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0" name="pt32240"/>
            <p:cNvSpPr/>
            <p:nvPr/>
          </p:nvSpPr>
          <p:spPr>
            <a:xfrm>
              <a:off x="7395528" y="3450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1" name="pt32241"/>
            <p:cNvSpPr/>
            <p:nvPr/>
          </p:nvSpPr>
          <p:spPr>
            <a:xfrm>
              <a:off x="7434784" y="33164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2" name="pt32242"/>
            <p:cNvSpPr/>
            <p:nvPr/>
          </p:nvSpPr>
          <p:spPr>
            <a:xfrm>
              <a:off x="7463646" y="32388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3" name="pt32243"/>
            <p:cNvSpPr/>
            <p:nvPr/>
          </p:nvSpPr>
          <p:spPr>
            <a:xfrm>
              <a:off x="7403640" y="3244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4" name="pt32244"/>
            <p:cNvSpPr/>
            <p:nvPr/>
          </p:nvSpPr>
          <p:spPr>
            <a:xfrm>
              <a:off x="7417704" y="3191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5" name="pt32245"/>
            <p:cNvSpPr/>
            <p:nvPr/>
          </p:nvSpPr>
          <p:spPr>
            <a:xfrm>
              <a:off x="7445736" y="3254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6" name="pt32246"/>
            <p:cNvSpPr/>
            <p:nvPr/>
          </p:nvSpPr>
          <p:spPr>
            <a:xfrm>
              <a:off x="7432276" y="36162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7" name="pt32247"/>
            <p:cNvSpPr/>
            <p:nvPr/>
          </p:nvSpPr>
          <p:spPr>
            <a:xfrm>
              <a:off x="7493253" y="2916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8" name="pt32248"/>
            <p:cNvSpPr/>
            <p:nvPr/>
          </p:nvSpPr>
          <p:spPr>
            <a:xfrm>
              <a:off x="7405498" y="3198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49" name="pt32249"/>
            <p:cNvSpPr/>
            <p:nvPr/>
          </p:nvSpPr>
          <p:spPr>
            <a:xfrm>
              <a:off x="7430462" y="3329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0" name="pt32250"/>
            <p:cNvSpPr/>
            <p:nvPr/>
          </p:nvSpPr>
          <p:spPr>
            <a:xfrm>
              <a:off x="7450364" y="31846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1" name="pt32251"/>
            <p:cNvSpPr/>
            <p:nvPr/>
          </p:nvSpPr>
          <p:spPr>
            <a:xfrm>
              <a:off x="7501214" y="31822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2" name="pt32252"/>
            <p:cNvSpPr/>
            <p:nvPr/>
          </p:nvSpPr>
          <p:spPr>
            <a:xfrm>
              <a:off x="7450053" y="32483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3" name="pt32253"/>
            <p:cNvSpPr/>
            <p:nvPr/>
          </p:nvSpPr>
          <p:spPr>
            <a:xfrm>
              <a:off x="7434663" y="3269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4" name="pt32254"/>
            <p:cNvSpPr/>
            <p:nvPr/>
          </p:nvSpPr>
          <p:spPr>
            <a:xfrm>
              <a:off x="7443745" y="3228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5" name="pt32255"/>
            <p:cNvSpPr/>
            <p:nvPr/>
          </p:nvSpPr>
          <p:spPr>
            <a:xfrm>
              <a:off x="7455715" y="31457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6" name="pt32256"/>
            <p:cNvSpPr/>
            <p:nvPr/>
          </p:nvSpPr>
          <p:spPr>
            <a:xfrm>
              <a:off x="7426679" y="34384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7" name="pt32257"/>
            <p:cNvSpPr/>
            <p:nvPr/>
          </p:nvSpPr>
          <p:spPr>
            <a:xfrm>
              <a:off x="7447726" y="33447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8" name="pt32258"/>
            <p:cNvSpPr/>
            <p:nvPr/>
          </p:nvSpPr>
          <p:spPr>
            <a:xfrm>
              <a:off x="7448665" y="33067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59" name="pt32259"/>
            <p:cNvSpPr/>
            <p:nvPr/>
          </p:nvSpPr>
          <p:spPr>
            <a:xfrm>
              <a:off x="7453364" y="32850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0" name="pt32260"/>
            <p:cNvSpPr/>
            <p:nvPr/>
          </p:nvSpPr>
          <p:spPr>
            <a:xfrm>
              <a:off x="7445436" y="37105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1" name="pt32261"/>
            <p:cNvSpPr/>
            <p:nvPr/>
          </p:nvSpPr>
          <p:spPr>
            <a:xfrm>
              <a:off x="7444183" y="3292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2" name="pt32262"/>
            <p:cNvSpPr/>
            <p:nvPr/>
          </p:nvSpPr>
          <p:spPr>
            <a:xfrm>
              <a:off x="7503194" y="3179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3" name="pt32263"/>
            <p:cNvSpPr/>
            <p:nvPr/>
          </p:nvSpPr>
          <p:spPr>
            <a:xfrm>
              <a:off x="7468500" y="3305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4" name="pt32264"/>
            <p:cNvSpPr/>
            <p:nvPr/>
          </p:nvSpPr>
          <p:spPr>
            <a:xfrm>
              <a:off x="7465049" y="3345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5" name="pt32265"/>
            <p:cNvSpPr/>
            <p:nvPr/>
          </p:nvSpPr>
          <p:spPr>
            <a:xfrm>
              <a:off x="7446457" y="3240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6" name="pt32266"/>
            <p:cNvSpPr/>
            <p:nvPr/>
          </p:nvSpPr>
          <p:spPr>
            <a:xfrm>
              <a:off x="7449868" y="32910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7" name="pt32267"/>
            <p:cNvSpPr/>
            <p:nvPr/>
          </p:nvSpPr>
          <p:spPr>
            <a:xfrm>
              <a:off x="7414348" y="3422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8" name="pt32268"/>
            <p:cNvSpPr/>
            <p:nvPr/>
          </p:nvSpPr>
          <p:spPr>
            <a:xfrm>
              <a:off x="7495471" y="31485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69" name="pt32269"/>
            <p:cNvSpPr/>
            <p:nvPr/>
          </p:nvSpPr>
          <p:spPr>
            <a:xfrm>
              <a:off x="7464512" y="3319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0" name="pt32270"/>
            <p:cNvSpPr/>
            <p:nvPr/>
          </p:nvSpPr>
          <p:spPr>
            <a:xfrm>
              <a:off x="7433201" y="3252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1" name="pt32271"/>
            <p:cNvSpPr/>
            <p:nvPr/>
          </p:nvSpPr>
          <p:spPr>
            <a:xfrm>
              <a:off x="7451687" y="3167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2" name="pt32272"/>
            <p:cNvSpPr/>
            <p:nvPr/>
          </p:nvSpPr>
          <p:spPr>
            <a:xfrm>
              <a:off x="7409410" y="3909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3" name="pt32273"/>
            <p:cNvSpPr/>
            <p:nvPr/>
          </p:nvSpPr>
          <p:spPr>
            <a:xfrm>
              <a:off x="7477359" y="33438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4" name="pt32274"/>
            <p:cNvSpPr/>
            <p:nvPr/>
          </p:nvSpPr>
          <p:spPr>
            <a:xfrm>
              <a:off x="7479897" y="2942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5" name="pt32275"/>
            <p:cNvSpPr/>
            <p:nvPr/>
          </p:nvSpPr>
          <p:spPr>
            <a:xfrm>
              <a:off x="7464429" y="3282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6" name="pt32276"/>
            <p:cNvSpPr/>
            <p:nvPr/>
          </p:nvSpPr>
          <p:spPr>
            <a:xfrm>
              <a:off x="7433469" y="33562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7" name="pt32277"/>
            <p:cNvSpPr/>
            <p:nvPr/>
          </p:nvSpPr>
          <p:spPr>
            <a:xfrm>
              <a:off x="7493467" y="3104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8" name="pt32278"/>
            <p:cNvSpPr/>
            <p:nvPr/>
          </p:nvSpPr>
          <p:spPr>
            <a:xfrm>
              <a:off x="7432944" y="3261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79" name="pt32279"/>
            <p:cNvSpPr/>
            <p:nvPr/>
          </p:nvSpPr>
          <p:spPr>
            <a:xfrm>
              <a:off x="7439660" y="3290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0" name="pt32280"/>
            <p:cNvSpPr/>
            <p:nvPr/>
          </p:nvSpPr>
          <p:spPr>
            <a:xfrm>
              <a:off x="7456023" y="3189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1" name="pt32281"/>
            <p:cNvSpPr/>
            <p:nvPr/>
          </p:nvSpPr>
          <p:spPr>
            <a:xfrm>
              <a:off x="7439847" y="3215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2" name="pt32282"/>
            <p:cNvSpPr/>
            <p:nvPr/>
          </p:nvSpPr>
          <p:spPr>
            <a:xfrm>
              <a:off x="7427343" y="3467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3" name="pt32283"/>
            <p:cNvSpPr/>
            <p:nvPr/>
          </p:nvSpPr>
          <p:spPr>
            <a:xfrm>
              <a:off x="7436707" y="3188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4" name="pt32284"/>
            <p:cNvSpPr/>
            <p:nvPr/>
          </p:nvSpPr>
          <p:spPr>
            <a:xfrm>
              <a:off x="7494570" y="3245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5" name="pt32285"/>
            <p:cNvSpPr/>
            <p:nvPr/>
          </p:nvSpPr>
          <p:spPr>
            <a:xfrm>
              <a:off x="7457319" y="3173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6" name="pt32286"/>
            <p:cNvSpPr/>
            <p:nvPr/>
          </p:nvSpPr>
          <p:spPr>
            <a:xfrm>
              <a:off x="7424357" y="3262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7" name="pt32287"/>
            <p:cNvSpPr/>
            <p:nvPr/>
          </p:nvSpPr>
          <p:spPr>
            <a:xfrm>
              <a:off x="7424562" y="32858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8" name="pt32288"/>
            <p:cNvSpPr/>
            <p:nvPr/>
          </p:nvSpPr>
          <p:spPr>
            <a:xfrm>
              <a:off x="7469263" y="32157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89" name="pt32289"/>
            <p:cNvSpPr/>
            <p:nvPr/>
          </p:nvSpPr>
          <p:spPr>
            <a:xfrm>
              <a:off x="7484692" y="3225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0" name="pt32290"/>
            <p:cNvSpPr/>
            <p:nvPr/>
          </p:nvSpPr>
          <p:spPr>
            <a:xfrm>
              <a:off x="7443122" y="31790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1" name="pt32291"/>
            <p:cNvSpPr/>
            <p:nvPr/>
          </p:nvSpPr>
          <p:spPr>
            <a:xfrm>
              <a:off x="7464037" y="32678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2" name="pt32292"/>
            <p:cNvSpPr/>
            <p:nvPr/>
          </p:nvSpPr>
          <p:spPr>
            <a:xfrm>
              <a:off x="7397914" y="3260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3" name="pt32293"/>
            <p:cNvSpPr/>
            <p:nvPr/>
          </p:nvSpPr>
          <p:spPr>
            <a:xfrm>
              <a:off x="7425587" y="3642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4" name="pt32294"/>
            <p:cNvSpPr/>
            <p:nvPr/>
          </p:nvSpPr>
          <p:spPr>
            <a:xfrm>
              <a:off x="7480631" y="3287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5" name="pt32295"/>
            <p:cNvSpPr/>
            <p:nvPr/>
          </p:nvSpPr>
          <p:spPr>
            <a:xfrm>
              <a:off x="7470504" y="3213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6" name="pt32296"/>
            <p:cNvSpPr/>
            <p:nvPr/>
          </p:nvSpPr>
          <p:spPr>
            <a:xfrm>
              <a:off x="7435906" y="3703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7" name="pt32297"/>
            <p:cNvSpPr/>
            <p:nvPr/>
          </p:nvSpPr>
          <p:spPr>
            <a:xfrm>
              <a:off x="7465878" y="3278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8" name="pt32298"/>
            <p:cNvSpPr/>
            <p:nvPr/>
          </p:nvSpPr>
          <p:spPr>
            <a:xfrm>
              <a:off x="7368914" y="3288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299" name="pt32299"/>
            <p:cNvSpPr/>
            <p:nvPr/>
          </p:nvSpPr>
          <p:spPr>
            <a:xfrm>
              <a:off x="7417170" y="3230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0" name="pt32300"/>
            <p:cNvSpPr/>
            <p:nvPr/>
          </p:nvSpPr>
          <p:spPr>
            <a:xfrm>
              <a:off x="7456502" y="3360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1" name="pt32301"/>
            <p:cNvSpPr/>
            <p:nvPr/>
          </p:nvSpPr>
          <p:spPr>
            <a:xfrm>
              <a:off x="7434845" y="3253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2" name="pt32302"/>
            <p:cNvSpPr/>
            <p:nvPr/>
          </p:nvSpPr>
          <p:spPr>
            <a:xfrm>
              <a:off x="7341955" y="4039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3" name="pt32303"/>
            <p:cNvSpPr/>
            <p:nvPr/>
          </p:nvSpPr>
          <p:spPr>
            <a:xfrm>
              <a:off x="7370267" y="3230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4" name="pt32304"/>
            <p:cNvSpPr/>
            <p:nvPr/>
          </p:nvSpPr>
          <p:spPr>
            <a:xfrm>
              <a:off x="7447697" y="3274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5" name="pt32305"/>
            <p:cNvSpPr/>
            <p:nvPr/>
          </p:nvSpPr>
          <p:spPr>
            <a:xfrm>
              <a:off x="7354075" y="341016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06" name="pt32306"/>
            <p:cNvSpPr/>
            <p:nvPr/>
          </p:nvSpPr>
          <p:spPr>
            <a:xfrm>
              <a:off x="7432893" y="3258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7" name="pt32307"/>
            <p:cNvSpPr/>
            <p:nvPr/>
          </p:nvSpPr>
          <p:spPr>
            <a:xfrm>
              <a:off x="7479605" y="3070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8" name="pt32308"/>
            <p:cNvSpPr/>
            <p:nvPr/>
          </p:nvSpPr>
          <p:spPr>
            <a:xfrm>
              <a:off x="7404041" y="32742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09" name="pt32309"/>
            <p:cNvSpPr/>
            <p:nvPr/>
          </p:nvSpPr>
          <p:spPr>
            <a:xfrm>
              <a:off x="7497716" y="2884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0" name="pt32310"/>
            <p:cNvSpPr/>
            <p:nvPr/>
          </p:nvSpPr>
          <p:spPr>
            <a:xfrm>
              <a:off x="7461309" y="30126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1" name="pt32311"/>
            <p:cNvSpPr/>
            <p:nvPr/>
          </p:nvSpPr>
          <p:spPr>
            <a:xfrm>
              <a:off x="7483990" y="31878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2" name="pt32312"/>
            <p:cNvSpPr/>
            <p:nvPr/>
          </p:nvSpPr>
          <p:spPr>
            <a:xfrm>
              <a:off x="7418357" y="3468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3" name="pt32313"/>
            <p:cNvSpPr/>
            <p:nvPr/>
          </p:nvSpPr>
          <p:spPr>
            <a:xfrm>
              <a:off x="7449671" y="33640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4" name="pt32314"/>
            <p:cNvSpPr/>
            <p:nvPr/>
          </p:nvSpPr>
          <p:spPr>
            <a:xfrm>
              <a:off x="7418719" y="3665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5" name="pt32315"/>
            <p:cNvSpPr/>
            <p:nvPr/>
          </p:nvSpPr>
          <p:spPr>
            <a:xfrm>
              <a:off x="7440285" y="3595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6" name="pt32316"/>
            <p:cNvSpPr/>
            <p:nvPr/>
          </p:nvSpPr>
          <p:spPr>
            <a:xfrm>
              <a:off x="7422328" y="3226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7" name="pt32317"/>
            <p:cNvSpPr/>
            <p:nvPr/>
          </p:nvSpPr>
          <p:spPr>
            <a:xfrm>
              <a:off x="7462437" y="3335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8" name="pt32318"/>
            <p:cNvSpPr/>
            <p:nvPr/>
          </p:nvSpPr>
          <p:spPr>
            <a:xfrm>
              <a:off x="7445331" y="3260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19" name="pt32319"/>
            <p:cNvSpPr/>
            <p:nvPr/>
          </p:nvSpPr>
          <p:spPr>
            <a:xfrm>
              <a:off x="7439386" y="32111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0" name="pt32320"/>
            <p:cNvSpPr/>
            <p:nvPr/>
          </p:nvSpPr>
          <p:spPr>
            <a:xfrm>
              <a:off x="7428853" y="3348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1" name="pt32321"/>
            <p:cNvSpPr/>
            <p:nvPr/>
          </p:nvSpPr>
          <p:spPr>
            <a:xfrm>
              <a:off x="7478923" y="31351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2" name="pt32322"/>
            <p:cNvSpPr/>
            <p:nvPr/>
          </p:nvSpPr>
          <p:spPr>
            <a:xfrm>
              <a:off x="7411701" y="3151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3" name="pt32323"/>
            <p:cNvSpPr/>
            <p:nvPr/>
          </p:nvSpPr>
          <p:spPr>
            <a:xfrm>
              <a:off x="7436635" y="3231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4" name="pt32324"/>
            <p:cNvSpPr/>
            <p:nvPr/>
          </p:nvSpPr>
          <p:spPr>
            <a:xfrm>
              <a:off x="7367547" y="3404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5" name="pt32325"/>
            <p:cNvSpPr/>
            <p:nvPr/>
          </p:nvSpPr>
          <p:spPr>
            <a:xfrm>
              <a:off x="7440588" y="32725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6" name="pt32326"/>
            <p:cNvSpPr/>
            <p:nvPr/>
          </p:nvSpPr>
          <p:spPr>
            <a:xfrm>
              <a:off x="7485744" y="32716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7" name="pt32327"/>
            <p:cNvSpPr/>
            <p:nvPr/>
          </p:nvSpPr>
          <p:spPr>
            <a:xfrm>
              <a:off x="7437918" y="33468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8" name="pt32328"/>
            <p:cNvSpPr/>
            <p:nvPr/>
          </p:nvSpPr>
          <p:spPr>
            <a:xfrm>
              <a:off x="7505848" y="3134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29" name="pt32329"/>
            <p:cNvSpPr/>
            <p:nvPr/>
          </p:nvSpPr>
          <p:spPr>
            <a:xfrm>
              <a:off x="7469409" y="3338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0" name="pt32330"/>
            <p:cNvSpPr/>
            <p:nvPr/>
          </p:nvSpPr>
          <p:spPr>
            <a:xfrm>
              <a:off x="7414232" y="34071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1" name="pt32331"/>
            <p:cNvSpPr/>
            <p:nvPr/>
          </p:nvSpPr>
          <p:spPr>
            <a:xfrm>
              <a:off x="7444795" y="3149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2" name="pt32332"/>
            <p:cNvSpPr/>
            <p:nvPr/>
          </p:nvSpPr>
          <p:spPr>
            <a:xfrm>
              <a:off x="7416144" y="35829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3" name="pt32333"/>
            <p:cNvSpPr/>
            <p:nvPr/>
          </p:nvSpPr>
          <p:spPr>
            <a:xfrm>
              <a:off x="7448057" y="3257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4" name="pt32334"/>
            <p:cNvSpPr/>
            <p:nvPr/>
          </p:nvSpPr>
          <p:spPr>
            <a:xfrm>
              <a:off x="7429361" y="33679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5" name="pt32335"/>
            <p:cNvSpPr/>
            <p:nvPr/>
          </p:nvSpPr>
          <p:spPr>
            <a:xfrm>
              <a:off x="7408297" y="3236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6" name="pt32336"/>
            <p:cNvSpPr/>
            <p:nvPr/>
          </p:nvSpPr>
          <p:spPr>
            <a:xfrm>
              <a:off x="7451224" y="32867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7" name="pt32337"/>
            <p:cNvSpPr/>
            <p:nvPr/>
          </p:nvSpPr>
          <p:spPr>
            <a:xfrm>
              <a:off x="7478091" y="3126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8" name="pt32338"/>
            <p:cNvSpPr/>
            <p:nvPr/>
          </p:nvSpPr>
          <p:spPr>
            <a:xfrm>
              <a:off x="7461556" y="31034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39" name="pt32339"/>
            <p:cNvSpPr/>
            <p:nvPr/>
          </p:nvSpPr>
          <p:spPr>
            <a:xfrm>
              <a:off x="7450098" y="3341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0" name="pt32340"/>
            <p:cNvSpPr/>
            <p:nvPr/>
          </p:nvSpPr>
          <p:spPr>
            <a:xfrm>
              <a:off x="7478001" y="3099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1" name="pt32341"/>
            <p:cNvSpPr/>
            <p:nvPr/>
          </p:nvSpPr>
          <p:spPr>
            <a:xfrm>
              <a:off x="7635163" y="386000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42" name="pt32342"/>
            <p:cNvSpPr/>
            <p:nvPr/>
          </p:nvSpPr>
          <p:spPr>
            <a:xfrm>
              <a:off x="7458098" y="3159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3" name="pt32343"/>
            <p:cNvSpPr/>
            <p:nvPr/>
          </p:nvSpPr>
          <p:spPr>
            <a:xfrm>
              <a:off x="7432018" y="3285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4" name="pt32344"/>
            <p:cNvSpPr/>
            <p:nvPr/>
          </p:nvSpPr>
          <p:spPr>
            <a:xfrm>
              <a:off x="7413357" y="3336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5" name="pt32345"/>
            <p:cNvSpPr/>
            <p:nvPr/>
          </p:nvSpPr>
          <p:spPr>
            <a:xfrm>
              <a:off x="7470541" y="3334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6" name="pt32346"/>
            <p:cNvSpPr/>
            <p:nvPr/>
          </p:nvSpPr>
          <p:spPr>
            <a:xfrm>
              <a:off x="7480067" y="30711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7" name="pt32347"/>
            <p:cNvSpPr/>
            <p:nvPr/>
          </p:nvSpPr>
          <p:spPr>
            <a:xfrm>
              <a:off x="7458471" y="33438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8" name="pt32348"/>
            <p:cNvSpPr/>
            <p:nvPr/>
          </p:nvSpPr>
          <p:spPr>
            <a:xfrm>
              <a:off x="7471217" y="32498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49" name="pt32349"/>
            <p:cNvSpPr/>
            <p:nvPr/>
          </p:nvSpPr>
          <p:spPr>
            <a:xfrm>
              <a:off x="7445708" y="3275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0" name="pt32350"/>
            <p:cNvSpPr/>
            <p:nvPr/>
          </p:nvSpPr>
          <p:spPr>
            <a:xfrm>
              <a:off x="7478068" y="3304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1" name="pt32351"/>
            <p:cNvSpPr/>
            <p:nvPr/>
          </p:nvSpPr>
          <p:spPr>
            <a:xfrm>
              <a:off x="7477901" y="32871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2" name="pt32352"/>
            <p:cNvSpPr/>
            <p:nvPr/>
          </p:nvSpPr>
          <p:spPr>
            <a:xfrm>
              <a:off x="7370368" y="33357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3" name="pt32353"/>
            <p:cNvSpPr/>
            <p:nvPr/>
          </p:nvSpPr>
          <p:spPr>
            <a:xfrm>
              <a:off x="7434820" y="3250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4" name="pt32354"/>
            <p:cNvSpPr/>
            <p:nvPr/>
          </p:nvSpPr>
          <p:spPr>
            <a:xfrm>
              <a:off x="7475940" y="31845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5" name="pt32355"/>
            <p:cNvSpPr/>
            <p:nvPr/>
          </p:nvSpPr>
          <p:spPr>
            <a:xfrm>
              <a:off x="7419246" y="3512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6" name="pt32356"/>
            <p:cNvSpPr/>
            <p:nvPr/>
          </p:nvSpPr>
          <p:spPr>
            <a:xfrm>
              <a:off x="7436966" y="3246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7" name="pt32357"/>
            <p:cNvSpPr/>
            <p:nvPr/>
          </p:nvSpPr>
          <p:spPr>
            <a:xfrm>
              <a:off x="7417001" y="34383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8" name="pt32358"/>
            <p:cNvSpPr/>
            <p:nvPr/>
          </p:nvSpPr>
          <p:spPr>
            <a:xfrm>
              <a:off x="7443778" y="3236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59" name="pt32359"/>
            <p:cNvSpPr/>
            <p:nvPr/>
          </p:nvSpPr>
          <p:spPr>
            <a:xfrm>
              <a:off x="7448480" y="3027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0" name="pt32360"/>
            <p:cNvSpPr/>
            <p:nvPr/>
          </p:nvSpPr>
          <p:spPr>
            <a:xfrm>
              <a:off x="7509948" y="3300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1" name="pt32361"/>
            <p:cNvSpPr/>
            <p:nvPr/>
          </p:nvSpPr>
          <p:spPr>
            <a:xfrm>
              <a:off x="7466905" y="3229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2" name="pt32362"/>
            <p:cNvSpPr/>
            <p:nvPr/>
          </p:nvSpPr>
          <p:spPr>
            <a:xfrm>
              <a:off x="7455420" y="32391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3" name="pt32363"/>
            <p:cNvSpPr/>
            <p:nvPr/>
          </p:nvSpPr>
          <p:spPr>
            <a:xfrm>
              <a:off x="7473028" y="3135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4" name="pt32364"/>
            <p:cNvSpPr/>
            <p:nvPr/>
          </p:nvSpPr>
          <p:spPr>
            <a:xfrm>
              <a:off x="7436612" y="34285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5" name="pt32365"/>
            <p:cNvSpPr/>
            <p:nvPr/>
          </p:nvSpPr>
          <p:spPr>
            <a:xfrm>
              <a:off x="7435728" y="3251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6" name="pt32366"/>
            <p:cNvSpPr/>
            <p:nvPr/>
          </p:nvSpPr>
          <p:spPr>
            <a:xfrm>
              <a:off x="7449710" y="3812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7" name="pt32367"/>
            <p:cNvSpPr/>
            <p:nvPr/>
          </p:nvSpPr>
          <p:spPr>
            <a:xfrm>
              <a:off x="7435194" y="33298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8" name="pt32368"/>
            <p:cNvSpPr/>
            <p:nvPr/>
          </p:nvSpPr>
          <p:spPr>
            <a:xfrm>
              <a:off x="7433433" y="3299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69" name="pt32369"/>
            <p:cNvSpPr/>
            <p:nvPr/>
          </p:nvSpPr>
          <p:spPr>
            <a:xfrm>
              <a:off x="7420966" y="32440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0" name="pt32370"/>
            <p:cNvSpPr/>
            <p:nvPr/>
          </p:nvSpPr>
          <p:spPr>
            <a:xfrm>
              <a:off x="7490709" y="3187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1" name="pt32371"/>
            <p:cNvSpPr/>
            <p:nvPr/>
          </p:nvSpPr>
          <p:spPr>
            <a:xfrm>
              <a:off x="7371056" y="3695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2" name="pt32372"/>
            <p:cNvSpPr/>
            <p:nvPr/>
          </p:nvSpPr>
          <p:spPr>
            <a:xfrm>
              <a:off x="7478961" y="3253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3" name="pt32373"/>
            <p:cNvSpPr/>
            <p:nvPr/>
          </p:nvSpPr>
          <p:spPr>
            <a:xfrm>
              <a:off x="7450915" y="32468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4" name="pt32374"/>
            <p:cNvSpPr/>
            <p:nvPr/>
          </p:nvSpPr>
          <p:spPr>
            <a:xfrm>
              <a:off x="7482149" y="31553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5" name="pt32375"/>
            <p:cNvSpPr/>
            <p:nvPr/>
          </p:nvSpPr>
          <p:spPr>
            <a:xfrm>
              <a:off x="7468288" y="33100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6" name="pt32376"/>
            <p:cNvSpPr/>
            <p:nvPr/>
          </p:nvSpPr>
          <p:spPr>
            <a:xfrm>
              <a:off x="7525055" y="32887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7" name="pt32377"/>
            <p:cNvSpPr/>
            <p:nvPr/>
          </p:nvSpPr>
          <p:spPr>
            <a:xfrm>
              <a:off x="7444648" y="3144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8" name="pt32378"/>
            <p:cNvSpPr/>
            <p:nvPr/>
          </p:nvSpPr>
          <p:spPr>
            <a:xfrm>
              <a:off x="7463877" y="32409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79" name="pt32379"/>
            <p:cNvSpPr/>
            <p:nvPr/>
          </p:nvSpPr>
          <p:spPr>
            <a:xfrm>
              <a:off x="7444805" y="3307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0" name="pt32380"/>
            <p:cNvSpPr/>
            <p:nvPr/>
          </p:nvSpPr>
          <p:spPr>
            <a:xfrm>
              <a:off x="7467875" y="33761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1" name="pt32381"/>
            <p:cNvSpPr/>
            <p:nvPr/>
          </p:nvSpPr>
          <p:spPr>
            <a:xfrm>
              <a:off x="7455596" y="3194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2" name="pt32382"/>
            <p:cNvSpPr/>
            <p:nvPr/>
          </p:nvSpPr>
          <p:spPr>
            <a:xfrm>
              <a:off x="7456955" y="33692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3" name="pt32383"/>
            <p:cNvSpPr/>
            <p:nvPr/>
          </p:nvSpPr>
          <p:spPr>
            <a:xfrm>
              <a:off x="7435294" y="3653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4" name="pt32384"/>
            <p:cNvSpPr/>
            <p:nvPr/>
          </p:nvSpPr>
          <p:spPr>
            <a:xfrm>
              <a:off x="7426078" y="34025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5" name="pt32385"/>
            <p:cNvSpPr/>
            <p:nvPr/>
          </p:nvSpPr>
          <p:spPr>
            <a:xfrm>
              <a:off x="7479636" y="3135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6" name="pt32386"/>
            <p:cNvSpPr/>
            <p:nvPr/>
          </p:nvSpPr>
          <p:spPr>
            <a:xfrm>
              <a:off x="7465336" y="32563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7" name="pt32387"/>
            <p:cNvSpPr/>
            <p:nvPr/>
          </p:nvSpPr>
          <p:spPr>
            <a:xfrm>
              <a:off x="7406255" y="3422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8" name="pt32388"/>
            <p:cNvSpPr/>
            <p:nvPr/>
          </p:nvSpPr>
          <p:spPr>
            <a:xfrm>
              <a:off x="7454521" y="3255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89" name="pt32389"/>
            <p:cNvSpPr/>
            <p:nvPr/>
          </p:nvSpPr>
          <p:spPr>
            <a:xfrm>
              <a:off x="7373819" y="3612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0" name="pt32390"/>
            <p:cNvSpPr/>
            <p:nvPr/>
          </p:nvSpPr>
          <p:spPr>
            <a:xfrm>
              <a:off x="7438867" y="32196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1" name="pt32391"/>
            <p:cNvSpPr/>
            <p:nvPr/>
          </p:nvSpPr>
          <p:spPr>
            <a:xfrm>
              <a:off x="7388257" y="47809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2" name="pt32392"/>
            <p:cNvSpPr/>
            <p:nvPr/>
          </p:nvSpPr>
          <p:spPr>
            <a:xfrm>
              <a:off x="7376536" y="3530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3" name="pt32393"/>
            <p:cNvSpPr/>
            <p:nvPr/>
          </p:nvSpPr>
          <p:spPr>
            <a:xfrm>
              <a:off x="7433616" y="32578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4" name="pt32394"/>
            <p:cNvSpPr/>
            <p:nvPr/>
          </p:nvSpPr>
          <p:spPr>
            <a:xfrm>
              <a:off x="7476631" y="31920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5" name="pt32395"/>
            <p:cNvSpPr/>
            <p:nvPr/>
          </p:nvSpPr>
          <p:spPr>
            <a:xfrm>
              <a:off x="7500362" y="3225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6" name="pt32396"/>
            <p:cNvSpPr/>
            <p:nvPr/>
          </p:nvSpPr>
          <p:spPr>
            <a:xfrm>
              <a:off x="7374866" y="3183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7" name="pt32397"/>
            <p:cNvSpPr/>
            <p:nvPr/>
          </p:nvSpPr>
          <p:spPr>
            <a:xfrm>
              <a:off x="7404860" y="3363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8" name="pt32398"/>
            <p:cNvSpPr/>
            <p:nvPr/>
          </p:nvSpPr>
          <p:spPr>
            <a:xfrm>
              <a:off x="7415095" y="35066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399" name="pt32399"/>
            <p:cNvSpPr/>
            <p:nvPr/>
          </p:nvSpPr>
          <p:spPr>
            <a:xfrm>
              <a:off x="7400530" y="3372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0" name="pt32400"/>
            <p:cNvSpPr/>
            <p:nvPr/>
          </p:nvSpPr>
          <p:spPr>
            <a:xfrm>
              <a:off x="7410315" y="3158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1" name="pt32401"/>
            <p:cNvSpPr/>
            <p:nvPr/>
          </p:nvSpPr>
          <p:spPr>
            <a:xfrm>
              <a:off x="7450850" y="3280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2" name="pt32402"/>
            <p:cNvSpPr/>
            <p:nvPr/>
          </p:nvSpPr>
          <p:spPr>
            <a:xfrm>
              <a:off x="7437550" y="3216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3" name="pt32403"/>
            <p:cNvSpPr/>
            <p:nvPr/>
          </p:nvSpPr>
          <p:spPr>
            <a:xfrm>
              <a:off x="7380701" y="3403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4" name="pt32404"/>
            <p:cNvSpPr/>
            <p:nvPr/>
          </p:nvSpPr>
          <p:spPr>
            <a:xfrm>
              <a:off x="7448192" y="31851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5" name="pt32405"/>
            <p:cNvSpPr/>
            <p:nvPr/>
          </p:nvSpPr>
          <p:spPr>
            <a:xfrm>
              <a:off x="7454149" y="3289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6" name="pt32406"/>
            <p:cNvSpPr/>
            <p:nvPr/>
          </p:nvSpPr>
          <p:spPr>
            <a:xfrm>
              <a:off x="7420685" y="3253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7" name="pt32407"/>
            <p:cNvSpPr/>
            <p:nvPr/>
          </p:nvSpPr>
          <p:spPr>
            <a:xfrm>
              <a:off x="7424714" y="32610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8" name="pt32408"/>
            <p:cNvSpPr/>
            <p:nvPr/>
          </p:nvSpPr>
          <p:spPr>
            <a:xfrm>
              <a:off x="7492918" y="32259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09" name="pt32409"/>
            <p:cNvSpPr/>
            <p:nvPr/>
          </p:nvSpPr>
          <p:spPr>
            <a:xfrm>
              <a:off x="5981670" y="3395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0" name="pt32410"/>
            <p:cNvSpPr/>
            <p:nvPr/>
          </p:nvSpPr>
          <p:spPr>
            <a:xfrm>
              <a:off x="7446612" y="3197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1" name="pt32411"/>
            <p:cNvSpPr/>
            <p:nvPr/>
          </p:nvSpPr>
          <p:spPr>
            <a:xfrm>
              <a:off x="7438540" y="3299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2" name="pt32412"/>
            <p:cNvSpPr/>
            <p:nvPr/>
          </p:nvSpPr>
          <p:spPr>
            <a:xfrm>
              <a:off x="7486657" y="31247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3" name="pt32413"/>
            <p:cNvSpPr/>
            <p:nvPr/>
          </p:nvSpPr>
          <p:spPr>
            <a:xfrm>
              <a:off x="7487062" y="2989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4" name="pt32414"/>
            <p:cNvSpPr/>
            <p:nvPr/>
          </p:nvSpPr>
          <p:spPr>
            <a:xfrm>
              <a:off x="7214985" y="38491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5" name="pt32415"/>
            <p:cNvSpPr/>
            <p:nvPr/>
          </p:nvSpPr>
          <p:spPr>
            <a:xfrm>
              <a:off x="7461934" y="31545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6" name="pt32416"/>
            <p:cNvSpPr/>
            <p:nvPr/>
          </p:nvSpPr>
          <p:spPr>
            <a:xfrm>
              <a:off x="7499604" y="3260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7" name="pt32417"/>
            <p:cNvSpPr/>
            <p:nvPr/>
          </p:nvSpPr>
          <p:spPr>
            <a:xfrm>
              <a:off x="7434543" y="3258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8" name="pt32418"/>
            <p:cNvSpPr/>
            <p:nvPr/>
          </p:nvSpPr>
          <p:spPr>
            <a:xfrm>
              <a:off x="7443668" y="3290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19" name="pt32419"/>
            <p:cNvSpPr/>
            <p:nvPr/>
          </p:nvSpPr>
          <p:spPr>
            <a:xfrm>
              <a:off x="7430881" y="33172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0" name="pt32420"/>
            <p:cNvSpPr/>
            <p:nvPr/>
          </p:nvSpPr>
          <p:spPr>
            <a:xfrm>
              <a:off x="7477091" y="3358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1" name="pt32421"/>
            <p:cNvSpPr/>
            <p:nvPr/>
          </p:nvSpPr>
          <p:spPr>
            <a:xfrm>
              <a:off x="7498333" y="30483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2" name="pt32422"/>
            <p:cNvSpPr/>
            <p:nvPr/>
          </p:nvSpPr>
          <p:spPr>
            <a:xfrm>
              <a:off x="7487758" y="3340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3" name="pt32423"/>
            <p:cNvSpPr/>
            <p:nvPr/>
          </p:nvSpPr>
          <p:spPr>
            <a:xfrm>
              <a:off x="7436736" y="32613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4" name="pt32424"/>
            <p:cNvSpPr/>
            <p:nvPr/>
          </p:nvSpPr>
          <p:spPr>
            <a:xfrm>
              <a:off x="7451341" y="3256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5" name="pt32425"/>
            <p:cNvSpPr/>
            <p:nvPr/>
          </p:nvSpPr>
          <p:spPr>
            <a:xfrm>
              <a:off x="7430727" y="3323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6" name="pt32426"/>
            <p:cNvSpPr/>
            <p:nvPr/>
          </p:nvSpPr>
          <p:spPr>
            <a:xfrm>
              <a:off x="7453064" y="32204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7" name="pt32427"/>
            <p:cNvSpPr/>
            <p:nvPr/>
          </p:nvSpPr>
          <p:spPr>
            <a:xfrm>
              <a:off x="7450513" y="3122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8" name="pt32428"/>
            <p:cNvSpPr/>
            <p:nvPr/>
          </p:nvSpPr>
          <p:spPr>
            <a:xfrm>
              <a:off x="7434069" y="3562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29" name="pt32429"/>
            <p:cNvSpPr/>
            <p:nvPr/>
          </p:nvSpPr>
          <p:spPr>
            <a:xfrm>
              <a:off x="7449492" y="32717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0" name="pt32430"/>
            <p:cNvSpPr/>
            <p:nvPr/>
          </p:nvSpPr>
          <p:spPr>
            <a:xfrm>
              <a:off x="7435898" y="3303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1" name="pt32431"/>
            <p:cNvSpPr/>
            <p:nvPr/>
          </p:nvSpPr>
          <p:spPr>
            <a:xfrm>
              <a:off x="7452113" y="33496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2" name="pt32432"/>
            <p:cNvSpPr/>
            <p:nvPr/>
          </p:nvSpPr>
          <p:spPr>
            <a:xfrm>
              <a:off x="7498740" y="3197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3" name="pt32433"/>
            <p:cNvSpPr/>
            <p:nvPr/>
          </p:nvSpPr>
          <p:spPr>
            <a:xfrm>
              <a:off x="7439260" y="33442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4" name="pt32434"/>
            <p:cNvSpPr/>
            <p:nvPr/>
          </p:nvSpPr>
          <p:spPr>
            <a:xfrm>
              <a:off x="7440030" y="32465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5" name="pt32435"/>
            <p:cNvSpPr/>
            <p:nvPr/>
          </p:nvSpPr>
          <p:spPr>
            <a:xfrm>
              <a:off x="7278212" y="35016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6" name="pt32436"/>
            <p:cNvSpPr/>
            <p:nvPr/>
          </p:nvSpPr>
          <p:spPr>
            <a:xfrm>
              <a:off x="7462461" y="3392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7" name="pt32437"/>
            <p:cNvSpPr/>
            <p:nvPr/>
          </p:nvSpPr>
          <p:spPr>
            <a:xfrm>
              <a:off x="7411622" y="34410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8" name="pt32438"/>
            <p:cNvSpPr/>
            <p:nvPr/>
          </p:nvSpPr>
          <p:spPr>
            <a:xfrm>
              <a:off x="7345475" y="37922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39" name="pt32439"/>
            <p:cNvSpPr/>
            <p:nvPr/>
          </p:nvSpPr>
          <p:spPr>
            <a:xfrm>
              <a:off x="7511568" y="32463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0" name="pt32440"/>
            <p:cNvSpPr/>
            <p:nvPr/>
          </p:nvSpPr>
          <p:spPr>
            <a:xfrm>
              <a:off x="7423645" y="32544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1" name="pt32441"/>
            <p:cNvSpPr/>
            <p:nvPr/>
          </p:nvSpPr>
          <p:spPr>
            <a:xfrm>
              <a:off x="7470976" y="32993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2" name="pt32442"/>
            <p:cNvSpPr/>
            <p:nvPr/>
          </p:nvSpPr>
          <p:spPr>
            <a:xfrm>
              <a:off x="7450855" y="3200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3" name="pt32443"/>
            <p:cNvSpPr/>
            <p:nvPr/>
          </p:nvSpPr>
          <p:spPr>
            <a:xfrm>
              <a:off x="7446231" y="31754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4" name="pt32444"/>
            <p:cNvSpPr/>
            <p:nvPr/>
          </p:nvSpPr>
          <p:spPr>
            <a:xfrm>
              <a:off x="7384934" y="32264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5" name="pt32445"/>
            <p:cNvSpPr/>
            <p:nvPr/>
          </p:nvSpPr>
          <p:spPr>
            <a:xfrm>
              <a:off x="7454809" y="31777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6" name="pt32446"/>
            <p:cNvSpPr/>
            <p:nvPr/>
          </p:nvSpPr>
          <p:spPr>
            <a:xfrm>
              <a:off x="6430054" y="3232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7" name="pt32447"/>
            <p:cNvSpPr/>
            <p:nvPr/>
          </p:nvSpPr>
          <p:spPr>
            <a:xfrm>
              <a:off x="7458682" y="31858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8" name="pt32448"/>
            <p:cNvSpPr/>
            <p:nvPr/>
          </p:nvSpPr>
          <p:spPr>
            <a:xfrm>
              <a:off x="7413845" y="34017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49" name="pt32449"/>
            <p:cNvSpPr/>
            <p:nvPr/>
          </p:nvSpPr>
          <p:spPr>
            <a:xfrm>
              <a:off x="7459060" y="3176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0" name="pt32450"/>
            <p:cNvSpPr/>
            <p:nvPr/>
          </p:nvSpPr>
          <p:spPr>
            <a:xfrm>
              <a:off x="7428015" y="3550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1" name="pt32451"/>
            <p:cNvSpPr/>
            <p:nvPr/>
          </p:nvSpPr>
          <p:spPr>
            <a:xfrm>
              <a:off x="7470542" y="3345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2" name="pt32452"/>
            <p:cNvSpPr/>
            <p:nvPr/>
          </p:nvSpPr>
          <p:spPr>
            <a:xfrm>
              <a:off x="7426512" y="3377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3" name="pt32453"/>
            <p:cNvSpPr/>
            <p:nvPr/>
          </p:nvSpPr>
          <p:spPr>
            <a:xfrm>
              <a:off x="7452594" y="3122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4" name="pt32454"/>
            <p:cNvSpPr/>
            <p:nvPr/>
          </p:nvSpPr>
          <p:spPr>
            <a:xfrm>
              <a:off x="7441803" y="3150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5" name="pt32455"/>
            <p:cNvSpPr/>
            <p:nvPr/>
          </p:nvSpPr>
          <p:spPr>
            <a:xfrm>
              <a:off x="7452543" y="34591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6" name="pt32456"/>
            <p:cNvSpPr/>
            <p:nvPr/>
          </p:nvSpPr>
          <p:spPr>
            <a:xfrm>
              <a:off x="7466926" y="3155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7" name="pt32457"/>
            <p:cNvSpPr/>
            <p:nvPr/>
          </p:nvSpPr>
          <p:spPr>
            <a:xfrm>
              <a:off x="7495087" y="29516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8" name="pt32458"/>
            <p:cNvSpPr/>
            <p:nvPr/>
          </p:nvSpPr>
          <p:spPr>
            <a:xfrm>
              <a:off x="7504925" y="3301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59" name="pt32459"/>
            <p:cNvSpPr/>
            <p:nvPr/>
          </p:nvSpPr>
          <p:spPr>
            <a:xfrm>
              <a:off x="7427506" y="3087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0" name="pt32460"/>
            <p:cNvSpPr/>
            <p:nvPr/>
          </p:nvSpPr>
          <p:spPr>
            <a:xfrm>
              <a:off x="7456659" y="32281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1" name="pt32461"/>
            <p:cNvSpPr/>
            <p:nvPr/>
          </p:nvSpPr>
          <p:spPr>
            <a:xfrm>
              <a:off x="7474063" y="3221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2" name="pt32462"/>
            <p:cNvSpPr/>
            <p:nvPr/>
          </p:nvSpPr>
          <p:spPr>
            <a:xfrm>
              <a:off x="7450257" y="3085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3" name="pt32463"/>
            <p:cNvSpPr/>
            <p:nvPr/>
          </p:nvSpPr>
          <p:spPr>
            <a:xfrm>
              <a:off x="7430314" y="33237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4" name="pt32464"/>
            <p:cNvSpPr/>
            <p:nvPr/>
          </p:nvSpPr>
          <p:spPr>
            <a:xfrm>
              <a:off x="7448473" y="3257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5" name="pt32465"/>
            <p:cNvSpPr/>
            <p:nvPr/>
          </p:nvSpPr>
          <p:spPr>
            <a:xfrm>
              <a:off x="7443156" y="32543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6" name="pt32466"/>
            <p:cNvSpPr/>
            <p:nvPr/>
          </p:nvSpPr>
          <p:spPr>
            <a:xfrm>
              <a:off x="7447562" y="3423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7" name="pt32467"/>
            <p:cNvSpPr/>
            <p:nvPr/>
          </p:nvSpPr>
          <p:spPr>
            <a:xfrm>
              <a:off x="7450971" y="3327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8" name="pt32468"/>
            <p:cNvSpPr/>
            <p:nvPr/>
          </p:nvSpPr>
          <p:spPr>
            <a:xfrm>
              <a:off x="7434629" y="33049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69" name="pt32469"/>
            <p:cNvSpPr/>
            <p:nvPr/>
          </p:nvSpPr>
          <p:spPr>
            <a:xfrm>
              <a:off x="7380466" y="3303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0" name="pt32470"/>
            <p:cNvSpPr/>
            <p:nvPr/>
          </p:nvSpPr>
          <p:spPr>
            <a:xfrm>
              <a:off x="7433521" y="3276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1" name="pt32471"/>
            <p:cNvSpPr/>
            <p:nvPr/>
          </p:nvSpPr>
          <p:spPr>
            <a:xfrm>
              <a:off x="7431402" y="3362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2" name="pt32472"/>
            <p:cNvSpPr/>
            <p:nvPr/>
          </p:nvSpPr>
          <p:spPr>
            <a:xfrm>
              <a:off x="7456327" y="3197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3" name="pt32473"/>
            <p:cNvSpPr/>
            <p:nvPr/>
          </p:nvSpPr>
          <p:spPr>
            <a:xfrm>
              <a:off x="7503402" y="31071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4" name="pt32474"/>
            <p:cNvSpPr/>
            <p:nvPr/>
          </p:nvSpPr>
          <p:spPr>
            <a:xfrm>
              <a:off x="7445205" y="31914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5" name="pt32475"/>
            <p:cNvSpPr/>
            <p:nvPr/>
          </p:nvSpPr>
          <p:spPr>
            <a:xfrm>
              <a:off x="7458186" y="3192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6" name="pt32476"/>
            <p:cNvSpPr/>
            <p:nvPr/>
          </p:nvSpPr>
          <p:spPr>
            <a:xfrm>
              <a:off x="7439554" y="3414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7" name="pt32477"/>
            <p:cNvSpPr/>
            <p:nvPr/>
          </p:nvSpPr>
          <p:spPr>
            <a:xfrm>
              <a:off x="7471178" y="31965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8" name="pt32478"/>
            <p:cNvSpPr/>
            <p:nvPr/>
          </p:nvSpPr>
          <p:spPr>
            <a:xfrm>
              <a:off x="7452542" y="35474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79" name="pt32479"/>
            <p:cNvSpPr/>
            <p:nvPr/>
          </p:nvSpPr>
          <p:spPr>
            <a:xfrm>
              <a:off x="7439059" y="3187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0" name="pt32480"/>
            <p:cNvSpPr/>
            <p:nvPr/>
          </p:nvSpPr>
          <p:spPr>
            <a:xfrm>
              <a:off x="7468267" y="32826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1" name="pt32481"/>
            <p:cNvSpPr/>
            <p:nvPr/>
          </p:nvSpPr>
          <p:spPr>
            <a:xfrm>
              <a:off x="7375686" y="3289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2" name="pt32482"/>
            <p:cNvSpPr/>
            <p:nvPr/>
          </p:nvSpPr>
          <p:spPr>
            <a:xfrm>
              <a:off x="7459954" y="3325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3" name="pt32483"/>
            <p:cNvSpPr/>
            <p:nvPr/>
          </p:nvSpPr>
          <p:spPr>
            <a:xfrm>
              <a:off x="7452100" y="32942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4" name="pt32484"/>
            <p:cNvSpPr/>
            <p:nvPr/>
          </p:nvSpPr>
          <p:spPr>
            <a:xfrm>
              <a:off x="7482942" y="3298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5" name="pt32485"/>
            <p:cNvSpPr/>
            <p:nvPr/>
          </p:nvSpPr>
          <p:spPr>
            <a:xfrm>
              <a:off x="7511374" y="3032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6" name="pt32486"/>
            <p:cNvSpPr/>
            <p:nvPr/>
          </p:nvSpPr>
          <p:spPr>
            <a:xfrm>
              <a:off x="7425720" y="3351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7" name="pt32487"/>
            <p:cNvSpPr/>
            <p:nvPr/>
          </p:nvSpPr>
          <p:spPr>
            <a:xfrm>
              <a:off x="7472332" y="3287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8" name="pt32488"/>
            <p:cNvSpPr/>
            <p:nvPr/>
          </p:nvSpPr>
          <p:spPr>
            <a:xfrm>
              <a:off x="7468699" y="3190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89" name="pt32489"/>
            <p:cNvSpPr/>
            <p:nvPr/>
          </p:nvSpPr>
          <p:spPr>
            <a:xfrm>
              <a:off x="7474572" y="31385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0" name="pt32490"/>
            <p:cNvSpPr/>
            <p:nvPr/>
          </p:nvSpPr>
          <p:spPr>
            <a:xfrm>
              <a:off x="7485191" y="32650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1" name="pt32491"/>
            <p:cNvSpPr/>
            <p:nvPr/>
          </p:nvSpPr>
          <p:spPr>
            <a:xfrm>
              <a:off x="7441663" y="32136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2" name="pt32492"/>
            <p:cNvSpPr/>
            <p:nvPr/>
          </p:nvSpPr>
          <p:spPr>
            <a:xfrm>
              <a:off x="7410894" y="32943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3" name="pt32493"/>
            <p:cNvSpPr/>
            <p:nvPr/>
          </p:nvSpPr>
          <p:spPr>
            <a:xfrm>
              <a:off x="7462225" y="2777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4" name="pt32494"/>
            <p:cNvSpPr/>
            <p:nvPr/>
          </p:nvSpPr>
          <p:spPr>
            <a:xfrm>
              <a:off x="7438422" y="3296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5" name="pt32495"/>
            <p:cNvSpPr/>
            <p:nvPr/>
          </p:nvSpPr>
          <p:spPr>
            <a:xfrm>
              <a:off x="7433807" y="3305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6" name="pt32496"/>
            <p:cNvSpPr/>
            <p:nvPr/>
          </p:nvSpPr>
          <p:spPr>
            <a:xfrm>
              <a:off x="7441336" y="3520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7" name="pt32497"/>
            <p:cNvSpPr/>
            <p:nvPr/>
          </p:nvSpPr>
          <p:spPr>
            <a:xfrm>
              <a:off x="7459202" y="3161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8" name="pt32498"/>
            <p:cNvSpPr/>
            <p:nvPr/>
          </p:nvSpPr>
          <p:spPr>
            <a:xfrm>
              <a:off x="7437819" y="32236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499" name="pt32499"/>
            <p:cNvSpPr/>
            <p:nvPr/>
          </p:nvSpPr>
          <p:spPr>
            <a:xfrm>
              <a:off x="7451995" y="36175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0" name="pt32500"/>
            <p:cNvSpPr/>
            <p:nvPr/>
          </p:nvSpPr>
          <p:spPr>
            <a:xfrm>
              <a:off x="7447509" y="3289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1" name="pt32501"/>
            <p:cNvSpPr/>
            <p:nvPr/>
          </p:nvSpPr>
          <p:spPr>
            <a:xfrm>
              <a:off x="7398407" y="3250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2" name="pt32502"/>
            <p:cNvSpPr/>
            <p:nvPr/>
          </p:nvSpPr>
          <p:spPr>
            <a:xfrm>
              <a:off x="7451833" y="32269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3" name="pt32503"/>
            <p:cNvSpPr/>
            <p:nvPr/>
          </p:nvSpPr>
          <p:spPr>
            <a:xfrm>
              <a:off x="7445674" y="31704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4" name="pt32504"/>
            <p:cNvSpPr/>
            <p:nvPr/>
          </p:nvSpPr>
          <p:spPr>
            <a:xfrm>
              <a:off x="7438331" y="3276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5" name="pt32505"/>
            <p:cNvSpPr/>
            <p:nvPr/>
          </p:nvSpPr>
          <p:spPr>
            <a:xfrm>
              <a:off x="7450462" y="3329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6" name="pt32506"/>
            <p:cNvSpPr/>
            <p:nvPr/>
          </p:nvSpPr>
          <p:spPr>
            <a:xfrm>
              <a:off x="7445057" y="32004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7" name="pt32507"/>
            <p:cNvSpPr/>
            <p:nvPr/>
          </p:nvSpPr>
          <p:spPr>
            <a:xfrm>
              <a:off x="7492067" y="3193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8" name="pt32508"/>
            <p:cNvSpPr/>
            <p:nvPr/>
          </p:nvSpPr>
          <p:spPr>
            <a:xfrm>
              <a:off x="7369423" y="37103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09" name="pt32509"/>
            <p:cNvSpPr/>
            <p:nvPr/>
          </p:nvSpPr>
          <p:spPr>
            <a:xfrm>
              <a:off x="7495086" y="3244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0" name="pt32510"/>
            <p:cNvSpPr/>
            <p:nvPr/>
          </p:nvSpPr>
          <p:spPr>
            <a:xfrm>
              <a:off x="7450066" y="3132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1" name="pt32511"/>
            <p:cNvSpPr/>
            <p:nvPr/>
          </p:nvSpPr>
          <p:spPr>
            <a:xfrm>
              <a:off x="7440591" y="37536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2" name="pt32512"/>
            <p:cNvSpPr/>
            <p:nvPr/>
          </p:nvSpPr>
          <p:spPr>
            <a:xfrm>
              <a:off x="7331485" y="3239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3" name="pt32513"/>
            <p:cNvSpPr/>
            <p:nvPr/>
          </p:nvSpPr>
          <p:spPr>
            <a:xfrm>
              <a:off x="7464177" y="31723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4" name="pt32514"/>
            <p:cNvSpPr/>
            <p:nvPr/>
          </p:nvSpPr>
          <p:spPr>
            <a:xfrm>
              <a:off x="7458977" y="3169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5" name="pt32515"/>
            <p:cNvSpPr/>
            <p:nvPr/>
          </p:nvSpPr>
          <p:spPr>
            <a:xfrm>
              <a:off x="7425156" y="3316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6" name="pt32516"/>
            <p:cNvSpPr/>
            <p:nvPr/>
          </p:nvSpPr>
          <p:spPr>
            <a:xfrm>
              <a:off x="7440222" y="3262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7" name="pt32517"/>
            <p:cNvSpPr/>
            <p:nvPr/>
          </p:nvSpPr>
          <p:spPr>
            <a:xfrm>
              <a:off x="7423620" y="3198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8" name="pt32518"/>
            <p:cNvSpPr/>
            <p:nvPr/>
          </p:nvSpPr>
          <p:spPr>
            <a:xfrm>
              <a:off x="7415559" y="3346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19" name="pt32519"/>
            <p:cNvSpPr/>
            <p:nvPr/>
          </p:nvSpPr>
          <p:spPr>
            <a:xfrm>
              <a:off x="7277394" y="363270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20" name="pt32520"/>
            <p:cNvSpPr/>
            <p:nvPr/>
          </p:nvSpPr>
          <p:spPr>
            <a:xfrm>
              <a:off x="7457621" y="3101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1" name="pt32521"/>
            <p:cNvSpPr/>
            <p:nvPr/>
          </p:nvSpPr>
          <p:spPr>
            <a:xfrm>
              <a:off x="7431289" y="3222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2" name="pt32522"/>
            <p:cNvSpPr/>
            <p:nvPr/>
          </p:nvSpPr>
          <p:spPr>
            <a:xfrm>
              <a:off x="7460802" y="34662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3" name="pt32523"/>
            <p:cNvSpPr/>
            <p:nvPr/>
          </p:nvSpPr>
          <p:spPr>
            <a:xfrm>
              <a:off x="7478359" y="3288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4" name="pt32524"/>
            <p:cNvSpPr/>
            <p:nvPr/>
          </p:nvSpPr>
          <p:spPr>
            <a:xfrm>
              <a:off x="7082528" y="485837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25" name="pt32525"/>
            <p:cNvSpPr/>
            <p:nvPr/>
          </p:nvSpPr>
          <p:spPr>
            <a:xfrm>
              <a:off x="7443499" y="3194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6" name="pt32526"/>
            <p:cNvSpPr/>
            <p:nvPr/>
          </p:nvSpPr>
          <p:spPr>
            <a:xfrm>
              <a:off x="7460393" y="3352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7" name="pt32527"/>
            <p:cNvSpPr/>
            <p:nvPr/>
          </p:nvSpPr>
          <p:spPr>
            <a:xfrm>
              <a:off x="7398740" y="3452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8" name="pt32528"/>
            <p:cNvSpPr/>
            <p:nvPr/>
          </p:nvSpPr>
          <p:spPr>
            <a:xfrm>
              <a:off x="7406958" y="3299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29" name="pt32529"/>
            <p:cNvSpPr/>
            <p:nvPr/>
          </p:nvSpPr>
          <p:spPr>
            <a:xfrm>
              <a:off x="7427881" y="3205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0" name="pt32530"/>
            <p:cNvSpPr/>
            <p:nvPr/>
          </p:nvSpPr>
          <p:spPr>
            <a:xfrm>
              <a:off x="7410835" y="3408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1" name="pt32531"/>
            <p:cNvSpPr/>
            <p:nvPr/>
          </p:nvSpPr>
          <p:spPr>
            <a:xfrm>
              <a:off x="7461058" y="3266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2" name="pt32532"/>
            <p:cNvSpPr/>
            <p:nvPr/>
          </p:nvSpPr>
          <p:spPr>
            <a:xfrm>
              <a:off x="7458589" y="32581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3" name="pt32533"/>
            <p:cNvSpPr/>
            <p:nvPr/>
          </p:nvSpPr>
          <p:spPr>
            <a:xfrm>
              <a:off x="7467051" y="3196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4" name="pt32534"/>
            <p:cNvSpPr/>
            <p:nvPr/>
          </p:nvSpPr>
          <p:spPr>
            <a:xfrm>
              <a:off x="7412022" y="3188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5" name="pt32535"/>
            <p:cNvSpPr/>
            <p:nvPr/>
          </p:nvSpPr>
          <p:spPr>
            <a:xfrm>
              <a:off x="7452317" y="32797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6" name="pt32536"/>
            <p:cNvSpPr/>
            <p:nvPr/>
          </p:nvSpPr>
          <p:spPr>
            <a:xfrm>
              <a:off x="7461720" y="3282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7" name="pt32537"/>
            <p:cNvSpPr/>
            <p:nvPr/>
          </p:nvSpPr>
          <p:spPr>
            <a:xfrm>
              <a:off x="7432360" y="34940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8" name="pt32538"/>
            <p:cNvSpPr/>
            <p:nvPr/>
          </p:nvSpPr>
          <p:spPr>
            <a:xfrm>
              <a:off x="7476832" y="3210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39" name="pt32539"/>
            <p:cNvSpPr/>
            <p:nvPr/>
          </p:nvSpPr>
          <p:spPr>
            <a:xfrm>
              <a:off x="7455209" y="31362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0" name="pt32540"/>
            <p:cNvSpPr/>
            <p:nvPr/>
          </p:nvSpPr>
          <p:spPr>
            <a:xfrm>
              <a:off x="7449463" y="3155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1" name="pt32541"/>
            <p:cNvSpPr/>
            <p:nvPr/>
          </p:nvSpPr>
          <p:spPr>
            <a:xfrm>
              <a:off x="7481327" y="3267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2" name="pt32542"/>
            <p:cNvSpPr/>
            <p:nvPr/>
          </p:nvSpPr>
          <p:spPr>
            <a:xfrm>
              <a:off x="7436598" y="3232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3" name="pt32543"/>
            <p:cNvSpPr/>
            <p:nvPr/>
          </p:nvSpPr>
          <p:spPr>
            <a:xfrm>
              <a:off x="7452485" y="3141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4" name="pt32544"/>
            <p:cNvSpPr/>
            <p:nvPr/>
          </p:nvSpPr>
          <p:spPr>
            <a:xfrm>
              <a:off x="7435616" y="3365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5" name="pt32545"/>
            <p:cNvSpPr/>
            <p:nvPr/>
          </p:nvSpPr>
          <p:spPr>
            <a:xfrm>
              <a:off x="7438913" y="32458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6" name="pt32546"/>
            <p:cNvSpPr/>
            <p:nvPr/>
          </p:nvSpPr>
          <p:spPr>
            <a:xfrm>
              <a:off x="7436069" y="30810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7" name="pt32547"/>
            <p:cNvSpPr/>
            <p:nvPr/>
          </p:nvSpPr>
          <p:spPr>
            <a:xfrm>
              <a:off x="7419571" y="3442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8" name="pt32548"/>
            <p:cNvSpPr/>
            <p:nvPr/>
          </p:nvSpPr>
          <p:spPr>
            <a:xfrm>
              <a:off x="7410043" y="3584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49" name="pt32549"/>
            <p:cNvSpPr/>
            <p:nvPr/>
          </p:nvSpPr>
          <p:spPr>
            <a:xfrm>
              <a:off x="7450248" y="3279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0" name="pt32550"/>
            <p:cNvSpPr/>
            <p:nvPr/>
          </p:nvSpPr>
          <p:spPr>
            <a:xfrm>
              <a:off x="7430733" y="31714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1" name="pt32551"/>
            <p:cNvSpPr/>
            <p:nvPr/>
          </p:nvSpPr>
          <p:spPr>
            <a:xfrm>
              <a:off x="7391999" y="3468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2" name="pt32552"/>
            <p:cNvSpPr/>
            <p:nvPr/>
          </p:nvSpPr>
          <p:spPr>
            <a:xfrm>
              <a:off x="7431525" y="3573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3" name="pt32553"/>
            <p:cNvSpPr/>
            <p:nvPr/>
          </p:nvSpPr>
          <p:spPr>
            <a:xfrm>
              <a:off x="7470278" y="32849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4" name="pt32554"/>
            <p:cNvSpPr/>
            <p:nvPr/>
          </p:nvSpPr>
          <p:spPr>
            <a:xfrm>
              <a:off x="7439895" y="3200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5" name="pt32555"/>
            <p:cNvSpPr/>
            <p:nvPr/>
          </p:nvSpPr>
          <p:spPr>
            <a:xfrm>
              <a:off x="7402917" y="34019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6" name="pt32556"/>
            <p:cNvSpPr/>
            <p:nvPr/>
          </p:nvSpPr>
          <p:spPr>
            <a:xfrm>
              <a:off x="7464584" y="3126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7" name="pt32557"/>
            <p:cNvSpPr/>
            <p:nvPr/>
          </p:nvSpPr>
          <p:spPr>
            <a:xfrm>
              <a:off x="7483802" y="31467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8" name="pt32558"/>
            <p:cNvSpPr/>
            <p:nvPr/>
          </p:nvSpPr>
          <p:spPr>
            <a:xfrm>
              <a:off x="7466378" y="32272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59" name="pt32559"/>
            <p:cNvSpPr/>
            <p:nvPr/>
          </p:nvSpPr>
          <p:spPr>
            <a:xfrm>
              <a:off x="7415911" y="3683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0" name="pt32560"/>
            <p:cNvSpPr/>
            <p:nvPr/>
          </p:nvSpPr>
          <p:spPr>
            <a:xfrm>
              <a:off x="7456412" y="3233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1" name="pt32561"/>
            <p:cNvSpPr/>
            <p:nvPr/>
          </p:nvSpPr>
          <p:spPr>
            <a:xfrm>
              <a:off x="7426964" y="31590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2" name="pt32562"/>
            <p:cNvSpPr/>
            <p:nvPr/>
          </p:nvSpPr>
          <p:spPr>
            <a:xfrm>
              <a:off x="7446070" y="32185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3" name="pt32563"/>
            <p:cNvSpPr/>
            <p:nvPr/>
          </p:nvSpPr>
          <p:spPr>
            <a:xfrm>
              <a:off x="7435521" y="3222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4" name="pt32564"/>
            <p:cNvSpPr/>
            <p:nvPr/>
          </p:nvSpPr>
          <p:spPr>
            <a:xfrm>
              <a:off x="7452266" y="3241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5" name="pt32565"/>
            <p:cNvSpPr/>
            <p:nvPr/>
          </p:nvSpPr>
          <p:spPr>
            <a:xfrm>
              <a:off x="7515460" y="3258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6" name="pt32566"/>
            <p:cNvSpPr/>
            <p:nvPr/>
          </p:nvSpPr>
          <p:spPr>
            <a:xfrm>
              <a:off x="7464443" y="3157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7" name="pt32567"/>
            <p:cNvSpPr/>
            <p:nvPr/>
          </p:nvSpPr>
          <p:spPr>
            <a:xfrm>
              <a:off x="7233255" y="361434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68" name="pt32568"/>
            <p:cNvSpPr/>
            <p:nvPr/>
          </p:nvSpPr>
          <p:spPr>
            <a:xfrm>
              <a:off x="7465426" y="31793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69" name="pt32569"/>
            <p:cNvSpPr/>
            <p:nvPr/>
          </p:nvSpPr>
          <p:spPr>
            <a:xfrm>
              <a:off x="7463494" y="31713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0" name="pt32570"/>
            <p:cNvSpPr/>
            <p:nvPr/>
          </p:nvSpPr>
          <p:spPr>
            <a:xfrm>
              <a:off x="7438571" y="3219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1" name="pt32571"/>
            <p:cNvSpPr/>
            <p:nvPr/>
          </p:nvSpPr>
          <p:spPr>
            <a:xfrm>
              <a:off x="7464227" y="3183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2" name="pt32572"/>
            <p:cNvSpPr/>
            <p:nvPr/>
          </p:nvSpPr>
          <p:spPr>
            <a:xfrm>
              <a:off x="7417298" y="36767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3" name="pt32573"/>
            <p:cNvSpPr/>
            <p:nvPr/>
          </p:nvSpPr>
          <p:spPr>
            <a:xfrm>
              <a:off x="7682836" y="295323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74" name="pt32574"/>
            <p:cNvSpPr/>
            <p:nvPr/>
          </p:nvSpPr>
          <p:spPr>
            <a:xfrm>
              <a:off x="7481326" y="3345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5" name="pt32575"/>
            <p:cNvSpPr/>
            <p:nvPr/>
          </p:nvSpPr>
          <p:spPr>
            <a:xfrm>
              <a:off x="7483653" y="3224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6" name="pt32576"/>
            <p:cNvSpPr/>
            <p:nvPr/>
          </p:nvSpPr>
          <p:spPr>
            <a:xfrm>
              <a:off x="7398832" y="34832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7" name="pt32577"/>
            <p:cNvSpPr/>
            <p:nvPr/>
          </p:nvSpPr>
          <p:spPr>
            <a:xfrm>
              <a:off x="7440306" y="3419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8" name="pt32578"/>
            <p:cNvSpPr/>
            <p:nvPr/>
          </p:nvSpPr>
          <p:spPr>
            <a:xfrm>
              <a:off x="7462877" y="33709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79" name="pt32579"/>
            <p:cNvSpPr/>
            <p:nvPr/>
          </p:nvSpPr>
          <p:spPr>
            <a:xfrm>
              <a:off x="7447458" y="2826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0" name="pt32580"/>
            <p:cNvSpPr/>
            <p:nvPr/>
          </p:nvSpPr>
          <p:spPr>
            <a:xfrm>
              <a:off x="7423923" y="3613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1" name="pt32581"/>
            <p:cNvSpPr/>
            <p:nvPr/>
          </p:nvSpPr>
          <p:spPr>
            <a:xfrm>
              <a:off x="7449382" y="32095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2" name="pt32582"/>
            <p:cNvSpPr/>
            <p:nvPr/>
          </p:nvSpPr>
          <p:spPr>
            <a:xfrm>
              <a:off x="7461346" y="3135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3" name="pt32583"/>
            <p:cNvSpPr/>
            <p:nvPr/>
          </p:nvSpPr>
          <p:spPr>
            <a:xfrm>
              <a:off x="7486122" y="3100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4" name="pt32584"/>
            <p:cNvSpPr/>
            <p:nvPr/>
          </p:nvSpPr>
          <p:spPr>
            <a:xfrm>
              <a:off x="7500239" y="3171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5" name="pt32585"/>
            <p:cNvSpPr/>
            <p:nvPr/>
          </p:nvSpPr>
          <p:spPr>
            <a:xfrm>
              <a:off x="7383563" y="3584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6" name="pt32586"/>
            <p:cNvSpPr/>
            <p:nvPr/>
          </p:nvSpPr>
          <p:spPr>
            <a:xfrm>
              <a:off x="7417034" y="32654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7" name="pt32587"/>
            <p:cNvSpPr/>
            <p:nvPr/>
          </p:nvSpPr>
          <p:spPr>
            <a:xfrm>
              <a:off x="7443331" y="31724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8" name="pt32588"/>
            <p:cNvSpPr/>
            <p:nvPr/>
          </p:nvSpPr>
          <p:spPr>
            <a:xfrm>
              <a:off x="7417335" y="34528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89" name="pt32589"/>
            <p:cNvSpPr/>
            <p:nvPr/>
          </p:nvSpPr>
          <p:spPr>
            <a:xfrm>
              <a:off x="7475073" y="31652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0" name="pt32590"/>
            <p:cNvSpPr/>
            <p:nvPr/>
          </p:nvSpPr>
          <p:spPr>
            <a:xfrm>
              <a:off x="7424974" y="31883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1" name="pt32591"/>
            <p:cNvSpPr/>
            <p:nvPr/>
          </p:nvSpPr>
          <p:spPr>
            <a:xfrm>
              <a:off x="7458985" y="3357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2" name="pt32592"/>
            <p:cNvSpPr/>
            <p:nvPr/>
          </p:nvSpPr>
          <p:spPr>
            <a:xfrm>
              <a:off x="7441819" y="32443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3" name="pt32593"/>
            <p:cNvSpPr/>
            <p:nvPr/>
          </p:nvSpPr>
          <p:spPr>
            <a:xfrm>
              <a:off x="7444347" y="3572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4" name="pt32594"/>
            <p:cNvSpPr/>
            <p:nvPr/>
          </p:nvSpPr>
          <p:spPr>
            <a:xfrm>
              <a:off x="7459404" y="31811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5" name="pt32595"/>
            <p:cNvSpPr/>
            <p:nvPr/>
          </p:nvSpPr>
          <p:spPr>
            <a:xfrm>
              <a:off x="7507219" y="31292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6" name="pt32596"/>
            <p:cNvSpPr/>
            <p:nvPr/>
          </p:nvSpPr>
          <p:spPr>
            <a:xfrm>
              <a:off x="7429802" y="30751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7" name="pt32597"/>
            <p:cNvSpPr/>
            <p:nvPr/>
          </p:nvSpPr>
          <p:spPr>
            <a:xfrm>
              <a:off x="7537182" y="311404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98" name="pt32598"/>
            <p:cNvSpPr/>
            <p:nvPr/>
          </p:nvSpPr>
          <p:spPr>
            <a:xfrm>
              <a:off x="7465410" y="3248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599" name="pt32599"/>
            <p:cNvSpPr/>
            <p:nvPr/>
          </p:nvSpPr>
          <p:spPr>
            <a:xfrm>
              <a:off x="7452505" y="3178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0" name="pt32600"/>
            <p:cNvSpPr/>
            <p:nvPr/>
          </p:nvSpPr>
          <p:spPr>
            <a:xfrm>
              <a:off x="7449647" y="3301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1" name="pt32601"/>
            <p:cNvSpPr/>
            <p:nvPr/>
          </p:nvSpPr>
          <p:spPr>
            <a:xfrm>
              <a:off x="7445738" y="3295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2" name="pt32602"/>
            <p:cNvSpPr/>
            <p:nvPr/>
          </p:nvSpPr>
          <p:spPr>
            <a:xfrm>
              <a:off x="7416889" y="3553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3" name="pt32603"/>
            <p:cNvSpPr/>
            <p:nvPr/>
          </p:nvSpPr>
          <p:spPr>
            <a:xfrm>
              <a:off x="7423609" y="32610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4" name="pt32604"/>
            <p:cNvSpPr/>
            <p:nvPr/>
          </p:nvSpPr>
          <p:spPr>
            <a:xfrm>
              <a:off x="7456093" y="32590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5" name="pt32605"/>
            <p:cNvSpPr/>
            <p:nvPr/>
          </p:nvSpPr>
          <p:spPr>
            <a:xfrm>
              <a:off x="7453265" y="3321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6" name="pt32606"/>
            <p:cNvSpPr/>
            <p:nvPr/>
          </p:nvSpPr>
          <p:spPr>
            <a:xfrm>
              <a:off x="7438648" y="3315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7" name="pt32607"/>
            <p:cNvSpPr/>
            <p:nvPr/>
          </p:nvSpPr>
          <p:spPr>
            <a:xfrm>
              <a:off x="7433552" y="32042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8" name="pt32608"/>
            <p:cNvSpPr/>
            <p:nvPr/>
          </p:nvSpPr>
          <p:spPr>
            <a:xfrm>
              <a:off x="7461275" y="3271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09" name="pt32609"/>
            <p:cNvSpPr/>
            <p:nvPr/>
          </p:nvSpPr>
          <p:spPr>
            <a:xfrm>
              <a:off x="7435678" y="33667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0" name="pt32610"/>
            <p:cNvSpPr/>
            <p:nvPr/>
          </p:nvSpPr>
          <p:spPr>
            <a:xfrm>
              <a:off x="7403180" y="3376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1" name="pt32611"/>
            <p:cNvSpPr/>
            <p:nvPr/>
          </p:nvSpPr>
          <p:spPr>
            <a:xfrm>
              <a:off x="7446305" y="3183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2" name="pt32612"/>
            <p:cNvSpPr/>
            <p:nvPr/>
          </p:nvSpPr>
          <p:spPr>
            <a:xfrm>
              <a:off x="7442683" y="32459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3" name="pt32613"/>
            <p:cNvSpPr/>
            <p:nvPr/>
          </p:nvSpPr>
          <p:spPr>
            <a:xfrm>
              <a:off x="7455765" y="3183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4" name="pt32614"/>
            <p:cNvSpPr/>
            <p:nvPr/>
          </p:nvSpPr>
          <p:spPr>
            <a:xfrm>
              <a:off x="7475664" y="32781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5" name="pt32615"/>
            <p:cNvSpPr/>
            <p:nvPr/>
          </p:nvSpPr>
          <p:spPr>
            <a:xfrm>
              <a:off x="7399855" y="32640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6" name="pt32616"/>
            <p:cNvSpPr/>
            <p:nvPr/>
          </p:nvSpPr>
          <p:spPr>
            <a:xfrm>
              <a:off x="7401805" y="3228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7" name="pt32617"/>
            <p:cNvSpPr/>
            <p:nvPr/>
          </p:nvSpPr>
          <p:spPr>
            <a:xfrm>
              <a:off x="7451353" y="33433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8" name="pt32618"/>
            <p:cNvSpPr/>
            <p:nvPr/>
          </p:nvSpPr>
          <p:spPr>
            <a:xfrm>
              <a:off x="7422724" y="33114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19" name="pt32619"/>
            <p:cNvSpPr/>
            <p:nvPr/>
          </p:nvSpPr>
          <p:spPr>
            <a:xfrm>
              <a:off x="7404435" y="35873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0" name="pt32620"/>
            <p:cNvSpPr/>
            <p:nvPr/>
          </p:nvSpPr>
          <p:spPr>
            <a:xfrm>
              <a:off x="7430117" y="3208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1" name="pt32621"/>
            <p:cNvSpPr/>
            <p:nvPr/>
          </p:nvSpPr>
          <p:spPr>
            <a:xfrm>
              <a:off x="7416463" y="34427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2" name="pt32622"/>
            <p:cNvSpPr/>
            <p:nvPr/>
          </p:nvSpPr>
          <p:spPr>
            <a:xfrm>
              <a:off x="7454700" y="3219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3" name="pt32623"/>
            <p:cNvSpPr/>
            <p:nvPr/>
          </p:nvSpPr>
          <p:spPr>
            <a:xfrm>
              <a:off x="7449700" y="3196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4" name="pt32624"/>
            <p:cNvSpPr/>
            <p:nvPr/>
          </p:nvSpPr>
          <p:spPr>
            <a:xfrm>
              <a:off x="7423314" y="3408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5" name="pt32625"/>
            <p:cNvSpPr/>
            <p:nvPr/>
          </p:nvSpPr>
          <p:spPr>
            <a:xfrm>
              <a:off x="7446813" y="3221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6" name="pt32626"/>
            <p:cNvSpPr/>
            <p:nvPr/>
          </p:nvSpPr>
          <p:spPr>
            <a:xfrm>
              <a:off x="7452609" y="31575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7" name="pt32627"/>
            <p:cNvSpPr/>
            <p:nvPr/>
          </p:nvSpPr>
          <p:spPr>
            <a:xfrm>
              <a:off x="7464469" y="31640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8" name="pt32628"/>
            <p:cNvSpPr/>
            <p:nvPr/>
          </p:nvSpPr>
          <p:spPr>
            <a:xfrm>
              <a:off x="7418922" y="31686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29" name="pt32629"/>
            <p:cNvSpPr/>
            <p:nvPr/>
          </p:nvSpPr>
          <p:spPr>
            <a:xfrm>
              <a:off x="7429889" y="3345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0" name="pt32630"/>
            <p:cNvSpPr/>
            <p:nvPr/>
          </p:nvSpPr>
          <p:spPr>
            <a:xfrm>
              <a:off x="7486499" y="32545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1" name="pt32631"/>
            <p:cNvSpPr/>
            <p:nvPr/>
          </p:nvSpPr>
          <p:spPr>
            <a:xfrm>
              <a:off x="7467700" y="33765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2" name="pt32632"/>
            <p:cNvSpPr/>
            <p:nvPr/>
          </p:nvSpPr>
          <p:spPr>
            <a:xfrm>
              <a:off x="7459990" y="33789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3" name="pt32633"/>
            <p:cNvSpPr/>
            <p:nvPr/>
          </p:nvSpPr>
          <p:spPr>
            <a:xfrm>
              <a:off x="7451079" y="3145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4" name="pt32634"/>
            <p:cNvSpPr/>
            <p:nvPr/>
          </p:nvSpPr>
          <p:spPr>
            <a:xfrm>
              <a:off x="7432777" y="30985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5" name="pt32635"/>
            <p:cNvSpPr/>
            <p:nvPr/>
          </p:nvSpPr>
          <p:spPr>
            <a:xfrm>
              <a:off x="7418782" y="32331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6" name="pt32636"/>
            <p:cNvSpPr/>
            <p:nvPr/>
          </p:nvSpPr>
          <p:spPr>
            <a:xfrm>
              <a:off x="7452502" y="3235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7" name="pt32637"/>
            <p:cNvSpPr/>
            <p:nvPr/>
          </p:nvSpPr>
          <p:spPr>
            <a:xfrm>
              <a:off x="7442767" y="3285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8" name="pt32638"/>
            <p:cNvSpPr/>
            <p:nvPr/>
          </p:nvSpPr>
          <p:spPr>
            <a:xfrm>
              <a:off x="7430130" y="3224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39" name="pt32639"/>
            <p:cNvSpPr/>
            <p:nvPr/>
          </p:nvSpPr>
          <p:spPr>
            <a:xfrm>
              <a:off x="7453864" y="32750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0" name="pt32640"/>
            <p:cNvSpPr/>
            <p:nvPr/>
          </p:nvSpPr>
          <p:spPr>
            <a:xfrm>
              <a:off x="7454368" y="32643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1" name="pt32641"/>
            <p:cNvSpPr/>
            <p:nvPr/>
          </p:nvSpPr>
          <p:spPr>
            <a:xfrm>
              <a:off x="7424636" y="3332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2" name="pt32642"/>
            <p:cNvSpPr/>
            <p:nvPr/>
          </p:nvSpPr>
          <p:spPr>
            <a:xfrm>
              <a:off x="7433209" y="31981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3" name="pt32643"/>
            <p:cNvSpPr/>
            <p:nvPr/>
          </p:nvSpPr>
          <p:spPr>
            <a:xfrm>
              <a:off x="7458499" y="32037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4" name="pt32644"/>
            <p:cNvSpPr/>
            <p:nvPr/>
          </p:nvSpPr>
          <p:spPr>
            <a:xfrm>
              <a:off x="7441350" y="3364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5" name="pt32645"/>
            <p:cNvSpPr/>
            <p:nvPr/>
          </p:nvSpPr>
          <p:spPr>
            <a:xfrm>
              <a:off x="7462727" y="3267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6" name="pt32646"/>
            <p:cNvSpPr/>
            <p:nvPr/>
          </p:nvSpPr>
          <p:spPr>
            <a:xfrm>
              <a:off x="7413289" y="33036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7" name="pt32647"/>
            <p:cNvSpPr/>
            <p:nvPr/>
          </p:nvSpPr>
          <p:spPr>
            <a:xfrm>
              <a:off x="7452445" y="3213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8" name="pt32648"/>
            <p:cNvSpPr/>
            <p:nvPr/>
          </p:nvSpPr>
          <p:spPr>
            <a:xfrm>
              <a:off x="7445371" y="3289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49" name="pt32649"/>
            <p:cNvSpPr/>
            <p:nvPr/>
          </p:nvSpPr>
          <p:spPr>
            <a:xfrm>
              <a:off x="7444555" y="3253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0" name="pt32650"/>
            <p:cNvSpPr/>
            <p:nvPr/>
          </p:nvSpPr>
          <p:spPr>
            <a:xfrm>
              <a:off x="7477968" y="3525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1" name="pt32651"/>
            <p:cNvSpPr/>
            <p:nvPr/>
          </p:nvSpPr>
          <p:spPr>
            <a:xfrm>
              <a:off x="7418338" y="32285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2" name="pt32652"/>
            <p:cNvSpPr/>
            <p:nvPr/>
          </p:nvSpPr>
          <p:spPr>
            <a:xfrm>
              <a:off x="7471292" y="3155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3" name="pt32653"/>
            <p:cNvSpPr/>
            <p:nvPr/>
          </p:nvSpPr>
          <p:spPr>
            <a:xfrm>
              <a:off x="7497257" y="3124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4" name="pt32654"/>
            <p:cNvSpPr/>
            <p:nvPr/>
          </p:nvSpPr>
          <p:spPr>
            <a:xfrm>
              <a:off x="7455515" y="30065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5" name="pt32655"/>
            <p:cNvSpPr/>
            <p:nvPr/>
          </p:nvSpPr>
          <p:spPr>
            <a:xfrm>
              <a:off x="7465139" y="3213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6" name="pt32656"/>
            <p:cNvSpPr/>
            <p:nvPr/>
          </p:nvSpPr>
          <p:spPr>
            <a:xfrm>
              <a:off x="7453028" y="32863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7" name="pt32657"/>
            <p:cNvSpPr/>
            <p:nvPr/>
          </p:nvSpPr>
          <p:spPr>
            <a:xfrm>
              <a:off x="7309071" y="34718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58" name="pt32658"/>
            <p:cNvSpPr/>
            <p:nvPr/>
          </p:nvSpPr>
          <p:spPr>
            <a:xfrm>
              <a:off x="7253376" y="350998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59" name="pt32659"/>
            <p:cNvSpPr/>
            <p:nvPr/>
          </p:nvSpPr>
          <p:spPr>
            <a:xfrm>
              <a:off x="7444801" y="35208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0" name="pt32660"/>
            <p:cNvSpPr/>
            <p:nvPr/>
          </p:nvSpPr>
          <p:spPr>
            <a:xfrm>
              <a:off x="7380452" y="3507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1" name="pt32661"/>
            <p:cNvSpPr/>
            <p:nvPr/>
          </p:nvSpPr>
          <p:spPr>
            <a:xfrm>
              <a:off x="7421233" y="3267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2" name="pt32662"/>
            <p:cNvSpPr/>
            <p:nvPr/>
          </p:nvSpPr>
          <p:spPr>
            <a:xfrm>
              <a:off x="7428733" y="3271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3" name="pt32663"/>
            <p:cNvSpPr/>
            <p:nvPr/>
          </p:nvSpPr>
          <p:spPr>
            <a:xfrm>
              <a:off x="7345530" y="3256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4" name="pt32664"/>
            <p:cNvSpPr/>
            <p:nvPr/>
          </p:nvSpPr>
          <p:spPr>
            <a:xfrm>
              <a:off x="7474001" y="31740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5" name="pt32665"/>
            <p:cNvSpPr/>
            <p:nvPr/>
          </p:nvSpPr>
          <p:spPr>
            <a:xfrm>
              <a:off x="7467319" y="32048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6" name="pt32666"/>
            <p:cNvSpPr/>
            <p:nvPr/>
          </p:nvSpPr>
          <p:spPr>
            <a:xfrm>
              <a:off x="7452285" y="3205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7" name="pt32667"/>
            <p:cNvSpPr/>
            <p:nvPr/>
          </p:nvSpPr>
          <p:spPr>
            <a:xfrm>
              <a:off x="7459513" y="3267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8" name="pt32668"/>
            <p:cNvSpPr/>
            <p:nvPr/>
          </p:nvSpPr>
          <p:spPr>
            <a:xfrm>
              <a:off x="7420038" y="3384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69" name="pt32669"/>
            <p:cNvSpPr/>
            <p:nvPr/>
          </p:nvSpPr>
          <p:spPr>
            <a:xfrm>
              <a:off x="7465539" y="3349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0" name="pt32670"/>
            <p:cNvSpPr/>
            <p:nvPr/>
          </p:nvSpPr>
          <p:spPr>
            <a:xfrm>
              <a:off x="7458484" y="31813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1" name="pt32671"/>
            <p:cNvSpPr/>
            <p:nvPr/>
          </p:nvSpPr>
          <p:spPr>
            <a:xfrm>
              <a:off x="7461364" y="3106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2" name="pt32672"/>
            <p:cNvSpPr/>
            <p:nvPr/>
          </p:nvSpPr>
          <p:spPr>
            <a:xfrm>
              <a:off x="7422955" y="3007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3" name="pt32673"/>
            <p:cNvSpPr/>
            <p:nvPr/>
          </p:nvSpPr>
          <p:spPr>
            <a:xfrm>
              <a:off x="7473420" y="3158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4" name="pt32674"/>
            <p:cNvSpPr/>
            <p:nvPr/>
          </p:nvSpPr>
          <p:spPr>
            <a:xfrm>
              <a:off x="7458982" y="31345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5" name="pt32675"/>
            <p:cNvSpPr/>
            <p:nvPr/>
          </p:nvSpPr>
          <p:spPr>
            <a:xfrm>
              <a:off x="7468492" y="3144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6" name="pt32676"/>
            <p:cNvSpPr/>
            <p:nvPr/>
          </p:nvSpPr>
          <p:spPr>
            <a:xfrm>
              <a:off x="7403565" y="3244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7" name="pt32677"/>
            <p:cNvSpPr/>
            <p:nvPr/>
          </p:nvSpPr>
          <p:spPr>
            <a:xfrm>
              <a:off x="7429245" y="32021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8" name="pt32678"/>
            <p:cNvSpPr/>
            <p:nvPr/>
          </p:nvSpPr>
          <p:spPr>
            <a:xfrm>
              <a:off x="7434285" y="32221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79" name="pt32679"/>
            <p:cNvSpPr/>
            <p:nvPr/>
          </p:nvSpPr>
          <p:spPr>
            <a:xfrm>
              <a:off x="7416574" y="3398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0" name="pt32680"/>
            <p:cNvSpPr/>
            <p:nvPr/>
          </p:nvSpPr>
          <p:spPr>
            <a:xfrm>
              <a:off x="7451583" y="3255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1" name="pt32681"/>
            <p:cNvSpPr/>
            <p:nvPr/>
          </p:nvSpPr>
          <p:spPr>
            <a:xfrm>
              <a:off x="7450648" y="3176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2" name="pt32682"/>
            <p:cNvSpPr/>
            <p:nvPr/>
          </p:nvSpPr>
          <p:spPr>
            <a:xfrm>
              <a:off x="7438736" y="40599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3" name="pt32683"/>
            <p:cNvSpPr/>
            <p:nvPr/>
          </p:nvSpPr>
          <p:spPr>
            <a:xfrm>
              <a:off x="7479493" y="32270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4" name="pt32684"/>
            <p:cNvSpPr/>
            <p:nvPr/>
          </p:nvSpPr>
          <p:spPr>
            <a:xfrm>
              <a:off x="7405708" y="32672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5" name="pt32685"/>
            <p:cNvSpPr/>
            <p:nvPr/>
          </p:nvSpPr>
          <p:spPr>
            <a:xfrm>
              <a:off x="7431672" y="34158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6" name="pt32686"/>
            <p:cNvSpPr/>
            <p:nvPr/>
          </p:nvSpPr>
          <p:spPr>
            <a:xfrm>
              <a:off x="7434837" y="3235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7" name="pt32687"/>
            <p:cNvSpPr/>
            <p:nvPr/>
          </p:nvSpPr>
          <p:spPr>
            <a:xfrm>
              <a:off x="7484677" y="28706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8" name="pt32688"/>
            <p:cNvSpPr/>
            <p:nvPr/>
          </p:nvSpPr>
          <p:spPr>
            <a:xfrm>
              <a:off x="7408129" y="36224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89" name="pt32689"/>
            <p:cNvSpPr/>
            <p:nvPr/>
          </p:nvSpPr>
          <p:spPr>
            <a:xfrm>
              <a:off x="7441625" y="3285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0" name="pt32690"/>
            <p:cNvSpPr/>
            <p:nvPr/>
          </p:nvSpPr>
          <p:spPr>
            <a:xfrm>
              <a:off x="7465256" y="33282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1" name="pt32691"/>
            <p:cNvSpPr/>
            <p:nvPr/>
          </p:nvSpPr>
          <p:spPr>
            <a:xfrm>
              <a:off x="7439467" y="3274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2" name="pt32692"/>
            <p:cNvSpPr/>
            <p:nvPr/>
          </p:nvSpPr>
          <p:spPr>
            <a:xfrm>
              <a:off x="7482952" y="31229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3" name="pt32693"/>
            <p:cNvSpPr/>
            <p:nvPr/>
          </p:nvSpPr>
          <p:spPr>
            <a:xfrm>
              <a:off x="7459035" y="3263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4" name="pt32694"/>
            <p:cNvSpPr/>
            <p:nvPr/>
          </p:nvSpPr>
          <p:spPr>
            <a:xfrm>
              <a:off x="7465908" y="32263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5" name="pt32695"/>
            <p:cNvSpPr/>
            <p:nvPr/>
          </p:nvSpPr>
          <p:spPr>
            <a:xfrm>
              <a:off x="7462425" y="3208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6" name="pt32696"/>
            <p:cNvSpPr/>
            <p:nvPr/>
          </p:nvSpPr>
          <p:spPr>
            <a:xfrm>
              <a:off x="7449368" y="3222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7" name="pt32697"/>
            <p:cNvSpPr/>
            <p:nvPr/>
          </p:nvSpPr>
          <p:spPr>
            <a:xfrm>
              <a:off x="7446068" y="3331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8" name="pt32698"/>
            <p:cNvSpPr/>
            <p:nvPr/>
          </p:nvSpPr>
          <p:spPr>
            <a:xfrm>
              <a:off x="7475383" y="3186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699" name="pt32699"/>
            <p:cNvSpPr/>
            <p:nvPr/>
          </p:nvSpPr>
          <p:spPr>
            <a:xfrm>
              <a:off x="7455744" y="32119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0" name="pt32700"/>
            <p:cNvSpPr/>
            <p:nvPr/>
          </p:nvSpPr>
          <p:spPr>
            <a:xfrm>
              <a:off x="7388008" y="32399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1" name="pt32701"/>
            <p:cNvSpPr/>
            <p:nvPr/>
          </p:nvSpPr>
          <p:spPr>
            <a:xfrm>
              <a:off x="7479072" y="32515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2" name="pt32702"/>
            <p:cNvSpPr/>
            <p:nvPr/>
          </p:nvSpPr>
          <p:spPr>
            <a:xfrm>
              <a:off x="7447241" y="34870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3" name="pt32703"/>
            <p:cNvSpPr/>
            <p:nvPr/>
          </p:nvSpPr>
          <p:spPr>
            <a:xfrm>
              <a:off x="7417781" y="3203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4" name="pt32704"/>
            <p:cNvSpPr/>
            <p:nvPr/>
          </p:nvSpPr>
          <p:spPr>
            <a:xfrm>
              <a:off x="7451315" y="3187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5" name="pt32705"/>
            <p:cNvSpPr/>
            <p:nvPr/>
          </p:nvSpPr>
          <p:spPr>
            <a:xfrm>
              <a:off x="7454212" y="32829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6" name="pt32706"/>
            <p:cNvSpPr/>
            <p:nvPr/>
          </p:nvSpPr>
          <p:spPr>
            <a:xfrm>
              <a:off x="7444888" y="3178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7" name="pt32707"/>
            <p:cNvSpPr/>
            <p:nvPr/>
          </p:nvSpPr>
          <p:spPr>
            <a:xfrm>
              <a:off x="7445563" y="31885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8" name="pt32708"/>
            <p:cNvSpPr/>
            <p:nvPr/>
          </p:nvSpPr>
          <p:spPr>
            <a:xfrm>
              <a:off x="7397243" y="3384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09" name="pt32709"/>
            <p:cNvSpPr/>
            <p:nvPr/>
          </p:nvSpPr>
          <p:spPr>
            <a:xfrm>
              <a:off x="7437860" y="33297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0" name="pt32710"/>
            <p:cNvSpPr/>
            <p:nvPr/>
          </p:nvSpPr>
          <p:spPr>
            <a:xfrm>
              <a:off x="7421044" y="34739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1" name="pt32711"/>
            <p:cNvSpPr/>
            <p:nvPr/>
          </p:nvSpPr>
          <p:spPr>
            <a:xfrm>
              <a:off x="7448182" y="3189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2" name="pt32712"/>
            <p:cNvSpPr/>
            <p:nvPr/>
          </p:nvSpPr>
          <p:spPr>
            <a:xfrm>
              <a:off x="7494106" y="33608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3" name="pt32713"/>
            <p:cNvSpPr/>
            <p:nvPr/>
          </p:nvSpPr>
          <p:spPr>
            <a:xfrm>
              <a:off x="7447489" y="3161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4" name="pt32714"/>
            <p:cNvSpPr/>
            <p:nvPr/>
          </p:nvSpPr>
          <p:spPr>
            <a:xfrm>
              <a:off x="7435382" y="30769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5" name="pt32715"/>
            <p:cNvSpPr/>
            <p:nvPr/>
          </p:nvSpPr>
          <p:spPr>
            <a:xfrm>
              <a:off x="7453452" y="32246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6" name="pt32716"/>
            <p:cNvSpPr/>
            <p:nvPr/>
          </p:nvSpPr>
          <p:spPr>
            <a:xfrm>
              <a:off x="7377310" y="35960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7" name="pt32717"/>
            <p:cNvSpPr/>
            <p:nvPr/>
          </p:nvSpPr>
          <p:spPr>
            <a:xfrm>
              <a:off x="7461362" y="3162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8" name="pt32718"/>
            <p:cNvSpPr/>
            <p:nvPr/>
          </p:nvSpPr>
          <p:spPr>
            <a:xfrm>
              <a:off x="7440905" y="3361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19" name="pt32719"/>
            <p:cNvSpPr/>
            <p:nvPr/>
          </p:nvSpPr>
          <p:spPr>
            <a:xfrm>
              <a:off x="7450296" y="31814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0" name="pt32720"/>
            <p:cNvSpPr/>
            <p:nvPr/>
          </p:nvSpPr>
          <p:spPr>
            <a:xfrm>
              <a:off x="7417580" y="32448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1" name="pt32721"/>
            <p:cNvSpPr/>
            <p:nvPr/>
          </p:nvSpPr>
          <p:spPr>
            <a:xfrm>
              <a:off x="7456473" y="32832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2" name="pt32722"/>
            <p:cNvSpPr/>
            <p:nvPr/>
          </p:nvSpPr>
          <p:spPr>
            <a:xfrm>
              <a:off x="7491627" y="31768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3" name="pt32723"/>
            <p:cNvSpPr/>
            <p:nvPr/>
          </p:nvSpPr>
          <p:spPr>
            <a:xfrm>
              <a:off x="7427857" y="32974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4" name="pt32724"/>
            <p:cNvSpPr/>
            <p:nvPr/>
          </p:nvSpPr>
          <p:spPr>
            <a:xfrm>
              <a:off x="7443684" y="3162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5" name="pt32725"/>
            <p:cNvSpPr/>
            <p:nvPr/>
          </p:nvSpPr>
          <p:spPr>
            <a:xfrm>
              <a:off x="7492223" y="31985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6" name="pt32726"/>
            <p:cNvSpPr/>
            <p:nvPr/>
          </p:nvSpPr>
          <p:spPr>
            <a:xfrm>
              <a:off x="7443798" y="3264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7" name="pt32727"/>
            <p:cNvSpPr/>
            <p:nvPr/>
          </p:nvSpPr>
          <p:spPr>
            <a:xfrm>
              <a:off x="7497298" y="3182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8" name="pt32728"/>
            <p:cNvSpPr/>
            <p:nvPr/>
          </p:nvSpPr>
          <p:spPr>
            <a:xfrm>
              <a:off x="7464310" y="31509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29" name="pt32729"/>
            <p:cNvSpPr/>
            <p:nvPr/>
          </p:nvSpPr>
          <p:spPr>
            <a:xfrm>
              <a:off x="7403567" y="3347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0" name="pt32730"/>
            <p:cNvSpPr/>
            <p:nvPr/>
          </p:nvSpPr>
          <p:spPr>
            <a:xfrm>
              <a:off x="7438753" y="33444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1" name="pt32731"/>
            <p:cNvSpPr/>
            <p:nvPr/>
          </p:nvSpPr>
          <p:spPr>
            <a:xfrm>
              <a:off x="7486127" y="2802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2" name="pt32732"/>
            <p:cNvSpPr/>
            <p:nvPr/>
          </p:nvSpPr>
          <p:spPr>
            <a:xfrm>
              <a:off x="7398117" y="3266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3" name="pt32733"/>
            <p:cNvSpPr/>
            <p:nvPr/>
          </p:nvSpPr>
          <p:spPr>
            <a:xfrm>
              <a:off x="7438718" y="3420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4" name="pt32734"/>
            <p:cNvSpPr/>
            <p:nvPr/>
          </p:nvSpPr>
          <p:spPr>
            <a:xfrm>
              <a:off x="7395646" y="32297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5" name="pt32735"/>
            <p:cNvSpPr/>
            <p:nvPr/>
          </p:nvSpPr>
          <p:spPr>
            <a:xfrm>
              <a:off x="7441914" y="30964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6" name="pt32736"/>
            <p:cNvSpPr/>
            <p:nvPr/>
          </p:nvSpPr>
          <p:spPr>
            <a:xfrm>
              <a:off x="7464288" y="32069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7" name="pt32737"/>
            <p:cNvSpPr/>
            <p:nvPr/>
          </p:nvSpPr>
          <p:spPr>
            <a:xfrm>
              <a:off x="7448734" y="32486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8" name="pt32738"/>
            <p:cNvSpPr/>
            <p:nvPr/>
          </p:nvSpPr>
          <p:spPr>
            <a:xfrm>
              <a:off x="7452060" y="3223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39" name="pt32739"/>
            <p:cNvSpPr/>
            <p:nvPr/>
          </p:nvSpPr>
          <p:spPr>
            <a:xfrm>
              <a:off x="7474733" y="3140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0" name="pt32740"/>
            <p:cNvSpPr/>
            <p:nvPr/>
          </p:nvSpPr>
          <p:spPr>
            <a:xfrm>
              <a:off x="7451547" y="32472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1" name="pt32741"/>
            <p:cNvSpPr/>
            <p:nvPr/>
          </p:nvSpPr>
          <p:spPr>
            <a:xfrm>
              <a:off x="7345937" y="35407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2" name="pt32742"/>
            <p:cNvSpPr/>
            <p:nvPr/>
          </p:nvSpPr>
          <p:spPr>
            <a:xfrm>
              <a:off x="7489853" y="3213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3" name="pt32743"/>
            <p:cNvSpPr/>
            <p:nvPr/>
          </p:nvSpPr>
          <p:spPr>
            <a:xfrm>
              <a:off x="7464778" y="30688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4" name="pt32744"/>
            <p:cNvSpPr/>
            <p:nvPr/>
          </p:nvSpPr>
          <p:spPr>
            <a:xfrm>
              <a:off x="7452161" y="2819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5" name="pt32745"/>
            <p:cNvSpPr/>
            <p:nvPr/>
          </p:nvSpPr>
          <p:spPr>
            <a:xfrm>
              <a:off x="7438824" y="34339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6" name="pt32746"/>
            <p:cNvSpPr/>
            <p:nvPr/>
          </p:nvSpPr>
          <p:spPr>
            <a:xfrm>
              <a:off x="7404183" y="34610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7" name="pt32747"/>
            <p:cNvSpPr/>
            <p:nvPr/>
          </p:nvSpPr>
          <p:spPr>
            <a:xfrm>
              <a:off x="7450003" y="32493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8" name="pt32748"/>
            <p:cNvSpPr/>
            <p:nvPr/>
          </p:nvSpPr>
          <p:spPr>
            <a:xfrm>
              <a:off x="7452992" y="32264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49" name="pt32749"/>
            <p:cNvSpPr/>
            <p:nvPr/>
          </p:nvSpPr>
          <p:spPr>
            <a:xfrm>
              <a:off x="7446633" y="3381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0" name="pt32750"/>
            <p:cNvSpPr/>
            <p:nvPr/>
          </p:nvSpPr>
          <p:spPr>
            <a:xfrm>
              <a:off x="7449417" y="32579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1" name="pt32751"/>
            <p:cNvSpPr/>
            <p:nvPr/>
          </p:nvSpPr>
          <p:spPr>
            <a:xfrm>
              <a:off x="7490594" y="32822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2" name="pt32752"/>
            <p:cNvSpPr/>
            <p:nvPr/>
          </p:nvSpPr>
          <p:spPr>
            <a:xfrm>
              <a:off x="7420297" y="36363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3" name="pt32753"/>
            <p:cNvSpPr/>
            <p:nvPr/>
          </p:nvSpPr>
          <p:spPr>
            <a:xfrm>
              <a:off x="7464380" y="32695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4" name="pt32754"/>
            <p:cNvSpPr/>
            <p:nvPr/>
          </p:nvSpPr>
          <p:spPr>
            <a:xfrm>
              <a:off x="7471523" y="31639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5" name="pt32755"/>
            <p:cNvSpPr/>
            <p:nvPr/>
          </p:nvSpPr>
          <p:spPr>
            <a:xfrm>
              <a:off x="7463608" y="3182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6" name="pt32756"/>
            <p:cNvSpPr/>
            <p:nvPr/>
          </p:nvSpPr>
          <p:spPr>
            <a:xfrm>
              <a:off x="7440008" y="32991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7" name="pt32757"/>
            <p:cNvSpPr/>
            <p:nvPr/>
          </p:nvSpPr>
          <p:spPr>
            <a:xfrm>
              <a:off x="6413833" y="3416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8" name="pt32758"/>
            <p:cNvSpPr/>
            <p:nvPr/>
          </p:nvSpPr>
          <p:spPr>
            <a:xfrm>
              <a:off x="7431937" y="32855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59" name="pt32759"/>
            <p:cNvSpPr/>
            <p:nvPr/>
          </p:nvSpPr>
          <p:spPr>
            <a:xfrm>
              <a:off x="6820091" y="375515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60" name="pt32760"/>
            <p:cNvSpPr/>
            <p:nvPr/>
          </p:nvSpPr>
          <p:spPr>
            <a:xfrm>
              <a:off x="7397384" y="3393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1" name="pt32761"/>
            <p:cNvSpPr/>
            <p:nvPr/>
          </p:nvSpPr>
          <p:spPr>
            <a:xfrm>
              <a:off x="7216185" y="3624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2" name="pt32762"/>
            <p:cNvSpPr/>
            <p:nvPr/>
          </p:nvSpPr>
          <p:spPr>
            <a:xfrm>
              <a:off x="7412160" y="33402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3" name="pt32763"/>
            <p:cNvSpPr/>
            <p:nvPr/>
          </p:nvSpPr>
          <p:spPr>
            <a:xfrm>
              <a:off x="7425072" y="34765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4" name="pt32764"/>
            <p:cNvSpPr/>
            <p:nvPr/>
          </p:nvSpPr>
          <p:spPr>
            <a:xfrm>
              <a:off x="7472800" y="3265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5" name="pt32765"/>
            <p:cNvSpPr/>
            <p:nvPr/>
          </p:nvSpPr>
          <p:spPr>
            <a:xfrm>
              <a:off x="7458586" y="3416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6" name="pt32766"/>
            <p:cNvSpPr/>
            <p:nvPr/>
          </p:nvSpPr>
          <p:spPr>
            <a:xfrm>
              <a:off x="7457480" y="31356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7" name="pt32767"/>
            <p:cNvSpPr/>
            <p:nvPr/>
          </p:nvSpPr>
          <p:spPr>
            <a:xfrm>
              <a:off x="7462395" y="32091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8" name="pt32768"/>
            <p:cNvSpPr/>
            <p:nvPr/>
          </p:nvSpPr>
          <p:spPr>
            <a:xfrm>
              <a:off x="7459855" y="31482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69" name="pt32769"/>
            <p:cNvSpPr/>
            <p:nvPr/>
          </p:nvSpPr>
          <p:spPr>
            <a:xfrm>
              <a:off x="7120200" y="350294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70" name="pt32770"/>
            <p:cNvSpPr/>
            <p:nvPr/>
          </p:nvSpPr>
          <p:spPr>
            <a:xfrm>
              <a:off x="7441123" y="3215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1" name="pt32771"/>
            <p:cNvSpPr/>
            <p:nvPr/>
          </p:nvSpPr>
          <p:spPr>
            <a:xfrm>
              <a:off x="7417971" y="33410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2" name="pt32772"/>
            <p:cNvSpPr/>
            <p:nvPr/>
          </p:nvSpPr>
          <p:spPr>
            <a:xfrm>
              <a:off x="7443333" y="32403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3" name="pt32773"/>
            <p:cNvSpPr/>
            <p:nvPr/>
          </p:nvSpPr>
          <p:spPr>
            <a:xfrm>
              <a:off x="7431782" y="3279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4" name="pt32774"/>
            <p:cNvSpPr/>
            <p:nvPr/>
          </p:nvSpPr>
          <p:spPr>
            <a:xfrm>
              <a:off x="7478085" y="31560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5" name="pt32775"/>
            <p:cNvSpPr/>
            <p:nvPr/>
          </p:nvSpPr>
          <p:spPr>
            <a:xfrm>
              <a:off x="7432931" y="32534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6" name="pt32776"/>
            <p:cNvSpPr/>
            <p:nvPr/>
          </p:nvSpPr>
          <p:spPr>
            <a:xfrm>
              <a:off x="7357941" y="35811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7" name="pt32777"/>
            <p:cNvSpPr/>
            <p:nvPr/>
          </p:nvSpPr>
          <p:spPr>
            <a:xfrm>
              <a:off x="7437793" y="32902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8" name="pt32778"/>
            <p:cNvSpPr/>
            <p:nvPr/>
          </p:nvSpPr>
          <p:spPr>
            <a:xfrm>
              <a:off x="7448551" y="3163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79" name="pt32779"/>
            <p:cNvSpPr/>
            <p:nvPr/>
          </p:nvSpPr>
          <p:spPr>
            <a:xfrm>
              <a:off x="7428957" y="36135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0" name="pt32780"/>
            <p:cNvSpPr/>
            <p:nvPr/>
          </p:nvSpPr>
          <p:spPr>
            <a:xfrm>
              <a:off x="7489030" y="3248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1" name="pt32781"/>
            <p:cNvSpPr/>
            <p:nvPr/>
          </p:nvSpPr>
          <p:spPr>
            <a:xfrm>
              <a:off x="7448120" y="3227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2" name="pt32782"/>
            <p:cNvSpPr/>
            <p:nvPr/>
          </p:nvSpPr>
          <p:spPr>
            <a:xfrm>
              <a:off x="7430883" y="3368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3" name="pt32783"/>
            <p:cNvSpPr/>
            <p:nvPr/>
          </p:nvSpPr>
          <p:spPr>
            <a:xfrm>
              <a:off x="7485242" y="3271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4" name="pt32784"/>
            <p:cNvSpPr/>
            <p:nvPr/>
          </p:nvSpPr>
          <p:spPr>
            <a:xfrm>
              <a:off x="7429068" y="34540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5" name="pt32785"/>
            <p:cNvSpPr/>
            <p:nvPr/>
          </p:nvSpPr>
          <p:spPr>
            <a:xfrm>
              <a:off x="7466376" y="3157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6" name="pt32786"/>
            <p:cNvSpPr/>
            <p:nvPr/>
          </p:nvSpPr>
          <p:spPr>
            <a:xfrm>
              <a:off x="7413545" y="3530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7" name="pt32787"/>
            <p:cNvSpPr/>
            <p:nvPr/>
          </p:nvSpPr>
          <p:spPr>
            <a:xfrm>
              <a:off x="7347023" y="3677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8" name="pt32788"/>
            <p:cNvSpPr/>
            <p:nvPr/>
          </p:nvSpPr>
          <p:spPr>
            <a:xfrm>
              <a:off x="7451008" y="31847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89" name="pt32789"/>
            <p:cNvSpPr/>
            <p:nvPr/>
          </p:nvSpPr>
          <p:spPr>
            <a:xfrm>
              <a:off x="7457967" y="31545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0" name="pt32790"/>
            <p:cNvSpPr/>
            <p:nvPr/>
          </p:nvSpPr>
          <p:spPr>
            <a:xfrm>
              <a:off x="7447490" y="31249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1" name="pt32791"/>
            <p:cNvSpPr/>
            <p:nvPr/>
          </p:nvSpPr>
          <p:spPr>
            <a:xfrm>
              <a:off x="7438175" y="31969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2" name="pt32792"/>
            <p:cNvSpPr/>
            <p:nvPr/>
          </p:nvSpPr>
          <p:spPr>
            <a:xfrm>
              <a:off x="7416618" y="3765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3" name="pt32793"/>
            <p:cNvSpPr/>
            <p:nvPr/>
          </p:nvSpPr>
          <p:spPr>
            <a:xfrm>
              <a:off x="7380213" y="32798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4" name="pt32794"/>
            <p:cNvSpPr/>
            <p:nvPr/>
          </p:nvSpPr>
          <p:spPr>
            <a:xfrm>
              <a:off x="7457701" y="31490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5" name="pt32795"/>
            <p:cNvSpPr/>
            <p:nvPr/>
          </p:nvSpPr>
          <p:spPr>
            <a:xfrm>
              <a:off x="7510153" y="3193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6" name="pt32796"/>
            <p:cNvSpPr/>
            <p:nvPr/>
          </p:nvSpPr>
          <p:spPr>
            <a:xfrm>
              <a:off x="7462811" y="32381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7" name="pt32797"/>
            <p:cNvSpPr/>
            <p:nvPr/>
          </p:nvSpPr>
          <p:spPr>
            <a:xfrm>
              <a:off x="7454631" y="32446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8" name="pt32798"/>
            <p:cNvSpPr/>
            <p:nvPr/>
          </p:nvSpPr>
          <p:spPr>
            <a:xfrm>
              <a:off x="7438475" y="33151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799" name="pt32799"/>
            <p:cNvSpPr/>
            <p:nvPr/>
          </p:nvSpPr>
          <p:spPr>
            <a:xfrm>
              <a:off x="7408027" y="34869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0" name="pt32800"/>
            <p:cNvSpPr/>
            <p:nvPr/>
          </p:nvSpPr>
          <p:spPr>
            <a:xfrm>
              <a:off x="7445813" y="3198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1" name="pt32801"/>
            <p:cNvSpPr/>
            <p:nvPr/>
          </p:nvSpPr>
          <p:spPr>
            <a:xfrm>
              <a:off x="7467336" y="31882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2" name="pt32802"/>
            <p:cNvSpPr/>
            <p:nvPr/>
          </p:nvSpPr>
          <p:spPr>
            <a:xfrm>
              <a:off x="7462215" y="3287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3" name="pt32803"/>
            <p:cNvSpPr/>
            <p:nvPr/>
          </p:nvSpPr>
          <p:spPr>
            <a:xfrm>
              <a:off x="7434083" y="3699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4" name="pt32804"/>
            <p:cNvSpPr/>
            <p:nvPr/>
          </p:nvSpPr>
          <p:spPr>
            <a:xfrm>
              <a:off x="7422758" y="32739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5" name="pt32805"/>
            <p:cNvSpPr/>
            <p:nvPr/>
          </p:nvSpPr>
          <p:spPr>
            <a:xfrm>
              <a:off x="7430296" y="3254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6" name="pt32806"/>
            <p:cNvSpPr/>
            <p:nvPr/>
          </p:nvSpPr>
          <p:spPr>
            <a:xfrm>
              <a:off x="7415475" y="3175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7" name="pt32807"/>
            <p:cNvSpPr/>
            <p:nvPr/>
          </p:nvSpPr>
          <p:spPr>
            <a:xfrm>
              <a:off x="7490778" y="3295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8" name="pt32808"/>
            <p:cNvSpPr/>
            <p:nvPr/>
          </p:nvSpPr>
          <p:spPr>
            <a:xfrm>
              <a:off x="7507714" y="3243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09" name="pt32809"/>
            <p:cNvSpPr/>
            <p:nvPr/>
          </p:nvSpPr>
          <p:spPr>
            <a:xfrm>
              <a:off x="7417263" y="35927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0" name="pt32810"/>
            <p:cNvSpPr/>
            <p:nvPr/>
          </p:nvSpPr>
          <p:spPr>
            <a:xfrm>
              <a:off x="7416681" y="3353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1" name="pt32811"/>
            <p:cNvSpPr/>
            <p:nvPr/>
          </p:nvSpPr>
          <p:spPr>
            <a:xfrm>
              <a:off x="7483535" y="3095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2" name="pt32812"/>
            <p:cNvSpPr/>
            <p:nvPr/>
          </p:nvSpPr>
          <p:spPr>
            <a:xfrm>
              <a:off x="7454748" y="32050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3" name="pt32813"/>
            <p:cNvSpPr/>
            <p:nvPr/>
          </p:nvSpPr>
          <p:spPr>
            <a:xfrm>
              <a:off x="7480244" y="3332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4" name="pt32814"/>
            <p:cNvSpPr/>
            <p:nvPr/>
          </p:nvSpPr>
          <p:spPr>
            <a:xfrm>
              <a:off x="7438850" y="32814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5" name="pt32815"/>
            <p:cNvSpPr/>
            <p:nvPr/>
          </p:nvSpPr>
          <p:spPr>
            <a:xfrm>
              <a:off x="7484813" y="33276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6" name="pt32816"/>
            <p:cNvSpPr/>
            <p:nvPr/>
          </p:nvSpPr>
          <p:spPr>
            <a:xfrm>
              <a:off x="7448557" y="30073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7" name="pt32817"/>
            <p:cNvSpPr/>
            <p:nvPr/>
          </p:nvSpPr>
          <p:spPr>
            <a:xfrm>
              <a:off x="7449653" y="3249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8" name="pt32818"/>
            <p:cNvSpPr/>
            <p:nvPr/>
          </p:nvSpPr>
          <p:spPr>
            <a:xfrm>
              <a:off x="7436362" y="32477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19" name="pt32819"/>
            <p:cNvSpPr/>
            <p:nvPr/>
          </p:nvSpPr>
          <p:spPr>
            <a:xfrm>
              <a:off x="7383158" y="34107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0" name="pt32820"/>
            <p:cNvSpPr/>
            <p:nvPr/>
          </p:nvSpPr>
          <p:spPr>
            <a:xfrm>
              <a:off x="7386582" y="3241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1" name="pt32821"/>
            <p:cNvSpPr/>
            <p:nvPr/>
          </p:nvSpPr>
          <p:spPr>
            <a:xfrm>
              <a:off x="7450758" y="32744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2" name="pt32822"/>
            <p:cNvSpPr/>
            <p:nvPr/>
          </p:nvSpPr>
          <p:spPr>
            <a:xfrm>
              <a:off x="7437491" y="32164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3" name="pt32823"/>
            <p:cNvSpPr/>
            <p:nvPr/>
          </p:nvSpPr>
          <p:spPr>
            <a:xfrm>
              <a:off x="7457411" y="3257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4" name="pt32824"/>
            <p:cNvSpPr/>
            <p:nvPr/>
          </p:nvSpPr>
          <p:spPr>
            <a:xfrm>
              <a:off x="7415245" y="3882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5" name="pt32825"/>
            <p:cNvSpPr/>
            <p:nvPr/>
          </p:nvSpPr>
          <p:spPr>
            <a:xfrm>
              <a:off x="7399893" y="4089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6" name="pt32826"/>
            <p:cNvSpPr/>
            <p:nvPr/>
          </p:nvSpPr>
          <p:spPr>
            <a:xfrm>
              <a:off x="7442935" y="32725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7" name="pt32827"/>
            <p:cNvSpPr/>
            <p:nvPr/>
          </p:nvSpPr>
          <p:spPr>
            <a:xfrm>
              <a:off x="7417380" y="36300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8" name="pt32828"/>
            <p:cNvSpPr/>
            <p:nvPr/>
          </p:nvSpPr>
          <p:spPr>
            <a:xfrm>
              <a:off x="7407878" y="38060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29" name="pt32829"/>
            <p:cNvSpPr/>
            <p:nvPr/>
          </p:nvSpPr>
          <p:spPr>
            <a:xfrm>
              <a:off x="7437693" y="33164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0" name="pt32830"/>
            <p:cNvSpPr/>
            <p:nvPr/>
          </p:nvSpPr>
          <p:spPr>
            <a:xfrm>
              <a:off x="7428102" y="32138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1" name="pt32831"/>
            <p:cNvSpPr/>
            <p:nvPr/>
          </p:nvSpPr>
          <p:spPr>
            <a:xfrm>
              <a:off x="7409604" y="3305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2" name="pt32832"/>
            <p:cNvSpPr/>
            <p:nvPr/>
          </p:nvSpPr>
          <p:spPr>
            <a:xfrm>
              <a:off x="7297451" y="38102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3" name="pt32833"/>
            <p:cNvSpPr/>
            <p:nvPr/>
          </p:nvSpPr>
          <p:spPr>
            <a:xfrm>
              <a:off x="7431246" y="33176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4" name="pt32834"/>
            <p:cNvSpPr/>
            <p:nvPr/>
          </p:nvSpPr>
          <p:spPr>
            <a:xfrm>
              <a:off x="7564957" y="316278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35" name="pt32835"/>
            <p:cNvSpPr/>
            <p:nvPr/>
          </p:nvSpPr>
          <p:spPr>
            <a:xfrm>
              <a:off x="7438532" y="31922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6" name="pt32836"/>
            <p:cNvSpPr/>
            <p:nvPr/>
          </p:nvSpPr>
          <p:spPr>
            <a:xfrm>
              <a:off x="7399188" y="3255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7" name="pt32837"/>
            <p:cNvSpPr/>
            <p:nvPr/>
          </p:nvSpPr>
          <p:spPr>
            <a:xfrm>
              <a:off x="7449005" y="3209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8" name="pt32838"/>
            <p:cNvSpPr/>
            <p:nvPr/>
          </p:nvSpPr>
          <p:spPr>
            <a:xfrm>
              <a:off x="7367835" y="39228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39" name="pt32839"/>
            <p:cNvSpPr/>
            <p:nvPr/>
          </p:nvSpPr>
          <p:spPr>
            <a:xfrm>
              <a:off x="7418955" y="32725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0" name="pt32840"/>
            <p:cNvSpPr/>
            <p:nvPr/>
          </p:nvSpPr>
          <p:spPr>
            <a:xfrm>
              <a:off x="7411760" y="3390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1" name="pt32841"/>
            <p:cNvSpPr/>
            <p:nvPr/>
          </p:nvSpPr>
          <p:spPr>
            <a:xfrm>
              <a:off x="7434283" y="33760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2" name="pt32842"/>
            <p:cNvSpPr/>
            <p:nvPr/>
          </p:nvSpPr>
          <p:spPr>
            <a:xfrm>
              <a:off x="7437571" y="3402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3" name="pt32843"/>
            <p:cNvSpPr/>
            <p:nvPr/>
          </p:nvSpPr>
          <p:spPr>
            <a:xfrm>
              <a:off x="7448637" y="33183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4" name="pt32844"/>
            <p:cNvSpPr/>
            <p:nvPr/>
          </p:nvSpPr>
          <p:spPr>
            <a:xfrm>
              <a:off x="7455898" y="3196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5" name="pt32845"/>
            <p:cNvSpPr/>
            <p:nvPr/>
          </p:nvSpPr>
          <p:spPr>
            <a:xfrm>
              <a:off x="7466904" y="3144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6" name="pt32846"/>
            <p:cNvSpPr/>
            <p:nvPr/>
          </p:nvSpPr>
          <p:spPr>
            <a:xfrm>
              <a:off x="7455957" y="3205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7" name="pt32847"/>
            <p:cNvSpPr/>
            <p:nvPr/>
          </p:nvSpPr>
          <p:spPr>
            <a:xfrm>
              <a:off x="7408864" y="31560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8" name="pt32848"/>
            <p:cNvSpPr/>
            <p:nvPr/>
          </p:nvSpPr>
          <p:spPr>
            <a:xfrm>
              <a:off x="7463968" y="33666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49" name="pt32849"/>
            <p:cNvSpPr/>
            <p:nvPr/>
          </p:nvSpPr>
          <p:spPr>
            <a:xfrm>
              <a:off x="7448304" y="32387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0" name="pt32850"/>
            <p:cNvSpPr/>
            <p:nvPr/>
          </p:nvSpPr>
          <p:spPr>
            <a:xfrm>
              <a:off x="7471349" y="29799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1" name="pt32851"/>
            <p:cNvSpPr/>
            <p:nvPr/>
          </p:nvSpPr>
          <p:spPr>
            <a:xfrm>
              <a:off x="7429772" y="34673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2" name="pt32852"/>
            <p:cNvSpPr/>
            <p:nvPr/>
          </p:nvSpPr>
          <p:spPr>
            <a:xfrm>
              <a:off x="7404534" y="3522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3" name="pt32853"/>
            <p:cNvSpPr/>
            <p:nvPr/>
          </p:nvSpPr>
          <p:spPr>
            <a:xfrm>
              <a:off x="7459180" y="31104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4" name="pt32854"/>
            <p:cNvSpPr/>
            <p:nvPr/>
          </p:nvSpPr>
          <p:spPr>
            <a:xfrm>
              <a:off x="7424958" y="33104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5" name="pt32855"/>
            <p:cNvSpPr/>
            <p:nvPr/>
          </p:nvSpPr>
          <p:spPr>
            <a:xfrm>
              <a:off x="7454222" y="33927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6" name="pt32856"/>
            <p:cNvSpPr/>
            <p:nvPr/>
          </p:nvSpPr>
          <p:spPr>
            <a:xfrm>
              <a:off x="7445903" y="3585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7" name="pt32857"/>
            <p:cNvSpPr/>
            <p:nvPr/>
          </p:nvSpPr>
          <p:spPr>
            <a:xfrm>
              <a:off x="7437934" y="40665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8" name="pt32858"/>
            <p:cNvSpPr/>
            <p:nvPr/>
          </p:nvSpPr>
          <p:spPr>
            <a:xfrm>
              <a:off x="7459240" y="3105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59" name="pt32859"/>
            <p:cNvSpPr/>
            <p:nvPr/>
          </p:nvSpPr>
          <p:spPr>
            <a:xfrm>
              <a:off x="7504889" y="31171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0" name="pt32860"/>
            <p:cNvSpPr/>
            <p:nvPr/>
          </p:nvSpPr>
          <p:spPr>
            <a:xfrm>
              <a:off x="7417033" y="35332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1" name="pt32861"/>
            <p:cNvSpPr/>
            <p:nvPr/>
          </p:nvSpPr>
          <p:spPr>
            <a:xfrm>
              <a:off x="7419942" y="32089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2" name="pt32862"/>
            <p:cNvSpPr/>
            <p:nvPr/>
          </p:nvSpPr>
          <p:spPr>
            <a:xfrm>
              <a:off x="7376091" y="34915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3" name="pt32863"/>
            <p:cNvSpPr/>
            <p:nvPr/>
          </p:nvSpPr>
          <p:spPr>
            <a:xfrm>
              <a:off x="7476883" y="31340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4" name="pt32864"/>
            <p:cNvSpPr/>
            <p:nvPr/>
          </p:nvSpPr>
          <p:spPr>
            <a:xfrm>
              <a:off x="7435973" y="32149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5" name="pt32865"/>
            <p:cNvSpPr/>
            <p:nvPr/>
          </p:nvSpPr>
          <p:spPr>
            <a:xfrm>
              <a:off x="7448774" y="31653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6" name="pt32866"/>
            <p:cNvSpPr/>
            <p:nvPr/>
          </p:nvSpPr>
          <p:spPr>
            <a:xfrm>
              <a:off x="7429363" y="32398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7" name="pt32867"/>
            <p:cNvSpPr/>
            <p:nvPr/>
          </p:nvSpPr>
          <p:spPr>
            <a:xfrm>
              <a:off x="7444393" y="3415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8" name="pt32868"/>
            <p:cNvSpPr/>
            <p:nvPr/>
          </p:nvSpPr>
          <p:spPr>
            <a:xfrm>
              <a:off x="7472928" y="32215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69" name="pt32869"/>
            <p:cNvSpPr/>
            <p:nvPr/>
          </p:nvSpPr>
          <p:spPr>
            <a:xfrm>
              <a:off x="7435609" y="32476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0" name="pt32870"/>
            <p:cNvSpPr/>
            <p:nvPr/>
          </p:nvSpPr>
          <p:spPr>
            <a:xfrm>
              <a:off x="7430180" y="3168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1" name="pt32871"/>
            <p:cNvSpPr/>
            <p:nvPr/>
          </p:nvSpPr>
          <p:spPr>
            <a:xfrm>
              <a:off x="7447727" y="3316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2" name="pt32872"/>
            <p:cNvSpPr/>
            <p:nvPr/>
          </p:nvSpPr>
          <p:spPr>
            <a:xfrm>
              <a:off x="7428084" y="42015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3" name="pt32873"/>
            <p:cNvSpPr/>
            <p:nvPr/>
          </p:nvSpPr>
          <p:spPr>
            <a:xfrm>
              <a:off x="7419171" y="38324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4" name="pt32874"/>
            <p:cNvSpPr/>
            <p:nvPr/>
          </p:nvSpPr>
          <p:spPr>
            <a:xfrm>
              <a:off x="7465868" y="32946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5" name="pt32875"/>
            <p:cNvSpPr/>
            <p:nvPr/>
          </p:nvSpPr>
          <p:spPr>
            <a:xfrm>
              <a:off x="7428654" y="32267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6" name="pt32876"/>
            <p:cNvSpPr/>
            <p:nvPr/>
          </p:nvSpPr>
          <p:spPr>
            <a:xfrm>
              <a:off x="7401779" y="3470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7" name="pt32877"/>
            <p:cNvSpPr/>
            <p:nvPr/>
          </p:nvSpPr>
          <p:spPr>
            <a:xfrm>
              <a:off x="7450793" y="3200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8" name="pt32878"/>
            <p:cNvSpPr/>
            <p:nvPr/>
          </p:nvSpPr>
          <p:spPr>
            <a:xfrm>
              <a:off x="7411631" y="3415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79" name="pt32879"/>
            <p:cNvSpPr/>
            <p:nvPr/>
          </p:nvSpPr>
          <p:spPr>
            <a:xfrm>
              <a:off x="7432597" y="32405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0" name="pt32880"/>
            <p:cNvSpPr/>
            <p:nvPr/>
          </p:nvSpPr>
          <p:spPr>
            <a:xfrm>
              <a:off x="7438216" y="3421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1" name="pt32881"/>
            <p:cNvSpPr/>
            <p:nvPr/>
          </p:nvSpPr>
          <p:spPr>
            <a:xfrm>
              <a:off x="7595633" y="315711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82" name="pt32882"/>
            <p:cNvSpPr/>
            <p:nvPr/>
          </p:nvSpPr>
          <p:spPr>
            <a:xfrm>
              <a:off x="7454208" y="33364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3" name="pt32883"/>
            <p:cNvSpPr/>
            <p:nvPr/>
          </p:nvSpPr>
          <p:spPr>
            <a:xfrm>
              <a:off x="7414297" y="43939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4" name="pt32884"/>
            <p:cNvSpPr/>
            <p:nvPr/>
          </p:nvSpPr>
          <p:spPr>
            <a:xfrm>
              <a:off x="7421179" y="32344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5" name="pt32885"/>
            <p:cNvSpPr/>
            <p:nvPr/>
          </p:nvSpPr>
          <p:spPr>
            <a:xfrm>
              <a:off x="7441791" y="32291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6" name="pt32886"/>
            <p:cNvSpPr/>
            <p:nvPr/>
          </p:nvSpPr>
          <p:spPr>
            <a:xfrm>
              <a:off x="7523921" y="3152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7" name="pt32887"/>
            <p:cNvSpPr/>
            <p:nvPr/>
          </p:nvSpPr>
          <p:spPr>
            <a:xfrm>
              <a:off x="7455522" y="3249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8" name="pt32888"/>
            <p:cNvSpPr/>
            <p:nvPr/>
          </p:nvSpPr>
          <p:spPr>
            <a:xfrm>
              <a:off x="7422246" y="3227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89" name="pt32889"/>
            <p:cNvSpPr/>
            <p:nvPr/>
          </p:nvSpPr>
          <p:spPr>
            <a:xfrm>
              <a:off x="7446568" y="3254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0" name="pt32890"/>
            <p:cNvSpPr/>
            <p:nvPr/>
          </p:nvSpPr>
          <p:spPr>
            <a:xfrm>
              <a:off x="7468228" y="32501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1" name="pt32891"/>
            <p:cNvSpPr/>
            <p:nvPr/>
          </p:nvSpPr>
          <p:spPr>
            <a:xfrm>
              <a:off x="7389441" y="31458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2" name="pt32892"/>
            <p:cNvSpPr/>
            <p:nvPr/>
          </p:nvSpPr>
          <p:spPr>
            <a:xfrm>
              <a:off x="7462891" y="32435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3" name="pt32893"/>
            <p:cNvSpPr/>
            <p:nvPr/>
          </p:nvSpPr>
          <p:spPr>
            <a:xfrm>
              <a:off x="7428896" y="3298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4" name="pt32894"/>
            <p:cNvSpPr/>
            <p:nvPr/>
          </p:nvSpPr>
          <p:spPr>
            <a:xfrm>
              <a:off x="7451051" y="3257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5" name="pt32895"/>
            <p:cNvSpPr/>
            <p:nvPr/>
          </p:nvSpPr>
          <p:spPr>
            <a:xfrm>
              <a:off x="7392157" y="32447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6" name="pt32896"/>
            <p:cNvSpPr/>
            <p:nvPr/>
          </p:nvSpPr>
          <p:spPr>
            <a:xfrm>
              <a:off x="7427056" y="34139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7" name="pt32897"/>
            <p:cNvSpPr/>
            <p:nvPr/>
          </p:nvSpPr>
          <p:spPr>
            <a:xfrm>
              <a:off x="7415976" y="3371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8" name="pt32898"/>
            <p:cNvSpPr/>
            <p:nvPr/>
          </p:nvSpPr>
          <p:spPr>
            <a:xfrm>
              <a:off x="7475706" y="2728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899" name="pt32899"/>
            <p:cNvSpPr/>
            <p:nvPr/>
          </p:nvSpPr>
          <p:spPr>
            <a:xfrm>
              <a:off x="7520813" y="2864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0" name="pt32900"/>
            <p:cNvSpPr/>
            <p:nvPr/>
          </p:nvSpPr>
          <p:spPr>
            <a:xfrm>
              <a:off x="7457806" y="3241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1" name="pt32901"/>
            <p:cNvSpPr/>
            <p:nvPr/>
          </p:nvSpPr>
          <p:spPr>
            <a:xfrm>
              <a:off x="7428286" y="3315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2" name="pt32902"/>
            <p:cNvSpPr/>
            <p:nvPr/>
          </p:nvSpPr>
          <p:spPr>
            <a:xfrm>
              <a:off x="7413081" y="3342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3" name="pt32903"/>
            <p:cNvSpPr/>
            <p:nvPr/>
          </p:nvSpPr>
          <p:spPr>
            <a:xfrm>
              <a:off x="7430122" y="3145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4" name="pt32904"/>
            <p:cNvSpPr/>
            <p:nvPr/>
          </p:nvSpPr>
          <p:spPr>
            <a:xfrm>
              <a:off x="7465685" y="3296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5" name="pt32905"/>
            <p:cNvSpPr/>
            <p:nvPr/>
          </p:nvSpPr>
          <p:spPr>
            <a:xfrm>
              <a:off x="7431728" y="3219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6" name="pt32906"/>
            <p:cNvSpPr/>
            <p:nvPr/>
          </p:nvSpPr>
          <p:spPr>
            <a:xfrm>
              <a:off x="7455997" y="31713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7" name="pt32907"/>
            <p:cNvSpPr/>
            <p:nvPr/>
          </p:nvSpPr>
          <p:spPr>
            <a:xfrm>
              <a:off x="7434885" y="32662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8" name="pt32908"/>
            <p:cNvSpPr/>
            <p:nvPr/>
          </p:nvSpPr>
          <p:spPr>
            <a:xfrm>
              <a:off x="7489605" y="3279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09" name="pt32909"/>
            <p:cNvSpPr/>
            <p:nvPr/>
          </p:nvSpPr>
          <p:spPr>
            <a:xfrm>
              <a:off x="7398147" y="3290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0" name="pt32910"/>
            <p:cNvSpPr/>
            <p:nvPr/>
          </p:nvSpPr>
          <p:spPr>
            <a:xfrm>
              <a:off x="7419980" y="3398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1" name="pt32911"/>
            <p:cNvSpPr/>
            <p:nvPr/>
          </p:nvSpPr>
          <p:spPr>
            <a:xfrm>
              <a:off x="7380813" y="34432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2" name="pt32912"/>
            <p:cNvSpPr/>
            <p:nvPr/>
          </p:nvSpPr>
          <p:spPr>
            <a:xfrm>
              <a:off x="7496122" y="31593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3" name="pt32913"/>
            <p:cNvSpPr/>
            <p:nvPr/>
          </p:nvSpPr>
          <p:spPr>
            <a:xfrm>
              <a:off x="7423378" y="35695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4" name="pt32914"/>
            <p:cNvSpPr/>
            <p:nvPr/>
          </p:nvSpPr>
          <p:spPr>
            <a:xfrm>
              <a:off x="7478755" y="31378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5" name="pt32915"/>
            <p:cNvSpPr/>
            <p:nvPr/>
          </p:nvSpPr>
          <p:spPr>
            <a:xfrm>
              <a:off x="7468863" y="3310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6" name="pt32916"/>
            <p:cNvSpPr/>
            <p:nvPr/>
          </p:nvSpPr>
          <p:spPr>
            <a:xfrm>
              <a:off x="7462102" y="3263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7" name="pt32917"/>
            <p:cNvSpPr/>
            <p:nvPr/>
          </p:nvSpPr>
          <p:spPr>
            <a:xfrm>
              <a:off x="7435383" y="32278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18" name="pt32918"/>
            <p:cNvSpPr/>
            <p:nvPr/>
          </p:nvSpPr>
          <p:spPr>
            <a:xfrm>
              <a:off x="6563387" y="384520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19" name="pt32919"/>
            <p:cNvSpPr/>
            <p:nvPr/>
          </p:nvSpPr>
          <p:spPr>
            <a:xfrm>
              <a:off x="7458954" y="31931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0" name="pt32920"/>
            <p:cNvSpPr/>
            <p:nvPr/>
          </p:nvSpPr>
          <p:spPr>
            <a:xfrm>
              <a:off x="7434806" y="3290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1" name="pt32921"/>
            <p:cNvSpPr/>
            <p:nvPr/>
          </p:nvSpPr>
          <p:spPr>
            <a:xfrm>
              <a:off x="7454099" y="3331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2" name="pt32922"/>
            <p:cNvSpPr/>
            <p:nvPr/>
          </p:nvSpPr>
          <p:spPr>
            <a:xfrm>
              <a:off x="7509614" y="31430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3" name="pt32923"/>
            <p:cNvSpPr/>
            <p:nvPr/>
          </p:nvSpPr>
          <p:spPr>
            <a:xfrm>
              <a:off x="7449352" y="31933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4" name="pt32924"/>
            <p:cNvSpPr/>
            <p:nvPr/>
          </p:nvSpPr>
          <p:spPr>
            <a:xfrm>
              <a:off x="7429084" y="31807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5" name="pt32925"/>
            <p:cNvSpPr/>
            <p:nvPr/>
          </p:nvSpPr>
          <p:spPr>
            <a:xfrm>
              <a:off x="7422830" y="3279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6" name="pt32926"/>
            <p:cNvSpPr/>
            <p:nvPr/>
          </p:nvSpPr>
          <p:spPr>
            <a:xfrm>
              <a:off x="6636621" y="348987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27" name="pt32927"/>
            <p:cNvSpPr/>
            <p:nvPr/>
          </p:nvSpPr>
          <p:spPr>
            <a:xfrm>
              <a:off x="7420720" y="34209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8" name="pt32928"/>
            <p:cNvSpPr/>
            <p:nvPr/>
          </p:nvSpPr>
          <p:spPr>
            <a:xfrm>
              <a:off x="7453254" y="31329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29" name="pt32929"/>
            <p:cNvSpPr/>
            <p:nvPr/>
          </p:nvSpPr>
          <p:spPr>
            <a:xfrm>
              <a:off x="7495523" y="3208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0" name="pt32930"/>
            <p:cNvSpPr/>
            <p:nvPr/>
          </p:nvSpPr>
          <p:spPr>
            <a:xfrm>
              <a:off x="7446231" y="32989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1" name="pt32931"/>
            <p:cNvSpPr/>
            <p:nvPr/>
          </p:nvSpPr>
          <p:spPr>
            <a:xfrm>
              <a:off x="7474012" y="29911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2" name="pt32932"/>
            <p:cNvSpPr/>
            <p:nvPr/>
          </p:nvSpPr>
          <p:spPr>
            <a:xfrm>
              <a:off x="7422412" y="3441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3" name="pt32933"/>
            <p:cNvSpPr/>
            <p:nvPr/>
          </p:nvSpPr>
          <p:spPr>
            <a:xfrm>
              <a:off x="7453488" y="32111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4" name="pt32934"/>
            <p:cNvSpPr/>
            <p:nvPr/>
          </p:nvSpPr>
          <p:spPr>
            <a:xfrm>
              <a:off x="7498902" y="3246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5" name="pt32935"/>
            <p:cNvSpPr/>
            <p:nvPr/>
          </p:nvSpPr>
          <p:spPr>
            <a:xfrm>
              <a:off x="7456483" y="33565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6" name="pt32936"/>
            <p:cNvSpPr/>
            <p:nvPr/>
          </p:nvSpPr>
          <p:spPr>
            <a:xfrm>
              <a:off x="7473921" y="3172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7" name="pt32937"/>
            <p:cNvSpPr/>
            <p:nvPr/>
          </p:nvSpPr>
          <p:spPr>
            <a:xfrm>
              <a:off x="7425353" y="33354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8" name="pt32938"/>
            <p:cNvSpPr/>
            <p:nvPr/>
          </p:nvSpPr>
          <p:spPr>
            <a:xfrm>
              <a:off x="7440420" y="32270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39" name="pt32939"/>
            <p:cNvSpPr/>
            <p:nvPr/>
          </p:nvSpPr>
          <p:spPr>
            <a:xfrm>
              <a:off x="7401787" y="38409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0" name="pt32940"/>
            <p:cNvSpPr/>
            <p:nvPr/>
          </p:nvSpPr>
          <p:spPr>
            <a:xfrm>
              <a:off x="7425015" y="3331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1" name="pt32941"/>
            <p:cNvSpPr/>
            <p:nvPr/>
          </p:nvSpPr>
          <p:spPr>
            <a:xfrm>
              <a:off x="7464097" y="31732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2" name="pt32942"/>
            <p:cNvSpPr/>
            <p:nvPr/>
          </p:nvSpPr>
          <p:spPr>
            <a:xfrm>
              <a:off x="7435525" y="31751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3" name="pt32943"/>
            <p:cNvSpPr/>
            <p:nvPr/>
          </p:nvSpPr>
          <p:spPr>
            <a:xfrm>
              <a:off x="7462992" y="32072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4" name="pt32944"/>
            <p:cNvSpPr/>
            <p:nvPr/>
          </p:nvSpPr>
          <p:spPr>
            <a:xfrm>
              <a:off x="7456383" y="32172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5" name="pt32945"/>
            <p:cNvSpPr/>
            <p:nvPr/>
          </p:nvSpPr>
          <p:spPr>
            <a:xfrm>
              <a:off x="7368831" y="4640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6" name="pt32946"/>
            <p:cNvSpPr/>
            <p:nvPr/>
          </p:nvSpPr>
          <p:spPr>
            <a:xfrm>
              <a:off x="7426181" y="33021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7" name="pt32947"/>
            <p:cNvSpPr/>
            <p:nvPr/>
          </p:nvSpPr>
          <p:spPr>
            <a:xfrm>
              <a:off x="7399912" y="35770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8" name="pt32948"/>
            <p:cNvSpPr/>
            <p:nvPr/>
          </p:nvSpPr>
          <p:spPr>
            <a:xfrm>
              <a:off x="7436971" y="32982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49" name="pt32949"/>
            <p:cNvSpPr/>
            <p:nvPr/>
          </p:nvSpPr>
          <p:spPr>
            <a:xfrm>
              <a:off x="7414997" y="38186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0" name="pt32950"/>
            <p:cNvSpPr/>
            <p:nvPr/>
          </p:nvSpPr>
          <p:spPr>
            <a:xfrm>
              <a:off x="7425627" y="32534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1" name="pt32951"/>
            <p:cNvSpPr/>
            <p:nvPr/>
          </p:nvSpPr>
          <p:spPr>
            <a:xfrm>
              <a:off x="7459952" y="3207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2" name="pt32952"/>
            <p:cNvSpPr/>
            <p:nvPr/>
          </p:nvSpPr>
          <p:spPr>
            <a:xfrm>
              <a:off x="7463185" y="32291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3" name="pt32953"/>
            <p:cNvSpPr/>
            <p:nvPr/>
          </p:nvSpPr>
          <p:spPr>
            <a:xfrm>
              <a:off x="7408507" y="3351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4" name="pt32954"/>
            <p:cNvSpPr/>
            <p:nvPr/>
          </p:nvSpPr>
          <p:spPr>
            <a:xfrm>
              <a:off x="7474859" y="3183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5" name="pt32955"/>
            <p:cNvSpPr/>
            <p:nvPr/>
          </p:nvSpPr>
          <p:spPr>
            <a:xfrm>
              <a:off x="7447462" y="32618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6" name="pt32956"/>
            <p:cNvSpPr/>
            <p:nvPr/>
          </p:nvSpPr>
          <p:spPr>
            <a:xfrm>
              <a:off x="7499987" y="3250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7" name="pt32957"/>
            <p:cNvSpPr/>
            <p:nvPr/>
          </p:nvSpPr>
          <p:spPr>
            <a:xfrm>
              <a:off x="7434157" y="33146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8" name="pt32958"/>
            <p:cNvSpPr/>
            <p:nvPr/>
          </p:nvSpPr>
          <p:spPr>
            <a:xfrm>
              <a:off x="7450096" y="31796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59" name="pt32959"/>
            <p:cNvSpPr/>
            <p:nvPr/>
          </p:nvSpPr>
          <p:spPr>
            <a:xfrm>
              <a:off x="7454606" y="3215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0" name="pt32960"/>
            <p:cNvSpPr/>
            <p:nvPr/>
          </p:nvSpPr>
          <p:spPr>
            <a:xfrm>
              <a:off x="7456891" y="31853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1" name="pt32961"/>
            <p:cNvSpPr/>
            <p:nvPr/>
          </p:nvSpPr>
          <p:spPr>
            <a:xfrm>
              <a:off x="7475487" y="3308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2" name="pt32962"/>
            <p:cNvSpPr/>
            <p:nvPr/>
          </p:nvSpPr>
          <p:spPr>
            <a:xfrm>
              <a:off x="7440832" y="31985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3" name="pt32963"/>
            <p:cNvSpPr/>
            <p:nvPr/>
          </p:nvSpPr>
          <p:spPr>
            <a:xfrm>
              <a:off x="7434499" y="3521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4" name="pt32964"/>
            <p:cNvSpPr/>
            <p:nvPr/>
          </p:nvSpPr>
          <p:spPr>
            <a:xfrm>
              <a:off x="7431361" y="33579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5" name="pt32965"/>
            <p:cNvSpPr/>
            <p:nvPr/>
          </p:nvSpPr>
          <p:spPr>
            <a:xfrm>
              <a:off x="7462043" y="3278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6" name="pt32966"/>
            <p:cNvSpPr/>
            <p:nvPr/>
          </p:nvSpPr>
          <p:spPr>
            <a:xfrm>
              <a:off x="7492172" y="31121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7" name="pt32967"/>
            <p:cNvSpPr/>
            <p:nvPr/>
          </p:nvSpPr>
          <p:spPr>
            <a:xfrm>
              <a:off x="7396673" y="3580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8" name="pt32968"/>
            <p:cNvSpPr/>
            <p:nvPr/>
          </p:nvSpPr>
          <p:spPr>
            <a:xfrm>
              <a:off x="7400909" y="32491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69" name="pt32969"/>
            <p:cNvSpPr/>
            <p:nvPr/>
          </p:nvSpPr>
          <p:spPr>
            <a:xfrm>
              <a:off x="7415915" y="34006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0" name="pt32970"/>
            <p:cNvSpPr/>
            <p:nvPr/>
          </p:nvSpPr>
          <p:spPr>
            <a:xfrm>
              <a:off x="7467024" y="31415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1" name="pt32971"/>
            <p:cNvSpPr/>
            <p:nvPr/>
          </p:nvSpPr>
          <p:spPr>
            <a:xfrm>
              <a:off x="7751545" y="307430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72" name="pt32972"/>
            <p:cNvSpPr/>
            <p:nvPr/>
          </p:nvSpPr>
          <p:spPr>
            <a:xfrm>
              <a:off x="7439217" y="3232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3" name="pt32973"/>
            <p:cNvSpPr/>
            <p:nvPr/>
          </p:nvSpPr>
          <p:spPr>
            <a:xfrm>
              <a:off x="7431542" y="3352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4" name="pt32974"/>
            <p:cNvSpPr/>
            <p:nvPr/>
          </p:nvSpPr>
          <p:spPr>
            <a:xfrm>
              <a:off x="7444987" y="31286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5" name="pt32975"/>
            <p:cNvSpPr/>
            <p:nvPr/>
          </p:nvSpPr>
          <p:spPr>
            <a:xfrm>
              <a:off x="7389803" y="3357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6" name="pt32976"/>
            <p:cNvSpPr/>
            <p:nvPr/>
          </p:nvSpPr>
          <p:spPr>
            <a:xfrm>
              <a:off x="7443562" y="3184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7" name="pt32977"/>
            <p:cNvSpPr/>
            <p:nvPr/>
          </p:nvSpPr>
          <p:spPr>
            <a:xfrm>
              <a:off x="7430105" y="3311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8" name="pt32978"/>
            <p:cNvSpPr/>
            <p:nvPr/>
          </p:nvSpPr>
          <p:spPr>
            <a:xfrm>
              <a:off x="7395768" y="3287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79" name="pt32979"/>
            <p:cNvSpPr/>
            <p:nvPr/>
          </p:nvSpPr>
          <p:spPr>
            <a:xfrm>
              <a:off x="7458322" y="3211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0" name="pt32980"/>
            <p:cNvSpPr/>
            <p:nvPr/>
          </p:nvSpPr>
          <p:spPr>
            <a:xfrm>
              <a:off x="7435541" y="3224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1" name="pt32981"/>
            <p:cNvSpPr/>
            <p:nvPr/>
          </p:nvSpPr>
          <p:spPr>
            <a:xfrm>
              <a:off x="7497240" y="33953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2" name="pt32982"/>
            <p:cNvSpPr/>
            <p:nvPr/>
          </p:nvSpPr>
          <p:spPr>
            <a:xfrm>
              <a:off x="7453274" y="32316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3" name="pt32983"/>
            <p:cNvSpPr/>
            <p:nvPr/>
          </p:nvSpPr>
          <p:spPr>
            <a:xfrm>
              <a:off x="7422969" y="33431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4" name="pt32984"/>
            <p:cNvSpPr/>
            <p:nvPr/>
          </p:nvSpPr>
          <p:spPr>
            <a:xfrm>
              <a:off x="7470112" y="32744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5" name="pt32985"/>
            <p:cNvSpPr/>
            <p:nvPr/>
          </p:nvSpPr>
          <p:spPr>
            <a:xfrm>
              <a:off x="7433916" y="3418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6" name="pt32986"/>
            <p:cNvSpPr/>
            <p:nvPr/>
          </p:nvSpPr>
          <p:spPr>
            <a:xfrm>
              <a:off x="7501429" y="30801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7" name="pt32987"/>
            <p:cNvSpPr/>
            <p:nvPr/>
          </p:nvSpPr>
          <p:spPr>
            <a:xfrm>
              <a:off x="7474855" y="31248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8" name="pt32988"/>
            <p:cNvSpPr/>
            <p:nvPr/>
          </p:nvSpPr>
          <p:spPr>
            <a:xfrm>
              <a:off x="7409244" y="3341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89" name="pt32989"/>
            <p:cNvSpPr/>
            <p:nvPr/>
          </p:nvSpPr>
          <p:spPr>
            <a:xfrm>
              <a:off x="7472339" y="32599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0" name="pt32990"/>
            <p:cNvSpPr/>
            <p:nvPr/>
          </p:nvSpPr>
          <p:spPr>
            <a:xfrm>
              <a:off x="7426844" y="32484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1" name="pt32991"/>
            <p:cNvSpPr/>
            <p:nvPr/>
          </p:nvSpPr>
          <p:spPr>
            <a:xfrm>
              <a:off x="7436059" y="39220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2" name="pt32992"/>
            <p:cNvSpPr/>
            <p:nvPr/>
          </p:nvSpPr>
          <p:spPr>
            <a:xfrm>
              <a:off x="8298557" y="268167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93" name="pt32993"/>
            <p:cNvSpPr/>
            <p:nvPr/>
          </p:nvSpPr>
          <p:spPr>
            <a:xfrm>
              <a:off x="7487446" y="3161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4" name="pt32994"/>
            <p:cNvSpPr/>
            <p:nvPr/>
          </p:nvSpPr>
          <p:spPr>
            <a:xfrm>
              <a:off x="7478196" y="3264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5" name="pt32995"/>
            <p:cNvSpPr/>
            <p:nvPr/>
          </p:nvSpPr>
          <p:spPr>
            <a:xfrm>
              <a:off x="7487485" y="31608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6" name="pt32996"/>
            <p:cNvSpPr/>
            <p:nvPr/>
          </p:nvSpPr>
          <p:spPr>
            <a:xfrm>
              <a:off x="7458270" y="36626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7" name="pt32997"/>
            <p:cNvSpPr/>
            <p:nvPr/>
          </p:nvSpPr>
          <p:spPr>
            <a:xfrm>
              <a:off x="7402798" y="3328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8" name="pt32998"/>
            <p:cNvSpPr/>
            <p:nvPr/>
          </p:nvSpPr>
          <p:spPr>
            <a:xfrm>
              <a:off x="7508962" y="31304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2999" name="pt32999"/>
            <p:cNvSpPr/>
            <p:nvPr/>
          </p:nvSpPr>
          <p:spPr>
            <a:xfrm>
              <a:off x="7415337" y="32559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0" name="pt33000"/>
            <p:cNvSpPr/>
            <p:nvPr/>
          </p:nvSpPr>
          <p:spPr>
            <a:xfrm>
              <a:off x="8502783" y="260157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01" name="pt33001"/>
            <p:cNvSpPr/>
            <p:nvPr/>
          </p:nvSpPr>
          <p:spPr>
            <a:xfrm>
              <a:off x="7360752" y="4182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2" name="pt33002"/>
            <p:cNvSpPr/>
            <p:nvPr/>
          </p:nvSpPr>
          <p:spPr>
            <a:xfrm>
              <a:off x="7449737" y="31606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3" name="pt33003"/>
            <p:cNvSpPr/>
            <p:nvPr/>
          </p:nvSpPr>
          <p:spPr>
            <a:xfrm>
              <a:off x="7438374" y="31396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4" name="pt33004"/>
            <p:cNvSpPr/>
            <p:nvPr/>
          </p:nvSpPr>
          <p:spPr>
            <a:xfrm>
              <a:off x="7419513" y="3245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5" name="pt33005"/>
            <p:cNvSpPr/>
            <p:nvPr/>
          </p:nvSpPr>
          <p:spPr>
            <a:xfrm>
              <a:off x="7465852" y="31363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6" name="pt33006"/>
            <p:cNvSpPr/>
            <p:nvPr/>
          </p:nvSpPr>
          <p:spPr>
            <a:xfrm>
              <a:off x="7384594" y="34472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7" name="pt33007"/>
            <p:cNvSpPr/>
            <p:nvPr/>
          </p:nvSpPr>
          <p:spPr>
            <a:xfrm>
              <a:off x="7476449" y="32338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8" name="pt33008"/>
            <p:cNvSpPr/>
            <p:nvPr/>
          </p:nvSpPr>
          <p:spPr>
            <a:xfrm>
              <a:off x="7514936" y="31762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09" name="pt33009"/>
            <p:cNvSpPr/>
            <p:nvPr/>
          </p:nvSpPr>
          <p:spPr>
            <a:xfrm>
              <a:off x="7497959" y="3176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0" name="pt33010"/>
            <p:cNvSpPr/>
            <p:nvPr/>
          </p:nvSpPr>
          <p:spPr>
            <a:xfrm>
              <a:off x="7456966" y="32829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1" name="pt33011"/>
            <p:cNvSpPr/>
            <p:nvPr/>
          </p:nvSpPr>
          <p:spPr>
            <a:xfrm>
              <a:off x="7437860" y="3444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2" name="pt33012"/>
            <p:cNvSpPr/>
            <p:nvPr/>
          </p:nvSpPr>
          <p:spPr>
            <a:xfrm>
              <a:off x="7414915" y="33372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3" name="pt33013"/>
            <p:cNvSpPr/>
            <p:nvPr/>
          </p:nvSpPr>
          <p:spPr>
            <a:xfrm>
              <a:off x="7433336" y="32992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4" name="pt33014"/>
            <p:cNvSpPr/>
            <p:nvPr/>
          </p:nvSpPr>
          <p:spPr>
            <a:xfrm>
              <a:off x="7466809" y="3152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5" name="pt33015"/>
            <p:cNvSpPr/>
            <p:nvPr/>
          </p:nvSpPr>
          <p:spPr>
            <a:xfrm>
              <a:off x="7461639" y="30928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6" name="pt33016"/>
            <p:cNvSpPr/>
            <p:nvPr/>
          </p:nvSpPr>
          <p:spPr>
            <a:xfrm>
              <a:off x="7442478" y="3189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7" name="pt33017"/>
            <p:cNvSpPr/>
            <p:nvPr/>
          </p:nvSpPr>
          <p:spPr>
            <a:xfrm>
              <a:off x="7130191" y="337428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18" name="pt33018"/>
            <p:cNvSpPr/>
            <p:nvPr/>
          </p:nvSpPr>
          <p:spPr>
            <a:xfrm>
              <a:off x="7423730" y="33437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19" name="pt33019"/>
            <p:cNvSpPr/>
            <p:nvPr/>
          </p:nvSpPr>
          <p:spPr>
            <a:xfrm>
              <a:off x="7462265" y="32112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0" name="pt33020"/>
            <p:cNvSpPr/>
            <p:nvPr/>
          </p:nvSpPr>
          <p:spPr>
            <a:xfrm>
              <a:off x="7473197" y="31358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1" name="pt33021"/>
            <p:cNvSpPr/>
            <p:nvPr/>
          </p:nvSpPr>
          <p:spPr>
            <a:xfrm>
              <a:off x="7425974" y="3487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2" name="pt33022"/>
            <p:cNvSpPr/>
            <p:nvPr/>
          </p:nvSpPr>
          <p:spPr>
            <a:xfrm>
              <a:off x="7565248" y="28391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3" name="pt33023"/>
            <p:cNvSpPr/>
            <p:nvPr/>
          </p:nvSpPr>
          <p:spPr>
            <a:xfrm>
              <a:off x="7459011" y="31861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4" name="pt33024"/>
            <p:cNvSpPr/>
            <p:nvPr/>
          </p:nvSpPr>
          <p:spPr>
            <a:xfrm>
              <a:off x="7507968" y="33727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5" name="pt33025"/>
            <p:cNvSpPr/>
            <p:nvPr/>
          </p:nvSpPr>
          <p:spPr>
            <a:xfrm>
              <a:off x="7443083" y="34609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6" name="pt33026"/>
            <p:cNvSpPr/>
            <p:nvPr/>
          </p:nvSpPr>
          <p:spPr>
            <a:xfrm>
              <a:off x="7361165" y="30674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7" name="pt33027"/>
            <p:cNvSpPr/>
            <p:nvPr/>
          </p:nvSpPr>
          <p:spPr>
            <a:xfrm>
              <a:off x="7428440" y="3268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8" name="pt33028"/>
            <p:cNvSpPr/>
            <p:nvPr/>
          </p:nvSpPr>
          <p:spPr>
            <a:xfrm>
              <a:off x="7475758" y="3098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29" name="pt33029"/>
            <p:cNvSpPr/>
            <p:nvPr/>
          </p:nvSpPr>
          <p:spPr>
            <a:xfrm>
              <a:off x="7404088" y="34195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0" name="pt33030"/>
            <p:cNvSpPr/>
            <p:nvPr/>
          </p:nvSpPr>
          <p:spPr>
            <a:xfrm>
              <a:off x="7430467" y="3219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1" name="pt33031"/>
            <p:cNvSpPr/>
            <p:nvPr/>
          </p:nvSpPr>
          <p:spPr>
            <a:xfrm>
              <a:off x="7427898" y="35043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2" name="pt33032"/>
            <p:cNvSpPr/>
            <p:nvPr/>
          </p:nvSpPr>
          <p:spPr>
            <a:xfrm>
              <a:off x="7480671" y="28831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3" name="pt33033"/>
            <p:cNvSpPr/>
            <p:nvPr/>
          </p:nvSpPr>
          <p:spPr>
            <a:xfrm>
              <a:off x="7500437" y="32468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4" name="pt33034"/>
            <p:cNvSpPr/>
            <p:nvPr/>
          </p:nvSpPr>
          <p:spPr>
            <a:xfrm>
              <a:off x="7422514" y="3471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5" name="pt33035"/>
            <p:cNvSpPr/>
            <p:nvPr/>
          </p:nvSpPr>
          <p:spPr>
            <a:xfrm>
              <a:off x="7438599" y="32275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6" name="pt33036"/>
            <p:cNvSpPr/>
            <p:nvPr/>
          </p:nvSpPr>
          <p:spPr>
            <a:xfrm>
              <a:off x="7463927" y="32669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7" name="pt33037"/>
            <p:cNvSpPr/>
            <p:nvPr/>
          </p:nvSpPr>
          <p:spPr>
            <a:xfrm>
              <a:off x="7392821" y="32360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8" name="pt33038"/>
            <p:cNvSpPr/>
            <p:nvPr/>
          </p:nvSpPr>
          <p:spPr>
            <a:xfrm>
              <a:off x="7465537" y="3186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39" name="pt33039"/>
            <p:cNvSpPr/>
            <p:nvPr/>
          </p:nvSpPr>
          <p:spPr>
            <a:xfrm>
              <a:off x="7448252" y="3315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0" name="pt33040"/>
            <p:cNvSpPr/>
            <p:nvPr/>
          </p:nvSpPr>
          <p:spPr>
            <a:xfrm>
              <a:off x="7410770" y="4665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1" name="pt33041"/>
            <p:cNvSpPr/>
            <p:nvPr/>
          </p:nvSpPr>
          <p:spPr>
            <a:xfrm>
              <a:off x="7429398" y="33431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2" name="pt33042"/>
            <p:cNvSpPr/>
            <p:nvPr/>
          </p:nvSpPr>
          <p:spPr>
            <a:xfrm>
              <a:off x="7469401" y="33016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3" name="pt33043"/>
            <p:cNvSpPr/>
            <p:nvPr/>
          </p:nvSpPr>
          <p:spPr>
            <a:xfrm>
              <a:off x="7434755" y="32140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4" name="pt33044"/>
            <p:cNvSpPr/>
            <p:nvPr/>
          </p:nvSpPr>
          <p:spPr>
            <a:xfrm>
              <a:off x="7456038" y="3538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5" name="pt33045"/>
            <p:cNvSpPr/>
            <p:nvPr/>
          </p:nvSpPr>
          <p:spPr>
            <a:xfrm>
              <a:off x="7460557" y="32802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6" name="pt33046"/>
            <p:cNvSpPr/>
            <p:nvPr/>
          </p:nvSpPr>
          <p:spPr>
            <a:xfrm>
              <a:off x="7457472" y="3196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7" name="pt33047"/>
            <p:cNvSpPr/>
            <p:nvPr/>
          </p:nvSpPr>
          <p:spPr>
            <a:xfrm>
              <a:off x="7444242" y="32223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8" name="pt33048"/>
            <p:cNvSpPr/>
            <p:nvPr/>
          </p:nvSpPr>
          <p:spPr>
            <a:xfrm>
              <a:off x="7426360" y="33070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49" name="pt33049"/>
            <p:cNvSpPr/>
            <p:nvPr/>
          </p:nvSpPr>
          <p:spPr>
            <a:xfrm>
              <a:off x="7443789" y="32630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0" name="pt33050"/>
            <p:cNvSpPr/>
            <p:nvPr/>
          </p:nvSpPr>
          <p:spPr>
            <a:xfrm>
              <a:off x="7476851" y="3161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1" name="pt33051"/>
            <p:cNvSpPr/>
            <p:nvPr/>
          </p:nvSpPr>
          <p:spPr>
            <a:xfrm>
              <a:off x="7443711" y="33174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2" name="pt33052"/>
            <p:cNvSpPr/>
            <p:nvPr/>
          </p:nvSpPr>
          <p:spPr>
            <a:xfrm>
              <a:off x="7418627" y="3797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3" name="pt33053"/>
            <p:cNvSpPr/>
            <p:nvPr/>
          </p:nvSpPr>
          <p:spPr>
            <a:xfrm>
              <a:off x="7468372" y="3239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4" name="pt33054"/>
            <p:cNvSpPr/>
            <p:nvPr/>
          </p:nvSpPr>
          <p:spPr>
            <a:xfrm>
              <a:off x="7409507" y="3303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5" name="pt33055"/>
            <p:cNvSpPr/>
            <p:nvPr/>
          </p:nvSpPr>
          <p:spPr>
            <a:xfrm>
              <a:off x="7465987" y="32513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6" name="pt33056"/>
            <p:cNvSpPr/>
            <p:nvPr/>
          </p:nvSpPr>
          <p:spPr>
            <a:xfrm>
              <a:off x="7459027" y="30416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7" name="pt33057"/>
            <p:cNvSpPr/>
            <p:nvPr/>
          </p:nvSpPr>
          <p:spPr>
            <a:xfrm>
              <a:off x="7450675" y="32757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8" name="pt33058"/>
            <p:cNvSpPr/>
            <p:nvPr/>
          </p:nvSpPr>
          <p:spPr>
            <a:xfrm>
              <a:off x="7415420" y="32656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59" name="pt33059"/>
            <p:cNvSpPr/>
            <p:nvPr/>
          </p:nvSpPr>
          <p:spPr>
            <a:xfrm>
              <a:off x="7351527" y="43324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0" name="pt33060"/>
            <p:cNvSpPr/>
            <p:nvPr/>
          </p:nvSpPr>
          <p:spPr>
            <a:xfrm>
              <a:off x="7446159" y="32839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1" name="pt33061"/>
            <p:cNvSpPr/>
            <p:nvPr/>
          </p:nvSpPr>
          <p:spPr>
            <a:xfrm>
              <a:off x="7433449" y="32372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2" name="pt33062"/>
            <p:cNvSpPr/>
            <p:nvPr/>
          </p:nvSpPr>
          <p:spPr>
            <a:xfrm>
              <a:off x="7369466" y="3446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3" name="pt33063"/>
            <p:cNvSpPr/>
            <p:nvPr/>
          </p:nvSpPr>
          <p:spPr>
            <a:xfrm>
              <a:off x="7456439" y="32872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4" name="pt33064"/>
            <p:cNvSpPr/>
            <p:nvPr/>
          </p:nvSpPr>
          <p:spPr>
            <a:xfrm>
              <a:off x="7436853" y="33217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5" name="pt33065"/>
            <p:cNvSpPr/>
            <p:nvPr/>
          </p:nvSpPr>
          <p:spPr>
            <a:xfrm>
              <a:off x="6069207" y="33153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6" name="pt33066"/>
            <p:cNvSpPr/>
            <p:nvPr/>
          </p:nvSpPr>
          <p:spPr>
            <a:xfrm>
              <a:off x="7465634" y="3119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7" name="pt33067"/>
            <p:cNvSpPr/>
            <p:nvPr/>
          </p:nvSpPr>
          <p:spPr>
            <a:xfrm>
              <a:off x="7474261" y="32936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8" name="pt33068"/>
            <p:cNvSpPr/>
            <p:nvPr/>
          </p:nvSpPr>
          <p:spPr>
            <a:xfrm>
              <a:off x="7470645" y="32416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69" name="pt33069"/>
            <p:cNvSpPr/>
            <p:nvPr/>
          </p:nvSpPr>
          <p:spPr>
            <a:xfrm>
              <a:off x="7436175" y="32483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0" name="pt33070"/>
            <p:cNvSpPr/>
            <p:nvPr/>
          </p:nvSpPr>
          <p:spPr>
            <a:xfrm>
              <a:off x="7442130" y="34752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1" name="pt33071"/>
            <p:cNvSpPr/>
            <p:nvPr/>
          </p:nvSpPr>
          <p:spPr>
            <a:xfrm>
              <a:off x="7434219" y="33628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2" name="pt33072"/>
            <p:cNvSpPr/>
            <p:nvPr/>
          </p:nvSpPr>
          <p:spPr>
            <a:xfrm>
              <a:off x="7423748" y="34918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3" name="pt33073"/>
            <p:cNvSpPr/>
            <p:nvPr/>
          </p:nvSpPr>
          <p:spPr>
            <a:xfrm>
              <a:off x="7478250" y="33354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4" name="pt33074"/>
            <p:cNvSpPr/>
            <p:nvPr/>
          </p:nvSpPr>
          <p:spPr>
            <a:xfrm>
              <a:off x="7458891" y="32637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5" name="pt33075"/>
            <p:cNvSpPr/>
            <p:nvPr/>
          </p:nvSpPr>
          <p:spPr>
            <a:xfrm>
              <a:off x="7398394" y="32595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6" name="pt33076"/>
            <p:cNvSpPr/>
            <p:nvPr/>
          </p:nvSpPr>
          <p:spPr>
            <a:xfrm>
              <a:off x="7478372" y="32724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7" name="pt33077"/>
            <p:cNvSpPr/>
            <p:nvPr/>
          </p:nvSpPr>
          <p:spPr>
            <a:xfrm>
              <a:off x="7474903" y="32025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8" name="pt33078"/>
            <p:cNvSpPr/>
            <p:nvPr/>
          </p:nvSpPr>
          <p:spPr>
            <a:xfrm>
              <a:off x="7473660" y="3165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79" name="pt33079"/>
            <p:cNvSpPr/>
            <p:nvPr/>
          </p:nvSpPr>
          <p:spPr>
            <a:xfrm>
              <a:off x="7439099" y="31658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0" name="pt33080"/>
            <p:cNvSpPr/>
            <p:nvPr/>
          </p:nvSpPr>
          <p:spPr>
            <a:xfrm>
              <a:off x="7473444" y="31573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1" name="pt33081"/>
            <p:cNvSpPr/>
            <p:nvPr/>
          </p:nvSpPr>
          <p:spPr>
            <a:xfrm>
              <a:off x="7488315" y="31230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2" name="pt33082"/>
            <p:cNvSpPr/>
            <p:nvPr/>
          </p:nvSpPr>
          <p:spPr>
            <a:xfrm>
              <a:off x="7439061" y="32417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3" name="pt33083"/>
            <p:cNvSpPr/>
            <p:nvPr/>
          </p:nvSpPr>
          <p:spPr>
            <a:xfrm>
              <a:off x="7465614" y="3315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4" name="pt33084"/>
            <p:cNvSpPr/>
            <p:nvPr/>
          </p:nvSpPr>
          <p:spPr>
            <a:xfrm>
              <a:off x="7429022" y="33757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5" name="pt33085"/>
            <p:cNvSpPr/>
            <p:nvPr/>
          </p:nvSpPr>
          <p:spPr>
            <a:xfrm>
              <a:off x="7457509" y="3190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6" name="pt33086"/>
            <p:cNvSpPr/>
            <p:nvPr/>
          </p:nvSpPr>
          <p:spPr>
            <a:xfrm>
              <a:off x="7378575" y="3649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7" name="pt33087"/>
            <p:cNvSpPr/>
            <p:nvPr/>
          </p:nvSpPr>
          <p:spPr>
            <a:xfrm>
              <a:off x="7421512" y="3447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8" name="pt33088"/>
            <p:cNvSpPr/>
            <p:nvPr/>
          </p:nvSpPr>
          <p:spPr>
            <a:xfrm>
              <a:off x="7428783" y="31234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89" name="pt33089"/>
            <p:cNvSpPr/>
            <p:nvPr/>
          </p:nvSpPr>
          <p:spPr>
            <a:xfrm>
              <a:off x="7435267" y="3098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0" name="pt33090"/>
            <p:cNvSpPr/>
            <p:nvPr/>
          </p:nvSpPr>
          <p:spPr>
            <a:xfrm>
              <a:off x="7405359" y="32779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1" name="pt33091"/>
            <p:cNvSpPr/>
            <p:nvPr/>
          </p:nvSpPr>
          <p:spPr>
            <a:xfrm>
              <a:off x="7409011" y="3397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2" name="pt33092"/>
            <p:cNvSpPr/>
            <p:nvPr/>
          </p:nvSpPr>
          <p:spPr>
            <a:xfrm>
              <a:off x="7440684" y="32510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3" name="pt33093"/>
            <p:cNvSpPr/>
            <p:nvPr/>
          </p:nvSpPr>
          <p:spPr>
            <a:xfrm>
              <a:off x="7482443" y="31467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4" name="pt33094"/>
            <p:cNvSpPr/>
            <p:nvPr/>
          </p:nvSpPr>
          <p:spPr>
            <a:xfrm>
              <a:off x="7434840" y="3350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5" name="pt33095"/>
            <p:cNvSpPr/>
            <p:nvPr/>
          </p:nvSpPr>
          <p:spPr>
            <a:xfrm>
              <a:off x="7428562" y="31603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6" name="pt33096"/>
            <p:cNvSpPr/>
            <p:nvPr/>
          </p:nvSpPr>
          <p:spPr>
            <a:xfrm>
              <a:off x="7420468" y="31673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7" name="pt33097"/>
            <p:cNvSpPr/>
            <p:nvPr/>
          </p:nvSpPr>
          <p:spPr>
            <a:xfrm>
              <a:off x="7429959" y="31509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8" name="pt33098"/>
            <p:cNvSpPr/>
            <p:nvPr/>
          </p:nvSpPr>
          <p:spPr>
            <a:xfrm>
              <a:off x="7380472" y="3361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099" name="pt33099"/>
            <p:cNvSpPr/>
            <p:nvPr/>
          </p:nvSpPr>
          <p:spPr>
            <a:xfrm>
              <a:off x="7439600" y="3497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0" name="pt33100"/>
            <p:cNvSpPr/>
            <p:nvPr/>
          </p:nvSpPr>
          <p:spPr>
            <a:xfrm>
              <a:off x="7438042" y="3222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1" name="pt33101"/>
            <p:cNvSpPr/>
            <p:nvPr/>
          </p:nvSpPr>
          <p:spPr>
            <a:xfrm>
              <a:off x="7459067" y="32264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2" name="pt33102"/>
            <p:cNvSpPr/>
            <p:nvPr/>
          </p:nvSpPr>
          <p:spPr>
            <a:xfrm>
              <a:off x="7470793" y="3030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3" name="pt33103"/>
            <p:cNvSpPr/>
            <p:nvPr/>
          </p:nvSpPr>
          <p:spPr>
            <a:xfrm>
              <a:off x="7447077" y="32525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4" name="pt33104"/>
            <p:cNvSpPr/>
            <p:nvPr/>
          </p:nvSpPr>
          <p:spPr>
            <a:xfrm>
              <a:off x="7417788" y="32538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5" name="pt33105"/>
            <p:cNvSpPr/>
            <p:nvPr/>
          </p:nvSpPr>
          <p:spPr>
            <a:xfrm>
              <a:off x="7446566" y="3284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6" name="pt33106"/>
            <p:cNvSpPr/>
            <p:nvPr/>
          </p:nvSpPr>
          <p:spPr>
            <a:xfrm>
              <a:off x="7426220" y="33875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7" name="pt33107"/>
            <p:cNvSpPr/>
            <p:nvPr/>
          </p:nvSpPr>
          <p:spPr>
            <a:xfrm>
              <a:off x="7429279" y="31976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8" name="pt33108"/>
            <p:cNvSpPr/>
            <p:nvPr/>
          </p:nvSpPr>
          <p:spPr>
            <a:xfrm>
              <a:off x="7418078" y="32798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09" name="pt33109"/>
            <p:cNvSpPr/>
            <p:nvPr/>
          </p:nvSpPr>
          <p:spPr>
            <a:xfrm>
              <a:off x="7455444" y="31620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0" name="pt33110"/>
            <p:cNvSpPr/>
            <p:nvPr/>
          </p:nvSpPr>
          <p:spPr>
            <a:xfrm>
              <a:off x="7399232" y="35460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1" name="pt33111"/>
            <p:cNvSpPr/>
            <p:nvPr/>
          </p:nvSpPr>
          <p:spPr>
            <a:xfrm>
              <a:off x="7458475" y="32898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2" name="pt33112"/>
            <p:cNvSpPr/>
            <p:nvPr/>
          </p:nvSpPr>
          <p:spPr>
            <a:xfrm>
              <a:off x="7457077" y="3221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3" name="pt33113"/>
            <p:cNvSpPr/>
            <p:nvPr/>
          </p:nvSpPr>
          <p:spPr>
            <a:xfrm>
              <a:off x="7434506" y="32991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4" name="pt33114"/>
            <p:cNvSpPr/>
            <p:nvPr/>
          </p:nvSpPr>
          <p:spPr>
            <a:xfrm>
              <a:off x="7456923" y="32607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5" name="pt33115"/>
            <p:cNvSpPr/>
            <p:nvPr/>
          </p:nvSpPr>
          <p:spPr>
            <a:xfrm>
              <a:off x="7432282" y="37377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6" name="pt33116"/>
            <p:cNvSpPr/>
            <p:nvPr/>
          </p:nvSpPr>
          <p:spPr>
            <a:xfrm>
              <a:off x="7472101" y="25060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7" name="pt33117"/>
            <p:cNvSpPr/>
            <p:nvPr/>
          </p:nvSpPr>
          <p:spPr>
            <a:xfrm>
              <a:off x="7406432" y="41871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8" name="pt33118"/>
            <p:cNvSpPr/>
            <p:nvPr/>
          </p:nvSpPr>
          <p:spPr>
            <a:xfrm>
              <a:off x="7435086" y="37354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19" name="pt33119"/>
            <p:cNvSpPr/>
            <p:nvPr/>
          </p:nvSpPr>
          <p:spPr>
            <a:xfrm>
              <a:off x="7458787" y="3239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0" name="pt33120"/>
            <p:cNvSpPr/>
            <p:nvPr/>
          </p:nvSpPr>
          <p:spPr>
            <a:xfrm>
              <a:off x="7407502" y="33226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1" name="pt33121"/>
            <p:cNvSpPr/>
            <p:nvPr/>
          </p:nvSpPr>
          <p:spPr>
            <a:xfrm>
              <a:off x="7405589" y="31717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2" name="pt33122"/>
            <p:cNvSpPr/>
            <p:nvPr/>
          </p:nvSpPr>
          <p:spPr>
            <a:xfrm>
              <a:off x="7423555" y="3415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3" name="pt33123"/>
            <p:cNvSpPr/>
            <p:nvPr/>
          </p:nvSpPr>
          <p:spPr>
            <a:xfrm>
              <a:off x="7405726" y="35376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4" name="pt33124"/>
            <p:cNvSpPr/>
            <p:nvPr/>
          </p:nvSpPr>
          <p:spPr>
            <a:xfrm>
              <a:off x="7450524" y="33562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5" name="pt33125"/>
            <p:cNvSpPr/>
            <p:nvPr/>
          </p:nvSpPr>
          <p:spPr>
            <a:xfrm>
              <a:off x="7426652" y="2902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6" name="pt33126"/>
            <p:cNvSpPr/>
            <p:nvPr/>
          </p:nvSpPr>
          <p:spPr>
            <a:xfrm>
              <a:off x="7411647" y="5093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7" name="pt33127"/>
            <p:cNvSpPr/>
            <p:nvPr/>
          </p:nvSpPr>
          <p:spPr>
            <a:xfrm>
              <a:off x="7461928" y="3252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8" name="pt33128"/>
            <p:cNvSpPr/>
            <p:nvPr/>
          </p:nvSpPr>
          <p:spPr>
            <a:xfrm>
              <a:off x="7491901" y="3149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29" name="pt33129"/>
            <p:cNvSpPr/>
            <p:nvPr/>
          </p:nvSpPr>
          <p:spPr>
            <a:xfrm>
              <a:off x="7424528" y="33323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0" name="pt33130"/>
            <p:cNvSpPr/>
            <p:nvPr/>
          </p:nvSpPr>
          <p:spPr>
            <a:xfrm>
              <a:off x="7464579" y="32205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1" name="pt33131"/>
            <p:cNvSpPr/>
            <p:nvPr/>
          </p:nvSpPr>
          <p:spPr>
            <a:xfrm>
              <a:off x="7453579" y="3391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2" name="pt33132"/>
            <p:cNvSpPr/>
            <p:nvPr/>
          </p:nvSpPr>
          <p:spPr>
            <a:xfrm>
              <a:off x="7428258" y="34999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3" name="pt33133"/>
            <p:cNvSpPr/>
            <p:nvPr/>
          </p:nvSpPr>
          <p:spPr>
            <a:xfrm>
              <a:off x="7425816" y="31646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4" name="pt33134"/>
            <p:cNvSpPr/>
            <p:nvPr/>
          </p:nvSpPr>
          <p:spPr>
            <a:xfrm>
              <a:off x="7526547" y="32141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5" name="pt33135"/>
            <p:cNvSpPr/>
            <p:nvPr/>
          </p:nvSpPr>
          <p:spPr>
            <a:xfrm>
              <a:off x="7447573" y="32330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6" name="pt33136"/>
            <p:cNvSpPr/>
            <p:nvPr/>
          </p:nvSpPr>
          <p:spPr>
            <a:xfrm>
              <a:off x="7106324" y="368392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37" name="pt33137"/>
            <p:cNvSpPr/>
            <p:nvPr/>
          </p:nvSpPr>
          <p:spPr>
            <a:xfrm>
              <a:off x="7519195" y="31444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8" name="pt33138"/>
            <p:cNvSpPr/>
            <p:nvPr/>
          </p:nvSpPr>
          <p:spPr>
            <a:xfrm>
              <a:off x="7381660" y="32446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39" name="pt33139"/>
            <p:cNvSpPr/>
            <p:nvPr/>
          </p:nvSpPr>
          <p:spPr>
            <a:xfrm>
              <a:off x="7410807" y="35067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0" name="pt33140"/>
            <p:cNvSpPr/>
            <p:nvPr/>
          </p:nvSpPr>
          <p:spPr>
            <a:xfrm>
              <a:off x="7396010" y="3523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1" name="pt33141"/>
            <p:cNvSpPr/>
            <p:nvPr/>
          </p:nvSpPr>
          <p:spPr>
            <a:xfrm>
              <a:off x="7428440" y="3185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2" name="pt33142"/>
            <p:cNvSpPr/>
            <p:nvPr/>
          </p:nvSpPr>
          <p:spPr>
            <a:xfrm>
              <a:off x="7439986" y="31935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3" name="pt33143"/>
            <p:cNvSpPr/>
            <p:nvPr/>
          </p:nvSpPr>
          <p:spPr>
            <a:xfrm>
              <a:off x="7412059" y="32606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4" name="pt33144"/>
            <p:cNvSpPr/>
            <p:nvPr/>
          </p:nvSpPr>
          <p:spPr>
            <a:xfrm>
              <a:off x="7462010" y="32379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5" name="pt33145"/>
            <p:cNvSpPr/>
            <p:nvPr/>
          </p:nvSpPr>
          <p:spPr>
            <a:xfrm>
              <a:off x="7378591" y="35447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6" name="pt33146"/>
            <p:cNvSpPr/>
            <p:nvPr/>
          </p:nvSpPr>
          <p:spPr>
            <a:xfrm>
              <a:off x="7451640" y="32917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7" name="pt33147"/>
            <p:cNvSpPr/>
            <p:nvPr/>
          </p:nvSpPr>
          <p:spPr>
            <a:xfrm>
              <a:off x="7449349" y="37252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8" name="pt33148"/>
            <p:cNvSpPr/>
            <p:nvPr/>
          </p:nvSpPr>
          <p:spPr>
            <a:xfrm>
              <a:off x="7454535" y="35600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49" name="pt33149"/>
            <p:cNvSpPr/>
            <p:nvPr/>
          </p:nvSpPr>
          <p:spPr>
            <a:xfrm>
              <a:off x="7578844" y="3169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0" name="pt33150"/>
            <p:cNvSpPr/>
            <p:nvPr/>
          </p:nvSpPr>
          <p:spPr>
            <a:xfrm>
              <a:off x="7470288" y="32996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1" name="pt33151"/>
            <p:cNvSpPr/>
            <p:nvPr/>
          </p:nvSpPr>
          <p:spPr>
            <a:xfrm>
              <a:off x="7426113" y="3245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2" name="pt33152"/>
            <p:cNvSpPr/>
            <p:nvPr/>
          </p:nvSpPr>
          <p:spPr>
            <a:xfrm>
              <a:off x="7430193" y="31564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3" name="pt33153"/>
            <p:cNvSpPr/>
            <p:nvPr/>
          </p:nvSpPr>
          <p:spPr>
            <a:xfrm>
              <a:off x="7451255" y="31719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4" name="pt33154"/>
            <p:cNvSpPr/>
            <p:nvPr/>
          </p:nvSpPr>
          <p:spPr>
            <a:xfrm>
              <a:off x="7483185" y="3202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5" name="pt33155"/>
            <p:cNvSpPr/>
            <p:nvPr/>
          </p:nvSpPr>
          <p:spPr>
            <a:xfrm>
              <a:off x="7456752" y="3141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6" name="pt33156"/>
            <p:cNvSpPr/>
            <p:nvPr/>
          </p:nvSpPr>
          <p:spPr>
            <a:xfrm>
              <a:off x="7457154" y="3263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7" name="pt33157"/>
            <p:cNvSpPr/>
            <p:nvPr/>
          </p:nvSpPr>
          <p:spPr>
            <a:xfrm>
              <a:off x="7437236" y="32152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8" name="pt33158"/>
            <p:cNvSpPr/>
            <p:nvPr/>
          </p:nvSpPr>
          <p:spPr>
            <a:xfrm>
              <a:off x="7343680" y="38169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59" name="pt33159"/>
            <p:cNvSpPr/>
            <p:nvPr/>
          </p:nvSpPr>
          <p:spPr>
            <a:xfrm>
              <a:off x="7424417" y="32965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0" name="pt33160"/>
            <p:cNvSpPr/>
            <p:nvPr/>
          </p:nvSpPr>
          <p:spPr>
            <a:xfrm>
              <a:off x="7397538" y="37419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1" name="pt33161"/>
            <p:cNvSpPr/>
            <p:nvPr/>
          </p:nvSpPr>
          <p:spPr>
            <a:xfrm>
              <a:off x="7424991" y="36120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2" name="pt33162"/>
            <p:cNvSpPr/>
            <p:nvPr/>
          </p:nvSpPr>
          <p:spPr>
            <a:xfrm>
              <a:off x="7441950" y="3211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3" name="pt33163"/>
            <p:cNvSpPr/>
            <p:nvPr/>
          </p:nvSpPr>
          <p:spPr>
            <a:xfrm>
              <a:off x="7389786" y="38406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4" name="pt33164"/>
            <p:cNvSpPr/>
            <p:nvPr/>
          </p:nvSpPr>
          <p:spPr>
            <a:xfrm>
              <a:off x="7289807" y="43627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5" name="pt33165"/>
            <p:cNvSpPr/>
            <p:nvPr/>
          </p:nvSpPr>
          <p:spPr>
            <a:xfrm>
              <a:off x="7484707" y="32444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6" name="pt33166"/>
            <p:cNvSpPr/>
            <p:nvPr/>
          </p:nvSpPr>
          <p:spPr>
            <a:xfrm>
              <a:off x="7469466" y="3284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7" name="pt33167"/>
            <p:cNvSpPr/>
            <p:nvPr/>
          </p:nvSpPr>
          <p:spPr>
            <a:xfrm>
              <a:off x="7449119" y="3194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8" name="pt33168"/>
            <p:cNvSpPr/>
            <p:nvPr/>
          </p:nvSpPr>
          <p:spPr>
            <a:xfrm>
              <a:off x="7437456" y="35403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69" name="pt33169"/>
            <p:cNvSpPr/>
            <p:nvPr/>
          </p:nvSpPr>
          <p:spPr>
            <a:xfrm>
              <a:off x="7461884" y="32749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0" name="pt33170"/>
            <p:cNvSpPr/>
            <p:nvPr/>
          </p:nvSpPr>
          <p:spPr>
            <a:xfrm>
              <a:off x="7481954" y="30702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1" name="pt33171"/>
            <p:cNvSpPr/>
            <p:nvPr/>
          </p:nvSpPr>
          <p:spPr>
            <a:xfrm>
              <a:off x="7428483" y="31883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2" name="pt33172"/>
            <p:cNvSpPr/>
            <p:nvPr/>
          </p:nvSpPr>
          <p:spPr>
            <a:xfrm>
              <a:off x="7386182" y="35039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3" name="pt33173"/>
            <p:cNvSpPr/>
            <p:nvPr/>
          </p:nvSpPr>
          <p:spPr>
            <a:xfrm>
              <a:off x="7475117" y="30955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4" name="pt33174"/>
            <p:cNvSpPr/>
            <p:nvPr/>
          </p:nvSpPr>
          <p:spPr>
            <a:xfrm>
              <a:off x="7475024" y="32411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5" name="pt33175"/>
            <p:cNvSpPr/>
            <p:nvPr/>
          </p:nvSpPr>
          <p:spPr>
            <a:xfrm>
              <a:off x="7093441" y="3324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6" name="pt33176"/>
            <p:cNvSpPr/>
            <p:nvPr/>
          </p:nvSpPr>
          <p:spPr>
            <a:xfrm>
              <a:off x="7463130" y="32478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7" name="pt33177"/>
            <p:cNvSpPr/>
            <p:nvPr/>
          </p:nvSpPr>
          <p:spPr>
            <a:xfrm>
              <a:off x="7428222" y="3383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8" name="pt33178"/>
            <p:cNvSpPr/>
            <p:nvPr/>
          </p:nvSpPr>
          <p:spPr>
            <a:xfrm>
              <a:off x="7441950" y="29486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79" name="pt33179"/>
            <p:cNvSpPr/>
            <p:nvPr/>
          </p:nvSpPr>
          <p:spPr>
            <a:xfrm>
              <a:off x="7445114" y="3174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0" name="pt33180"/>
            <p:cNvSpPr/>
            <p:nvPr/>
          </p:nvSpPr>
          <p:spPr>
            <a:xfrm>
              <a:off x="7420589" y="3244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1" name="pt33181"/>
            <p:cNvSpPr/>
            <p:nvPr/>
          </p:nvSpPr>
          <p:spPr>
            <a:xfrm>
              <a:off x="7415531" y="33651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2" name="pt33182"/>
            <p:cNvSpPr/>
            <p:nvPr/>
          </p:nvSpPr>
          <p:spPr>
            <a:xfrm>
              <a:off x="7455655" y="31627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3" name="pt33183"/>
            <p:cNvSpPr/>
            <p:nvPr/>
          </p:nvSpPr>
          <p:spPr>
            <a:xfrm>
              <a:off x="7443561" y="3274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4" name="pt33184"/>
            <p:cNvSpPr/>
            <p:nvPr/>
          </p:nvSpPr>
          <p:spPr>
            <a:xfrm>
              <a:off x="7423998" y="3384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5" name="pt33185"/>
            <p:cNvSpPr/>
            <p:nvPr/>
          </p:nvSpPr>
          <p:spPr>
            <a:xfrm>
              <a:off x="7468499" y="32991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6" name="pt33186"/>
            <p:cNvSpPr/>
            <p:nvPr/>
          </p:nvSpPr>
          <p:spPr>
            <a:xfrm>
              <a:off x="7469486" y="3226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7" name="pt33187"/>
            <p:cNvSpPr/>
            <p:nvPr/>
          </p:nvSpPr>
          <p:spPr>
            <a:xfrm>
              <a:off x="7433376" y="3177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8" name="pt33188"/>
            <p:cNvSpPr/>
            <p:nvPr/>
          </p:nvSpPr>
          <p:spPr>
            <a:xfrm>
              <a:off x="7434355" y="36449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89" name="pt33189"/>
            <p:cNvSpPr/>
            <p:nvPr/>
          </p:nvSpPr>
          <p:spPr>
            <a:xfrm>
              <a:off x="7536779" y="3490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0" name="pt33190"/>
            <p:cNvSpPr/>
            <p:nvPr/>
          </p:nvSpPr>
          <p:spPr>
            <a:xfrm>
              <a:off x="7467086" y="32960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1" name="pt33191"/>
            <p:cNvSpPr/>
            <p:nvPr/>
          </p:nvSpPr>
          <p:spPr>
            <a:xfrm>
              <a:off x="7422204" y="32216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2" name="pt33192"/>
            <p:cNvSpPr/>
            <p:nvPr/>
          </p:nvSpPr>
          <p:spPr>
            <a:xfrm>
              <a:off x="7490051" y="29374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3" name="pt33193"/>
            <p:cNvSpPr/>
            <p:nvPr/>
          </p:nvSpPr>
          <p:spPr>
            <a:xfrm>
              <a:off x="7483352" y="306466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4" name="pt33194"/>
            <p:cNvSpPr/>
            <p:nvPr/>
          </p:nvSpPr>
          <p:spPr>
            <a:xfrm>
              <a:off x="7456599" y="30588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5" name="pt33195"/>
            <p:cNvSpPr/>
            <p:nvPr/>
          </p:nvSpPr>
          <p:spPr>
            <a:xfrm>
              <a:off x="7417693" y="3510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6" name="pt33196"/>
            <p:cNvSpPr/>
            <p:nvPr/>
          </p:nvSpPr>
          <p:spPr>
            <a:xfrm>
              <a:off x="7387624" y="33907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7" name="pt33197"/>
            <p:cNvSpPr/>
            <p:nvPr/>
          </p:nvSpPr>
          <p:spPr>
            <a:xfrm>
              <a:off x="7320440" y="343753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98" name="pt33198"/>
            <p:cNvSpPr/>
            <p:nvPr/>
          </p:nvSpPr>
          <p:spPr>
            <a:xfrm>
              <a:off x="7417060" y="3354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199" name="pt33199"/>
            <p:cNvSpPr/>
            <p:nvPr/>
          </p:nvSpPr>
          <p:spPr>
            <a:xfrm>
              <a:off x="7433302" y="32396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0" name="pt33200"/>
            <p:cNvSpPr/>
            <p:nvPr/>
          </p:nvSpPr>
          <p:spPr>
            <a:xfrm>
              <a:off x="7444430" y="32649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1" name="pt33201"/>
            <p:cNvSpPr/>
            <p:nvPr/>
          </p:nvSpPr>
          <p:spPr>
            <a:xfrm>
              <a:off x="7437839" y="361035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2" name="pt33202"/>
            <p:cNvSpPr/>
            <p:nvPr/>
          </p:nvSpPr>
          <p:spPr>
            <a:xfrm>
              <a:off x="7454145" y="33077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3" name="pt33203"/>
            <p:cNvSpPr/>
            <p:nvPr/>
          </p:nvSpPr>
          <p:spPr>
            <a:xfrm>
              <a:off x="7441906" y="32486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4" name="pt33204"/>
            <p:cNvSpPr/>
            <p:nvPr/>
          </p:nvSpPr>
          <p:spPr>
            <a:xfrm>
              <a:off x="7390246" y="34917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5" name="pt33205"/>
            <p:cNvSpPr/>
            <p:nvPr/>
          </p:nvSpPr>
          <p:spPr>
            <a:xfrm>
              <a:off x="7447602" y="31664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6" name="pt33206"/>
            <p:cNvSpPr/>
            <p:nvPr/>
          </p:nvSpPr>
          <p:spPr>
            <a:xfrm>
              <a:off x="7412796" y="36062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7" name="pt33207"/>
            <p:cNvSpPr/>
            <p:nvPr/>
          </p:nvSpPr>
          <p:spPr>
            <a:xfrm>
              <a:off x="7397856" y="33103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8" name="pt33208"/>
            <p:cNvSpPr/>
            <p:nvPr/>
          </p:nvSpPr>
          <p:spPr>
            <a:xfrm>
              <a:off x="7480254" y="3108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09" name="pt33209"/>
            <p:cNvSpPr/>
            <p:nvPr/>
          </p:nvSpPr>
          <p:spPr>
            <a:xfrm>
              <a:off x="7441071" y="32753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0" name="pt33210"/>
            <p:cNvSpPr/>
            <p:nvPr/>
          </p:nvSpPr>
          <p:spPr>
            <a:xfrm>
              <a:off x="7453536" y="32018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1" name="pt33211"/>
            <p:cNvSpPr/>
            <p:nvPr/>
          </p:nvSpPr>
          <p:spPr>
            <a:xfrm>
              <a:off x="7378559" y="32382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2" name="pt33212"/>
            <p:cNvSpPr/>
            <p:nvPr/>
          </p:nvSpPr>
          <p:spPr>
            <a:xfrm>
              <a:off x="7445557" y="3370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3" name="pt33213"/>
            <p:cNvSpPr/>
            <p:nvPr/>
          </p:nvSpPr>
          <p:spPr>
            <a:xfrm>
              <a:off x="7499948" y="31412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4" name="pt33214"/>
            <p:cNvSpPr/>
            <p:nvPr/>
          </p:nvSpPr>
          <p:spPr>
            <a:xfrm>
              <a:off x="7211631" y="4493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5" name="pt33215"/>
            <p:cNvSpPr/>
            <p:nvPr/>
          </p:nvSpPr>
          <p:spPr>
            <a:xfrm>
              <a:off x="7388167" y="33555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6" name="pt33216"/>
            <p:cNvSpPr/>
            <p:nvPr/>
          </p:nvSpPr>
          <p:spPr>
            <a:xfrm>
              <a:off x="7415722" y="355279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7" name="pt33217"/>
            <p:cNvSpPr/>
            <p:nvPr/>
          </p:nvSpPr>
          <p:spPr>
            <a:xfrm>
              <a:off x="7429511" y="33114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8" name="pt33218"/>
            <p:cNvSpPr/>
            <p:nvPr/>
          </p:nvSpPr>
          <p:spPr>
            <a:xfrm>
              <a:off x="7465162" y="32297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19" name="pt33219"/>
            <p:cNvSpPr/>
            <p:nvPr/>
          </p:nvSpPr>
          <p:spPr>
            <a:xfrm>
              <a:off x="7347980" y="38180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0" name="pt33220"/>
            <p:cNvSpPr/>
            <p:nvPr/>
          </p:nvSpPr>
          <p:spPr>
            <a:xfrm>
              <a:off x="7572236" y="27386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1" name="pt33221"/>
            <p:cNvSpPr/>
            <p:nvPr/>
          </p:nvSpPr>
          <p:spPr>
            <a:xfrm>
              <a:off x="7450451" y="3225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2" name="pt33222"/>
            <p:cNvSpPr/>
            <p:nvPr/>
          </p:nvSpPr>
          <p:spPr>
            <a:xfrm>
              <a:off x="7464390" y="32475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3" name="pt33223"/>
            <p:cNvSpPr/>
            <p:nvPr/>
          </p:nvSpPr>
          <p:spPr>
            <a:xfrm>
              <a:off x="7426545" y="34312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4" name="pt33224"/>
            <p:cNvSpPr/>
            <p:nvPr/>
          </p:nvSpPr>
          <p:spPr>
            <a:xfrm>
              <a:off x="7508629" y="32419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5" name="pt33225"/>
            <p:cNvSpPr/>
            <p:nvPr/>
          </p:nvSpPr>
          <p:spPr>
            <a:xfrm>
              <a:off x="7421970" y="3445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6" name="pt33226"/>
            <p:cNvSpPr/>
            <p:nvPr/>
          </p:nvSpPr>
          <p:spPr>
            <a:xfrm>
              <a:off x="7496178" y="31655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7" name="pt33227"/>
            <p:cNvSpPr/>
            <p:nvPr/>
          </p:nvSpPr>
          <p:spPr>
            <a:xfrm>
              <a:off x="7449258" y="31086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8" name="pt33228"/>
            <p:cNvSpPr/>
            <p:nvPr/>
          </p:nvSpPr>
          <p:spPr>
            <a:xfrm>
              <a:off x="7434363" y="31417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29" name="pt33229"/>
            <p:cNvSpPr/>
            <p:nvPr/>
          </p:nvSpPr>
          <p:spPr>
            <a:xfrm>
              <a:off x="7521551" y="30192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0" name="pt33230"/>
            <p:cNvSpPr/>
            <p:nvPr/>
          </p:nvSpPr>
          <p:spPr>
            <a:xfrm>
              <a:off x="7569116" y="30868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1" name="pt33231"/>
            <p:cNvSpPr/>
            <p:nvPr/>
          </p:nvSpPr>
          <p:spPr>
            <a:xfrm>
              <a:off x="7454922" y="32793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2" name="pt33232"/>
            <p:cNvSpPr/>
            <p:nvPr/>
          </p:nvSpPr>
          <p:spPr>
            <a:xfrm>
              <a:off x="7495773" y="313511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3" name="pt33233"/>
            <p:cNvSpPr/>
            <p:nvPr/>
          </p:nvSpPr>
          <p:spPr>
            <a:xfrm>
              <a:off x="7426414" y="4662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4" name="pt33234"/>
            <p:cNvSpPr/>
            <p:nvPr/>
          </p:nvSpPr>
          <p:spPr>
            <a:xfrm>
              <a:off x="7471121" y="35294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5" name="pt33235"/>
            <p:cNvSpPr/>
            <p:nvPr/>
          </p:nvSpPr>
          <p:spPr>
            <a:xfrm>
              <a:off x="7411723" y="3809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6" name="pt33236"/>
            <p:cNvSpPr/>
            <p:nvPr/>
          </p:nvSpPr>
          <p:spPr>
            <a:xfrm>
              <a:off x="7430578" y="33661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7" name="pt33237"/>
            <p:cNvSpPr/>
            <p:nvPr/>
          </p:nvSpPr>
          <p:spPr>
            <a:xfrm>
              <a:off x="7178130" y="344129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38" name="pt33238"/>
            <p:cNvSpPr/>
            <p:nvPr/>
          </p:nvSpPr>
          <p:spPr>
            <a:xfrm>
              <a:off x="7439009" y="3450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39" name="pt33239"/>
            <p:cNvSpPr/>
            <p:nvPr/>
          </p:nvSpPr>
          <p:spPr>
            <a:xfrm>
              <a:off x="7420200" y="31700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0" name="pt33240"/>
            <p:cNvSpPr/>
            <p:nvPr/>
          </p:nvSpPr>
          <p:spPr>
            <a:xfrm>
              <a:off x="7436463" y="32866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1" name="pt33241"/>
            <p:cNvSpPr/>
            <p:nvPr/>
          </p:nvSpPr>
          <p:spPr>
            <a:xfrm>
              <a:off x="7448624" y="3152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2" name="pt33242"/>
            <p:cNvSpPr/>
            <p:nvPr/>
          </p:nvSpPr>
          <p:spPr>
            <a:xfrm>
              <a:off x="8120016" y="261848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43" name="pt33243"/>
            <p:cNvSpPr/>
            <p:nvPr/>
          </p:nvSpPr>
          <p:spPr>
            <a:xfrm>
              <a:off x="7384827" y="32980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4" name="pt33244"/>
            <p:cNvSpPr/>
            <p:nvPr/>
          </p:nvSpPr>
          <p:spPr>
            <a:xfrm>
              <a:off x="7486411" y="32541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5" name="pt33245"/>
            <p:cNvSpPr/>
            <p:nvPr/>
          </p:nvSpPr>
          <p:spPr>
            <a:xfrm>
              <a:off x="7397220" y="33084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6" name="pt33246"/>
            <p:cNvSpPr/>
            <p:nvPr/>
          </p:nvSpPr>
          <p:spPr>
            <a:xfrm>
              <a:off x="7415964" y="3270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7" name="pt33247"/>
            <p:cNvSpPr/>
            <p:nvPr/>
          </p:nvSpPr>
          <p:spPr>
            <a:xfrm>
              <a:off x="7426643" y="32314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8" name="pt33248"/>
            <p:cNvSpPr/>
            <p:nvPr/>
          </p:nvSpPr>
          <p:spPr>
            <a:xfrm>
              <a:off x="7417656" y="3668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49" name="pt33249"/>
            <p:cNvSpPr/>
            <p:nvPr/>
          </p:nvSpPr>
          <p:spPr>
            <a:xfrm>
              <a:off x="7447814" y="3238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0" name="pt33250"/>
            <p:cNvSpPr/>
            <p:nvPr/>
          </p:nvSpPr>
          <p:spPr>
            <a:xfrm>
              <a:off x="7436587" y="3272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1" name="pt33251"/>
            <p:cNvSpPr/>
            <p:nvPr/>
          </p:nvSpPr>
          <p:spPr>
            <a:xfrm>
              <a:off x="7417601" y="32288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2" name="pt33252"/>
            <p:cNvSpPr/>
            <p:nvPr/>
          </p:nvSpPr>
          <p:spPr>
            <a:xfrm>
              <a:off x="7424854" y="32925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3" name="pt33253"/>
            <p:cNvSpPr/>
            <p:nvPr/>
          </p:nvSpPr>
          <p:spPr>
            <a:xfrm>
              <a:off x="7444352" y="3252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4" name="pt33254"/>
            <p:cNvSpPr/>
            <p:nvPr/>
          </p:nvSpPr>
          <p:spPr>
            <a:xfrm>
              <a:off x="7442664" y="31912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5" name="pt33255"/>
            <p:cNvSpPr/>
            <p:nvPr/>
          </p:nvSpPr>
          <p:spPr>
            <a:xfrm>
              <a:off x="7354257" y="35169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6" name="pt33256"/>
            <p:cNvSpPr/>
            <p:nvPr/>
          </p:nvSpPr>
          <p:spPr>
            <a:xfrm>
              <a:off x="7408054" y="3314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7" name="pt33257"/>
            <p:cNvSpPr/>
            <p:nvPr/>
          </p:nvSpPr>
          <p:spPr>
            <a:xfrm>
              <a:off x="7455113" y="3061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8" name="pt33258"/>
            <p:cNvSpPr/>
            <p:nvPr/>
          </p:nvSpPr>
          <p:spPr>
            <a:xfrm>
              <a:off x="7466549" y="32008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59" name="pt33259"/>
            <p:cNvSpPr/>
            <p:nvPr/>
          </p:nvSpPr>
          <p:spPr>
            <a:xfrm>
              <a:off x="7446851" y="30923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0" name="pt33260"/>
            <p:cNvSpPr/>
            <p:nvPr/>
          </p:nvSpPr>
          <p:spPr>
            <a:xfrm>
              <a:off x="7238176" y="33558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1" name="pt33261"/>
            <p:cNvSpPr/>
            <p:nvPr/>
          </p:nvSpPr>
          <p:spPr>
            <a:xfrm>
              <a:off x="7442945" y="3008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2" name="pt33262"/>
            <p:cNvSpPr/>
            <p:nvPr/>
          </p:nvSpPr>
          <p:spPr>
            <a:xfrm>
              <a:off x="7435495" y="33137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3" name="pt33263"/>
            <p:cNvSpPr/>
            <p:nvPr/>
          </p:nvSpPr>
          <p:spPr>
            <a:xfrm>
              <a:off x="7447473" y="3188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4" name="pt33264"/>
            <p:cNvSpPr/>
            <p:nvPr/>
          </p:nvSpPr>
          <p:spPr>
            <a:xfrm>
              <a:off x="7453061" y="3502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5" name="pt33265"/>
            <p:cNvSpPr/>
            <p:nvPr/>
          </p:nvSpPr>
          <p:spPr>
            <a:xfrm>
              <a:off x="7369730" y="3728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6" name="pt33266"/>
            <p:cNvSpPr/>
            <p:nvPr/>
          </p:nvSpPr>
          <p:spPr>
            <a:xfrm>
              <a:off x="6996528" y="32306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7" name="pt33267"/>
            <p:cNvSpPr/>
            <p:nvPr/>
          </p:nvSpPr>
          <p:spPr>
            <a:xfrm>
              <a:off x="7430422" y="32765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8" name="pt33268"/>
            <p:cNvSpPr/>
            <p:nvPr/>
          </p:nvSpPr>
          <p:spPr>
            <a:xfrm>
              <a:off x="7425515" y="31689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69" name="pt33269"/>
            <p:cNvSpPr/>
            <p:nvPr/>
          </p:nvSpPr>
          <p:spPr>
            <a:xfrm>
              <a:off x="7454181" y="324501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0" name="pt33270"/>
            <p:cNvSpPr/>
            <p:nvPr/>
          </p:nvSpPr>
          <p:spPr>
            <a:xfrm>
              <a:off x="7416986" y="36471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1" name="pt33271"/>
            <p:cNvSpPr/>
            <p:nvPr/>
          </p:nvSpPr>
          <p:spPr>
            <a:xfrm>
              <a:off x="7440525" y="32204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2" name="pt33272"/>
            <p:cNvSpPr/>
            <p:nvPr/>
          </p:nvSpPr>
          <p:spPr>
            <a:xfrm>
              <a:off x="7439228" y="33020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3" name="pt33273"/>
            <p:cNvSpPr/>
            <p:nvPr/>
          </p:nvSpPr>
          <p:spPr>
            <a:xfrm>
              <a:off x="7361065" y="47113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4" name="pt33274"/>
            <p:cNvSpPr/>
            <p:nvPr/>
          </p:nvSpPr>
          <p:spPr>
            <a:xfrm>
              <a:off x="7433381" y="32158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5" name="pt33275"/>
            <p:cNvSpPr/>
            <p:nvPr/>
          </p:nvSpPr>
          <p:spPr>
            <a:xfrm>
              <a:off x="7412451" y="3755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6" name="pt33276"/>
            <p:cNvSpPr/>
            <p:nvPr/>
          </p:nvSpPr>
          <p:spPr>
            <a:xfrm>
              <a:off x="7446950" y="32702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7" name="pt33277"/>
            <p:cNvSpPr/>
            <p:nvPr/>
          </p:nvSpPr>
          <p:spPr>
            <a:xfrm>
              <a:off x="7462719" y="33942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78" name="pt33278"/>
            <p:cNvSpPr/>
            <p:nvPr/>
          </p:nvSpPr>
          <p:spPr>
            <a:xfrm>
              <a:off x="7215046" y="341970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79" name="pt33279"/>
            <p:cNvSpPr/>
            <p:nvPr/>
          </p:nvSpPr>
          <p:spPr>
            <a:xfrm>
              <a:off x="7414754" y="30724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0" name="pt33280"/>
            <p:cNvSpPr/>
            <p:nvPr/>
          </p:nvSpPr>
          <p:spPr>
            <a:xfrm>
              <a:off x="7472226" y="34213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1" name="pt33281"/>
            <p:cNvSpPr/>
            <p:nvPr/>
          </p:nvSpPr>
          <p:spPr>
            <a:xfrm>
              <a:off x="7297554" y="32677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2" name="pt33282"/>
            <p:cNvSpPr/>
            <p:nvPr/>
          </p:nvSpPr>
          <p:spPr>
            <a:xfrm>
              <a:off x="7490752" y="31529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3" name="pt33283"/>
            <p:cNvSpPr/>
            <p:nvPr/>
          </p:nvSpPr>
          <p:spPr>
            <a:xfrm>
              <a:off x="7442695" y="31856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4" name="pt33284"/>
            <p:cNvSpPr/>
            <p:nvPr/>
          </p:nvSpPr>
          <p:spPr>
            <a:xfrm>
              <a:off x="7442298" y="33372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5" name="pt33285"/>
            <p:cNvSpPr/>
            <p:nvPr/>
          </p:nvSpPr>
          <p:spPr>
            <a:xfrm>
              <a:off x="7450134" y="32813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6" name="pt33286"/>
            <p:cNvSpPr/>
            <p:nvPr/>
          </p:nvSpPr>
          <p:spPr>
            <a:xfrm>
              <a:off x="7429970" y="33964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7" name="pt33287"/>
            <p:cNvSpPr/>
            <p:nvPr/>
          </p:nvSpPr>
          <p:spPr>
            <a:xfrm>
              <a:off x="5705222" y="3200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8" name="pt33288"/>
            <p:cNvSpPr/>
            <p:nvPr/>
          </p:nvSpPr>
          <p:spPr>
            <a:xfrm>
              <a:off x="7434260" y="32152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89" name="pt33289"/>
            <p:cNvSpPr/>
            <p:nvPr/>
          </p:nvSpPr>
          <p:spPr>
            <a:xfrm>
              <a:off x="7403942" y="32828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0" name="pt33290"/>
            <p:cNvSpPr/>
            <p:nvPr/>
          </p:nvSpPr>
          <p:spPr>
            <a:xfrm>
              <a:off x="7303686" y="43933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1" name="pt33291"/>
            <p:cNvSpPr/>
            <p:nvPr/>
          </p:nvSpPr>
          <p:spPr>
            <a:xfrm>
              <a:off x="7453363" y="32558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2" name="pt33292"/>
            <p:cNvSpPr/>
            <p:nvPr/>
          </p:nvSpPr>
          <p:spPr>
            <a:xfrm>
              <a:off x="7447568" y="31872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3" name="pt33293"/>
            <p:cNvSpPr/>
            <p:nvPr/>
          </p:nvSpPr>
          <p:spPr>
            <a:xfrm>
              <a:off x="7418151" y="3261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4" name="pt33294"/>
            <p:cNvSpPr/>
            <p:nvPr/>
          </p:nvSpPr>
          <p:spPr>
            <a:xfrm>
              <a:off x="7446667" y="3286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5" name="pt33295"/>
            <p:cNvSpPr/>
            <p:nvPr/>
          </p:nvSpPr>
          <p:spPr>
            <a:xfrm>
              <a:off x="7451410" y="3270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6" name="pt33296"/>
            <p:cNvSpPr/>
            <p:nvPr/>
          </p:nvSpPr>
          <p:spPr>
            <a:xfrm>
              <a:off x="7451689" y="32142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7" name="pt33297"/>
            <p:cNvSpPr/>
            <p:nvPr/>
          </p:nvSpPr>
          <p:spPr>
            <a:xfrm>
              <a:off x="7469152" y="30394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8" name="pt33298"/>
            <p:cNvSpPr/>
            <p:nvPr/>
          </p:nvSpPr>
          <p:spPr>
            <a:xfrm>
              <a:off x="7448460" y="31811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299" name="pt33299"/>
            <p:cNvSpPr/>
            <p:nvPr/>
          </p:nvSpPr>
          <p:spPr>
            <a:xfrm>
              <a:off x="7382401" y="34317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0" name="pt33300"/>
            <p:cNvSpPr/>
            <p:nvPr/>
          </p:nvSpPr>
          <p:spPr>
            <a:xfrm>
              <a:off x="7386349" y="33939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1" name="pt33301"/>
            <p:cNvSpPr/>
            <p:nvPr/>
          </p:nvSpPr>
          <p:spPr>
            <a:xfrm>
              <a:off x="7435682" y="31980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2" name="pt33302"/>
            <p:cNvSpPr/>
            <p:nvPr/>
          </p:nvSpPr>
          <p:spPr>
            <a:xfrm>
              <a:off x="7431621" y="33687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3" name="pt33303"/>
            <p:cNvSpPr/>
            <p:nvPr/>
          </p:nvSpPr>
          <p:spPr>
            <a:xfrm>
              <a:off x="7417119" y="34279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4" name="pt33304"/>
            <p:cNvSpPr/>
            <p:nvPr/>
          </p:nvSpPr>
          <p:spPr>
            <a:xfrm>
              <a:off x="7423208" y="37274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5" name="pt33305"/>
            <p:cNvSpPr/>
            <p:nvPr/>
          </p:nvSpPr>
          <p:spPr>
            <a:xfrm>
              <a:off x="7421057" y="33054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6" name="pt33306"/>
            <p:cNvSpPr/>
            <p:nvPr/>
          </p:nvSpPr>
          <p:spPr>
            <a:xfrm>
              <a:off x="7440140" y="32682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7" name="pt33307"/>
            <p:cNvSpPr/>
            <p:nvPr/>
          </p:nvSpPr>
          <p:spPr>
            <a:xfrm>
              <a:off x="7440434" y="32002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8" name="pt33308"/>
            <p:cNvSpPr/>
            <p:nvPr/>
          </p:nvSpPr>
          <p:spPr>
            <a:xfrm>
              <a:off x="7483903" y="31108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09" name="pt33309"/>
            <p:cNvSpPr/>
            <p:nvPr/>
          </p:nvSpPr>
          <p:spPr>
            <a:xfrm>
              <a:off x="7344058" y="32601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0" name="pt33310"/>
            <p:cNvSpPr/>
            <p:nvPr/>
          </p:nvSpPr>
          <p:spPr>
            <a:xfrm>
              <a:off x="7437808" y="34321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1" name="pt33311"/>
            <p:cNvSpPr/>
            <p:nvPr/>
          </p:nvSpPr>
          <p:spPr>
            <a:xfrm>
              <a:off x="7448706" y="31640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2" name="pt33312"/>
            <p:cNvSpPr/>
            <p:nvPr/>
          </p:nvSpPr>
          <p:spPr>
            <a:xfrm>
              <a:off x="7417766" y="34080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3" name="pt33313"/>
            <p:cNvSpPr/>
            <p:nvPr/>
          </p:nvSpPr>
          <p:spPr>
            <a:xfrm>
              <a:off x="7285742" y="34208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4" name="pt33314"/>
            <p:cNvSpPr/>
            <p:nvPr/>
          </p:nvSpPr>
          <p:spPr>
            <a:xfrm>
              <a:off x="7498627" y="2981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5" name="pt33315"/>
            <p:cNvSpPr/>
            <p:nvPr/>
          </p:nvSpPr>
          <p:spPr>
            <a:xfrm>
              <a:off x="7438575" y="32279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6" name="pt33316"/>
            <p:cNvSpPr/>
            <p:nvPr/>
          </p:nvSpPr>
          <p:spPr>
            <a:xfrm>
              <a:off x="7480392" y="31063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7" name="pt33317"/>
            <p:cNvSpPr/>
            <p:nvPr/>
          </p:nvSpPr>
          <p:spPr>
            <a:xfrm>
              <a:off x="7382381" y="3342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8" name="pt33318"/>
            <p:cNvSpPr/>
            <p:nvPr/>
          </p:nvSpPr>
          <p:spPr>
            <a:xfrm>
              <a:off x="7438928" y="3220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19" name="pt33319"/>
            <p:cNvSpPr/>
            <p:nvPr/>
          </p:nvSpPr>
          <p:spPr>
            <a:xfrm>
              <a:off x="7438992" y="32216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0" name="pt33320"/>
            <p:cNvSpPr/>
            <p:nvPr/>
          </p:nvSpPr>
          <p:spPr>
            <a:xfrm>
              <a:off x="7451659" y="31596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1" name="pt33321"/>
            <p:cNvSpPr/>
            <p:nvPr/>
          </p:nvSpPr>
          <p:spPr>
            <a:xfrm>
              <a:off x="7464056" y="32201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2" name="pt33322"/>
            <p:cNvSpPr/>
            <p:nvPr/>
          </p:nvSpPr>
          <p:spPr>
            <a:xfrm>
              <a:off x="7427173" y="29895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3" name="pt33323"/>
            <p:cNvSpPr/>
            <p:nvPr/>
          </p:nvSpPr>
          <p:spPr>
            <a:xfrm>
              <a:off x="7455502" y="347844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4" name="pt33324"/>
            <p:cNvSpPr/>
            <p:nvPr/>
          </p:nvSpPr>
          <p:spPr>
            <a:xfrm>
              <a:off x="7435624" y="33531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5" name="pt33325"/>
            <p:cNvSpPr/>
            <p:nvPr/>
          </p:nvSpPr>
          <p:spPr>
            <a:xfrm>
              <a:off x="7398727" y="3499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6" name="pt33326"/>
            <p:cNvSpPr/>
            <p:nvPr/>
          </p:nvSpPr>
          <p:spPr>
            <a:xfrm>
              <a:off x="7382790" y="36168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7" name="pt33327"/>
            <p:cNvSpPr/>
            <p:nvPr/>
          </p:nvSpPr>
          <p:spPr>
            <a:xfrm>
              <a:off x="7431251" y="31875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8" name="pt33328"/>
            <p:cNvSpPr/>
            <p:nvPr/>
          </p:nvSpPr>
          <p:spPr>
            <a:xfrm>
              <a:off x="7410337" y="31530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29" name="pt33329"/>
            <p:cNvSpPr/>
            <p:nvPr/>
          </p:nvSpPr>
          <p:spPr>
            <a:xfrm>
              <a:off x="7419579" y="31788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0" name="pt33330"/>
            <p:cNvSpPr/>
            <p:nvPr/>
          </p:nvSpPr>
          <p:spPr>
            <a:xfrm>
              <a:off x="7428716" y="33934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1" name="pt33331"/>
            <p:cNvSpPr/>
            <p:nvPr/>
          </p:nvSpPr>
          <p:spPr>
            <a:xfrm>
              <a:off x="7451641" y="32327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2" name="pt33332"/>
            <p:cNvSpPr/>
            <p:nvPr/>
          </p:nvSpPr>
          <p:spPr>
            <a:xfrm>
              <a:off x="7415470" y="3539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3" name="pt33333"/>
            <p:cNvSpPr/>
            <p:nvPr/>
          </p:nvSpPr>
          <p:spPr>
            <a:xfrm>
              <a:off x="7425108" y="33692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4" name="pt33334"/>
            <p:cNvSpPr/>
            <p:nvPr/>
          </p:nvSpPr>
          <p:spPr>
            <a:xfrm>
              <a:off x="7475206" y="3131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5" name="pt33335"/>
            <p:cNvSpPr/>
            <p:nvPr/>
          </p:nvSpPr>
          <p:spPr>
            <a:xfrm>
              <a:off x="7331180" y="3425076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36" name="pt33336"/>
            <p:cNvSpPr/>
            <p:nvPr/>
          </p:nvSpPr>
          <p:spPr>
            <a:xfrm>
              <a:off x="7419785" y="3301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7" name="pt33337"/>
            <p:cNvSpPr/>
            <p:nvPr/>
          </p:nvSpPr>
          <p:spPr>
            <a:xfrm>
              <a:off x="7238964" y="36660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8" name="pt33338"/>
            <p:cNvSpPr/>
            <p:nvPr/>
          </p:nvSpPr>
          <p:spPr>
            <a:xfrm>
              <a:off x="7463696" y="32788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39" name="pt33339"/>
            <p:cNvSpPr/>
            <p:nvPr/>
          </p:nvSpPr>
          <p:spPr>
            <a:xfrm>
              <a:off x="7435638" y="31871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0" name="pt33340"/>
            <p:cNvSpPr/>
            <p:nvPr/>
          </p:nvSpPr>
          <p:spPr>
            <a:xfrm>
              <a:off x="7442409" y="33217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1" name="pt33341"/>
            <p:cNvSpPr/>
            <p:nvPr/>
          </p:nvSpPr>
          <p:spPr>
            <a:xfrm>
              <a:off x="7432043" y="33401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2" name="pt33342"/>
            <p:cNvSpPr/>
            <p:nvPr/>
          </p:nvSpPr>
          <p:spPr>
            <a:xfrm>
              <a:off x="7470210" y="31214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3" name="pt33343"/>
            <p:cNvSpPr/>
            <p:nvPr/>
          </p:nvSpPr>
          <p:spPr>
            <a:xfrm>
              <a:off x="7425711" y="32267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4" name="pt33344"/>
            <p:cNvSpPr/>
            <p:nvPr/>
          </p:nvSpPr>
          <p:spPr>
            <a:xfrm>
              <a:off x="7449529" y="31489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5" name="pt33345"/>
            <p:cNvSpPr/>
            <p:nvPr/>
          </p:nvSpPr>
          <p:spPr>
            <a:xfrm>
              <a:off x="7427820" y="32980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6" name="pt33346"/>
            <p:cNvSpPr/>
            <p:nvPr/>
          </p:nvSpPr>
          <p:spPr>
            <a:xfrm>
              <a:off x="7471207" y="32598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7" name="pt33347"/>
            <p:cNvSpPr/>
            <p:nvPr/>
          </p:nvSpPr>
          <p:spPr>
            <a:xfrm>
              <a:off x="7502094" y="31893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48" name="pt33348"/>
            <p:cNvSpPr/>
            <p:nvPr/>
          </p:nvSpPr>
          <p:spPr>
            <a:xfrm>
              <a:off x="7182821" y="387936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49" name="pt33349"/>
            <p:cNvSpPr/>
            <p:nvPr/>
          </p:nvSpPr>
          <p:spPr>
            <a:xfrm>
              <a:off x="7480243" y="3161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0" name="pt33350"/>
            <p:cNvSpPr/>
            <p:nvPr/>
          </p:nvSpPr>
          <p:spPr>
            <a:xfrm>
              <a:off x="7463849" y="30857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1" name="pt33351"/>
            <p:cNvSpPr/>
            <p:nvPr/>
          </p:nvSpPr>
          <p:spPr>
            <a:xfrm>
              <a:off x="7444637" y="29722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2" name="pt33352"/>
            <p:cNvSpPr/>
            <p:nvPr/>
          </p:nvSpPr>
          <p:spPr>
            <a:xfrm>
              <a:off x="7426809" y="32704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3" name="pt33353"/>
            <p:cNvSpPr/>
            <p:nvPr/>
          </p:nvSpPr>
          <p:spPr>
            <a:xfrm>
              <a:off x="7406879" y="33156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4" name="pt33354"/>
            <p:cNvSpPr/>
            <p:nvPr/>
          </p:nvSpPr>
          <p:spPr>
            <a:xfrm>
              <a:off x="7391226" y="37821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5" name="pt33355"/>
            <p:cNvSpPr/>
            <p:nvPr/>
          </p:nvSpPr>
          <p:spPr>
            <a:xfrm>
              <a:off x="7433145" y="34780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6" name="pt33356"/>
            <p:cNvSpPr/>
            <p:nvPr/>
          </p:nvSpPr>
          <p:spPr>
            <a:xfrm>
              <a:off x="7470438" y="31997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7" name="pt33357"/>
            <p:cNvSpPr/>
            <p:nvPr/>
          </p:nvSpPr>
          <p:spPr>
            <a:xfrm>
              <a:off x="7472061" y="32395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8" name="pt33358"/>
            <p:cNvSpPr/>
            <p:nvPr/>
          </p:nvSpPr>
          <p:spPr>
            <a:xfrm>
              <a:off x="7418346" y="31965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59" name="pt33359"/>
            <p:cNvSpPr/>
            <p:nvPr/>
          </p:nvSpPr>
          <p:spPr>
            <a:xfrm>
              <a:off x="7458772" y="32428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0" name="pt33360"/>
            <p:cNvSpPr/>
            <p:nvPr/>
          </p:nvSpPr>
          <p:spPr>
            <a:xfrm>
              <a:off x="5697997" y="33756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1" name="pt33361"/>
            <p:cNvSpPr/>
            <p:nvPr/>
          </p:nvSpPr>
          <p:spPr>
            <a:xfrm>
              <a:off x="7409618" y="47451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2" name="pt33362"/>
            <p:cNvSpPr/>
            <p:nvPr/>
          </p:nvSpPr>
          <p:spPr>
            <a:xfrm>
              <a:off x="6470077" y="33298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3" name="pt33363"/>
            <p:cNvSpPr/>
            <p:nvPr/>
          </p:nvSpPr>
          <p:spPr>
            <a:xfrm>
              <a:off x="7404731" y="33888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4" name="pt33364"/>
            <p:cNvSpPr/>
            <p:nvPr/>
          </p:nvSpPr>
          <p:spPr>
            <a:xfrm>
              <a:off x="7453878" y="1861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5" name="pt33365"/>
            <p:cNvSpPr/>
            <p:nvPr/>
          </p:nvSpPr>
          <p:spPr>
            <a:xfrm>
              <a:off x="5660508" y="33324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6" name="pt33366"/>
            <p:cNvSpPr/>
            <p:nvPr/>
          </p:nvSpPr>
          <p:spPr>
            <a:xfrm>
              <a:off x="7457271" y="32721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7" name="pt33367"/>
            <p:cNvSpPr/>
            <p:nvPr/>
          </p:nvSpPr>
          <p:spPr>
            <a:xfrm>
              <a:off x="7355510" y="32179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68" name="pt33368"/>
            <p:cNvSpPr/>
            <p:nvPr/>
          </p:nvSpPr>
          <p:spPr>
            <a:xfrm>
              <a:off x="7189445" y="380134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69" name="pt33369"/>
            <p:cNvSpPr/>
            <p:nvPr/>
          </p:nvSpPr>
          <p:spPr>
            <a:xfrm>
              <a:off x="7415419" y="32210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0" name="pt33370"/>
            <p:cNvSpPr/>
            <p:nvPr/>
          </p:nvSpPr>
          <p:spPr>
            <a:xfrm>
              <a:off x="7405462" y="32853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1" name="pt33371"/>
            <p:cNvSpPr/>
            <p:nvPr/>
          </p:nvSpPr>
          <p:spPr>
            <a:xfrm>
              <a:off x="7470407" y="3344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2" name="pt33372"/>
            <p:cNvSpPr/>
            <p:nvPr/>
          </p:nvSpPr>
          <p:spPr>
            <a:xfrm>
              <a:off x="7453511" y="32264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3" name="pt33373"/>
            <p:cNvSpPr/>
            <p:nvPr/>
          </p:nvSpPr>
          <p:spPr>
            <a:xfrm>
              <a:off x="7460080" y="31917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4" name="pt33374"/>
            <p:cNvSpPr/>
            <p:nvPr/>
          </p:nvSpPr>
          <p:spPr>
            <a:xfrm>
              <a:off x="7442281" y="32468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5" name="pt33375"/>
            <p:cNvSpPr/>
            <p:nvPr/>
          </p:nvSpPr>
          <p:spPr>
            <a:xfrm>
              <a:off x="6856046" y="32247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6" name="pt33376"/>
            <p:cNvSpPr/>
            <p:nvPr/>
          </p:nvSpPr>
          <p:spPr>
            <a:xfrm>
              <a:off x="7464466" y="3154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7" name="pt33377"/>
            <p:cNvSpPr/>
            <p:nvPr/>
          </p:nvSpPr>
          <p:spPr>
            <a:xfrm>
              <a:off x="7326251" y="40617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8" name="pt33378"/>
            <p:cNvSpPr/>
            <p:nvPr/>
          </p:nvSpPr>
          <p:spPr>
            <a:xfrm>
              <a:off x="7383367" y="35983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79" name="pt33379"/>
            <p:cNvSpPr/>
            <p:nvPr/>
          </p:nvSpPr>
          <p:spPr>
            <a:xfrm>
              <a:off x="7427562" y="31736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0" name="pt33380"/>
            <p:cNvSpPr/>
            <p:nvPr/>
          </p:nvSpPr>
          <p:spPr>
            <a:xfrm>
              <a:off x="8488137" y="2647801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81" name="pt33381"/>
            <p:cNvSpPr/>
            <p:nvPr/>
          </p:nvSpPr>
          <p:spPr>
            <a:xfrm>
              <a:off x="7448077" y="33260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2" name="pt33382"/>
            <p:cNvSpPr/>
            <p:nvPr/>
          </p:nvSpPr>
          <p:spPr>
            <a:xfrm>
              <a:off x="7443994" y="32875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3" name="pt33383"/>
            <p:cNvSpPr/>
            <p:nvPr/>
          </p:nvSpPr>
          <p:spPr>
            <a:xfrm>
              <a:off x="7417001" y="33533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4" name="pt33384"/>
            <p:cNvSpPr/>
            <p:nvPr/>
          </p:nvSpPr>
          <p:spPr>
            <a:xfrm>
              <a:off x="7464534" y="33649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5" name="pt33385"/>
            <p:cNvSpPr/>
            <p:nvPr/>
          </p:nvSpPr>
          <p:spPr>
            <a:xfrm>
              <a:off x="7412032" y="33283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6" name="pt33386"/>
            <p:cNvSpPr/>
            <p:nvPr/>
          </p:nvSpPr>
          <p:spPr>
            <a:xfrm>
              <a:off x="7435493" y="35136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7" name="pt33387"/>
            <p:cNvSpPr/>
            <p:nvPr/>
          </p:nvSpPr>
          <p:spPr>
            <a:xfrm>
              <a:off x="7390959" y="36066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8" name="pt33388"/>
            <p:cNvSpPr/>
            <p:nvPr/>
          </p:nvSpPr>
          <p:spPr>
            <a:xfrm>
              <a:off x="7443508" y="3203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89" name="pt33389"/>
            <p:cNvSpPr/>
            <p:nvPr/>
          </p:nvSpPr>
          <p:spPr>
            <a:xfrm>
              <a:off x="7445066" y="33121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0" name="pt33390"/>
            <p:cNvSpPr/>
            <p:nvPr/>
          </p:nvSpPr>
          <p:spPr>
            <a:xfrm>
              <a:off x="7369753" y="354383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1" name="pt33391"/>
            <p:cNvSpPr/>
            <p:nvPr/>
          </p:nvSpPr>
          <p:spPr>
            <a:xfrm>
              <a:off x="7452859" y="32747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2" name="pt33392"/>
            <p:cNvSpPr/>
            <p:nvPr/>
          </p:nvSpPr>
          <p:spPr>
            <a:xfrm>
              <a:off x="7467666" y="26992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3" name="pt33393"/>
            <p:cNvSpPr/>
            <p:nvPr/>
          </p:nvSpPr>
          <p:spPr>
            <a:xfrm>
              <a:off x="7496236" y="3230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4" name="pt33394"/>
            <p:cNvSpPr/>
            <p:nvPr/>
          </p:nvSpPr>
          <p:spPr>
            <a:xfrm>
              <a:off x="7507641" y="28122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5" name="pt33395"/>
            <p:cNvSpPr/>
            <p:nvPr/>
          </p:nvSpPr>
          <p:spPr>
            <a:xfrm>
              <a:off x="7493228" y="30190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6" name="pt33396"/>
            <p:cNvSpPr/>
            <p:nvPr/>
          </p:nvSpPr>
          <p:spPr>
            <a:xfrm>
              <a:off x="7457689" y="31288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7" name="pt33397"/>
            <p:cNvSpPr/>
            <p:nvPr/>
          </p:nvSpPr>
          <p:spPr>
            <a:xfrm>
              <a:off x="7435133" y="31631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8" name="pt33398"/>
            <p:cNvSpPr/>
            <p:nvPr/>
          </p:nvSpPr>
          <p:spPr>
            <a:xfrm>
              <a:off x="7468366" y="33517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399" name="pt33399"/>
            <p:cNvSpPr/>
            <p:nvPr/>
          </p:nvSpPr>
          <p:spPr>
            <a:xfrm>
              <a:off x="7416654" y="34077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0" name="pt33400"/>
            <p:cNvSpPr/>
            <p:nvPr/>
          </p:nvSpPr>
          <p:spPr>
            <a:xfrm>
              <a:off x="7468125" y="33039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1" name="pt33401"/>
            <p:cNvSpPr/>
            <p:nvPr/>
          </p:nvSpPr>
          <p:spPr>
            <a:xfrm>
              <a:off x="7465806" y="333398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2" name="pt33402"/>
            <p:cNvSpPr/>
            <p:nvPr/>
          </p:nvSpPr>
          <p:spPr>
            <a:xfrm>
              <a:off x="7360656" y="35825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3" name="pt33403"/>
            <p:cNvSpPr/>
            <p:nvPr/>
          </p:nvSpPr>
          <p:spPr>
            <a:xfrm>
              <a:off x="7396965" y="34995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4" name="pt33404"/>
            <p:cNvSpPr/>
            <p:nvPr/>
          </p:nvSpPr>
          <p:spPr>
            <a:xfrm>
              <a:off x="7432518" y="33045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5" name="pt33405"/>
            <p:cNvSpPr/>
            <p:nvPr/>
          </p:nvSpPr>
          <p:spPr>
            <a:xfrm>
              <a:off x="7426571" y="33087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6" name="pt33406"/>
            <p:cNvSpPr/>
            <p:nvPr/>
          </p:nvSpPr>
          <p:spPr>
            <a:xfrm>
              <a:off x="7452739" y="3186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7" name="pt33407"/>
            <p:cNvSpPr/>
            <p:nvPr/>
          </p:nvSpPr>
          <p:spPr>
            <a:xfrm>
              <a:off x="7441552" y="322983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8" name="pt33408"/>
            <p:cNvSpPr/>
            <p:nvPr/>
          </p:nvSpPr>
          <p:spPr>
            <a:xfrm>
              <a:off x="7439992" y="3468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09" name="pt33409"/>
            <p:cNvSpPr/>
            <p:nvPr/>
          </p:nvSpPr>
          <p:spPr>
            <a:xfrm>
              <a:off x="7425781" y="361806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0" name="pt33410"/>
            <p:cNvSpPr/>
            <p:nvPr/>
          </p:nvSpPr>
          <p:spPr>
            <a:xfrm>
              <a:off x="7425954" y="34663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1" name="pt33411"/>
            <p:cNvSpPr/>
            <p:nvPr/>
          </p:nvSpPr>
          <p:spPr>
            <a:xfrm>
              <a:off x="7465892" y="21322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2" name="pt33412"/>
            <p:cNvSpPr/>
            <p:nvPr/>
          </p:nvSpPr>
          <p:spPr>
            <a:xfrm>
              <a:off x="7455975" y="33323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3" name="pt33413"/>
            <p:cNvSpPr/>
            <p:nvPr/>
          </p:nvSpPr>
          <p:spPr>
            <a:xfrm>
              <a:off x="6707542" y="33659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4" name="pt33414"/>
            <p:cNvSpPr/>
            <p:nvPr/>
          </p:nvSpPr>
          <p:spPr>
            <a:xfrm>
              <a:off x="7455922" y="32765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5" name="pt33415"/>
            <p:cNvSpPr/>
            <p:nvPr/>
          </p:nvSpPr>
          <p:spPr>
            <a:xfrm>
              <a:off x="7428548" y="35851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6" name="pt33416"/>
            <p:cNvSpPr/>
            <p:nvPr/>
          </p:nvSpPr>
          <p:spPr>
            <a:xfrm>
              <a:off x="7423949" y="38474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7" name="pt33417"/>
            <p:cNvSpPr/>
            <p:nvPr/>
          </p:nvSpPr>
          <p:spPr>
            <a:xfrm>
              <a:off x="7593333" y="28874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8" name="pt33418"/>
            <p:cNvSpPr/>
            <p:nvPr/>
          </p:nvSpPr>
          <p:spPr>
            <a:xfrm>
              <a:off x="7439561" y="31917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19" name="pt33419"/>
            <p:cNvSpPr/>
            <p:nvPr/>
          </p:nvSpPr>
          <p:spPr>
            <a:xfrm>
              <a:off x="7409348" y="35538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0" name="pt33420"/>
            <p:cNvSpPr/>
            <p:nvPr/>
          </p:nvSpPr>
          <p:spPr>
            <a:xfrm>
              <a:off x="7373187" y="34838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1" name="pt33421"/>
            <p:cNvSpPr/>
            <p:nvPr/>
          </p:nvSpPr>
          <p:spPr>
            <a:xfrm>
              <a:off x="7497809" y="30219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2" name="pt33422"/>
            <p:cNvSpPr/>
            <p:nvPr/>
          </p:nvSpPr>
          <p:spPr>
            <a:xfrm>
              <a:off x="7476820" y="32266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3" name="pt33423"/>
            <p:cNvSpPr/>
            <p:nvPr/>
          </p:nvSpPr>
          <p:spPr>
            <a:xfrm>
              <a:off x="7437685" y="33500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4" name="pt33424"/>
            <p:cNvSpPr/>
            <p:nvPr/>
          </p:nvSpPr>
          <p:spPr>
            <a:xfrm>
              <a:off x="7111774" y="323811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5" name="pt33425"/>
            <p:cNvSpPr/>
            <p:nvPr/>
          </p:nvSpPr>
          <p:spPr>
            <a:xfrm>
              <a:off x="7412918" y="36288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6" name="pt33426"/>
            <p:cNvSpPr/>
            <p:nvPr/>
          </p:nvSpPr>
          <p:spPr>
            <a:xfrm>
              <a:off x="7474937" y="32538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7" name="pt33427"/>
            <p:cNvSpPr/>
            <p:nvPr/>
          </p:nvSpPr>
          <p:spPr>
            <a:xfrm>
              <a:off x="7481151" y="298348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8" name="pt33428"/>
            <p:cNvSpPr/>
            <p:nvPr/>
          </p:nvSpPr>
          <p:spPr>
            <a:xfrm>
              <a:off x="7470502" y="3060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29" name="pt33429"/>
            <p:cNvSpPr/>
            <p:nvPr/>
          </p:nvSpPr>
          <p:spPr>
            <a:xfrm>
              <a:off x="7404441" y="32537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0" name="pt33430"/>
            <p:cNvSpPr/>
            <p:nvPr/>
          </p:nvSpPr>
          <p:spPr>
            <a:xfrm>
              <a:off x="6752453" y="334772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1" name="pt33431"/>
            <p:cNvSpPr/>
            <p:nvPr/>
          </p:nvSpPr>
          <p:spPr>
            <a:xfrm>
              <a:off x="5393317" y="33202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2" name="pt33432"/>
            <p:cNvSpPr/>
            <p:nvPr/>
          </p:nvSpPr>
          <p:spPr>
            <a:xfrm>
              <a:off x="7462236" y="33608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3" name="pt33433"/>
            <p:cNvSpPr/>
            <p:nvPr/>
          </p:nvSpPr>
          <p:spPr>
            <a:xfrm>
              <a:off x="7433724" y="32496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4" name="pt33434"/>
            <p:cNvSpPr/>
            <p:nvPr/>
          </p:nvSpPr>
          <p:spPr>
            <a:xfrm>
              <a:off x="7453553" y="31361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5" name="pt33435"/>
            <p:cNvSpPr/>
            <p:nvPr/>
          </p:nvSpPr>
          <p:spPr>
            <a:xfrm>
              <a:off x="6978741" y="333547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6" name="pt33436"/>
            <p:cNvSpPr/>
            <p:nvPr/>
          </p:nvSpPr>
          <p:spPr>
            <a:xfrm>
              <a:off x="6046913" y="323440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7" name="pt33437"/>
            <p:cNvSpPr/>
            <p:nvPr/>
          </p:nvSpPr>
          <p:spPr>
            <a:xfrm>
              <a:off x="7424361" y="32876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8" name="pt33438"/>
            <p:cNvSpPr/>
            <p:nvPr/>
          </p:nvSpPr>
          <p:spPr>
            <a:xfrm>
              <a:off x="7392374" y="33860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39" name="pt33439"/>
            <p:cNvSpPr/>
            <p:nvPr/>
          </p:nvSpPr>
          <p:spPr>
            <a:xfrm>
              <a:off x="7385239" y="40103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0" name="pt33440"/>
            <p:cNvSpPr/>
            <p:nvPr/>
          </p:nvSpPr>
          <p:spPr>
            <a:xfrm>
              <a:off x="7432926" y="32553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1" name="pt33441"/>
            <p:cNvSpPr/>
            <p:nvPr/>
          </p:nvSpPr>
          <p:spPr>
            <a:xfrm>
              <a:off x="7428578" y="326642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2" name="pt33442"/>
            <p:cNvSpPr/>
            <p:nvPr/>
          </p:nvSpPr>
          <p:spPr>
            <a:xfrm>
              <a:off x="8053316" y="32766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3" name="pt33443"/>
            <p:cNvSpPr/>
            <p:nvPr/>
          </p:nvSpPr>
          <p:spPr>
            <a:xfrm>
              <a:off x="7445049" y="35210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4" name="pt33444"/>
            <p:cNvSpPr/>
            <p:nvPr/>
          </p:nvSpPr>
          <p:spPr>
            <a:xfrm>
              <a:off x="7440381" y="328693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5" name="pt33445"/>
            <p:cNvSpPr/>
            <p:nvPr/>
          </p:nvSpPr>
          <p:spPr>
            <a:xfrm>
              <a:off x="5672253" y="352215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46" name="pt33446"/>
            <p:cNvSpPr/>
            <p:nvPr/>
          </p:nvSpPr>
          <p:spPr>
            <a:xfrm>
              <a:off x="7437167" y="33055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7" name="pt33447"/>
            <p:cNvSpPr/>
            <p:nvPr/>
          </p:nvSpPr>
          <p:spPr>
            <a:xfrm>
              <a:off x="7441302" y="32395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8" name="pt33448"/>
            <p:cNvSpPr/>
            <p:nvPr/>
          </p:nvSpPr>
          <p:spPr>
            <a:xfrm>
              <a:off x="7440247" y="3669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49" name="pt33449"/>
            <p:cNvSpPr/>
            <p:nvPr/>
          </p:nvSpPr>
          <p:spPr>
            <a:xfrm>
              <a:off x="7416016" y="3335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0" name="pt33450"/>
            <p:cNvSpPr/>
            <p:nvPr/>
          </p:nvSpPr>
          <p:spPr>
            <a:xfrm>
              <a:off x="7446253" y="31267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1" name="pt33451"/>
            <p:cNvSpPr/>
            <p:nvPr/>
          </p:nvSpPr>
          <p:spPr>
            <a:xfrm>
              <a:off x="7451053" y="32743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2" name="pt33452"/>
            <p:cNvSpPr/>
            <p:nvPr/>
          </p:nvSpPr>
          <p:spPr>
            <a:xfrm>
              <a:off x="7157251" y="3581599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53" name="pt33453"/>
            <p:cNvSpPr/>
            <p:nvPr/>
          </p:nvSpPr>
          <p:spPr>
            <a:xfrm>
              <a:off x="7449042" y="360794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4" name="pt33454"/>
            <p:cNvSpPr/>
            <p:nvPr/>
          </p:nvSpPr>
          <p:spPr>
            <a:xfrm>
              <a:off x="7424840" y="3520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5" name="pt33455"/>
            <p:cNvSpPr/>
            <p:nvPr/>
          </p:nvSpPr>
          <p:spPr>
            <a:xfrm>
              <a:off x="7454963" y="3174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6" name="pt33456"/>
            <p:cNvSpPr/>
            <p:nvPr/>
          </p:nvSpPr>
          <p:spPr>
            <a:xfrm>
              <a:off x="7408377" y="3296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7" name="pt33457"/>
            <p:cNvSpPr/>
            <p:nvPr/>
          </p:nvSpPr>
          <p:spPr>
            <a:xfrm>
              <a:off x="6212606" y="32853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8" name="pt33458"/>
            <p:cNvSpPr/>
            <p:nvPr/>
          </p:nvSpPr>
          <p:spPr>
            <a:xfrm>
              <a:off x="7480306" y="31330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59" name="pt33459"/>
            <p:cNvSpPr/>
            <p:nvPr/>
          </p:nvSpPr>
          <p:spPr>
            <a:xfrm>
              <a:off x="7540221" y="328600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0" name="pt33460"/>
            <p:cNvSpPr/>
            <p:nvPr/>
          </p:nvSpPr>
          <p:spPr>
            <a:xfrm>
              <a:off x="7405779" y="519720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1" name="pt33461"/>
            <p:cNvSpPr/>
            <p:nvPr/>
          </p:nvSpPr>
          <p:spPr>
            <a:xfrm>
              <a:off x="7450010" y="314593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2" name="pt33462"/>
            <p:cNvSpPr/>
            <p:nvPr/>
          </p:nvSpPr>
          <p:spPr>
            <a:xfrm>
              <a:off x="7450559" y="3354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3" name="pt33463"/>
            <p:cNvSpPr/>
            <p:nvPr/>
          </p:nvSpPr>
          <p:spPr>
            <a:xfrm>
              <a:off x="7556319" y="26222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4" name="pt33464"/>
            <p:cNvSpPr/>
            <p:nvPr/>
          </p:nvSpPr>
          <p:spPr>
            <a:xfrm>
              <a:off x="7438928" y="324585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5" name="pt33465"/>
            <p:cNvSpPr/>
            <p:nvPr/>
          </p:nvSpPr>
          <p:spPr>
            <a:xfrm>
              <a:off x="7465641" y="30882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6" name="pt33466"/>
            <p:cNvSpPr/>
            <p:nvPr/>
          </p:nvSpPr>
          <p:spPr>
            <a:xfrm>
              <a:off x="7439979" y="331673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7" name="pt33467"/>
            <p:cNvSpPr/>
            <p:nvPr/>
          </p:nvSpPr>
          <p:spPr>
            <a:xfrm>
              <a:off x="7451087" y="34512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68" name="pt33468"/>
            <p:cNvSpPr/>
            <p:nvPr/>
          </p:nvSpPr>
          <p:spPr>
            <a:xfrm>
              <a:off x="6356894" y="3477162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69" name="pt33469"/>
            <p:cNvSpPr/>
            <p:nvPr/>
          </p:nvSpPr>
          <p:spPr>
            <a:xfrm>
              <a:off x="7446974" y="3226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0" name="pt33470"/>
            <p:cNvSpPr/>
            <p:nvPr/>
          </p:nvSpPr>
          <p:spPr>
            <a:xfrm>
              <a:off x="7463307" y="34136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1" name="pt33471"/>
            <p:cNvSpPr/>
            <p:nvPr/>
          </p:nvSpPr>
          <p:spPr>
            <a:xfrm>
              <a:off x="7451688" y="30734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2" name="pt33472"/>
            <p:cNvSpPr/>
            <p:nvPr/>
          </p:nvSpPr>
          <p:spPr>
            <a:xfrm>
              <a:off x="7452054" y="306856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3" name="pt33473"/>
            <p:cNvSpPr/>
            <p:nvPr/>
          </p:nvSpPr>
          <p:spPr>
            <a:xfrm>
              <a:off x="7447615" y="32235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4" name="pt33474"/>
            <p:cNvSpPr/>
            <p:nvPr/>
          </p:nvSpPr>
          <p:spPr>
            <a:xfrm>
              <a:off x="7426749" y="33256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5" name="pt33475"/>
            <p:cNvSpPr/>
            <p:nvPr/>
          </p:nvSpPr>
          <p:spPr>
            <a:xfrm>
              <a:off x="7442641" y="33870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6" name="pt33476"/>
            <p:cNvSpPr/>
            <p:nvPr/>
          </p:nvSpPr>
          <p:spPr>
            <a:xfrm>
              <a:off x="7189309" y="373316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77" name="pt33477"/>
            <p:cNvSpPr/>
            <p:nvPr/>
          </p:nvSpPr>
          <p:spPr>
            <a:xfrm>
              <a:off x="7433496" y="33567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8" name="pt33478"/>
            <p:cNvSpPr/>
            <p:nvPr/>
          </p:nvSpPr>
          <p:spPr>
            <a:xfrm>
              <a:off x="7403437" y="33298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79" name="pt33479"/>
            <p:cNvSpPr/>
            <p:nvPr/>
          </p:nvSpPr>
          <p:spPr>
            <a:xfrm>
              <a:off x="7396181" y="33051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0" name="pt33480"/>
            <p:cNvSpPr/>
            <p:nvPr/>
          </p:nvSpPr>
          <p:spPr>
            <a:xfrm>
              <a:off x="7427659" y="42658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1" name="pt33481"/>
            <p:cNvSpPr/>
            <p:nvPr/>
          </p:nvSpPr>
          <p:spPr>
            <a:xfrm>
              <a:off x="7395210" y="34561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2" name="pt33482"/>
            <p:cNvSpPr/>
            <p:nvPr/>
          </p:nvSpPr>
          <p:spPr>
            <a:xfrm>
              <a:off x="7441812" y="32322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3" name="pt33483"/>
            <p:cNvSpPr/>
            <p:nvPr/>
          </p:nvSpPr>
          <p:spPr>
            <a:xfrm>
              <a:off x="7434181" y="32442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4" name="pt33484"/>
            <p:cNvSpPr/>
            <p:nvPr/>
          </p:nvSpPr>
          <p:spPr>
            <a:xfrm>
              <a:off x="7348566" y="37574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5" name="pt33485"/>
            <p:cNvSpPr/>
            <p:nvPr/>
          </p:nvSpPr>
          <p:spPr>
            <a:xfrm>
              <a:off x="7379870" y="32269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6" name="pt33486"/>
            <p:cNvSpPr/>
            <p:nvPr/>
          </p:nvSpPr>
          <p:spPr>
            <a:xfrm>
              <a:off x="7444889" y="324162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7" name="pt33487"/>
            <p:cNvSpPr/>
            <p:nvPr/>
          </p:nvSpPr>
          <p:spPr>
            <a:xfrm>
              <a:off x="7478522" y="306657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8" name="pt33488"/>
            <p:cNvSpPr/>
            <p:nvPr/>
          </p:nvSpPr>
          <p:spPr>
            <a:xfrm>
              <a:off x="7364328" y="335420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89" name="pt33489"/>
            <p:cNvSpPr/>
            <p:nvPr/>
          </p:nvSpPr>
          <p:spPr>
            <a:xfrm>
              <a:off x="5045386" y="32711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0" name="pt33490"/>
            <p:cNvSpPr/>
            <p:nvPr/>
          </p:nvSpPr>
          <p:spPr>
            <a:xfrm>
              <a:off x="7463639" y="291265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1" name="pt33491"/>
            <p:cNvSpPr/>
            <p:nvPr/>
          </p:nvSpPr>
          <p:spPr>
            <a:xfrm>
              <a:off x="7363519" y="32999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2" name="pt33492"/>
            <p:cNvSpPr/>
            <p:nvPr/>
          </p:nvSpPr>
          <p:spPr>
            <a:xfrm>
              <a:off x="7383829" y="361903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3" name="pt33493"/>
            <p:cNvSpPr/>
            <p:nvPr/>
          </p:nvSpPr>
          <p:spPr>
            <a:xfrm>
              <a:off x="7432049" y="33767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4" name="pt33494"/>
            <p:cNvSpPr/>
            <p:nvPr/>
          </p:nvSpPr>
          <p:spPr>
            <a:xfrm>
              <a:off x="7386086" y="32680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5" name="pt33495"/>
            <p:cNvSpPr/>
            <p:nvPr/>
          </p:nvSpPr>
          <p:spPr>
            <a:xfrm>
              <a:off x="7527010" y="331434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6" name="pt33496"/>
            <p:cNvSpPr/>
            <p:nvPr/>
          </p:nvSpPr>
          <p:spPr>
            <a:xfrm>
              <a:off x="7353555" y="328698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7" name="pt33497"/>
            <p:cNvSpPr/>
            <p:nvPr/>
          </p:nvSpPr>
          <p:spPr>
            <a:xfrm>
              <a:off x="7449945" y="35730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498" name="pt33498"/>
            <p:cNvSpPr/>
            <p:nvPr/>
          </p:nvSpPr>
          <p:spPr>
            <a:xfrm>
              <a:off x="6606239" y="273585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99" name="pt33499"/>
            <p:cNvSpPr/>
            <p:nvPr/>
          </p:nvSpPr>
          <p:spPr>
            <a:xfrm>
              <a:off x="7451186" y="32971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0" name="pt33500"/>
            <p:cNvSpPr/>
            <p:nvPr/>
          </p:nvSpPr>
          <p:spPr>
            <a:xfrm>
              <a:off x="7417647" y="33538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1" name="pt33501"/>
            <p:cNvSpPr/>
            <p:nvPr/>
          </p:nvSpPr>
          <p:spPr>
            <a:xfrm>
              <a:off x="6036350" y="369193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02" name="pt33502"/>
            <p:cNvSpPr/>
            <p:nvPr/>
          </p:nvSpPr>
          <p:spPr>
            <a:xfrm>
              <a:off x="7421202" y="342549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3" name="pt33503"/>
            <p:cNvSpPr/>
            <p:nvPr/>
          </p:nvSpPr>
          <p:spPr>
            <a:xfrm>
              <a:off x="7420020" y="326358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4" name="pt33504"/>
            <p:cNvSpPr/>
            <p:nvPr/>
          </p:nvSpPr>
          <p:spPr>
            <a:xfrm>
              <a:off x="7477217" y="31178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5" name="pt33505"/>
            <p:cNvSpPr/>
            <p:nvPr/>
          </p:nvSpPr>
          <p:spPr>
            <a:xfrm>
              <a:off x="7433399" y="336000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6" name="pt33506"/>
            <p:cNvSpPr/>
            <p:nvPr/>
          </p:nvSpPr>
          <p:spPr>
            <a:xfrm>
              <a:off x="7399729" y="326756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7" name="pt33507"/>
            <p:cNvSpPr/>
            <p:nvPr/>
          </p:nvSpPr>
          <p:spPr>
            <a:xfrm>
              <a:off x="7473721" y="31390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8" name="pt33508"/>
            <p:cNvSpPr/>
            <p:nvPr/>
          </p:nvSpPr>
          <p:spPr>
            <a:xfrm>
              <a:off x="7414989" y="449977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09" name="pt33509"/>
            <p:cNvSpPr/>
            <p:nvPr/>
          </p:nvSpPr>
          <p:spPr>
            <a:xfrm>
              <a:off x="7401805" y="330774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0" name="pt33510"/>
            <p:cNvSpPr/>
            <p:nvPr/>
          </p:nvSpPr>
          <p:spPr>
            <a:xfrm>
              <a:off x="5659504" y="33142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1" name="pt33511"/>
            <p:cNvSpPr/>
            <p:nvPr/>
          </p:nvSpPr>
          <p:spPr>
            <a:xfrm>
              <a:off x="7409362" y="32478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2" name="pt33512"/>
            <p:cNvSpPr/>
            <p:nvPr/>
          </p:nvSpPr>
          <p:spPr>
            <a:xfrm>
              <a:off x="7889113" y="297160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13" name="pt33513"/>
            <p:cNvSpPr/>
            <p:nvPr/>
          </p:nvSpPr>
          <p:spPr>
            <a:xfrm>
              <a:off x="7488715" y="334649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4" name="pt33514"/>
            <p:cNvSpPr/>
            <p:nvPr/>
          </p:nvSpPr>
          <p:spPr>
            <a:xfrm>
              <a:off x="7427508" y="339057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5" name="pt33515"/>
            <p:cNvSpPr/>
            <p:nvPr/>
          </p:nvSpPr>
          <p:spPr>
            <a:xfrm>
              <a:off x="7436472" y="320124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6" name="pt33516"/>
            <p:cNvSpPr/>
            <p:nvPr/>
          </p:nvSpPr>
          <p:spPr>
            <a:xfrm>
              <a:off x="7439839" y="332658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7" name="pt33517"/>
            <p:cNvSpPr/>
            <p:nvPr/>
          </p:nvSpPr>
          <p:spPr>
            <a:xfrm>
              <a:off x="7550440" y="31193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8" name="pt33518"/>
            <p:cNvSpPr/>
            <p:nvPr/>
          </p:nvSpPr>
          <p:spPr>
            <a:xfrm>
              <a:off x="7426445" y="488022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19" name="pt33519"/>
            <p:cNvSpPr/>
            <p:nvPr/>
          </p:nvSpPr>
          <p:spPr>
            <a:xfrm>
              <a:off x="7444971" y="32154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0" name="pt33520"/>
            <p:cNvSpPr/>
            <p:nvPr/>
          </p:nvSpPr>
          <p:spPr>
            <a:xfrm>
              <a:off x="7525247" y="301847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1" name="pt33521"/>
            <p:cNvSpPr/>
            <p:nvPr/>
          </p:nvSpPr>
          <p:spPr>
            <a:xfrm>
              <a:off x="7456453" y="320017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2" name="pt33522"/>
            <p:cNvSpPr/>
            <p:nvPr/>
          </p:nvSpPr>
          <p:spPr>
            <a:xfrm>
              <a:off x="6087539" y="33275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3" name="pt33523"/>
            <p:cNvSpPr/>
            <p:nvPr/>
          </p:nvSpPr>
          <p:spPr>
            <a:xfrm>
              <a:off x="7430459" y="29402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4" name="pt33524"/>
            <p:cNvSpPr/>
            <p:nvPr/>
          </p:nvSpPr>
          <p:spPr>
            <a:xfrm>
              <a:off x="7394605" y="34041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5" name="pt33525"/>
            <p:cNvSpPr/>
            <p:nvPr/>
          </p:nvSpPr>
          <p:spPr>
            <a:xfrm>
              <a:off x="7423733" y="3326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6" name="pt33526"/>
            <p:cNvSpPr/>
            <p:nvPr/>
          </p:nvSpPr>
          <p:spPr>
            <a:xfrm>
              <a:off x="7447688" y="33705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7" name="pt33527"/>
            <p:cNvSpPr/>
            <p:nvPr/>
          </p:nvSpPr>
          <p:spPr>
            <a:xfrm>
              <a:off x="7445313" y="3572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28" name="pt33528"/>
            <p:cNvSpPr/>
            <p:nvPr/>
          </p:nvSpPr>
          <p:spPr>
            <a:xfrm>
              <a:off x="8357508" y="2825458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29" name="pt33529"/>
            <p:cNvSpPr/>
            <p:nvPr/>
          </p:nvSpPr>
          <p:spPr>
            <a:xfrm>
              <a:off x="7426871" y="33081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0" name="pt33530"/>
            <p:cNvSpPr/>
            <p:nvPr/>
          </p:nvSpPr>
          <p:spPr>
            <a:xfrm>
              <a:off x="7440855" y="33059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1" name="pt33531"/>
            <p:cNvSpPr/>
            <p:nvPr/>
          </p:nvSpPr>
          <p:spPr>
            <a:xfrm>
              <a:off x="7441818" y="326344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2" name="pt33532"/>
            <p:cNvSpPr/>
            <p:nvPr/>
          </p:nvSpPr>
          <p:spPr>
            <a:xfrm>
              <a:off x="7422269" y="32786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3" name="pt33533"/>
            <p:cNvSpPr/>
            <p:nvPr/>
          </p:nvSpPr>
          <p:spPr>
            <a:xfrm>
              <a:off x="7371470" y="34062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4" name="pt33534"/>
            <p:cNvSpPr/>
            <p:nvPr/>
          </p:nvSpPr>
          <p:spPr>
            <a:xfrm>
              <a:off x="7472521" y="312074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5" name="pt33535"/>
            <p:cNvSpPr/>
            <p:nvPr/>
          </p:nvSpPr>
          <p:spPr>
            <a:xfrm>
              <a:off x="7422873" y="354490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6" name="pt33536"/>
            <p:cNvSpPr/>
            <p:nvPr/>
          </p:nvSpPr>
          <p:spPr>
            <a:xfrm>
              <a:off x="7455545" y="326701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7" name="pt33537"/>
            <p:cNvSpPr/>
            <p:nvPr/>
          </p:nvSpPr>
          <p:spPr>
            <a:xfrm>
              <a:off x="7459234" y="32772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8" name="pt33538"/>
            <p:cNvSpPr/>
            <p:nvPr/>
          </p:nvSpPr>
          <p:spPr>
            <a:xfrm>
              <a:off x="7432483" y="34122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39" name="pt33539"/>
            <p:cNvSpPr/>
            <p:nvPr/>
          </p:nvSpPr>
          <p:spPr>
            <a:xfrm>
              <a:off x="7540500" y="3119615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40" name="pt33540"/>
            <p:cNvSpPr/>
            <p:nvPr/>
          </p:nvSpPr>
          <p:spPr>
            <a:xfrm>
              <a:off x="7435642" y="36225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1" name="pt33541"/>
            <p:cNvSpPr/>
            <p:nvPr/>
          </p:nvSpPr>
          <p:spPr>
            <a:xfrm>
              <a:off x="7431033" y="323995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2" name="pt33542"/>
            <p:cNvSpPr/>
            <p:nvPr/>
          </p:nvSpPr>
          <p:spPr>
            <a:xfrm>
              <a:off x="7439612" y="33147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3" name="pt33543"/>
            <p:cNvSpPr/>
            <p:nvPr/>
          </p:nvSpPr>
          <p:spPr>
            <a:xfrm>
              <a:off x="6942249" y="32668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4" name="pt33544"/>
            <p:cNvSpPr/>
            <p:nvPr/>
          </p:nvSpPr>
          <p:spPr>
            <a:xfrm>
              <a:off x="7445219" y="344911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5" name="pt33545"/>
            <p:cNvSpPr/>
            <p:nvPr/>
          </p:nvSpPr>
          <p:spPr>
            <a:xfrm>
              <a:off x="7425462" y="347091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6" name="pt33546"/>
            <p:cNvSpPr/>
            <p:nvPr/>
          </p:nvSpPr>
          <p:spPr>
            <a:xfrm>
              <a:off x="7428444" y="344081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7" name="pt33547"/>
            <p:cNvSpPr/>
            <p:nvPr/>
          </p:nvSpPr>
          <p:spPr>
            <a:xfrm>
              <a:off x="7957461" y="32191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8" name="pt33548"/>
            <p:cNvSpPr/>
            <p:nvPr/>
          </p:nvSpPr>
          <p:spPr>
            <a:xfrm>
              <a:off x="7488634" y="28245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49" name="pt33549"/>
            <p:cNvSpPr/>
            <p:nvPr/>
          </p:nvSpPr>
          <p:spPr>
            <a:xfrm>
              <a:off x="7456020" y="340646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0" name="pt33550"/>
            <p:cNvSpPr/>
            <p:nvPr/>
          </p:nvSpPr>
          <p:spPr>
            <a:xfrm>
              <a:off x="6825298" y="331536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1" name="pt33551"/>
            <p:cNvSpPr/>
            <p:nvPr/>
          </p:nvSpPr>
          <p:spPr>
            <a:xfrm>
              <a:off x="7054777" y="502824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2" name="pt33552"/>
            <p:cNvSpPr/>
            <p:nvPr/>
          </p:nvSpPr>
          <p:spPr>
            <a:xfrm>
              <a:off x="7451040" y="329963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3" name="pt33553"/>
            <p:cNvSpPr/>
            <p:nvPr/>
          </p:nvSpPr>
          <p:spPr>
            <a:xfrm>
              <a:off x="7413162" y="334195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4" name="pt33554"/>
            <p:cNvSpPr/>
            <p:nvPr/>
          </p:nvSpPr>
          <p:spPr>
            <a:xfrm>
              <a:off x="7441252" y="332352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5" name="pt33555"/>
            <p:cNvSpPr/>
            <p:nvPr/>
          </p:nvSpPr>
          <p:spPr>
            <a:xfrm>
              <a:off x="6410079" y="32152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6" name="pt33556"/>
            <p:cNvSpPr/>
            <p:nvPr/>
          </p:nvSpPr>
          <p:spPr>
            <a:xfrm>
              <a:off x="7483127" y="29661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7" name="pt33557"/>
            <p:cNvSpPr/>
            <p:nvPr/>
          </p:nvSpPr>
          <p:spPr>
            <a:xfrm>
              <a:off x="7432475" y="342166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8" name="pt33558"/>
            <p:cNvSpPr/>
            <p:nvPr/>
          </p:nvSpPr>
          <p:spPr>
            <a:xfrm>
              <a:off x="7439940" y="32842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59" name="pt33559"/>
            <p:cNvSpPr/>
            <p:nvPr/>
          </p:nvSpPr>
          <p:spPr>
            <a:xfrm>
              <a:off x="7466598" y="31832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0" name="pt33560"/>
            <p:cNvSpPr/>
            <p:nvPr/>
          </p:nvSpPr>
          <p:spPr>
            <a:xfrm>
              <a:off x="7425219" y="324961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1" name="pt33561"/>
            <p:cNvSpPr/>
            <p:nvPr/>
          </p:nvSpPr>
          <p:spPr>
            <a:xfrm>
              <a:off x="7423038" y="35696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2" name="pt33562"/>
            <p:cNvSpPr/>
            <p:nvPr/>
          </p:nvSpPr>
          <p:spPr>
            <a:xfrm>
              <a:off x="7850694" y="3083177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63" name="pt33563"/>
            <p:cNvSpPr/>
            <p:nvPr/>
          </p:nvSpPr>
          <p:spPr>
            <a:xfrm>
              <a:off x="7410475" y="372338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4" name="pt33564"/>
            <p:cNvSpPr/>
            <p:nvPr/>
          </p:nvSpPr>
          <p:spPr>
            <a:xfrm>
              <a:off x="7448939" y="32726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5" name="pt33565"/>
            <p:cNvSpPr/>
            <p:nvPr/>
          </p:nvSpPr>
          <p:spPr>
            <a:xfrm>
              <a:off x="7441408" y="323206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6" name="pt33566"/>
            <p:cNvSpPr/>
            <p:nvPr/>
          </p:nvSpPr>
          <p:spPr>
            <a:xfrm>
              <a:off x="6879404" y="3304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7" name="pt33567"/>
            <p:cNvSpPr/>
            <p:nvPr/>
          </p:nvSpPr>
          <p:spPr>
            <a:xfrm>
              <a:off x="7465589" y="33996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8" name="pt33568"/>
            <p:cNvSpPr/>
            <p:nvPr/>
          </p:nvSpPr>
          <p:spPr>
            <a:xfrm>
              <a:off x="7346171" y="343498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69" name="pt33569"/>
            <p:cNvSpPr/>
            <p:nvPr/>
          </p:nvSpPr>
          <p:spPr>
            <a:xfrm>
              <a:off x="7438983" y="333247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0" name="pt33570"/>
            <p:cNvSpPr/>
            <p:nvPr/>
          </p:nvSpPr>
          <p:spPr>
            <a:xfrm>
              <a:off x="7444403" y="3871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1" name="pt33571"/>
            <p:cNvSpPr/>
            <p:nvPr/>
          </p:nvSpPr>
          <p:spPr>
            <a:xfrm>
              <a:off x="7426759" y="29564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2" name="pt33572"/>
            <p:cNvSpPr/>
            <p:nvPr/>
          </p:nvSpPr>
          <p:spPr>
            <a:xfrm>
              <a:off x="7424150" y="338864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3" name="pt33573"/>
            <p:cNvSpPr/>
            <p:nvPr/>
          </p:nvSpPr>
          <p:spPr>
            <a:xfrm>
              <a:off x="7422492" y="417785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4" name="pt33574"/>
            <p:cNvSpPr/>
            <p:nvPr/>
          </p:nvSpPr>
          <p:spPr>
            <a:xfrm>
              <a:off x="7430176" y="334030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5" name="pt33575"/>
            <p:cNvSpPr/>
            <p:nvPr/>
          </p:nvSpPr>
          <p:spPr>
            <a:xfrm>
              <a:off x="7460055" y="344092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6" name="pt33576"/>
            <p:cNvSpPr/>
            <p:nvPr/>
          </p:nvSpPr>
          <p:spPr>
            <a:xfrm>
              <a:off x="7391339" y="353975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7" name="pt33577"/>
            <p:cNvSpPr/>
            <p:nvPr/>
          </p:nvSpPr>
          <p:spPr>
            <a:xfrm>
              <a:off x="6520509" y="325219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8" name="pt33578"/>
            <p:cNvSpPr/>
            <p:nvPr/>
          </p:nvSpPr>
          <p:spPr>
            <a:xfrm>
              <a:off x="7425829" y="383164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79" name="pt33579"/>
            <p:cNvSpPr/>
            <p:nvPr/>
          </p:nvSpPr>
          <p:spPr>
            <a:xfrm>
              <a:off x="7457883" y="336489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0" name="pt33580"/>
            <p:cNvSpPr/>
            <p:nvPr/>
          </p:nvSpPr>
          <p:spPr>
            <a:xfrm>
              <a:off x="7470564" y="360388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1" name="pt33581"/>
            <p:cNvSpPr/>
            <p:nvPr/>
          </p:nvSpPr>
          <p:spPr>
            <a:xfrm>
              <a:off x="7457154" y="324486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2" name="pt33582"/>
            <p:cNvSpPr/>
            <p:nvPr/>
          </p:nvSpPr>
          <p:spPr>
            <a:xfrm>
              <a:off x="7430298" y="3306356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3" name="pt33583"/>
            <p:cNvSpPr/>
            <p:nvPr/>
          </p:nvSpPr>
          <p:spPr>
            <a:xfrm>
              <a:off x="7439541" y="389835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4" name="pt33584"/>
            <p:cNvSpPr/>
            <p:nvPr/>
          </p:nvSpPr>
          <p:spPr>
            <a:xfrm>
              <a:off x="7337292" y="3673257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5" name="pt33585"/>
            <p:cNvSpPr/>
            <p:nvPr/>
          </p:nvSpPr>
          <p:spPr>
            <a:xfrm>
              <a:off x="7409287" y="326330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6" name="pt33586"/>
            <p:cNvSpPr/>
            <p:nvPr/>
          </p:nvSpPr>
          <p:spPr>
            <a:xfrm>
              <a:off x="7448898" y="326478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7" name="pt33587"/>
            <p:cNvSpPr/>
            <p:nvPr/>
          </p:nvSpPr>
          <p:spPr>
            <a:xfrm>
              <a:off x="7519832" y="317567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8" name="pt33588"/>
            <p:cNvSpPr/>
            <p:nvPr/>
          </p:nvSpPr>
          <p:spPr>
            <a:xfrm>
              <a:off x="7409364" y="351269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89" name="pt33589"/>
            <p:cNvSpPr/>
            <p:nvPr/>
          </p:nvSpPr>
          <p:spPr>
            <a:xfrm>
              <a:off x="6291671" y="346563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0" name="pt33590"/>
            <p:cNvSpPr/>
            <p:nvPr/>
          </p:nvSpPr>
          <p:spPr>
            <a:xfrm>
              <a:off x="7437269" y="36825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1" name="pt33591"/>
            <p:cNvSpPr/>
            <p:nvPr/>
          </p:nvSpPr>
          <p:spPr>
            <a:xfrm>
              <a:off x="7361567" y="350036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2" name="pt33592"/>
            <p:cNvSpPr/>
            <p:nvPr/>
          </p:nvSpPr>
          <p:spPr>
            <a:xfrm>
              <a:off x="7391376" y="330202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3" name="pt33593"/>
            <p:cNvSpPr/>
            <p:nvPr/>
          </p:nvSpPr>
          <p:spPr>
            <a:xfrm>
              <a:off x="7463425" y="331552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4" name="pt33594"/>
            <p:cNvSpPr/>
            <p:nvPr/>
          </p:nvSpPr>
          <p:spPr>
            <a:xfrm>
              <a:off x="7582173" y="316301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5" name="pt33595"/>
            <p:cNvSpPr/>
            <p:nvPr/>
          </p:nvSpPr>
          <p:spPr>
            <a:xfrm>
              <a:off x="7597972" y="31784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6" name="pt33596"/>
            <p:cNvSpPr/>
            <p:nvPr/>
          </p:nvSpPr>
          <p:spPr>
            <a:xfrm>
              <a:off x="7373590" y="400890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7" name="pt33597"/>
            <p:cNvSpPr/>
            <p:nvPr/>
          </p:nvSpPr>
          <p:spPr>
            <a:xfrm>
              <a:off x="6190701" y="3234791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598" name="pt33598"/>
            <p:cNvSpPr/>
            <p:nvPr/>
          </p:nvSpPr>
          <p:spPr>
            <a:xfrm>
              <a:off x="6328803" y="3066080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99" name="pt33599"/>
            <p:cNvSpPr/>
            <p:nvPr/>
          </p:nvSpPr>
          <p:spPr>
            <a:xfrm>
              <a:off x="7446327" y="324492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0" name="pt33600"/>
            <p:cNvSpPr/>
            <p:nvPr/>
          </p:nvSpPr>
          <p:spPr>
            <a:xfrm>
              <a:off x="7420452" y="327863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1" name="pt33601"/>
            <p:cNvSpPr/>
            <p:nvPr/>
          </p:nvSpPr>
          <p:spPr>
            <a:xfrm>
              <a:off x="7651497" y="2650218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2" name="pt33602"/>
            <p:cNvSpPr/>
            <p:nvPr/>
          </p:nvSpPr>
          <p:spPr>
            <a:xfrm>
              <a:off x="6010277" y="3232234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3" name="pt33603"/>
            <p:cNvSpPr/>
            <p:nvPr/>
          </p:nvSpPr>
          <p:spPr>
            <a:xfrm>
              <a:off x="7425944" y="528547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4" name="pt33604"/>
            <p:cNvSpPr/>
            <p:nvPr/>
          </p:nvSpPr>
          <p:spPr>
            <a:xfrm>
              <a:off x="7446726" y="327208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5" name="pt33605"/>
            <p:cNvSpPr/>
            <p:nvPr/>
          </p:nvSpPr>
          <p:spPr>
            <a:xfrm>
              <a:off x="7389664" y="3378229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6" name="pt33606"/>
            <p:cNvSpPr/>
            <p:nvPr/>
          </p:nvSpPr>
          <p:spPr>
            <a:xfrm>
              <a:off x="7434961" y="3500805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7" name="pt33607"/>
            <p:cNvSpPr/>
            <p:nvPr/>
          </p:nvSpPr>
          <p:spPr>
            <a:xfrm>
              <a:off x="7376174" y="328447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8" name="pt33608"/>
            <p:cNvSpPr/>
            <p:nvPr/>
          </p:nvSpPr>
          <p:spPr>
            <a:xfrm>
              <a:off x="5767650" y="3263890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09" name="pt33609"/>
            <p:cNvSpPr/>
            <p:nvPr/>
          </p:nvSpPr>
          <p:spPr>
            <a:xfrm>
              <a:off x="7428522" y="2907393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10" name="pt33610"/>
            <p:cNvSpPr/>
            <p:nvPr/>
          </p:nvSpPr>
          <p:spPr>
            <a:xfrm>
              <a:off x="7289893" y="3392292"/>
              <a:ext cx="54165" cy="54165"/>
            </a:xfrm>
            <a:prstGeom prst="ellipse">
              <a:avLst/>
            </a:prstGeom>
            <a:solidFill>
              <a:srgbClr val="D53E4F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611" name="pl33611"/>
            <p:cNvSpPr/>
            <p:nvPr/>
          </p:nvSpPr>
          <p:spPr>
            <a:xfrm>
              <a:off x="5840367" y="3296087"/>
              <a:ext cx="2120993" cy="7554"/>
            </a:xfrm>
            <a:custGeom>
              <a:avLst/>
              <a:pathLst>
                <a:path w="2120993" h="7554">
                  <a:moveTo>
                    <a:pt x="0" y="7554"/>
                  </a:moveTo>
                  <a:lnTo>
                    <a:pt x="10658" y="7516"/>
                  </a:lnTo>
                  <a:lnTo>
                    <a:pt x="21316" y="7478"/>
                  </a:lnTo>
                  <a:lnTo>
                    <a:pt x="31974" y="7440"/>
                  </a:lnTo>
                  <a:lnTo>
                    <a:pt x="42633" y="7402"/>
                  </a:lnTo>
                  <a:lnTo>
                    <a:pt x="53291" y="7364"/>
                  </a:lnTo>
                  <a:lnTo>
                    <a:pt x="63949" y="7326"/>
                  </a:lnTo>
                  <a:lnTo>
                    <a:pt x="74607" y="7288"/>
                  </a:lnTo>
                  <a:lnTo>
                    <a:pt x="85266" y="7250"/>
                  </a:lnTo>
                  <a:lnTo>
                    <a:pt x="95924" y="7212"/>
                  </a:lnTo>
                  <a:lnTo>
                    <a:pt x="106582" y="7174"/>
                  </a:lnTo>
                  <a:lnTo>
                    <a:pt x="117240" y="7136"/>
                  </a:lnTo>
                  <a:lnTo>
                    <a:pt x="127899" y="7098"/>
                  </a:lnTo>
                  <a:lnTo>
                    <a:pt x="138557" y="7060"/>
                  </a:lnTo>
                  <a:lnTo>
                    <a:pt x="149215" y="7022"/>
                  </a:lnTo>
                  <a:lnTo>
                    <a:pt x="159873" y="6984"/>
                  </a:lnTo>
                  <a:lnTo>
                    <a:pt x="170532" y="6946"/>
                  </a:lnTo>
                  <a:lnTo>
                    <a:pt x="181190" y="6908"/>
                  </a:lnTo>
                  <a:lnTo>
                    <a:pt x="191848" y="6870"/>
                  </a:lnTo>
                  <a:lnTo>
                    <a:pt x="202506" y="6832"/>
                  </a:lnTo>
                  <a:lnTo>
                    <a:pt x="213165" y="6794"/>
                  </a:lnTo>
                  <a:lnTo>
                    <a:pt x="223823" y="6756"/>
                  </a:lnTo>
                  <a:lnTo>
                    <a:pt x="234481" y="6718"/>
                  </a:lnTo>
                  <a:lnTo>
                    <a:pt x="245139" y="6680"/>
                  </a:lnTo>
                  <a:lnTo>
                    <a:pt x="255798" y="6642"/>
                  </a:lnTo>
                  <a:lnTo>
                    <a:pt x="266456" y="6605"/>
                  </a:lnTo>
                  <a:lnTo>
                    <a:pt x="277114" y="6567"/>
                  </a:lnTo>
                  <a:lnTo>
                    <a:pt x="287773" y="6529"/>
                  </a:lnTo>
                  <a:lnTo>
                    <a:pt x="298431" y="6491"/>
                  </a:lnTo>
                  <a:lnTo>
                    <a:pt x="309089" y="6453"/>
                  </a:lnTo>
                  <a:lnTo>
                    <a:pt x="319747" y="6415"/>
                  </a:lnTo>
                  <a:lnTo>
                    <a:pt x="330406" y="6377"/>
                  </a:lnTo>
                  <a:lnTo>
                    <a:pt x="341064" y="6339"/>
                  </a:lnTo>
                  <a:lnTo>
                    <a:pt x="351722" y="6301"/>
                  </a:lnTo>
                  <a:lnTo>
                    <a:pt x="362380" y="6263"/>
                  </a:lnTo>
                  <a:lnTo>
                    <a:pt x="373039" y="6225"/>
                  </a:lnTo>
                  <a:lnTo>
                    <a:pt x="383697" y="6187"/>
                  </a:lnTo>
                  <a:lnTo>
                    <a:pt x="394355" y="6149"/>
                  </a:lnTo>
                  <a:lnTo>
                    <a:pt x="405013" y="6111"/>
                  </a:lnTo>
                  <a:lnTo>
                    <a:pt x="415672" y="6073"/>
                  </a:lnTo>
                  <a:lnTo>
                    <a:pt x="426330" y="6035"/>
                  </a:lnTo>
                  <a:lnTo>
                    <a:pt x="436988" y="5997"/>
                  </a:lnTo>
                  <a:lnTo>
                    <a:pt x="447646" y="5959"/>
                  </a:lnTo>
                  <a:lnTo>
                    <a:pt x="458305" y="5921"/>
                  </a:lnTo>
                  <a:lnTo>
                    <a:pt x="468963" y="5883"/>
                  </a:lnTo>
                  <a:lnTo>
                    <a:pt x="479621" y="5845"/>
                  </a:lnTo>
                  <a:lnTo>
                    <a:pt x="490279" y="5807"/>
                  </a:lnTo>
                  <a:lnTo>
                    <a:pt x="500938" y="5769"/>
                  </a:lnTo>
                  <a:lnTo>
                    <a:pt x="511596" y="5731"/>
                  </a:lnTo>
                  <a:lnTo>
                    <a:pt x="522254" y="5693"/>
                  </a:lnTo>
                  <a:lnTo>
                    <a:pt x="532913" y="5656"/>
                  </a:lnTo>
                  <a:lnTo>
                    <a:pt x="543571" y="5618"/>
                  </a:lnTo>
                  <a:lnTo>
                    <a:pt x="554229" y="5580"/>
                  </a:lnTo>
                  <a:lnTo>
                    <a:pt x="564887" y="5542"/>
                  </a:lnTo>
                  <a:lnTo>
                    <a:pt x="575546" y="5504"/>
                  </a:lnTo>
                  <a:lnTo>
                    <a:pt x="586204" y="5466"/>
                  </a:lnTo>
                  <a:lnTo>
                    <a:pt x="596862" y="5428"/>
                  </a:lnTo>
                  <a:lnTo>
                    <a:pt x="607520" y="5390"/>
                  </a:lnTo>
                  <a:lnTo>
                    <a:pt x="618179" y="5352"/>
                  </a:lnTo>
                  <a:lnTo>
                    <a:pt x="628837" y="5314"/>
                  </a:lnTo>
                  <a:lnTo>
                    <a:pt x="639495" y="5276"/>
                  </a:lnTo>
                  <a:lnTo>
                    <a:pt x="650153" y="5238"/>
                  </a:lnTo>
                  <a:lnTo>
                    <a:pt x="660812" y="5200"/>
                  </a:lnTo>
                  <a:lnTo>
                    <a:pt x="671470" y="5162"/>
                  </a:lnTo>
                  <a:lnTo>
                    <a:pt x="682128" y="5124"/>
                  </a:lnTo>
                  <a:lnTo>
                    <a:pt x="692786" y="5086"/>
                  </a:lnTo>
                  <a:lnTo>
                    <a:pt x="703445" y="5048"/>
                  </a:lnTo>
                  <a:lnTo>
                    <a:pt x="714103" y="5010"/>
                  </a:lnTo>
                  <a:lnTo>
                    <a:pt x="724761" y="4972"/>
                  </a:lnTo>
                  <a:lnTo>
                    <a:pt x="735419" y="4934"/>
                  </a:lnTo>
                  <a:lnTo>
                    <a:pt x="746078" y="4896"/>
                  </a:lnTo>
                  <a:lnTo>
                    <a:pt x="756736" y="4858"/>
                  </a:lnTo>
                  <a:lnTo>
                    <a:pt x="767394" y="4820"/>
                  </a:lnTo>
                  <a:lnTo>
                    <a:pt x="778053" y="4782"/>
                  </a:lnTo>
                  <a:lnTo>
                    <a:pt x="788711" y="4744"/>
                  </a:lnTo>
                  <a:lnTo>
                    <a:pt x="799369" y="4707"/>
                  </a:lnTo>
                  <a:lnTo>
                    <a:pt x="810027" y="4669"/>
                  </a:lnTo>
                  <a:lnTo>
                    <a:pt x="820686" y="4631"/>
                  </a:lnTo>
                  <a:lnTo>
                    <a:pt x="831344" y="4593"/>
                  </a:lnTo>
                  <a:lnTo>
                    <a:pt x="842002" y="4555"/>
                  </a:lnTo>
                  <a:lnTo>
                    <a:pt x="852660" y="4517"/>
                  </a:lnTo>
                  <a:lnTo>
                    <a:pt x="863319" y="4479"/>
                  </a:lnTo>
                  <a:lnTo>
                    <a:pt x="873977" y="4441"/>
                  </a:lnTo>
                  <a:lnTo>
                    <a:pt x="884635" y="4403"/>
                  </a:lnTo>
                  <a:lnTo>
                    <a:pt x="895293" y="4365"/>
                  </a:lnTo>
                  <a:lnTo>
                    <a:pt x="905952" y="4327"/>
                  </a:lnTo>
                  <a:lnTo>
                    <a:pt x="916610" y="4289"/>
                  </a:lnTo>
                  <a:lnTo>
                    <a:pt x="927268" y="4251"/>
                  </a:lnTo>
                  <a:lnTo>
                    <a:pt x="937926" y="4213"/>
                  </a:lnTo>
                  <a:lnTo>
                    <a:pt x="948585" y="4175"/>
                  </a:lnTo>
                  <a:lnTo>
                    <a:pt x="959243" y="4137"/>
                  </a:lnTo>
                  <a:lnTo>
                    <a:pt x="969901" y="4099"/>
                  </a:lnTo>
                  <a:lnTo>
                    <a:pt x="980559" y="4061"/>
                  </a:lnTo>
                  <a:lnTo>
                    <a:pt x="991218" y="4023"/>
                  </a:lnTo>
                  <a:lnTo>
                    <a:pt x="1001876" y="3985"/>
                  </a:lnTo>
                  <a:lnTo>
                    <a:pt x="1012534" y="3947"/>
                  </a:lnTo>
                  <a:lnTo>
                    <a:pt x="1023193" y="3909"/>
                  </a:lnTo>
                  <a:lnTo>
                    <a:pt x="1033851" y="3871"/>
                  </a:lnTo>
                  <a:lnTo>
                    <a:pt x="1044509" y="3833"/>
                  </a:lnTo>
                  <a:lnTo>
                    <a:pt x="1055167" y="3795"/>
                  </a:lnTo>
                  <a:lnTo>
                    <a:pt x="1065826" y="3758"/>
                  </a:lnTo>
                  <a:lnTo>
                    <a:pt x="1076484" y="3720"/>
                  </a:lnTo>
                  <a:lnTo>
                    <a:pt x="1087142" y="3682"/>
                  </a:lnTo>
                  <a:lnTo>
                    <a:pt x="1097800" y="3644"/>
                  </a:lnTo>
                  <a:lnTo>
                    <a:pt x="1108459" y="3606"/>
                  </a:lnTo>
                  <a:lnTo>
                    <a:pt x="1119117" y="3568"/>
                  </a:lnTo>
                  <a:lnTo>
                    <a:pt x="1129775" y="3530"/>
                  </a:lnTo>
                  <a:lnTo>
                    <a:pt x="1140433" y="3492"/>
                  </a:lnTo>
                  <a:lnTo>
                    <a:pt x="1151092" y="3454"/>
                  </a:lnTo>
                  <a:lnTo>
                    <a:pt x="1161750" y="3416"/>
                  </a:lnTo>
                  <a:lnTo>
                    <a:pt x="1172408" y="3378"/>
                  </a:lnTo>
                  <a:lnTo>
                    <a:pt x="1183066" y="3340"/>
                  </a:lnTo>
                  <a:lnTo>
                    <a:pt x="1193725" y="3302"/>
                  </a:lnTo>
                  <a:lnTo>
                    <a:pt x="1204383" y="3264"/>
                  </a:lnTo>
                  <a:lnTo>
                    <a:pt x="1215041" y="3226"/>
                  </a:lnTo>
                  <a:lnTo>
                    <a:pt x="1225699" y="3188"/>
                  </a:lnTo>
                  <a:lnTo>
                    <a:pt x="1236358" y="3150"/>
                  </a:lnTo>
                  <a:lnTo>
                    <a:pt x="1247016" y="3112"/>
                  </a:lnTo>
                  <a:lnTo>
                    <a:pt x="1257674" y="3074"/>
                  </a:lnTo>
                  <a:lnTo>
                    <a:pt x="1268333" y="3036"/>
                  </a:lnTo>
                  <a:lnTo>
                    <a:pt x="1278991" y="2998"/>
                  </a:lnTo>
                  <a:lnTo>
                    <a:pt x="1289649" y="2960"/>
                  </a:lnTo>
                  <a:lnTo>
                    <a:pt x="1300307" y="2922"/>
                  </a:lnTo>
                  <a:lnTo>
                    <a:pt x="1310966" y="2884"/>
                  </a:lnTo>
                  <a:lnTo>
                    <a:pt x="1321624" y="2846"/>
                  </a:lnTo>
                  <a:lnTo>
                    <a:pt x="1332282" y="2809"/>
                  </a:lnTo>
                  <a:lnTo>
                    <a:pt x="1342940" y="2771"/>
                  </a:lnTo>
                  <a:lnTo>
                    <a:pt x="1353599" y="2733"/>
                  </a:lnTo>
                  <a:lnTo>
                    <a:pt x="1364257" y="2695"/>
                  </a:lnTo>
                  <a:lnTo>
                    <a:pt x="1374915" y="2657"/>
                  </a:lnTo>
                  <a:lnTo>
                    <a:pt x="1385573" y="2619"/>
                  </a:lnTo>
                  <a:lnTo>
                    <a:pt x="1396232" y="2581"/>
                  </a:lnTo>
                  <a:lnTo>
                    <a:pt x="1406890" y="2543"/>
                  </a:lnTo>
                  <a:lnTo>
                    <a:pt x="1417548" y="2505"/>
                  </a:lnTo>
                  <a:lnTo>
                    <a:pt x="1428206" y="2467"/>
                  </a:lnTo>
                  <a:lnTo>
                    <a:pt x="1438865" y="2429"/>
                  </a:lnTo>
                  <a:lnTo>
                    <a:pt x="1449523" y="2391"/>
                  </a:lnTo>
                  <a:lnTo>
                    <a:pt x="1460181" y="2353"/>
                  </a:lnTo>
                  <a:lnTo>
                    <a:pt x="1470839" y="2315"/>
                  </a:lnTo>
                  <a:lnTo>
                    <a:pt x="1481498" y="2277"/>
                  </a:lnTo>
                  <a:lnTo>
                    <a:pt x="1492156" y="2239"/>
                  </a:lnTo>
                  <a:lnTo>
                    <a:pt x="1502814" y="2201"/>
                  </a:lnTo>
                  <a:lnTo>
                    <a:pt x="1513473" y="2163"/>
                  </a:lnTo>
                  <a:lnTo>
                    <a:pt x="1524131" y="2125"/>
                  </a:lnTo>
                  <a:lnTo>
                    <a:pt x="1534789" y="2087"/>
                  </a:lnTo>
                  <a:lnTo>
                    <a:pt x="1545447" y="2049"/>
                  </a:lnTo>
                  <a:lnTo>
                    <a:pt x="1556106" y="2011"/>
                  </a:lnTo>
                  <a:lnTo>
                    <a:pt x="1566764" y="1973"/>
                  </a:lnTo>
                  <a:lnTo>
                    <a:pt x="1577422" y="1935"/>
                  </a:lnTo>
                  <a:lnTo>
                    <a:pt x="1588080" y="1897"/>
                  </a:lnTo>
                  <a:lnTo>
                    <a:pt x="1598739" y="1860"/>
                  </a:lnTo>
                  <a:lnTo>
                    <a:pt x="1609397" y="1822"/>
                  </a:lnTo>
                  <a:lnTo>
                    <a:pt x="1620055" y="1784"/>
                  </a:lnTo>
                  <a:lnTo>
                    <a:pt x="1630713" y="1746"/>
                  </a:lnTo>
                  <a:lnTo>
                    <a:pt x="1641372" y="1708"/>
                  </a:lnTo>
                  <a:lnTo>
                    <a:pt x="1652030" y="1670"/>
                  </a:lnTo>
                  <a:lnTo>
                    <a:pt x="1662688" y="1632"/>
                  </a:lnTo>
                  <a:lnTo>
                    <a:pt x="1673346" y="1594"/>
                  </a:lnTo>
                  <a:lnTo>
                    <a:pt x="1684005" y="1556"/>
                  </a:lnTo>
                  <a:lnTo>
                    <a:pt x="1694663" y="1518"/>
                  </a:lnTo>
                  <a:lnTo>
                    <a:pt x="1705321" y="1480"/>
                  </a:lnTo>
                  <a:lnTo>
                    <a:pt x="1715979" y="1442"/>
                  </a:lnTo>
                  <a:lnTo>
                    <a:pt x="1726638" y="1404"/>
                  </a:lnTo>
                  <a:lnTo>
                    <a:pt x="1737296" y="1366"/>
                  </a:lnTo>
                  <a:lnTo>
                    <a:pt x="1747954" y="1328"/>
                  </a:lnTo>
                  <a:lnTo>
                    <a:pt x="1758613" y="1290"/>
                  </a:lnTo>
                  <a:lnTo>
                    <a:pt x="1769271" y="1252"/>
                  </a:lnTo>
                  <a:lnTo>
                    <a:pt x="1779929" y="1214"/>
                  </a:lnTo>
                  <a:lnTo>
                    <a:pt x="1790587" y="1176"/>
                  </a:lnTo>
                  <a:lnTo>
                    <a:pt x="1801246" y="1138"/>
                  </a:lnTo>
                  <a:lnTo>
                    <a:pt x="1811904" y="1100"/>
                  </a:lnTo>
                  <a:lnTo>
                    <a:pt x="1822562" y="1062"/>
                  </a:lnTo>
                  <a:lnTo>
                    <a:pt x="1833220" y="1024"/>
                  </a:lnTo>
                  <a:lnTo>
                    <a:pt x="1843879" y="986"/>
                  </a:lnTo>
                  <a:lnTo>
                    <a:pt x="1854537" y="948"/>
                  </a:lnTo>
                  <a:lnTo>
                    <a:pt x="1865195" y="911"/>
                  </a:lnTo>
                  <a:lnTo>
                    <a:pt x="1875853" y="873"/>
                  </a:lnTo>
                  <a:lnTo>
                    <a:pt x="1886512" y="835"/>
                  </a:lnTo>
                  <a:lnTo>
                    <a:pt x="1897170" y="797"/>
                  </a:lnTo>
                  <a:lnTo>
                    <a:pt x="1907828" y="759"/>
                  </a:lnTo>
                  <a:lnTo>
                    <a:pt x="1918486" y="721"/>
                  </a:lnTo>
                  <a:lnTo>
                    <a:pt x="1929145" y="683"/>
                  </a:lnTo>
                  <a:lnTo>
                    <a:pt x="1939803" y="645"/>
                  </a:lnTo>
                  <a:lnTo>
                    <a:pt x="1950461" y="607"/>
                  </a:lnTo>
                  <a:lnTo>
                    <a:pt x="1961119" y="569"/>
                  </a:lnTo>
                  <a:lnTo>
                    <a:pt x="1971778" y="531"/>
                  </a:lnTo>
                  <a:lnTo>
                    <a:pt x="1982436" y="493"/>
                  </a:lnTo>
                  <a:lnTo>
                    <a:pt x="1993094" y="455"/>
                  </a:lnTo>
                  <a:lnTo>
                    <a:pt x="2003753" y="417"/>
                  </a:lnTo>
                  <a:lnTo>
                    <a:pt x="2014411" y="379"/>
                  </a:lnTo>
                  <a:lnTo>
                    <a:pt x="2025069" y="341"/>
                  </a:lnTo>
                  <a:lnTo>
                    <a:pt x="2035727" y="303"/>
                  </a:lnTo>
                  <a:lnTo>
                    <a:pt x="2046386" y="265"/>
                  </a:lnTo>
                  <a:lnTo>
                    <a:pt x="2057044" y="227"/>
                  </a:lnTo>
                  <a:lnTo>
                    <a:pt x="2067702" y="189"/>
                  </a:lnTo>
                  <a:lnTo>
                    <a:pt x="2078360" y="151"/>
                  </a:lnTo>
                  <a:lnTo>
                    <a:pt x="2089019" y="113"/>
                  </a:lnTo>
                  <a:lnTo>
                    <a:pt x="2099677" y="75"/>
                  </a:lnTo>
                  <a:lnTo>
                    <a:pt x="2110335" y="37"/>
                  </a:lnTo>
                  <a:lnTo>
                    <a:pt x="2120993" y="0"/>
                  </a:lnTo>
                </a:path>
              </a:pathLst>
            </a:custGeom>
            <a:ln w="27101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2" name="pl33612"/>
            <p:cNvSpPr/>
            <p:nvPr/>
          </p:nvSpPr>
          <p:spPr>
            <a:xfrm>
              <a:off x="6062358" y="2963958"/>
              <a:ext cx="3228182" cy="591698"/>
            </a:xfrm>
            <a:custGeom>
              <a:avLst/>
              <a:pathLst>
                <a:path w="3228182" h="591698">
                  <a:moveTo>
                    <a:pt x="0" y="591698"/>
                  </a:moveTo>
                  <a:lnTo>
                    <a:pt x="16222" y="588724"/>
                  </a:lnTo>
                  <a:lnTo>
                    <a:pt x="32444" y="585751"/>
                  </a:lnTo>
                  <a:lnTo>
                    <a:pt x="48666" y="582778"/>
                  </a:lnTo>
                  <a:lnTo>
                    <a:pt x="64888" y="579804"/>
                  </a:lnTo>
                  <a:lnTo>
                    <a:pt x="81110" y="576831"/>
                  </a:lnTo>
                  <a:lnTo>
                    <a:pt x="97332" y="573858"/>
                  </a:lnTo>
                  <a:lnTo>
                    <a:pt x="113554" y="570884"/>
                  </a:lnTo>
                  <a:lnTo>
                    <a:pt x="129776" y="567911"/>
                  </a:lnTo>
                  <a:lnTo>
                    <a:pt x="145998" y="564938"/>
                  </a:lnTo>
                  <a:lnTo>
                    <a:pt x="162220" y="561964"/>
                  </a:lnTo>
                  <a:lnTo>
                    <a:pt x="178442" y="558991"/>
                  </a:lnTo>
                  <a:lnTo>
                    <a:pt x="194664" y="556017"/>
                  </a:lnTo>
                  <a:lnTo>
                    <a:pt x="210886" y="553044"/>
                  </a:lnTo>
                  <a:lnTo>
                    <a:pt x="227108" y="550071"/>
                  </a:lnTo>
                  <a:lnTo>
                    <a:pt x="243330" y="547097"/>
                  </a:lnTo>
                  <a:lnTo>
                    <a:pt x="259552" y="544124"/>
                  </a:lnTo>
                  <a:lnTo>
                    <a:pt x="275774" y="541151"/>
                  </a:lnTo>
                  <a:lnTo>
                    <a:pt x="291996" y="538177"/>
                  </a:lnTo>
                  <a:lnTo>
                    <a:pt x="308218" y="535204"/>
                  </a:lnTo>
                  <a:lnTo>
                    <a:pt x="324440" y="532231"/>
                  </a:lnTo>
                  <a:lnTo>
                    <a:pt x="340662" y="529257"/>
                  </a:lnTo>
                  <a:lnTo>
                    <a:pt x="356884" y="526284"/>
                  </a:lnTo>
                  <a:lnTo>
                    <a:pt x="373106" y="523311"/>
                  </a:lnTo>
                  <a:lnTo>
                    <a:pt x="389328" y="520337"/>
                  </a:lnTo>
                  <a:lnTo>
                    <a:pt x="405550" y="517364"/>
                  </a:lnTo>
                  <a:lnTo>
                    <a:pt x="421772" y="514390"/>
                  </a:lnTo>
                  <a:lnTo>
                    <a:pt x="437994" y="511417"/>
                  </a:lnTo>
                  <a:lnTo>
                    <a:pt x="454216" y="508444"/>
                  </a:lnTo>
                  <a:lnTo>
                    <a:pt x="470438" y="505470"/>
                  </a:lnTo>
                  <a:lnTo>
                    <a:pt x="486660" y="502497"/>
                  </a:lnTo>
                  <a:lnTo>
                    <a:pt x="502882" y="499524"/>
                  </a:lnTo>
                  <a:lnTo>
                    <a:pt x="519104" y="496550"/>
                  </a:lnTo>
                  <a:lnTo>
                    <a:pt x="535326" y="493577"/>
                  </a:lnTo>
                  <a:lnTo>
                    <a:pt x="551548" y="490604"/>
                  </a:lnTo>
                  <a:lnTo>
                    <a:pt x="567770" y="487630"/>
                  </a:lnTo>
                  <a:lnTo>
                    <a:pt x="583992" y="484657"/>
                  </a:lnTo>
                  <a:lnTo>
                    <a:pt x="600214" y="481684"/>
                  </a:lnTo>
                  <a:lnTo>
                    <a:pt x="616436" y="478710"/>
                  </a:lnTo>
                  <a:lnTo>
                    <a:pt x="632658" y="475737"/>
                  </a:lnTo>
                  <a:lnTo>
                    <a:pt x="648880" y="472763"/>
                  </a:lnTo>
                  <a:lnTo>
                    <a:pt x="665103" y="469790"/>
                  </a:lnTo>
                  <a:lnTo>
                    <a:pt x="681325" y="466817"/>
                  </a:lnTo>
                  <a:lnTo>
                    <a:pt x="697547" y="463843"/>
                  </a:lnTo>
                  <a:lnTo>
                    <a:pt x="713769" y="460870"/>
                  </a:lnTo>
                  <a:lnTo>
                    <a:pt x="729991" y="457897"/>
                  </a:lnTo>
                  <a:lnTo>
                    <a:pt x="746213" y="454923"/>
                  </a:lnTo>
                  <a:lnTo>
                    <a:pt x="762435" y="451950"/>
                  </a:lnTo>
                  <a:lnTo>
                    <a:pt x="778657" y="448977"/>
                  </a:lnTo>
                  <a:lnTo>
                    <a:pt x="794879" y="446003"/>
                  </a:lnTo>
                  <a:lnTo>
                    <a:pt x="811101" y="443030"/>
                  </a:lnTo>
                  <a:lnTo>
                    <a:pt x="827323" y="440056"/>
                  </a:lnTo>
                  <a:lnTo>
                    <a:pt x="843545" y="437083"/>
                  </a:lnTo>
                  <a:lnTo>
                    <a:pt x="859767" y="434110"/>
                  </a:lnTo>
                  <a:lnTo>
                    <a:pt x="875989" y="431136"/>
                  </a:lnTo>
                  <a:lnTo>
                    <a:pt x="892211" y="428163"/>
                  </a:lnTo>
                  <a:lnTo>
                    <a:pt x="908433" y="425190"/>
                  </a:lnTo>
                  <a:lnTo>
                    <a:pt x="924655" y="422216"/>
                  </a:lnTo>
                  <a:lnTo>
                    <a:pt x="940877" y="419243"/>
                  </a:lnTo>
                  <a:lnTo>
                    <a:pt x="957099" y="416270"/>
                  </a:lnTo>
                  <a:lnTo>
                    <a:pt x="973321" y="413296"/>
                  </a:lnTo>
                  <a:lnTo>
                    <a:pt x="989543" y="410323"/>
                  </a:lnTo>
                  <a:lnTo>
                    <a:pt x="1005765" y="407350"/>
                  </a:lnTo>
                  <a:lnTo>
                    <a:pt x="1021987" y="404376"/>
                  </a:lnTo>
                  <a:lnTo>
                    <a:pt x="1038209" y="401403"/>
                  </a:lnTo>
                  <a:lnTo>
                    <a:pt x="1054431" y="398429"/>
                  </a:lnTo>
                  <a:lnTo>
                    <a:pt x="1070653" y="395456"/>
                  </a:lnTo>
                  <a:lnTo>
                    <a:pt x="1086875" y="392483"/>
                  </a:lnTo>
                  <a:lnTo>
                    <a:pt x="1103097" y="389509"/>
                  </a:lnTo>
                  <a:lnTo>
                    <a:pt x="1119319" y="386536"/>
                  </a:lnTo>
                  <a:lnTo>
                    <a:pt x="1135541" y="383563"/>
                  </a:lnTo>
                  <a:lnTo>
                    <a:pt x="1151763" y="380589"/>
                  </a:lnTo>
                  <a:lnTo>
                    <a:pt x="1167985" y="377616"/>
                  </a:lnTo>
                  <a:lnTo>
                    <a:pt x="1184207" y="374643"/>
                  </a:lnTo>
                  <a:lnTo>
                    <a:pt x="1200429" y="371669"/>
                  </a:lnTo>
                  <a:lnTo>
                    <a:pt x="1216651" y="368696"/>
                  </a:lnTo>
                  <a:lnTo>
                    <a:pt x="1232873" y="365723"/>
                  </a:lnTo>
                  <a:lnTo>
                    <a:pt x="1249095" y="362749"/>
                  </a:lnTo>
                  <a:lnTo>
                    <a:pt x="1265317" y="359776"/>
                  </a:lnTo>
                  <a:lnTo>
                    <a:pt x="1281539" y="356802"/>
                  </a:lnTo>
                  <a:lnTo>
                    <a:pt x="1297761" y="353829"/>
                  </a:lnTo>
                  <a:lnTo>
                    <a:pt x="1313984" y="350856"/>
                  </a:lnTo>
                  <a:lnTo>
                    <a:pt x="1330206" y="347882"/>
                  </a:lnTo>
                  <a:lnTo>
                    <a:pt x="1346428" y="344909"/>
                  </a:lnTo>
                  <a:lnTo>
                    <a:pt x="1362650" y="341936"/>
                  </a:lnTo>
                  <a:lnTo>
                    <a:pt x="1378872" y="338962"/>
                  </a:lnTo>
                  <a:lnTo>
                    <a:pt x="1395094" y="335989"/>
                  </a:lnTo>
                  <a:lnTo>
                    <a:pt x="1411316" y="333016"/>
                  </a:lnTo>
                  <a:lnTo>
                    <a:pt x="1427538" y="330042"/>
                  </a:lnTo>
                  <a:lnTo>
                    <a:pt x="1443760" y="327069"/>
                  </a:lnTo>
                  <a:lnTo>
                    <a:pt x="1459982" y="324096"/>
                  </a:lnTo>
                  <a:lnTo>
                    <a:pt x="1476204" y="321122"/>
                  </a:lnTo>
                  <a:lnTo>
                    <a:pt x="1492426" y="318149"/>
                  </a:lnTo>
                  <a:lnTo>
                    <a:pt x="1508648" y="315175"/>
                  </a:lnTo>
                  <a:lnTo>
                    <a:pt x="1524870" y="312202"/>
                  </a:lnTo>
                  <a:lnTo>
                    <a:pt x="1541092" y="309229"/>
                  </a:lnTo>
                  <a:lnTo>
                    <a:pt x="1557314" y="306255"/>
                  </a:lnTo>
                  <a:lnTo>
                    <a:pt x="1573536" y="303282"/>
                  </a:lnTo>
                  <a:lnTo>
                    <a:pt x="1589758" y="300309"/>
                  </a:lnTo>
                  <a:lnTo>
                    <a:pt x="1605980" y="297335"/>
                  </a:lnTo>
                  <a:lnTo>
                    <a:pt x="1622202" y="294362"/>
                  </a:lnTo>
                  <a:lnTo>
                    <a:pt x="1638424" y="291389"/>
                  </a:lnTo>
                  <a:lnTo>
                    <a:pt x="1654646" y="288415"/>
                  </a:lnTo>
                  <a:lnTo>
                    <a:pt x="1670868" y="285442"/>
                  </a:lnTo>
                  <a:lnTo>
                    <a:pt x="1687090" y="282469"/>
                  </a:lnTo>
                  <a:lnTo>
                    <a:pt x="1703312" y="279495"/>
                  </a:lnTo>
                  <a:lnTo>
                    <a:pt x="1719534" y="276522"/>
                  </a:lnTo>
                  <a:lnTo>
                    <a:pt x="1735756" y="273548"/>
                  </a:lnTo>
                  <a:lnTo>
                    <a:pt x="1751978" y="270575"/>
                  </a:lnTo>
                  <a:lnTo>
                    <a:pt x="1768200" y="267602"/>
                  </a:lnTo>
                  <a:lnTo>
                    <a:pt x="1784422" y="264628"/>
                  </a:lnTo>
                  <a:lnTo>
                    <a:pt x="1800644" y="261655"/>
                  </a:lnTo>
                  <a:lnTo>
                    <a:pt x="1816866" y="258682"/>
                  </a:lnTo>
                  <a:lnTo>
                    <a:pt x="1833088" y="255708"/>
                  </a:lnTo>
                  <a:lnTo>
                    <a:pt x="1849310" y="252735"/>
                  </a:lnTo>
                  <a:lnTo>
                    <a:pt x="1865532" y="249762"/>
                  </a:lnTo>
                  <a:lnTo>
                    <a:pt x="1881754" y="246788"/>
                  </a:lnTo>
                  <a:lnTo>
                    <a:pt x="1897976" y="243815"/>
                  </a:lnTo>
                  <a:lnTo>
                    <a:pt x="1914198" y="240842"/>
                  </a:lnTo>
                  <a:lnTo>
                    <a:pt x="1930420" y="237868"/>
                  </a:lnTo>
                  <a:lnTo>
                    <a:pt x="1946642" y="234895"/>
                  </a:lnTo>
                  <a:lnTo>
                    <a:pt x="1962865" y="231921"/>
                  </a:lnTo>
                  <a:lnTo>
                    <a:pt x="1979087" y="228948"/>
                  </a:lnTo>
                  <a:lnTo>
                    <a:pt x="1995309" y="225975"/>
                  </a:lnTo>
                  <a:lnTo>
                    <a:pt x="2011531" y="223001"/>
                  </a:lnTo>
                  <a:lnTo>
                    <a:pt x="2027753" y="220028"/>
                  </a:lnTo>
                  <a:lnTo>
                    <a:pt x="2043975" y="217055"/>
                  </a:lnTo>
                  <a:lnTo>
                    <a:pt x="2060197" y="214081"/>
                  </a:lnTo>
                  <a:lnTo>
                    <a:pt x="2076419" y="211108"/>
                  </a:lnTo>
                  <a:lnTo>
                    <a:pt x="2092641" y="208135"/>
                  </a:lnTo>
                  <a:lnTo>
                    <a:pt x="2108863" y="205161"/>
                  </a:lnTo>
                  <a:lnTo>
                    <a:pt x="2125085" y="202188"/>
                  </a:lnTo>
                  <a:lnTo>
                    <a:pt x="2141307" y="199214"/>
                  </a:lnTo>
                  <a:lnTo>
                    <a:pt x="2157529" y="196241"/>
                  </a:lnTo>
                  <a:lnTo>
                    <a:pt x="2173751" y="193268"/>
                  </a:lnTo>
                  <a:lnTo>
                    <a:pt x="2189973" y="190294"/>
                  </a:lnTo>
                  <a:lnTo>
                    <a:pt x="2206195" y="187321"/>
                  </a:lnTo>
                  <a:lnTo>
                    <a:pt x="2222417" y="184348"/>
                  </a:lnTo>
                  <a:lnTo>
                    <a:pt x="2238639" y="181374"/>
                  </a:lnTo>
                  <a:lnTo>
                    <a:pt x="2254861" y="178401"/>
                  </a:lnTo>
                  <a:lnTo>
                    <a:pt x="2271083" y="175428"/>
                  </a:lnTo>
                  <a:lnTo>
                    <a:pt x="2287305" y="172454"/>
                  </a:lnTo>
                  <a:lnTo>
                    <a:pt x="2303527" y="169481"/>
                  </a:lnTo>
                  <a:lnTo>
                    <a:pt x="2319749" y="166508"/>
                  </a:lnTo>
                  <a:lnTo>
                    <a:pt x="2335971" y="163534"/>
                  </a:lnTo>
                  <a:lnTo>
                    <a:pt x="2352193" y="160561"/>
                  </a:lnTo>
                  <a:lnTo>
                    <a:pt x="2368415" y="157587"/>
                  </a:lnTo>
                  <a:lnTo>
                    <a:pt x="2384637" y="154614"/>
                  </a:lnTo>
                  <a:lnTo>
                    <a:pt x="2400859" y="151641"/>
                  </a:lnTo>
                  <a:lnTo>
                    <a:pt x="2417081" y="148667"/>
                  </a:lnTo>
                  <a:lnTo>
                    <a:pt x="2433303" y="145694"/>
                  </a:lnTo>
                  <a:lnTo>
                    <a:pt x="2449525" y="142721"/>
                  </a:lnTo>
                  <a:lnTo>
                    <a:pt x="2465747" y="139747"/>
                  </a:lnTo>
                  <a:lnTo>
                    <a:pt x="2481969" y="136774"/>
                  </a:lnTo>
                  <a:lnTo>
                    <a:pt x="2498191" y="133801"/>
                  </a:lnTo>
                  <a:lnTo>
                    <a:pt x="2514413" y="130827"/>
                  </a:lnTo>
                  <a:lnTo>
                    <a:pt x="2530635" y="127854"/>
                  </a:lnTo>
                  <a:lnTo>
                    <a:pt x="2546857" y="124881"/>
                  </a:lnTo>
                  <a:lnTo>
                    <a:pt x="2563079" y="121907"/>
                  </a:lnTo>
                  <a:lnTo>
                    <a:pt x="2579301" y="118934"/>
                  </a:lnTo>
                  <a:lnTo>
                    <a:pt x="2595523" y="115960"/>
                  </a:lnTo>
                  <a:lnTo>
                    <a:pt x="2611745" y="112987"/>
                  </a:lnTo>
                  <a:lnTo>
                    <a:pt x="2627968" y="110014"/>
                  </a:lnTo>
                  <a:lnTo>
                    <a:pt x="2644190" y="107040"/>
                  </a:lnTo>
                  <a:lnTo>
                    <a:pt x="2660412" y="104067"/>
                  </a:lnTo>
                  <a:lnTo>
                    <a:pt x="2676634" y="101094"/>
                  </a:lnTo>
                  <a:lnTo>
                    <a:pt x="2692856" y="98120"/>
                  </a:lnTo>
                  <a:lnTo>
                    <a:pt x="2709078" y="95147"/>
                  </a:lnTo>
                  <a:lnTo>
                    <a:pt x="2725300" y="92174"/>
                  </a:lnTo>
                  <a:lnTo>
                    <a:pt x="2741522" y="89200"/>
                  </a:lnTo>
                  <a:lnTo>
                    <a:pt x="2757744" y="86227"/>
                  </a:lnTo>
                  <a:lnTo>
                    <a:pt x="2773966" y="83254"/>
                  </a:lnTo>
                  <a:lnTo>
                    <a:pt x="2790188" y="80280"/>
                  </a:lnTo>
                  <a:lnTo>
                    <a:pt x="2806410" y="77307"/>
                  </a:lnTo>
                  <a:lnTo>
                    <a:pt x="2822632" y="74333"/>
                  </a:lnTo>
                  <a:lnTo>
                    <a:pt x="2838854" y="71360"/>
                  </a:lnTo>
                  <a:lnTo>
                    <a:pt x="2855076" y="68387"/>
                  </a:lnTo>
                  <a:lnTo>
                    <a:pt x="2871298" y="65413"/>
                  </a:lnTo>
                  <a:lnTo>
                    <a:pt x="2887520" y="62440"/>
                  </a:lnTo>
                  <a:lnTo>
                    <a:pt x="2903742" y="59467"/>
                  </a:lnTo>
                  <a:lnTo>
                    <a:pt x="2919964" y="56493"/>
                  </a:lnTo>
                  <a:lnTo>
                    <a:pt x="2936186" y="53520"/>
                  </a:lnTo>
                  <a:lnTo>
                    <a:pt x="2952408" y="50547"/>
                  </a:lnTo>
                  <a:lnTo>
                    <a:pt x="2968630" y="47573"/>
                  </a:lnTo>
                  <a:lnTo>
                    <a:pt x="2984852" y="44600"/>
                  </a:lnTo>
                  <a:lnTo>
                    <a:pt x="3001074" y="41627"/>
                  </a:lnTo>
                  <a:lnTo>
                    <a:pt x="3017296" y="38653"/>
                  </a:lnTo>
                  <a:lnTo>
                    <a:pt x="3033518" y="35680"/>
                  </a:lnTo>
                  <a:lnTo>
                    <a:pt x="3049740" y="32706"/>
                  </a:lnTo>
                  <a:lnTo>
                    <a:pt x="3065962" y="29733"/>
                  </a:lnTo>
                  <a:lnTo>
                    <a:pt x="3082184" y="26760"/>
                  </a:lnTo>
                  <a:lnTo>
                    <a:pt x="3098406" y="23786"/>
                  </a:lnTo>
                  <a:lnTo>
                    <a:pt x="3114628" y="20813"/>
                  </a:lnTo>
                  <a:lnTo>
                    <a:pt x="3130850" y="17840"/>
                  </a:lnTo>
                  <a:lnTo>
                    <a:pt x="3147072" y="14866"/>
                  </a:lnTo>
                  <a:lnTo>
                    <a:pt x="3163294" y="11893"/>
                  </a:lnTo>
                  <a:lnTo>
                    <a:pt x="3179516" y="8920"/>
                  </a:lnTo>
                  <a:lnTo>
                    <a:pt x="3195738" y="5946"/>
                  </a:lnTo>
                  <a:lnTo>
                    <a:pt x="3211960" y="2973"/>
                  </a:lnTo>
                  <a:lnTo>
                    <a:pt x="3228182" y="0"/>
                  </a:lnTo>
                </a:path>
              </a:pathLst>
            </a:custGeom>
            <a:ln w="27101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3" name="pl33613"/>
            <p:cNvSpPr/>
            <p:nvPr/>
          </p:nvSpPr>
          <p:spPr>
            <a:xfrm>
              <a:off x="7171520" y="3121366"/>
              <a:ext cx="2739562" cy="203090"/>
            </a:xfrm>
            <a:custGeom>
              <a:avLst/>
              <a:pathLst>
                <a:path w="2739562" h="203090">
                  <a:moveTo>
                    <a:pt x="0" y="203090"/>
                  </a:moveTo>
                  <a:lnTo>
                    <a:pt x="13766" y="202070"/>
                  </a:lnTo>
                  <a:lnTo>
                    <a:pt x="27533" y="201049"/>
                  </a:lnTo>
                  <a:lnTo>
                    <a:pt x="41299" y="200028"/>
                  </a:lnTo>
                  <a:lnTo>
                    <a:pt x="55066" y="199008"/>
                  </a:lnTo>
                  <a:lnTo>
                    <a:pt x="68833" y="197987"/>
                  </a:lnTo>
                  <a:lnTo>
                    <a:pt x="82599" y="196967"/>
                  </a:lnTo>
                  <a:lnTo>
                    <a:pt x="96366" y="195946"/>
                  </a:lnTo>
                  <a:lnTo>
                    <a:pt x="110133" y="194926"/>
                  </a:lnTo>
                  <a:lnTo>
                    <a:pt x="123899" y="193905"/>
                  </a:lnTo>
                  <a:lnTo>
                    <a:pt x="137666" y="192885"/>
                  </a:lnTo>
                  <a:lnTo>
                    <a:pt x="151433" y="191864"/>
                  </a:lnTo>
                  <a:lnTo>
                    <a:pt x="165199" y="190843"/>
                  </a:lnTo>
                  <a:lnTo>
                    <a:pt x="178966" y="189823"/>
                  </a:lnTo>
                  <a:lnTo>
                    <a:pt x="192733" y="188802"/>
                  </a:lnTo>
                  <a:lnTo>
                    <a:pt x="206499" y="187782"/>
                  </a:lnTo>
                  <a:lnTo>
                    <a:pt x="220266" y="186761"/>
                  </a:lnTo>
                  <a:lnTo>
                    <a:pt x="234032" y="185741"/>
                  </a:lnTo>
                  <a:lnTo>
                    <a:pt x="247799" y="184720"/>
                  </a:lnTo>
                  <a:lnTo>
                    <a:pt x="261566" y="183700"/>
                  </a:lnTo>
                  <a:lnTo>
                    <a:pt x="275332" y="182679"/>
                  </a:lnTo>
                  <a:lnTo>
                    <a:pt x="289099" y="181658"/>
                  </a:lnTo>
                  <a:lnTo>
                    <a:pt x="302866" y="180638"/>
                  </a:lnTo>
                  <a:lnTo>
                    <a:pt x="316632" y="179617"/>
                  </a:lnTo>
                  <a:lnTo>
                    <a:pt x="330399" y="178597"/>
                  </a:lnTo>
                  <a:lnTo>
                    <a:pt x="344166" y="177576"/>
                  </a:lnTo>
                  <a:lnTo>
                    <a:pt x="357932" y="176556"/>
                  </a:lnTo>
                  <a:lnTo>
                    <a:pt x="371699" y="175535"/>
                  </a:lnTo>
                  <a:lnTo>
                    <a:pt x="385466" y="174515"/>
                  </a:lnTo>
                  <a:lnTo>
                    <a:pt x="399232" y="173494"/>
                  </a:lnTo>
                  <a:lnTo>
                    <a:pt x="412999" y="172473"/>
                  </a:lnTo>
                  <a:lnTo>
                    <a:pt x="426766" y="171453"/>
                  </a:lnTo>
                  <a:lnTo>
                    <a:pt x="440532" y="170432"/>
                  </a:lnTo>
                  <a:lnTo>
                    <a:pt x="454299" y="169412"/>
                  </a:lnTo>
                  <a:lnTo>
                    <a:pt x="468065" y="168391"/>
                  </a:lnTo>
                  <a:lnTo>
                    <a:pt x="481832" y="167371"/>
                  </a:lnTo>
                  <a:lnTo>
                    <a:pt x="495599" y="166350"/>
                  </a:lnTo>
                  <a:lnTo>
                    <a:pt x="509365" y="165330"/>
                  </a:lnTo>
                  <a:lnTo>
                    <a:pt x="523132" y="164309"/>
                  </a:lnTo>
                  <a:lnTo>
                    <a:pt x="536899" y="163288"/>
                  </a:lnTo>
                  <a:lnTo>
                    <a:pt x="550665" y="162268"/>
                  </a:lnTo>
                  <a:lnTo>
                    <a:pt x="564432" y="161247"/>
                  </a:lnTo>
                  <a:lnTo>
                    <a:pt x="578199" y="160227"/>
                  </a:lnTo>
                  <a:lnTo>
                    <a:pt x="591965" y="159206"/>
                  </a:lnTo>
                  <a:lnTo>
                    <a:pt x="605732" y="158186"/>
                  </a:lnTo>
                  <a:lnTo>
                    <a:pt x="619499" y="157165"/>
                  </a:lnTo>
                  <a:lnTo>
                    <a:pt x="633265" y="156145"/>
                  </a:lnTo>
                  <a:lnTo>
                    <a:pt x="647032" y="155124"/>
                  </a:lnTo>
                  <a:lnTo>
                    <a:pt x="660799" y="154103"/>
                  </a:lnTo>
                  <a:lnTo>
                    <a:pt x="674565" y="153083"/>
                  </a:lnTo>
                  <a:lnTo>
                    <a:pt x="688332" y="152062"/>
                  </a:lnTo>
                  <a:lnTo>
                    <a:pt x="702098" y="151042"/>
                  </a:lnTo>
                  <a:lnTo>
                    <a:pt x="715865" y="150021"/>
                  </a:lnTo>
                  <a:lnTo>
                    <a:pt x="729632" y="149001"/>
                  </a:lnTo>
                  <a:lnTo>
                    <a:pt x="743398" y="147980"/>
                  </a:lnTo>
                  <a:lnTo>
                    <a:pt x="757165" y="146960"/>
                  </a:lnTo>
                  <a:lnTo>
                    <a:pt x="770932" y="145939"/>
                  </a:lnTo>
                  <a:lnTo>
                    <a:pt x="784698" y="144918"/>
                  </a:lnTo>
                  <a:lnTo>
                    <a:pt x="798465" y="143898"/>
                  </a:lnTo>
                  <a:lnTo>
                    <a:pt x="812232" y="142877"/>
                  </a:lnTo>
                  <a:lnTo>
                    <a:pt x="825998" y="141857"/>
                  </a:lnTo>
                  <a:lnTo>
                    <a:pt x="839765" y="140836"/>
                  </a:lnTo>
                  <a:lnTo>
                    <a:pt x="853532" y="139816"/>
                  </a:lnTo>
                  <a:lnTo>
                    <a:pt x="867298" y="138795"/>
                  </a:lnTo>
                  <a:lnTo>
                    <a:pt x="881065" y="137775"/>
                  </a:lnTo>
                  <a:lnTo>
                    <a:pt x="894832" y="136754"/>
                  </a:lnTo>
                  <a:lnTo>
                    <a:pt x="908598" y="135733"/>
                  </a:lnTo>
                  <a:lnTo>
                    <a:pt x="922365" y="134713"/>
                  </a:lnTo>
                  <a:lnTo>
                    <a:pt x="936131" y="133692"/>
                  </a:lnTo>
                  <a:lnTo>
                    <a:pt x="949898" y="132672"/>
                  </a:lnTo>
                  <a:lnTo>
                    <a:pt x="963665" y="131651"/>
                  </a:lnTo>
                  <a:lnTo>
                    <a:pt x="977431" y="130631"/>
                  </a:lnTo>
                  <a:lnTo>
                    <a:pt x="991198" y="129610"/>
                  </a:lnTo>
                  <a:lnTo>
                    <a:pt x="1004965" y="128590"/>
                  </a:lnTo>
                  <a:lnTo>
                    <a:pt x="1018731" y="127569"/>
                  </a:lnTo>
                  <a:lnTo>
                    <a:pt x="1032498" y="126548"/>
                  </a:lnTo>
                  <a:lnTo>
                    <a:pt x="1046265" y="125528"/>
                  </a:lnTo>
                  <a:lnTo>
                    <a:pt x="1060031" y="124507"/>
                  </a:lnTo>
                  <a:lnTo>
                    <a:pt x="1073798" y="123487"/>
                  </a:lnTo>
                  <a:lnTo>
                    <a:pt x="1087565" y="122466"/>
                  </a:lnTo>
                  <a:lnTo>
                    <a:pt x="1101331" y="121446"/>
                  </a:lnTo>
                  <a:lnTo>
                    <a:pt x="1115098" y="120425"/>
                  </a:lnTo>
                  <a:lnTo>
                    <a:pt x="1128864" y="119405"/>
                  </a:lnTo>
                  <a:lnTo>
                    <a:pt x="1142631" y="118384"/>
                  </a:lnTo>
                  <a:lnTo>
                    <a:pt x="1156398" y="117363"/>
                  </a:lnTo>
                  <a:lnTo>
                    <a:pt x="1170164" y="116343"/>
                  </a:lnTo>
                  <a:lnTo>
                    <a:pt x="1183931" y="115322"/>
                  </a:lnTo>
                  <a:lnTo>
                    <a:pt x="1197698" y="114302"/>
                  </a:lnTo>
                  <a:lnTo>
                    <a:pt x="1211464" y="113281"/>
                  </a:lnTo>
                  <a:lnTo>
                    <a:pt x="1225231" y="112261"/>
                  </a:lnTo>
                  <a:lnTo>
                    <a:pt x="1238998" y="111240"/>
                  </a:lnTo>
                  <a:lnTo>
                    <a:pt x="1252764" y="110220"/>
                  </a:lnTo>
                  <a:lnTo>
                    <a:pt x="1266531" y="109199"/>
                  </a:lnTo>
                  <a:lnTo>
                    <a:pt x="1280298" y="108178"/>
                  </a:lnTo>
                  <a:lnTo>
                    <a:pt x="1294064" y="107158"/>
                  </a:lnTo>
                  <a:lnTo>
                    <a:pt x="1307831" y="106137"/>
                  </a:lnTo>
                  <a:lnTo>
                    <a:pt x="1321598" y="105117"/>
                  </a:lnTo>
                  <a:lnTo>
                    <a:pt x="1335364" y="104096"/>
                  </a:lnTo>
                  <a:lnTo>
                    <a:pt x="1349131" y="103076"/>
                  </a:lnTo>
                  <a:lnTo>
                    <a:pt x="1362897" y="102055"/>
                  </a:lnTo>
                  <a:lnTo>
                    <a:pt x="1376664" y="101035"/>
                  </a:lnTo>
                  <a:lnTo>
                    <a:pt x="1390431" y="100014"/>
                  </a:lnTo>
                  <a:lnTo>
                    <a:pt x="1404197" y="98993"/>
                  </a:lnTo>
                  <a:lnTo>
                    <a:pt x="1417964" y="97973"/>
                  </a:lnTo>
                  <a:lnTo>
                    <a:pt x="1431731" y="96952"/>
                  </a:lnTo>
                  <a:lnTo>
                    <a:pt x="1445497" y="95932"/>
                  </a:lnTo>
                  <a:lnTo>
                    <a:pt x="1459264" y="94911"/>
                  </a:lnTo>
                  <a:lnTo>
                    <a:pt x="1473031" y="93891"/>
                  </a:lnTo>
                  <a:lnTo>
                    <a:pt x="1486797" y="92870"/>
                  </a:lnTo>
                  <a:lnTo>
                    <a:pt x="1500564" y="91850"/>
                  </a:lnTo>
                  <a:lnTo>
                    <a:pt x="1514331" y="90829"/>
                  </a:lnTo>
                  <a:lnTo>
                    <a:pt x="1528097" y="89808"/>
                  </a:lnTo>
                  <a:lnTo>
                    <a:pt x="1541864" y="88788"/>
                  </a:lnTo>
                  <a:lnTo>
                    <a:pt x="1555631" y="87767"/>
                  </a:lnTo>
                  <a:lnTo>
                    <a:pt x="1569397" y="86747"/>
                  </a:lnTo>
                  <a:lnTo>
                    <a:pt x="1583164" y="85726"/>
                  </a:lnTo>
                  <a:lnTo>
                    <a:pt x="1596930" y="84706"/>
                  </a:lnTo>
                  <a:lnTo>
                    <a:pt x="1610697" y="83685"/>
                  </a:lnTo>
                  <a:lnTo>
                    <a:pt x="1624464" y="82665"/>
                  </a:lnTo>
                  <a:lnTo>
                    <a:pt x="1638230" y="81644"/>
                  </a:lnTo>
                  <a:lnTo>
                    <a:pt x="1651997" y="80623"/>
                  </a:lnTo>
                  <a:lnTo>
                    <a:pt x="1665764" y="79603"/>
                  </a:lnTo>
                  <a:lnTo>
                    <a:pt x="1679530" y="78582"/>
                  </a:lnTo>
                  <a:lnTo>
                    <a:pt x="1693297" y="77562"/>
                  </a:lnTo>
                  <a:lnTo>
                    <a:pt x="1707064" y="76541"/>
                  </a:lnTo>
                  <a:lnTo>
                    <a:pt x="1720830" y="75521"/>
                  </a:lnTo>
                  <a:lnTo>
                    <a:pt x="1734597" y="74500"/>
                  </a:lnTo>
                  <a:lnTo>
                    <a:pt x="1748364" y="73480"/>
                  </a:lnTo>
                  <a:lnTo>
                    <a:pt x="1762130" y="72459"/>
                  </a:lnTo>
                  <a:lnTo>
                    <a:pt x="1775897" y="71438"/>
                  </a:lnTo>
                  <a:lnTo>
                    <a:pt x="1789664" y="70418"/>
                  </a:lnTo>
                  <a:lnTo>
                    <a:pt x="1803430" y="69397"/>
                  </a:lnTo>
                  <a:lnTo>
                    <a:pt x="1817197" y="68377"/>
                  </a:lnTo>
                  <a:lnTo>
                    <a:pt x="1830963" y="67356"/>
                  </a:lnTo>
                  <a:lnTo>
                    <a:pt x="1844730" y="66336"/>
                  </a:lnTo>
                  <a:lnTo>
                    <a:pt x="1858497" y="65315"/>
                  </a:lnTo>
                  <a:lnTo>
                    <a:pt x="1872263" y="64295"/>
                  </a:lnTo>
                  <a:lnTo>
                    <a:pt x="1886030" y="63274"/>
                  </a:lnTo>
                  <a:lnTo>
                    <a:pt x="1899797" y="62253"/>
                  </a:lnTo>
                  <a:lnTo>
                    <a:pt x="1913563" y="61233"/>
                  </a:lnTo>
                  <a:lnTo>
                    <a:pt x="1927330" y="60212"/>
                  </a:lnTo>
                  <a:lnTo>
                    <a:pt x="1941097" y="59192"/>
                  </a:lnTo>
                  <a:lnTo>
                    <a:pt x="1954863" y="58171"/>
                  </a:lnTo>
                  <a:lnTo>
                    <a:pt x="1968630" y="57151"/>
                  </a:lnTo>
                  <a:lnTo>
                    <a:pt x="1982397" y="56130"/>
                  </a:lnTo>
                  <a:lnTo>
                    <a:pt x="1996163" y="55110"/>
                  </a:lnTo>
                  <a:lnTo>
                    <a:pt x="2009930" y="54089"/>
                  </a:lnTo>
                  <a:lnTo>
                    <a:pt x="2023696" y="53068"/>
                  </a:lnTo>
                  <a:lnTo>
                    <a:pt x="2037463" y="52048"/>
                  </a:lnTo>
                  <a:lnTo>
                    <a:pt x="2051230" y="51027"/>
                  </a:lnTo>
                  <a:lnTo>
                    <a:pt x="2064996" y="50007"/>
                  </a:lnTo>
                  <a:lnTo>
                    <a:pt x="2078763" y="48986"/>
                  </a:lnTo>
                  <a:lnTo>
                    <a:pt x="2092530" y="47966"/>
                  </a:lnTo>
                  <a:lnTo>
                    <a:pt x="2106296" y="46945"/>
                  </a:lnTo>
                  <a:lnTo>
                    <a:pt x="2120063" y="45925"/>
                  </a:lnTo>
                  <a:lnTo>
                    <a:pt x="2133830" y="44904"/>
                  </a:lnTo>
                  <a:lnTo>
                    <a:pt x="2147596" y="43883"/>
                  </a:lnTo>
                  <a:lnTo>
                    <a:pt x="2161363" y="42863"/>
                  </a:lnTo>
                  <a:lnTo>
                    <a:pt x="2175130" y="41842"/>
                  </a:lnTo>
                  <a:lnTo>
                    <a:pt x="2188896" y="40822"/>
                  </a:lnTo>
                  <a:lnTo>
                    <a:pt x="2202663" y="39801"/>
                  </a:lnTo>
                  <a:lnTo>
                    <a:pt x="2216430" y="38781"/>
                  </a:lnTo>
                  <a:lnTo>
                    <a:pt x="2230196" y="37760"/>
                  </a:lnTo>
                  <a:lnTo>
                    <a:pt x="2243963" y="36740"/>
                  </a:lnTo>
                  <a:lnTo>
                    <a:pt x="2257729" y="35719"/>
                  </a:lnTo>
                  <a:lnTo>
                    <a:pt x="2271496" y="34698"/>
                  </a:lnTo>
                  <a:lnTo>
                    <a:pt x="2285263" y="33678"/>
                  </a:lnTo>
                  <a:lnTo>
                    <a:pt x="2299029" y="32657"/>
                  </a:lnTo>
                  <a:lnTo>
                    <a:pt x="2312796" y="31637"/>
                  </a:lnTo>
                  <a:lnTo>
                    <a:pt x="2326563" y="30616"/>
                  </a:lnTo>
                  <a:lnTo>
                    <a:pt x="2340329" y="29596"/>
                  </a:lnTo>
                  <a:lnTo>
                    <a:pt x="2354096" y="28575"/>
                  </a:lnTo>
                  <a:lnTo>
                    <a:pt x="2367863" y="27555"/>
                  </a:lnTo>
                  <a:lnTo>
                    <a:pt x="2381629" y="26534"/>
                  </a:lnTo>
                  <a:lnTo>
                    <a:pt x="2395396" y="25513"/>
                  </a:lnTo>
                  <a:lnTo>
                    <a:pt x="2409163" y="24493"/>
                  </a:lnTo>
                  <a:lnTo>
                    <a:pt x="2422929" y="23472"/>
                  </a:lnTo>
                  <a:lnTo>
                    <a:pt x="2436696" y="22452"/>
                  </a:lnTo>
                  <a:lnTo>
                    <a:pt x="2450463" y="21431"/>
                  </a:lnTo>
                  <a:lnTo>
                    <a:pt x="2464229" y="20411"/>
                  </a:lnTo>
                  <a:lnTo>
                    <a:pt x="2477996" y="19390"/>
                  </a:lnTo>
                  <a:lnTo>
                    <a:pt x="2491762" y="18370"/>
                  </a:lnTo>
                  <a:lnTo>
                    <a:pt x="2505529" y="17349"/>
                  </a:lnTo>
                  <a:lnTo>
                    <a:pt x="2519296" y="16328"/>
                  </a:lnTo>
                  <a:lnTo>
                    <a:pt x="2533062" y="15308"/>
                  </a:lnTo>
                  <a:lnTo>
                    <a:pt x="2546829" y="14287"/>
                  </a:lnTo>
                  <a:lnTo>
                    <a:pt x="2560596" y="13267"/>
                  </a:lnTo>
                  <a:lnTo>
                    <a:pt x="2574362" y="12246"/>
                  </a:lnTo>
                  <a:lnTo>
                    <a:pt x="2588129" y="11226"/>
                  </a:lnTo>
                  <a:lnTo>
                    <a:pt x="2601896" y="10205"/>
                  </a:lnTo>
                  <a:lnTo>
                    <a:pt x="2615662" y="9185"/>
                  </a:lnTo>
                  <a:lnTo>
                    <a:pt x="2629429" y="8164"/>
                  </a:lnTo>
                  <a:lnTo>
                    <a:pt x="2643196" y="7143"/>
                  </a:lnTo>
                  <a:lnTo>
                    <a:pt x="2656962" y="6123"/>
                  </a:lnTo>
                  <a:lnTo>
                    <a:pt x="2670729" y="5102"/>
                  </a:lnTo>
                  <a:lnTo>
                    <a:pt x="2684496" y="4082"/>
                  </a:lnTo>
                  <a:lnTo>
                    <a:pt x="2698262" y="3061"/>
                  </a:lnTo>
                  <a:lnTo>
                    <a:pt x="2712029" y="2041"/>
                  </a:lnTo>
                  <a:lnTo>
                    <a:pt x="2725795" y="1020"/>
                  </a:lnTo>
                  <a:lnTo>
                    <a:pt x="2739562" y="0"/>
                  </a:lnTo>
                </a:path>
              </a:pathLst>
            </a:custGeom>
            <a:ln w="27101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4" name="pl33614"/>
            <p:cNvSpPr/>
            <p:nvPr/>
          </p:nvSpPr>
          <p:spPr>
            <a:xfrm>
              <a:off x="5480927" y="3212432"/>
              <a:ext cx="3288224" cy="137224"/>
            </a:xfrm>
            <a:custGeom>
              <a:avLst/>
              <a:pathLst>
                <a:path w="3288224" h="137224">
                  <a:moveTo>
                    <a:pt x="0" y="0"/>
                  </a:moveTo>
                  <a:lnTo>
                    <a:pt x="16523" y="689"/>
                  </a:lnTo>
                  <a:lnTo>
                    <a:pt x="33047" y="1379"/>
                  </a:lnTo>
                  <a:lnTo>
                    <a:pt x="49571" y="2068"/>
                  </a:lnTo>
                  <a:lnTo>
                    <a:pt x="66094" y="2758"/>
                  </a:lnTo>
                  <a:lnTo>
                    <a:pt x="82618" y="3447"/>
                  </a:lnTo>
                  <a:lnTo>
                    <a:pt x="99142" y="4137"/>
                  </a:lnTo>
                  <a:lnTo>
                    <a:pt x="115666" y="4826"/>
                  </a:lnTo>
                  <a:lnTo>
                    <a:pt x="132189" y="5516"/>
                  </a:lnTo>
                  <a:lnTo>
                    <a:pt x="148713" y="6206"/>
                  </a:lnTo>
                  <a:lnTo>
                    <a:pt x="165237" y="6895"/>
                  </a:lnTo>
                  <a:lnTo>
                    <a:pt x="181761" y="7585"/>
                  </a:lnTo>
                  <a:lnTo>
                    <a:pt x="198284" y="8274"/>
                  </a:lnTo>
                  <a:lnTo>
                    <a:pt x="214808" y="8964"/>
                  </a:lnTo>
                  <a:lnTo>
                    <a:pt x="231332" y="9653"/>
                  </a:lnTo>
                  <a:lnTo>
                    <a:pt x="247856" y="10343"/>
                  </a:lnTo>
                  <a:lnTo>
                    <a:pt x="264379" y="11033"/>
                  </a:lnTo>
                  <a:lnTo>
                    <a:pt x="280903" y="11722"/>
                  </a:lnTo>
                  <a:lnTo>
                    <a:pt x="297427" y="12412"/>
                  </a:lnTo>
                  <a:lnTo>
                    <a:pt x="313951" y="13101"/>
                  </a:lnTo>
                  <a:lnTo>
                    <a:pt x="330474" y="13791"/>
                  </a:lnTo>
                  <a:lnTo>
                    <a:pt x="346998" y="14480"/>
                  </a:lnTo>
                  <a:lnTo>
                    <a:pt x="363522" y="15170"/>
                  </a:lnTo>
                  <a:lnTo>
                    <a:pt x="380046" y="15860"/>
                  </a:lnTo>
                  <a:lnTo>
                    <a:pt x="396569" y="16549"/>
                  </a:lnTo>
                  <a:lnTo>
                    <a:pt x="413093" y="17239"/>
                  </a:lnTo>
                  <a:lnTo>
                    <a:pt x="429617" y="17928"/>
                  </a:lnTo>
                  <a:lnTo>
                    <a:pt x="446141" y="18618"/>
                  </a:lnTo>
                  <a:lnTo>
                    <a:pt x="462664" y="19307"/>
                  </a:lnTo>
                  <a:lnTo>
                    <a:pt x="479188" y="19997"/>
                  </a:lnTo>
                  <a:lnTo>
                    <a:pt x="495712" y="20687"/>
                  </a:lnTo>
                  <a:lnTo>
                    <a:pt x="512236" y="21376"/>
                  </a:lnTo>
                  <a:lnTo>
                    <a:pt x="528759" y="22066"/>
                  </a:lnTo>
                  <a:lnTo>
                    <a:pt x="545283" y="22755"/>
                  </a:lnTo>
                  <a:lnTo>
                    <a:pt x="561807" y="23445"/>
                  </a:lnTo>
                  <a:lnTo>
                    <a:pt x="578330" y="24134"/>
                  </a:lnTo>
                  <a:lnTo>
                    <a:pt x="594854" y="24824"/>
                  </a:lnTo>
                  <a:lnTo>
                    <a:pt x="611378" y="25514"/>
                  </a:lnTo>
                  <a:lnTo>
                    <a:pt x="627902" y="26203"/>
                  </a:lnTo>
                  <a:lnTo>
                    <a:pt x="644425" y="26893"/>
                  </a:lnTo>
                  <a:lnTo>
                    <a:pt x="660949" y="27582"/>
                  </a:lnTo>
                  <a:lnTo>
                    <a:pt x="677473" y="28272"/>
                  </a:lnTo>
                  <a:lnTo>
                    <a:pt x="693997" y="28961"/>
                  </a:lnTo>
                  <a:lnTo>
                    <a:pt x="710520" y="29651"/>
                  </a:lnTo>
                  <a:lnTo>
                    <a:pt x="727044" y="30341"/>
                  </a:lnTo>
                  <a:lnTo>
                    <a:pt x="743568" y="31030"/>
                  </a:lnTo>
                  <a:lnTo>
                    <a:pt x="760092" y="31720"/>
                  </a:lnTo>
                  <a:lnTo>
                    <a:pt x="776615" y="32409"/>
                  </a:lnTo>
                  <a:lnTo>
                    <a:pt x="793139" y="33099"/>
                  </a:lnTo>
                  <a:lnTo>
                    <a:pt x="809663" y="33788"/>
                  </a:lnTo>
                  <a:lnTo>
                    <a:pt x="826187" y="34478"/>
                  </a:lnTo>
                  <a:lnTo>
                    <a:pt x="842710" y="35167"/>
                  </a:lnTo>
                  <a:lnTo>
                    <a:pt x="859234" y="35857"/>
                  </a:lnTo>
                  <a:lnTo>
                    <a:pt x="875758" y="36547"/>
                  </a:lnTo>
                  <a:lnTo>
                    <a:pt x="892282" y="37236"/>
                  </a:lnTo>
                  <a:lnTo>
                    <a:pt x="908805" y="37926"/>
                  </a:lnTo>
                  <a:lnTo>
                    <a:pt x="925329" y="38615"/>
                  </a:lnTo>
                  <a:lnTo>
                    <a:pt x="941853" y="39305"/>
                  </a:lnTo>
                  <a:lnTo>
                    <a:pt x="958377" y="39994"/>
                  </a:lnTo>
                  <a:lnTo>
                    <a:pt x="974900" y="40684"/>
                  </a:lnTo>
                  <a:lnTo>
                    <a:pt x="991424" y="41374"/>
                  </a:lnTo>
                  <a:lnTo>
                    <a:pt x="1007948" y="42063"/>
                  </a:lnTo>
                  <a:lnTo>
                    <a:pt x="1024472" y="42753"/>
                  </a:lnTo>
                  <a:lnTo>
                    <a:pt x="1040995" y="43442"/>
                  </a:lnTo>
                  <a:lnTo>
                    <a:pt x="1057519" y="44132"/>
                  </a:lnTo>
                  <a:lnTo>
                    <a:pt x="1074043" y="44821"/>
                  </a:lnTo>
                  <a:lnTo>
                    <a:pt x="1090567" y="45511"/>
                  </a:lnTo>
                  <a:lnTo>
                    <a:pt x="1107090" y="46201"/>
                  </a:lnTo>
                  <a:lnTo>
                    <a:pt x="1123614" y="46890"/>
                  </a:lnTo>
                  <a:lnTo>
                    <a:pt x="1140138" y="47580"/>
                  </a:lnTo>
                  <a:lnTo>
                    <a:pt x="1156661" y="48269"/>
                  </a:lnTo>
                  <a:lnTo>
                    <a:pt x="1173185" y="48959"/>
                  </a:lnTo>
                  <a:lnTo>
                    <a:pt x="1189709" y="49648"/>
                  </a:lnTo>
                  <a:lnTo>
                    <a:pt x="1206233" y="50338"/>
                  </a:lnTo>
                  <a:lnTo>
                    <a:pt x="1222756" y="51028"/>
                  </a:lnTo>
                  <a:lnTo>
                    <a:pt x="1239280" y="51717"/>
                  </a:lnTo>
                  <a:lnTo>
                    <a:pt x="1255804" y="52407"/>
                  </a:lnTo>
                  <a:lnTo>
                    <a:pt x="1272328" y="53096"/>
                  </a:lnTo>
                  <a:lnTo>
                    <a:pt x="1288851" y="53786"/>
                  </a:lnTo>
                  <a:lnTo>
                    <a:pt x="1305375" y="54475"/>
                  </a:lnTo>
                  <a:lnTo>
                    <a:pt x="1321899" y="55165"/>
                  </a:lnTo>
                  <a:lnTo>
                    <a:pt x="1338423" y="55855"/>
                  </a:lnTo>
                  <a:lnTo>
                    <a:pt x="1354946" y="56544"/>
                  </a:lnTo>
                  <a:lnTo>
                    <a:pt x="1371470" y="57234"/>
                  </a:lnTo>
                  <a:lnTo>
                    <a:pt x="1387994" y="57923"/>
                  </a:lnTo>
                  <a:lnTo>
                    <a:pt x="1404518" y="58613"/>
                  </a:lnTo>
                  <a:lnTo>
                    <a:pt x="1421041" y="59302"/>
                  </a:lnTo>
                  <a:lnTo>
                    <a:pt x="1437565" y="59992"/>
                  </a:lnTo>
                  <a:lnTo>
                    <a:pt x="1454089" y="60682"/>
                  </a:lnTo>
                  <a:lnTo>
                    <a:pt x="1470613" y="61371"/>
                  </a:lnTo>
                  <a:lnTo>
                    <a:pt x="1487136" y="62061"/>
                  </a:lnTo>
                  <a:lnTo>
                    <a:pt x="1503660" y="62750"/>
                  </a:lnTo>
                  <a:lnTo>
                    <a:pt x="1520184" y="63440"/>
                  </a:lnTo>
                  <a:lnTo>
                    <a:pt x="1536708" y="64129"/>
                  </a:lnTo>
                  <a:lnTo>
                    <a:pt x="1553231" y="64819"/>
                  </a:lnTo>
                  <a:lnTo>
                    <a:pt x="1569755" y="65508"/>
                  </a:lnTo>
                  <a:lnTo>
                    <a:pt x="1586279" y="66198"/>
                  </a:lnTo>
                  <a:lnTo>
                    <a:pt x="1602803" y="66888"/>
                  </a:lnTo>
                  <a:lnTo>
                    <a:pt x="1619326" y="67577"/>
                  </a:lnTo>
                  <a:lnTo>
                    <a:pt x="1635850" y="68267"/>
                  </a:lnTo>
                  <a:lnTo>
                    <a:pt x="1652374" y="68956"/>
                  </a:lnTo>
                  <a:lnTo>
                    <a:pt x="1668898" y="69646"/>
                  </a:lnTo>
                  <a:lnTo>
                    <a:pt x="1685421" y="70335"/>
                  </a:lnTo>
                  <a:lnTo>
                    <a:pt x="1701945" y="71025"/>
                  </a:lnTo>
                  <a:lnTo>
                    <a:pt x="1718469" y="71715"/>
                  </a:lnTo>
                  <a:lnTo>
                    <a:pt x="1734992" y="72404"/>
                  </a:lnTo>
                  <a:lnTo>
                    <a:pt x="1751516" y="73094"/>
                  </a:lnTo>
                  <a:lnTo>
                    <a:pt x="1768040" y="73783"/>
                  </a:lnTo>
                  <a:lnTo>
                    <a:pt x="1784564" y="74473"/>
                  </a:lnTo>
                  <a:lnTo>
                    <a:pt x="1801087" y="75162"/>
                  </a:lnTo>
                  <a:lnTo>
                    <a:pt x="1817611" y="75852"/>
                  </a:lnTo>
                  <a:lnTo>
                    <a:pt x="1834135" y="76542"/>
                  </a:lnTo>
                  <a:lnTo>
                    <a:pt x="1850659" y="77231"/>
                  </a:lnTo>
                  <a:lnTo>
                    <a:pt x="1867182" y="77921"/>
                  </a:lnTo>
                  <a:lnTo>
                    <a:pt x="1883706" y="78610"/>
                  </a:lnTo>
                  <a:lnTo>
                    <a:pt x="1900230" y="79300"/>
                  </a:lnTo>
                  <a:lnTo>
                    <a:pt x="1916754" y="79989"/>
                  </a:lnTo>
                  <a:lnTo>
                    <a:pt x="1933277" y="80679"/>
                  </a:lnTo>
                  <a:lnTo>
                    <a:pt x="1949801" y="81369"/>
                  </a:lnTo>
                  <a:lnTo>
                    <a:pt x="1966325" y="82058"/>
                  </a:lnTo>
                  <a:lnTo>
                    <a:pt x="1982849" y="82748"/>
                  </a:lnTo>
                  <a:lnTo>
                    <a:pt x="1999372" y="83437"/>
                  </a:lnTo>
                  <a:lnTo>
                    <a:pt x="2015896" y="84127"/>
                  </a:lnTo>
                  <a:lnTo>
                    <a:pt x="2032420" y="84816"/>
                  </a:lnTo>
                  <a:lnTo>
                    <a:pt x="2048944" y="85506"/>
                  </a:lnTo>
                  <a:lnTo>
                    <a:pt x="2065467" y="86196"/>
                  </a:lnTo>
                  <a:lnTo>
                    <a:pt x="2081991" y="86885"/>
                  </a:lnTo>
                  <a:lnTo>
                    <a:pt x="2098515" y="87575"/>
                  </a:lnTo>
                  <a:lnTo>
                    <a:pt x="2115039" y="88264"/>
                  </a:lnTo>
                  <a:lnTo>
                    <a:pt x="2131562" y="88954"/>
                  </a:lnTo>
                  <a:lnTo>
                    <a:pt x="2148086" y="89643"/>
                  </a:lnTo>
                  <a:lnTo>
                    <a:pt x="2164610" y="90333"/>
                  </a:lnTo>
                  <a:lnTo>
                    <a:pt x="2181134" y="91023"/>
                  </a:lnTo>
                  <a:lnTo>
                    <a:pt x="2197657" y="91712"/>
                  </a:lnTo>
                  <a:lnTo>
                    <a:pt x="2214181" y="92402"/>
                  </a:lnTo>
                  <a:lnTo>
                    <a:pt x="2230705" y="93091"/>
                  </a:lnTo>
                  <a:lnTo>
                    <a:pt x="2247229" y="93781"/>
                  </a:lnTo>
                  <a:lnTo>
                    <a:pt x="2263752" y="94470"/>
                  </a:lnTo>
                  <a:lnTo>
                    <a:pt x="2280276" y="95160"/>
                  </a:lnTo>
                  <a:lnTo>
                    <a:pt x="2296800" y="95850"/>
                  </a:lnTo>
                  <a:lnTo>
                    <a:pt x="2313323" y="96539"/>
                  </a:lnTo>
                  <a:lnTo>
                    <a:pt x="2329847" y="97229"/>
                  </a:lnTo>
                  <a:lnTo>
                    <a:pt x="2346371" y="97918"/>
                  </a:lnTo>
                  <a:lnTo>
                    <a:pt x="2362895" y="98608"/>
                  </a:lnTo>
                  <a:lnTo>
                    <a:pt x="2379418" y="99297"/>
                  </a:lnTo>
                  <a:lnTo>
                    <a:pt x="2395942" y="99987"/>
                  </a:lnTo>
                  <a:lnTo>
                    <a:pt x="2412466" y="100676"/>
                  </a:lnTo>
                  <a:lnTo>
                    <a:pt x="2428990" y="101366"/>
                  </a:lnTo>
                  <a:lnTo>
                    <a:pt x="2445513" y="102056"/>
                  </a:lnTo>
                  <a:lnTo>
                    <a:pt x="2462037" y="102745"/>
                  </a:lnTo>
                  <a:lnTo>
                    <a:pt x="2478561" y="103435"/>
                  </a:lnTo>
                  <a:lnTo>
                    <a:pt x="2495085" y="104124"/>
                  </a:lnTo>
                  <a:lnTo>
                    <a:pt x="2511608" y="104814"/>
                  </a:lnTo>
                  <a:lnTo>
                    <a:pt x="2528132" y="105503"/>
                  </a:lnTo>
                  <a:lnTo>
                    <a:pt x="2544656" y="106193"/>
                  </a:lnTo>
                  <a:lnTo>
                    <a:pt x="2561180" y="106883"/>
                  </a:lnTo>
                  <a:lnTo>
                    <a:pt x="2577703" y="107572"/>
                  </a:lnTo>
                  <a:lnTo>
                    <a:pt x="2594227" y="108262"/>
                  </a:lnTo>
                  <a:lnTo>
                    <a:pt x="2610751" y="108951"/>
                  </a:lnTo>
                  <a:lnTo>
                    <a:pt x="2627275" y="109641"/>
                  </a:lnTo>
                  <a:lnTo>
                    <a:pt x="2643798" y="110330"/>
                  </a:lnTo>
                  <a:lnTo>
                    <a:pt x="2660322" y="111020"/>
                  </a:lnTo>
                  <a:lnTo>
                    <a:pt x="2676846" y="111710"/>
                  </a:lnTo>
                  <a:lnTo>
                    <a:pt x="2693370" y="112399"/>
                  </a:lnTo>
                  <a:lnTo>
                    <a:pt x="2709893" y="113089"/>
                  </a:lnTo>
                  <a:lnTo>
                    <a:pt x="2726417" y="113778"/>
                  </a:lnTo>
                  <a:lnTo>
                    <a:pt x="2742941" y="114468"/>
                  </a:lnTo>
                  <a:lnTo>
                    <a:pt x="2759465" y="115157"/>
                  </a:lnTo>
                  <a:lnTo>
                    <a:pt x="2775988" y="115847"/>
                  </a:lnTo>
                  <a:lnTo>
                    <a:pt x="2792512" y="116537"/>
                  </a:lnTo>
                  <a:lnTo>
                    <a:pt x="2809036" y="117226"/>
                  </a:lnTo>
                  <a:lnTo>
                    <a:pt x="2825559" y="117916"/>
                  </a:lnTo>
                  <a:lnTo>
                    <a:pt x="2842083" y="118605"/>
                  </a:lnTo>
                  <a:lnTo>
                    <a:pt x="2858607" y="119295"/>
                  </a:lnTo>
                  <a:lnTo>
                    <a:pt x="2875131" y="119984"/>
                  </a:lnTo>
                  <a:lnTo>
                    <a:pt x="2891654" y="120674"/>
                  </a:lnTo>
                  <a:lnTo>
                    <a:pt x="2908178" y="121364"/>
                  </a:lnTo>
                  <a:lnTo>
                    <a:pt x="2924702" y="122053"/>
                  </a:lnTo>
                  <a:lnTo>
                    <a:pt x="2941226" y="122743"/>
                  </a:lnTo>
                  <a:lnTo>
                    <a:pt x="2957749" y="123432"/>
                  </a:lnTo>
                  <a:lnTo>
                    <a:pt x="2974273" y="124122"/>
                  </a:lnTo>
                  <a:lnTo>
                    <a:pt x="2990797" y="124811"/>
                  </a:lnTo>
                  <a:lnTo>
                    <a:pt x="3007321" y="125501"/>
                  </a:lnTo>
                  <a:lnTo>
                    <a:pt x="3023844" y="126191"/>
                  </a:lnTo>
                  <a:lnTo>
                    <a:pt x="3040368" y="126880"/>
                  </a:lnTo>
                  <a:lnTo>
                    <a:pt x="3056892" y="127570"/>
                  </a:lnTo>
                  <a:lnTo>
                    <a:pt x="3073416" y="128259"/>
                  </a:lnTo>
                  <a:lnTo>
                    <a:pt x="3089939" y="128949"/>
                  </a:lnTo>
                  <a:lnTo>
                    <a:pt x="3106463" y="129638"/>
                  </a:lnTo>
                  <a:lnTo>
                    <a:pt x="3122987" y="130328"/>
                  </a:lnTo>
                  <a:lnTo>
                    <a:pt x="3139511" y="131017"/>
                  </a:lnTo>
                  <a:lnTo>
                    <a:pt x="3156034" y="131707"/>
                  </a:lnTo>
                  <a:lnTo>
                    <a:pt x="3172558" y="132397"/>
                  </a:lnTo>
                  <a:lnTo>
                    <a:pt x="3189082" y="133086"/>
                  </a:lnTo>
                  <a:lnTo>
                    <a:pt x="3205606" y="133776"/>
                  </a:lnTo>
                  <a:lnTo>
                    <a:pt x="3222129" y="134465"/>
                  </a:lnTo>
                  <a:lnTo>
                    <a:pt x="3238653" y="135155"/>
                  </a:lnTo>
                  <a:lnTo>
                    <a:pt x="3255177" y="135844"/>
                  </a:lnTo>
                  <a:lnTo>
                    <a:pt x="3271701" y="136534"/>
                  </a:lnTo>
                  <a:lnTo>
                    <a:pt x="3288224" y="137224"/>
                  </a:lnTo>
                </a:path>
              </a:pathLst>
            </a:custGeom>
            <a:ln w="27101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5" name="pl33615"/>
            <p:cNvSpPr/>
            <p:nvPr/>
          </p:nvSpPr>
          <p:spPr>
            <a:xfrm>
              <a:off x="5278838" y="2651594"/>
              <a:ext cx="4472396" cy="1234023"/>
            </a:xfrm>
            <a:custGeom>
              <a:avLst/>
              <a:pathLst>
                <a:path w="4472396" h="1234023">
                  <a:moveTo>
                    <a:pt x="0" y="0"/>
                  </a:moveTo>
                  <a:lnTo>
                    <a:pt x="22474" y="6201"/>
                  </a:lnTo>
                  <a:lnTo>
                    <a:pt x="44948" y="12402"/>
                  </a:lnTo>
                  <a:lnTo>
                    <a:pt x="67423" y="18603"/>
                  </a:lnTo>
                  <a:lnTo>
                    <a:pt x="89897" y="24804"/>
                  </a:lnTo>
                  <a:lnTo>
                    <a:pt x="112371" y="31005"/>
                  </a:lnTo>
                  <a:lnTo>
                    <a:pt x="134846" y="37206"/>
                  </a:lnTo>
                  <a:lnTo>
                    <a:pt x="157320" y="43407"/>
                  </a:lnTo>
                  <a:lnTo>
                    <a:pt x="179794" y="49608"/>
                  </a:lnTo>
                  <a:lnTo>
                    <a:pt x="202269" y="55810"/>
                  </a:lnTo>
                  <a:lnTo>
                    <a:pt x="224743" y="62011"/>
                  </a:lnTo>
                  <a:lnTo>
                    <a:pt x="247217" y="68212"/>
                  </a:lnTo>
                  <a:lnTo>
                    <a:pt x="269692" y="74413"/>
                  </a:lnTo>
                  <a:lnTo>
                    <a:pt x="292166" y="80614"/>
                  </a:lnTo>
                  <a:lnTo>
                    <a:pt x="314640" y="86815"/>
                  </a:lnTo>
                  <a:lnTo>
                    <a:pt x="337115" y="93016"/>
                  </a:lnTo>
                  <a:lnTo>
                    <a:pt x="359589" y="99217"/>
                  </a:lnTo>
                  <a:lnTo>
                    <a:pt x="382063" y="105419"/>
                  </a:lnTo>
                  <a:lnTo>
                    <a:pt x="404538" y="111620"/>
                  </a:lnTo>
                  <a:lnTo>
                    <a:pt x="427012" y="117821"/>
                  </a:lnTo>
                  <a:lnTo>
                    <a:pt x="449487" y="124022"/>
                  </a:lnTo>
                  <a:lnTo>
                    <a:pt x="471961" y="130223"/>
                  </a:lnTo>
                  <a:lnTo>
                    <a:pt x="494435" y="136424"/>
                  </a:lnTo>
                  <a:lnTo>
                    <a:pt x="516910" y="142625"/>
                  </a:lnTo>
                  <a:lnTo>
                    <a:pt x="539384" y="148826"/>
                  </a:lnTo>
                  <a:lnTo>
                    <a:pt x="561858" y="155028"/>
                  </a:lnTo>
                  <a:lnTo>
                    <a:pt x="584333" y="161229"/>
                  </a:lnTo>
                  <a:lnTo>
                    <a:pt x="606807" y="167430"/>
                  </a:lnTo>
                  <a:lnTo>
                    <a:pt x="629281" y="173631"/>
                  </a:lnTo>
                  <a:lnTo>
                    <a:pt x="651756" y="179832"/>
                  </a:lnTo>
                  <a:lnTo>
                    <a:pt x="674230" y="186033"/>
                  </a:lnTo>
                  <a:lnTo>
                    <a:pt x="696704" y="192234"/>
                  </a:lnTo>
                  <a:lnTo>
                    <a:pt x="719179" y="198435"/>
                  </a:lnTo>
                  <a:lnTo>
                    <a:pt x="741653" y="204637"/>
                  </a:lnTo>
                  <a:lnTo>
                    <a:pt x="764127" y="210838"/>
                  </a:lnTo>
                  <a:lnTo>
                    <a:pt x="786602" y="217039"/>
                  </a:lnTo>
                  <a:lnTo>
                    <a:pt x="809076" y="223240"/>
                  </a:lnTo>
                  <a:lnTo>
                    <a:pt x="831551" y="229441"/>
                  </a:lnTo>
                  <a:lnTo>
                    <a:pt x="854025" y="235642"/>
                  </a:lnTo>
                  <a:lnTo>
                    <a:pt x="876499" y="241843"/>
                  </a:lnTo>
                  <a:lnTo>
                    <a:pt x="898974" y="248044"/>
                  </a:lnTo>
                  <a:lnTo>
                    <a:pt x="921448" y="254246"/>
                  </a:lnTo>
                  <a:lnTo>
                    <a:pt x="943922" y="260447"/>
                  </a:lnTo>
                  <a:lnTo>
                    <a:pt x="966397" y="266648"/>
                  </a:lnTo>
                  <a:lnTo>
                    <a:pt x="988871" y="272849"/>
                  </a:lnTo>
                  <a:lnTo>
                    <a:pt x="1011345" y="279050"/>
                  </a:lnTo>
                  <a:lnTo>
                    <a:pt x="1033820" y="285251"/>
                  </a:lnTo>
                  <a:lnTo>
                    <a:pt x="1056294" y="291452"/>
                  </a:lnTo>
                  <a:lnTo>
                    <a:pt x="1078768" y="297653"/>
                  </a:lnTo>
                  <a:lnTo>
                    <a:pt x="1101243" y="303855"/>
                  </a:lnTo>
                  <a:lnTo>
                    <a:pt x="1123717" y="310056"/>
                  </a:lnTo>
                  <a:lnTo>
                    <a:pt x="1146191" y="316257"/>
                  </a:lnTo>
                  <a:lnTo>
                    <a:pt x="1168666" y="322458"/>
                  </a:lnTo>
                  <a:lnTo>
                    <a:pt x="1191140" y="328659"/>
                  </a:lnTo>
                  <a:lnTo>
                    <a:pt x="1213615" y="334860"/>
                  </a:lnTo>
                  <a:lnTo>
                    <a:pt x="1236089" y="341061"/>
                  </a:lnTo>
                  <a:lnTo>
                    <a:pt x="1258563" y="347262"/>
                  </a:lnTo>
                  <a:lnTo>
                    <a:pt x="1281038" y="353464"/>
                  </a:lnTo>
                  <a:lnTo>
                    <a:pt x="1303512" y="359665"/>
                  </a:lnTo>
                  <a:lnTo>
                    <a:pt x="1325986" y="365866"/>
                  </a:lnTo>
                  <a:lnTo>
                    <a:pt x="1348461" y="372067"/>
                  </a:lnTo>
                  <a:lnTo>
                    <a:pt x="1370935" y="378268"/>
                  </a:lnTo>
                  <a:lnTo>
                    <a:pt x="1393409" y="384469"/>
                  </a:lnTo>
                  <a:lnTo>
                    <a:pt x="1415884" y="390670"/>
                  </a:lnTo>
                  <a:lnTo>
                    <a:pt x="1438358" y="396871"/>
                  </a:lnTo>
                  <a:lnTo>
                    <a:pt x="1460832" y="403073"/>
                  </a:lnTo>
                  <a:lnTo>
                    <a:pt x="1483307" y="409274"/>
                  </a:lnTo>
                  <a:lnTo>
                    <a:pt x="1505781" y="415475"/>
                  </a:lnTo>
                  <a:lnTo>
                    <a:pt x="1528255" y="421676"/>
                  </a:lnTo>
                  <a:lnTo>
                    <a:pt x="1550730" y="427877"/>
                  </a:lnTo>
                  <a:lnTo>
                    <a:pt x="1573204" y="434078"/>
                  </a:lnTo>
                  <a:lnTo>
                    <a:pt x="1595678" y="440279"/>
                  </a:lnTo>
                  <a:lnTo>
                    <a:pt x="1618153" y="446480"/>
                  </a:lnTo>
                  <a:lnTo>
                    <a:pt x="1640627" y="452682"/>
                  </a:lnTo>
                  <a:lnTo>
                    <a:pt x="1663102" y="458883"/>
                  </a:lnTo>
                  <a:lnTo>
                    <a:pt x="1685576" y="465084"/>
                  </a:lnTo>
                  <a:lnTo>
                    <a:pt x="1708050" y="471285"/>
                  </a:lnTo>
                  <a:lnTo>
                    <a:pt x="1730525" y="477486"/>
                  </a:lnTo>
                  <a:lnTo>
                    <a:pt x="1752999" y="483687"/>
                  </a:lnTo>
                  <a:lnTo>
                    <a:pt x="1775473" y="489888"/>
                  </a:lnTo>
                  <a:lnTo>
                    <a:pt x="1797948" y="496089"/>
                  </a:lnTo>
                  <a:lnTo>
                    <a:pt x="1820422" y="502291"/>
                  </a:lnTo>
                  <a:lnTo>
                    <a:pt x="1842896" y="508492"/>
                  </a:lnTo>
                  <a:lnTo>
                    <a:pt x="1865371" y="514693"/>
                  </a:lnTo>
                  <a:lnTo>
                    <a:pt x="1887845" y="520894"/>
                  </a:lnTo>
                  <a:lnTo>
                    <a:pt x="1910319" y="527095"/>
                  </a:lnTo>
                  <a:lnTo>
                    <a:pt x="1932794" y="533296"/>
                  </a:lnTo>
                  <a:lnTo>
                    <a:pt x="1955268" y="539497"/>
                  </a:lnTo>
                  <a:lnTo>
                    <a:pt x="1977742" y="545698"/>
                  </a:lnTo>
                  <a:lnTo>
                    <a:pt x="2000217" y="551900"/>
                  </a:lnTo>
                  <a:lnTo>
                    <a:pt x="2022691" y="558101"/>
                  </a:lnTo>
                  <a:lnTo>
                    <a:pt x="2045166" y="564302"/>
                  </a:lnTo>
                  <a:lnTo>
                    <a:pt x="2067640" y="570503"/>
                  </a:lnTo>
                  <a:lnTo>
                    <a:pt x="2090114" y="576704"/>
                  </a:lnTo>
                  <a:lnTo>
                    <a:pt x="2112589" y="582905"/>
                  </a:lnTo>
                  <a:lnTo>
                    <a:pt x="2135063" y="589106"/>
                  </a:lnTo>
                  <a:lnTo>
                    <a:pt x="2157537" y="595307"/>
                  </a:lnTo>
                  <a:lnTo>
                    <a:pt x="2180012" y="601509"/>
                  </a:lnTo>
                  <a:lnTo>
                    <a:pt x="2202486" y="607710"/>
                  </a:lnTo>
                  <a:lnTo>
                    <a:pt x="2224960" y="613911"/>
                  </a:lnTo>
                  <a:lnTo>
                    <a:pt x="2247435" y="620112"/>
                  </a:lnTo>
                  <a:lnTo>
                    <a:pt x="2269909" y="626313"/>
                  </a:lnTo>
                  <a:lnTo>
                    <a:pt x="2292383" y="632514"/>
                  </a:lnTo>
                  <a:lnTo>
                    <a:pt x="2314858" y="638715"/>
                  </a:lnTo>
                  <a:lnTo>
                    <a:pt x="2337332" y="644916"/>
                  </a:lnTo>
                  <a:lnTo>
                    <a:pt x="2359806" y="651118"/>
                  </a:lnTo>
                  <a:lnTo>
                    <a:pt x="2382281" y="657319"/>
                  </a:lnTo>
                  <a:lnTo>
                    <a:pt x="2404755" y="663520"/>
                  </a:lnTo>
                  <a:lnTo>
                    <a:pt x="2427230" y="669721"/>
                  </a:lnTo>
                  <a:lnTo>
                    <a:pt x="2449704" y="675922"/>
                  </a:lnTo>
                  <a:lnTo>
                    <a:pt x="2472178" y="682123"/>
                  </a:lnTo>
                  <a:lnTo>
                    <a:pt x="2494653" y="688324"/>
                  </a:lnTo>
                  <a:lnTo>
                    <a:pt x="2517127" y="694525"/>
                  </a:lnTo>
                  <a:lnTo>
                    <a:pt x="2539601" y="700727"/>
                  </a:lnTo>
                  <a:lnTo>
                    <a:pt x="2562076" y="706928"/>
                  </a:lnTo>
                  <a:lnTo>
                    <a:pt x="2584550" y="713129"/>
                  </a:lnTo>
                  <a:lnTo>
                    <a:pt x="2607024" y="719330"/>
                  </a:lnTo>
                  <a:lnTo>
                    <a:pt x="2629499" y="725531"/>
                  </a:lnTo>
                  <a:lnTo>
                    <a:pt x="2651973" y="731732"/>
                  </a:lnTo>
                  <a:lnTo>
                    <a:pt x="2674447" y="737933"/>
                  </a:lnTo>
                  <a:lnTo>
                    <a:pt x="2696922" y="744134"/>
                  </a:lnTo>
                  <a:lnTo>
                    <a:pt x="2719396" y="750336"/>
                  </a:lnTo>
                  <a:lnTo>
                    <a:pt x="2741870" y="756537"/>
                  </a:lnTo>
                  <a:lnTo>
                    <a:pt x="2764345" y="762738"/>
                  </a:lnTo>
                  <a:lnTo>
                    <a:pt x="2786819" y="768939"/>
                  </a:lnTo>
                  <a:lnTo>
                    <a:pt x="2809293" y="775140"/>
                  </a:lnTo>
                  <a:lnTo>
                    <a:pt x="2831768" y="781341"/>
                  </a:lnTo>
                  <a:lnTo>
                    <a:pt x="2854242" y="787542"/>
                  </a:lnTo>
                  <a:lnTo>
                    <a:pt x="2876717" y="793743"/>
                  </a:lnTo>
                  <a:lnTo>
                    <a:pt x="2899191" y="799945"/>
                  </a:lnTo>
                  <a:lnTo>
                    <a:pt x="2921665" y="806146"/>
                  </a:lnTo>
                  <a:lnTo>
                    <a:pt x="2944140" y="812347"/>
                  </a:lnTo>
                  <a:lnTo>
                    <a:pt x="2966614" y="818548"/>
                  </a:lnTo>
                  <a:lnTo>
                    <a:pt x="2989088" y="824749"/>
                  </a:lnTo>
                  <a:lnTo>
                    <a:pt x="3011563" y="830950"/>
                  </a:lnTo>
                  <a:lnTo>
                    <a:pt x="3034037" y="837151"/>
                  </a:lnTo>
                  <a:lnTo>
                    <a:pt x="3056511" y="843352"/>
                  </a:lnTo>
                  <a:lnTo>
                    <a:pt x="3078986" y="849554"/>
                  </a:lnTo>
                  <a:lnTo>
                    <a:pt x="3101460" y="855755"/>
                  </a:lnTo>
                  <a:lnTo>
                    <a:pt x="3123934" y="861956"/>
                  </a:lnTo>
                  <a:lnTo>
                    <a:pt x="3146409" y="868157"/>
                  </a:lnTo>
                  <a:lnTo>
                    <a:pt x="3168883" y="874358"/>
                  </a:lnTo>
                  <a:lnTo>
                    <a:pt x="3191357" y="880559"/>
                  </a:lnTo>
                  <a:lnTo>
                    <a:pt x="3213832" y="886760"/>
                  </a:lnTo>
                  <a:lnTo>
                    <a:pt x="3236306" y="892961"/>
                  </a:lnTo>
                  <a:lnTo>
                    <a:pt x="3258781" y="899163"/>
                  </a:lnTo>
                  <a:lnTo>
                    <a:pt x="3281255" y="905364"/>
                  </a:lnTo>
                  <a:lnTo>
                    <a:pt x="3303729" y="911565"/>
                  </a:lnTo>
                  <a:lnTo>
                    <a:pt x="3326204" y="917766"/>
                  </a:lnTo>
                  <a:lnTo>
                    <a:pt x="3348678" y="923967"/>
                  </a:lnTo>
                  <a:lnTo>
                    <a:pt x="3371152" y="930168"/>
                  </a:lnTo>
                  <a:lnTo>
                    <a:pt x="3393627" y="936369"/>
                  </a:lnTo>
                  <a:lnTo>
                    <a:pt x="3416101" y="942570"/>
                  </a:lnTo>
                  <a:lnTo>
                    <a:pt x="3438575" y="948772"/>
                  </a:lnTo>
                  <a:lnTo>
                    <a:pt x="3461050" y="954973"/>
                  </a:lnTo>
                  <a:lnTo>
                    <a:pt x="3483524" y="961174"/>
                  </a:lnTo>
                  <a:lnTo>
                    <a:pt x="3505998" y="967375"/>
                  </a:lnTo>
                  <a:lnTo>
                    <a:pt x="3528473" y="973576"/>
                  </a:lnTo>
                  <a:lnTo>
                    <a:pt x="3550947" y="979777"/>
                  </a:lnTo>
                  <a:lnTo>
                    <a:pt x="3573421" y="985978"/>
                  </a:lnTo>
                  <a:lnTo>
                    <a:pt x="3595896" y="992179"/>
                  </a:lnTo>
                  <a:lnTo>
                    <a:pt x="3618370" y="998381"/>
                  </a:lnTo>
                  <a:lnTo>
                    <a:pt x="3640845" y="1004582"/>
                  </a:lnTo>
                  <a:lnTo>
                    <a:pt x="3663319" y="1010783"/>
                  </a:lnTo>
                  <a:lnTo>
                    <a:pt x="3685793" y="1016984"/>
                  </a:lnTo>
                  <a:lnTo>
                    <a:pt x="3708268" y="1023185"/>
                  </a:lnTo>
                  <a:lnTo>
                    <a:pt x="3730742" y="1029386"/>
                  </a:lnTo>
                  <a:lnTo>
                    <a:pt x="3753216" y="1035587"/>
                  </a:lnTo>
                  <a:lnTo>
                    <a:pt x="3775691" y="1041788"/>
                  </a:lnTo>
                  <a:lnTo>
                    <a:pt x="3798165" y="1047990"/>
                  </a:lnTo>
                  <a:lnTo>
                    <a:pt x="3820639" y="1054191"/>
                  </a:lnTo>
                  <a:lnTo>
                    <a:pt x="3843114" y="1060392"/>
                  </a:lnTo>
                  <a:lnTo>
                    <a:pt x="3865588" y="1066593"/>
                  </a:lnTo>
                  <a:lnTo>
                    <a:pt x="3888062" y="1072794"/>
                  </a:lnTo>
                  <a:lnTo>
                    <a:pt x="3910537" y="1078995"/>
                  </a:lnTo>
                  <a:lnTo>
                    <a:pt x="3933011" y="1085196"/>
                  </a:lnTo>
                  <a:lnTo>
                    <a:pt x="3955485" y="1091397"/>
                  </a:lnTo>
                  <a:lnTo>
                    <a:pt x="3977960" y="1097598"/>
                  </a:lnTo>
                  <a:lnTo>
                    <a:pt x="4000434" y="1103800"/>
                  </a:lnTo>
                  <a:lnTo>
                    <a:pt x="4022908" y="1110001"/>
                  </a:lnTo>
                  <a:lnTo>
                    <a:pt x="4045383" y="1116202"/>
                  </a:lnTo>
                  <a:lnTo>
                    <a:pt x="4067857" y="1122403"/>
                  </a:lnTo>
                  <a:lnTo>
                    <a:pt x="4090332" y="1128604"/>
                  </a:lnTo>
                  <a:lnTo>
                    <a:pt x="4112806" y="1134805"/>
                  </a:lnTo>
                  <a:lnTo>
                    <a:pt x="4135280" y="1141006"/>
                  </a:lnTo>
                  <a:lnTo>
                    <a:pt x="4157755" y="1147207"/>
                  </a:lnTo>
                  <a:lnTo>
                    <a:pt x="4180229" y="1153409"/>
                  </a:lnTo>
                  <a:lnTo>
                    <a:pt x="4202703" y="1159610"/>
                  </a:lnTo>
                  <a:lnTo>
                    <a:pt x="4225178" y="1165811"/>
                  </a:lnTo>
                  <a:lnTo>
                    <a:pt x="4247652" y="1172012"/>
                  </a:lnTo>
                  <a:lnTo>
                    <a:pt x="4270126" y="1178213"/>
                  </a:lnTo>
                  <a:lnTo>
                    <a:pt x="4292601" y="1184414"/>
                  </a:lnTo>
                  <a:lnTo>
                    <a:pt x="4315075" y="1190615"/>
                  </a:lnTo>
                  <a:lnTo>
                    <a:pt x="4337549" y="1196816"/>
                  </a:lnTo>
                  <a:lnTo>
                    <a:pt x="4360024" y="1203018"/>
                  </a:lnTo>
                  <a:lnTo>
                    <a:pt x="4382498" y="1209219"/>
                  </a:lnTo>
                  <a:lnTo>
                    <a:pt x="4404972" y="1215420"/>
                  </a:lnTo>
                  <a:lnTo>
                    <a:pt x="4427447" y="1221621"/>
                  </a:lnTo>
                  <a:lnTo>
                    <a:pt x="4449921" y="1227822"/>
                  </a:lnTo>
                  <a:lnTo>
                    <a:pt x="4472396" y="1234023"/>
                  </a:lnTo>
                </a:path>
              </a:pathLst>
            </a:custGeom>
            <a:ln w="27101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6" name="pl33616"/>
            <p:cNvSpPr/>
            <p:nvPr/>
          </p:nvSpPr>
          <p:spPr>
            <a:xfrm>
              <a:off x="5396596" y="1675653"/>
              <a:ext cx="3684181" cy="3696032"/>
            </a:xfrm>
            <a:custGeom>
              <a:avLst/>
              <a:pathLst>
                <a:path w="3684181" h="3696032">
                  <a:moveTo>
                    <a:pt x="0" y="3696032"/>
                  </a:moveTo>
                  <a:lnTo>
                    <a:pt x="16272" y="3679707"/>
                  </a:lnTo>
                  <a:lnTo>
                    <a:pt x="39635" y="3656269"/>
                  </a:lnTo>
                  <a:lnTo>
                    <a:pt x="62997" y="3632831"/>
                  </a:lnTo>
                  <a:lnTo>
                    <a:pt x="86360" y="3609394"/>
                  </a:lnTo>
                  <a:lnTo>
                    <a:pt x="109722" y="3585956"/>
                  </a:lnTo>
                  <a:lnTo>
                    <a:pt x="133085" y="3562519"/>
                  </a:lnTo>
                  <a:lnTo>
                    <a:pt x="156447" y="3539081"/>
                  </a:lnTo>
                  <a:lnTo>
                    <a:pt x="179810" y="3515643"/>
                  </a:lnTo>
                  <a:lnTo>
                    <a:pt x="203172" y="3492206"/>
                  </a:lnTo>
                  <a:lnTo>
                    <a:pt x="226535" y="3468768"/>
                  </a:lnTo>
                  <a:lnTo>
                    <a:pt x="249897" y="3445330"/>
                  </a:lnTo>
                  <a:lnTo>
                    <a:pt x="273260" y="3421893"/>
                  </a:lnTo>
                  <a:lnTo>
                    <a:pt x="296622" y="3398455"/>
                  </a:lnTo>
                  <a:lnTo>
                    <a:pt x="319985" y="3375018"/>
                  </a:lnTo>
                  <a:lnTo>
                    <a:pt x="343347" y="3351580"/>
                  </a:lnTo>
                  <a:lnTo>
                    <a:pt x="366710" y="3328142"/>
                  </a:lnTo>
                  <a:lnTo>
                    <a:pt x="390072" y="3304705"/>
                  </a:lnTo>
                  <a:lnTo>
                    <a:pt x="413434" y="3281267"/>
                  </a:lnTo>
                  <a:lnTo>
                    <a:pt x="436797" y="3257829"/>
                  </a:lnTo>
                  <a:lnTo>
                    <a:pt x="460159" y="3234392"/>
                  </a:lnTo>
                  <a:lnTo>
                    <a:pt x="483522" y="3210954"/>
                  </a:lnTo>
                  <a:lnTo>
                    <a:pt x="506884" y="3187517"/>
                  </a:lnTo>
                  <a:lnTo>
                    <a:pt x="530247" y="3164079"/>
                  </a:lnTo>
                  <a:lnTo>
                    <a:pt x="553609" y="3140641"/>
                  </a:lnTo>
                  <a:lnTo>
                    <a:pt x="576972" y="3117204"/>
                  </a:lnTo>
                  <a:lnTo>
                    <a:pt x="600334" y="3093766"/>
                  </a:lnTo>
                  <a:lnTo>
                    <a:pt x="623697" y="3070328"/>
                  </a:lnTo>
                  <a:lnTo>
                    <a:pt x="647059" y="3046891"/>
                  </a:lnTo>
                  <a:lnTo>
                    <a:pt x="670422" y="3023453"/>
                  </a:lnTo>
                  <a:lnTo>
                    <a:pt x="693784" y="3000016"/>
                  </a:lnTo>
                  <a:lnTo>
                    <a:pt x="717147" y="2976578"/>
                  </a:lnTo>
                  <a:lnTo>
                    <a:pt x="740509" y="2953140"/>
                  </a:lnTo>
                  <a:lnTo>
                    <a:pt x="763872" y="2929703"/>
                  </a:lnTo>
                  <a:lnTo>
                    <a:pt x="787234" y="2906265"/>
                  </a:lnTo>
                  <a:lnTo>
                    <a:pt x="810597" y="2882827"/>
                  </a:lnTo>
                  <a:lnTo>
                    <a:pt x="833959" y="2859390"/>
                  </a:lnTo>
                  <a:lnTo>
                    <a:pt x="857322" y="2835952"/>
                  </a:lnTo>
                  <a:lnTo>
                    <a:pt x="880684" y="2812515"/>
                  </a:lnTo>
                  <a:lnTo>
                    <a:pt x="904046" y="2789077"/>
                  </a:lnTo>
                  <a:lnTo>
                    <a:pt x="927409" y="2765639"/>
                  </a:lnTo>
                  <a:lnTo>
                    <a:pt x="950771" y="2742202"/>
                  </a:lnTo>
                  <a:lnTo>
                    <a:pt x="974134" y="2718764"/>
                  </a:lnTo>
                  <a:lnTo>
                    <a:pt x="997496" y="2695326"/>
                  </a:lnTo>
                  <a:lnTo>
                    <a:pt x="1020859" y="2671889"/>
                  </a:lnTo>
                  <a:lnTo>
                    <a:pt x="1044221" y="2648451"/>
                  </a:lnTo>
                  <a:lnTo>
                    <a:pt x="1067584" y="2625014"/>
                  </a:lnTo>
                  <a:lnTo>
                    <a:pt x="1090946" y="2601576"/>
                  </a:lnTo>
                  <a:lnTo>
                    <a:pt x="1114309" y="2578138"/>
                  </a:lnTo>
                  <a:lnTo>
                    <a:pt x="1137671" y="2554701"/>
                  </a:lnTo>
                  <a:lnTo>
                    <a:pt x="1161034" y="2531263"/>
                  </a:lnTo>
                  <a:lnTo>
                    <a:pt x="1184396" y="2507825"/>
                  </a:lnTo>
                  <a:lnTo>
                    <a:pt x="1207759" y="2484388"/>
                  </a:lnTo>
                  <a:lnTo>
                    <a:pt x="1231121" y="2460950"/>
                  </a:lnTo>
                  <a:lnTo>
                    <a:pt x="1254484" y="2437513"/>
                  </a:lnTo>
                  <a:lnTo>
                    <a:pt x="1277846" y="2414075"/>
                  </a:lnTo>
                  <a:lnTo>
                    <a:pt x="1301209" y="2390637"/>
                  </a:lnTo>
                  <a:lnTo>
                    <a:pt x="1324571" y="2367200"/>
                  </a:lnTo>
                  <a:lnTo>
                    <a:pt x="1347933" y="2343762"/>
                  </a:lnTo>
                  <a:lnTo>
                    <a:pt x="1371296" y="2320324"/>
                  </a:lnTo>
                  <a:lnTo>
                    <a:pt x="1394658" y="2296887"/>
                  </a:lnTo>
                  <a:lnTo>
                    <a:pt x="1418021" y="2273449"/>
                  </a:lnTo>
                  <a:lnTo>
                    <a:pt x="1441383" y="2250012"/>
                  </a:lnTo>
                  <a:lnTo>
                    <a:pt x="1464746" y="2226574"/>
                  </a:lnTo>
                  <a:lnTo>
                    <a:pt x="1488108" y="2203136"/>
                  </a:lnTo>
                  <a:lnTo>
                    <a:pt x="1511471" y="2179699"/>
                  </a:lnTo>
                  <a:lnTo>
                    <a:pt x="1534833" y="2156261"/>
                  </a:lnTo>
                  <a:lnTo>
                    <a:pt x="1558196" y="2132823"/>
                  </a:lnTo>
                  <a:lnTo>
                    <a:pt x="1581558" y="2109386"/>
                  </a:lnTo>
                  <a:lnTo>
                    <a:pt x="1604921" y="2085948"/>
                  </a:lnTo>
                  <a:lnTo>
                    <a:pt x="1628283" y="2062511"/>
                  </a:lnTo>
                  <a:lnTo>
                    <a:pt x="1651646" y="2039073"/>
                  </a:lnTo>
                  <a:lnTo>
                    <a:pt x="1675008" y="2015635"/>
                  </a:lnTo>
                  <a:lnTo>
                    <a:pt x="1698371" y="1992198"/>
                  </a:lnTo>
                  <a:lnTo>
                    <a:pt x="1721733" y="1968760"/>
                  </a:lnTo>
                  <a:lnTo>
                    <a:pt x="1745096" y="1945322"/>
                  </a:lnTo>
                  <a:lnTo>
                    <a:pt x="1768458" y="1921885"/>
                  </a:lnTo>
                  <a:lnTo>
                    <a:pt x="1791820" y="1898447"/>
                  </a:lnTo>
                  <a:lnTo>
                    <a:pt x="1815183" y="1875010"/>
                  </a:lnTo>
                  <a:lnTo>
                    <a:pt x="1838545" y="1851572"/>
                  </a:lnTo>
                  <a:lnTo>
                    <a:pt x="1861908" y="1828134"/>
                  </a:lnTo>
                  <a:lnTo>
                    <a:pt x="1885270" y="1804697"/>
                  </a:lnTo>
                  <a:lnTo>
                    <a:pt x="1908633" y="1781259"/>
                  </a:lnTo>
                  <a:lnTo>
                    <a:pt x="1931995" y="1757821"/>
                  </a:lnTo>
                  <a:lnTo>
                    <a:pt x="1955358" y="1734384"/>
                  </a:lnTo>
                  <a:lnTo>
                    <a:pt x="1978720" y="1710946"/>
                  </a:lnTo>
                  <a:lnTo>
                    <a:pt x="2002083" y="1687509"/>
                  </a:lnTo>
                  <a:lnTo>
                    <a:pt x="2025445" y="1664071"/>
                  </a:lnTo>
                  <a:lnTo>
                    <a:pt x="2048808" y="1640633"/>
                  </a:lnTo>
                  <a:lnTo>
                    <a:pt x="2072170" y="1617196"/>
                  </a:lnTo>
                  <a:lnTo>
                    <a:pt x="2095533" y="1593758"/>
                  </a:lnTo>
                  <a:lnTo>
                    <a:pt x="2118895" y="1570320"/>
                  </a:lnTo>
                  <a:lnTo>
                    <a:pt x="2142258" y="1546883"/>
                  </a:lnTo>
                  <a:lnTo>
                    <a:pt x="2165620" y="1523445"/>
                  </a:lnTo>
                  <a:lnTo>
                    <a:pt x="2188983" y="1500008"/>
                  </a:lnTo>
                  <a:lnTo>
                    <a:pt x="2212345" y="1476570"/>
                  </a:lnTo>
                  <a:lnTo>
                    <a:pt x="2235708" y="1453132"/>
                  </a:lnTo>
                  <a:lnTo>
                    <a:pt x="2259070" y="1429695"/>
                  </a:lnTo>
                  <a:lnTo>
                    <a:pt x="2282432" y="1406257"/>
                  </a:lnTo>
                  <a:lnTo>
                    <a:pt x="2305795" y="1382819"/>
                  </a:lnTo>
                  <a:lnTo>
                    <a:pt x="2329157" y="1359382"/>
                  </a:lnTo>
                  <a:lnTo>
                    <a:pt x="2352520" y="1335944"/>
                  </a:lnTo>
                  <a:lnTo>
                    <a:pt x="2375882" y="1312507"/>
                  </a:lnTo>
                  <a:lnTo>
                    <a:pt x="2399245" y="1289069"/>
                  </a:lnTo>
                  <a:lnTo>
                    <a:pt x="2422607" y="1265631"/>
                  </a:lnTo>
                  <a:lnTo>
                    <a:pt x="2445970" y="1242194"/>
                  </a:lnTo>
                  <a:lnTo>
                    <a:pt x="2469332" y="1218756"/>
                  </a:lnTo>
                  <a:lnTo>
                    <a:pt x="2492695" y="1195318"/>
                  </a:lnTo>
                  <a:lnTo>
                    <a:pt x="2516057" y="1171881"/>
                  </a:lnTo>
                  <a:lnTo>
                    <a:pt x="2539420" y="1148443"/>
                  </a:lnTo>
                  <a:lnTo>
                    <a:pt x="2562782" y="1125006"/>
                  </a:lnTo>
                  <a:lnTo>
                    <a:pt x="2586145" y="1101568"/>
                  </a:lnTo>
                  <a:lnTo>
                    <a:pt x="2609507" y="1078130"/>
                  </a:lnTo>
                  <a:lnTo>
                    <a:pt x="2632870" y="1054693"/>
                  </a:lnTo>
                  <a:lnTo>
                    <a:pt x="2656232" y="1031255"/>
                  </a:lnTo>
                  <a:lnTo>
                    <a:pt x="2679595" y="1007817"/>
                  </a:lnTo>
                  <a:lnTo>
                    <a:pt x="2702957" y="984380"/>
                  </a:lnTo>
                  <a:lnTo>
                    <a:pt x="2726319" y="960942"/>
                  </a:lnTo>
                  <a:lnTo>
                    <a:pt x="2749682" y="937505"/>
                  </a:lnTo>
                  <a:lnTo>
                    <a:pt x="2773044" y="914067"/>
                  </a:lnTo>
                  <a:lnTo>
                    <a:pt x="2796407" y="890629"/>
                  </a:lnTo>
                  <a:lnTo>
                    <a:pt x="2819769" y="867192"/>
                  </a:lnTo>
                  <a:lnTo>
                    <a:pt x="2843132" y="843754"/>
                  </a:lnTo>
                  <a:lnTo>
                    <a:pt x="2866494" y="820316"/>
                  </a:lnTo>
                  <a:lnTo>
                    <a:pt x="2889857" y="796879"/>
                  </a:lnTo>
                  <a:lnTo>
                    <a:pt x="2913219" y="773441"/>
                  </a:lnTo>
                  <a:lnTo>
                    <a:pt x="2936582" y="750004"/>
                  </a:lnTo>
                  <a:lnTo>
                    <a:pt x="2959944" y="726566"/>
                  </a:lnTo>
                  <a:lnTo>
                    <a:pt x="2983307" y="703128"/>
                  </a:lnTo>
                  <a:lnTo>
                    <a:pt x="3006669" y="679691"/>
                  </a:lnTo>
                  <a:lnTo>
                    <a:pt x="3030032" y="656253"/>
                  </a:lnTo>
                  <a:lnTo>
                    <a:pt x="3053394" y="632815"/>
                  </a:lnTo>
                  <a:lnTo>
                    <a:pt x="3076757" y="609378"/>
                  </a:lnTo>
                  <a:lnTo>
                    <a:pt x="3100119" y="585940"/>
                  </a:lnTo>
                  <a:lnTo>
                    <a:pt x="3123482" y="562503"/>
                  </a:lnTo>
                  <a:lnTo>
                    <a:pt x="3146844" y="539065"/>
                  </a:lnTo>
                  <a:lnTo>
                    <a:pt x="3170206" y="515627"/>
                  </a:lnTo>
                  <a:lnTo>
                    <a:pt x="3193569" y="492190"/>
                  </a:lnTo>
                  <a:lnTo>
                    <a:pt x="3216931" y="468752"/>
                  </a:lnTo>
                  <a:lnTo>
                    <a:pt x="3240294" y="445314"/>
                  </a:lnTo>
                  <a:lnTo>
                    <a:pt x="3263656" y="421877"/>
                  </a:lnTo>
                  <a:lnTo>
                    <a:pt x="3287019" y="398439"/>
                  </a:lnTo>
                  <a:lnTo>
                    <a:pt x="3310381" y="375002"/>
                  </a:lnTo>
                  <a:lnTo>
                    <a:pt x="3333744" y="351564"/>
                  </a:lnTo>
                  <a:lnTo>
                    <a:pt x="3357106" y="328126"/>
                  </a:lnTo>
                  <a:lnTo>
                    <a:pt x="3380469" y="304689"/>
                  </a:lnTo>
                  <a:lnTo>
                    <a:pt x="3403831" y="281251"/>
                  </a:lnTo>
                  <a:lnTo>
                    <a:pt x="3427194" y="257813"/>
                  </a:lnTo>
                  <a:lnTo>
                    <a:pt x="3450556" y="234376"/>
                  </a:lnTo>
                  <a:lnTo>
                    <a:pt x="3473919" y="210938"/>
                  </a:lnTo>
                  <a:lnTo>
                    <a:pt x="3497281" y="187501"/>
                  </a:lnTo>
                  <a:lnTo>
                    <a:pt x="3520644" y="164063"/>
                  </a:lnTo>
                  <a:lnTo>
                    <a:pt x="3544006" y="140625"/>
                  </a:lnTo>
                  <a:lnTo>
                    <a:pt x="3567369" y="117188"/>
                  </a:lnTo>
                  <a:lnTo>
                    <a:pt x="3590731" y="93750"/>
                  </a:lnTo>
                  <a:lnTo>
                    <a:pt x="3614094" y="70312"/>
                  </a:lnTo>
                  <a:lnTo>
                    <a:pt x="3637456" y="46875"/>
                  </a:lnTo>
                  <a:lnTo>
                    <a:pt x="3660818" y="23437"/>
                  </a:lnTo>
                  <a:lnTo>
                    <a:pt x="3684181" y="0"/>
                  </a:lnTo>
                </a:path>
              </a:pathLst>
            </a:custGeom>
            <a:ln w="27101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7" name="pl33617"/>
            <p:cNvSpPr/>
            <p:nvPr/>
          </p:nvSpPr>
          <p:spPr>
            <a:xfrm>
              <a:off x="5028438" y="3298189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  <a:lnTo>
                    <a:pt x="4890311" y="0"/>
                  </a:lnTo>
                </a:path>
              </a:pathLst>
            </a:custGeom>
            <a:ln w="14782" cap="flat">
              <a:solidFill>
                <a:srgbClr val="000000">
                  <a:alpha val="1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8" name="pl33618"/>
            <p:cNvSpPr/>
            <p:nvPr/>
          </p:nvSpPr>
          <p:spPr>
            <a:xfrm>
              <a:off x="7473593" y="1224693"/>
              <a:ext cx="0" cy="4146992"/>
            </a:xfrm>
            <a:custGeom>
              <a:avLst/>
              <a:pathLst>
                <a:path w="0" h="4146992">
                  <a:moveTo>
                    <a:pt x="0" y="414699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9" name="rc33619"/>
            <p:cNvSpPr/>
            <p:nvPr/>
          </p:nvSpPr>
          <p:spPr>
            <a:xfrm>
              <a:off x="5028438" y="1224693"/>
              <a:ext cx="4890311" cy="4146992"/>
            </a:xfrm>
            <a:prstGeom prst="rect">
              <a:avLst/>
            </a:prstGeom>
            <a:noFill/>
            <a:ln w="14782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0" name="pl33620"/>
            <p:cNvSpPr/>
            <p:nvPr/>
          </p:nvSpPr>
          <p:spPr>
            <a:xfrm>
              <a:off x="5028438" y="1224693"/>
              <a:ext cx="0" cy="4146992"/>
            </a:xfrm>
            <a:custGeom>
              <a:avLst/>
              <a:pathLst>
                <a:path w="0" h="4146992">
                  <a:moveTo>
                    <a:pt x="0" y="4146992"/>
                  </a:move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621" name="tx33621"/>
            <p:cNvSpPr/>
            <p:nvPr/>
          </p:nvSpPr>
          <p:spPr>
            <a:xfrm>
              <a:off x="4847094" y="4329838"/>
              <a:ext cx="11301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3622" name="tx33622"/>
            <p:cNvSpPr/>
            <p:nvPr/>
          </p:nvSpPr>
          <p:spPr>
            <a:xfrm>
              <a:off x="4889431" y="3252698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3623" name="tx33623"/>
            <p:cNvSpPr/>
            <p:nvPr/>
          </p:nvSpPr>
          <p:spPr>
            <a:xfrm>
              <a:off x="4889431" y="2175557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3624" name="pl33624"/>
            <p:cNvSpPr/>
            <p:nvPr/>
          </p:nvSpPr>
          <p:spPr>
            <a:xfrm>
              <a:off x="4990480" y="437533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5" name="pl33625"/>
            <p:cNvSpPr/>
            <p:nvPr/>
          </p:nvSpPr>
          <p:spPr>
            <a:xfrm>
              <a:off x="4990480" y="329818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6" name="pl33626"/>
            <p:cNvSpPr/>
            <p:nvPr/>
          </p:nvSpPr>
          <p:spPr>
            <a:xfrm>
              <a:off x="4990480" y="22210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7" name="pl33627"/>
            <p:cNvSpPr/>
            <p:nvPr/>
          </p:nvSpPr>
          <p:spPr>
            <a:xfrm>
              <a:off x="5028438" y="5371685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628" name="pl33628"/>
            <p:cNvSpPr/>
            <p:nvPr/>
          </p:nvSpPr>
          <p:spPr>
            <a:xfrm>
              <a:off x="6203382" y="537168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9" name="pl33629"/>
            <p:cNvSpPr/>
            <p:nvPr/>
          </p:nvSpPr>
          <p:spPr>
            <a:xfrm>
              <a:off x="7473593" y="537168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0" name="pl33630"/>
            <p:cNvSpPr/>
            <p:nvPr/>
          </p:nvSpPr>
          <p:spPr>
            <a:xfrm>
              <a:off x="8743804" y="537168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1" name="tx33631"/>
            <p:cNvSpPr/>
            <p:nvPr/>
          </p:nvSpPr>
          <p:spPr>
            <a:xfrm>
              <a:off x="6146873" y="5440009"/>
              <a:ext cx="11301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3632" name="tx33632"/>
            <p:cNvSpPr/>
            <p:nvPr/>
          </p:nvSpPr>
          <p:spPr>
            <a:xfrm>
              <a:off x="7438252" y="5440009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3633" name="tx33633"/>
            <p:cNvSpPr/>
            <p:nvPr/>
          </p:nvSpPr>
          <p:spPr>
            <a:xfrm>
              <a:off x="8708462" y="5440009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3634" name="tx33634"/>
            <p:cNvSpPr/>
            <p:nvPr/>
          </p:nvSpPr>
          <p:spPr>
            <a:xfrm>
              <a:off x="6247383" y="5597753"/>
              <a:ext cx="1293967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33635" name="tx33635"/>
            <p:cNvSpPr/>
            <p:nvPr/>
          </p:nvSpPr>
          <p:spPr>
            <a:xfrm>
              <a:off x="7541350" y="5600313"/>
              <a:ext cx="45262" cy="1156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636" name="tx33636"/>
            <p:cNvSpPr/>
            <p:nvPr/>
          </p:nvSpPr>
          <p:spPr>
            <a:xfrm>
              <a:off x="7586613" y="5597753"/>
              <a:ext cx="36667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</a:t>
              </a:r>
            </a:p>
          </p:txBody>
        </p:sp>
        <p:sp>
          <p:nvSpPr>
            <p:cNvPr id="33637" name="tx33637"/>
            <p:cNvSpPr/>
            <p:nvPr/>
          </p:nvSpPr>
          <p:spPr>
            <a:xfrm>
              <a:off x="7623280" y="5597753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33638" name="tx33638"/>
            <p:cNvSpPr/>
            <p:nvPr/>
          </p:nvSpPr>
          <p:spPr>
            <a:xfrm>
              <a:off x="7715086" y="5597753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33639" name="tx33639"/>
            <p:cNvSpPr/>
            <p:nvPr/>
          </p:nvSpPr>
          <p:spPr>
            <a:xfrm>
              <a:off x="7806892" y="5663311"/>
              <a:ext cx="64190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3640" name="tx33640"/>
            <p:cNvSpPr/>
            <p:nvPr/>
          </p:nvSpPr>
          <p:spPr>
            <a:xfrm>
              <a:off x="7871083" y="5597753"/>
              <a:ext cx="828720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FC (L vs E)</a:t>
              </a:r>
            </a:p>
          </p:txBody>
        </p:sp>
        <p:sp>
          <p:nvSpPr>
            <p:cNvPr id="33641" name="tx33641"/>
            <p:cNvSpPr/>
            <p:nvPr/>
          </p:nvSpPr>
          <p:spPr>
            <a:xfrm rot="-5400000">
              <a:off x="4049544" y="3862557"/>
              <a:ext cx="1205270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33642" name="tx33642"/>
            <p:cNvSpPr/>
            <p:nvPr/>
          </p:nvSpPr>
          <p:spPr>
            <a:xfrm rot="-5400000">
              <a:off x="4630828" y="3238570"/>
              <a:ext cx="45262" cy="1156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643" name="tx33643"/>
            <p:cNvSpPr/>
            <p:nvPr/>
          </p:nvSpPr>
          <p:spPr>
            <a:xfrm rot="-5400000">
              <a:off x="4633846" y="3196325"/>
              <a:ext cx="36667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</a:t>
              </a:r>
            </a:p>
          </p:txBody>
        </p:sp>
        <p:sp>
          <p:nvSpPr>
            <p:cNvPr id="33644" name="tx33644"/>
            <p:cNvSpPr/>
            <p:nvPr/>
          </p:nvSpPr>
          <p:spPr>
            <a:xfrm rot="-5400000">
              <a:off x="4606277" y="3132088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33645" name="tx33645"/>
            <p:cNvSpPr/>
            <p:nvPr/>
          </p:nvSpPr>
          <p:spPr>
            <a:xfrm rot="-5400000">
              <a:off x="4606277" y="3040282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</a:t>
              </a:r>
            </a:p>
          </p:txBody>
        </p:sp>
        <p:sp>
          <p:nvSpPr>
            <p:cNvPr id="33646" name="tx33646"/>
            <p:cNvSpPr/>
            <p:nvPr/>
          </p:nvSpPr>
          <p:spPr>
            <a:xfrm rot="-5400000">
              <a:off x="4667857" y="2980069"/>
              <a:ext cx="64190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3647" name="tx33647"/>
            <p:cNvSpPr/>
            <p:nvPr/>
          </p:nvSpPr>
          <p:spPr>
            <a:xfrm rot="-5400000">
              <a:off x="4193562" y="2471571"/>
              <a:ext cx="917234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FC (Q vs W)</a:t>
              </a:r>
            </a:p>
          </p:txBody>
        </p:sp>
        <p:sp>
          <p:nvSpPr>
            <p:cNvPr id="33648" name="rc33648"/>
            <p:cNvSpPr/>
            <p:nvPr/>
          </p:nvSpPr>
          <p:spPr>
            <a:xfrm>
              <a:off x="10088227" y="2461208"/>
              <a:ext cx="588568" cy="1673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49" name="tx33649"/>
            <p:cNvSpPr/>
            <p:nvPr/>
          </p:nvSpPr>
          <p:spPr>
            <a:xfrm>
              <a:off x="10164143" y="2551846"/>
              <a:ext cx="34189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33650" name="rc33650"/>
            <p:cNvSpPr/>
            <p:nvPr/>
          </p:nvSpPr>
          <p:spPr>
            <a:xfrm>
              <a:off x="10164143" y="274251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1" name="rc33651"/>
            <p:cNvSpPr/>
            <p:nvPr/>
          </p:nvSpPr>
          <p:spPr>
            <a:xfrm>
              <a:off x="10173961" y="2752336"/>
              <a:ext cx="199819" cy="199819"/>
            </a:xfrm>
            <a:prstGeom prst="rect">
              <a:avLst/>
            </a:prstGeom>
            <a:solidFill>
              <a:srgbClr val="D53E4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52" name="pt33652"/>
            <p:cNvSpPr/>
            <p:nvPr/>
          </p:nvSpPr>
          <p:spPr>
            <a:xfrm>
              <a:off x="10246788" y="2825163"/>
              <a:ext cx="54165" cy="54165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3" name="pl33653"/>
            <p:cNvSpPr/>
            <p:nvPr/>
          </p:nvSpPr>
          <p:spPr>
            <a:xfrm>
              <a:off x="10186088" y="285224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4" name="rc33654"/>
            <p:cNvSpPr/>
            <p:nvPr/>
          </p:nvSpPr>
          <p:spPr>
            <a:xfrm>
              <a:off x="10164143" y="296197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5" name="rc33655"/>
            <p:cNvSpPr/>
            <p:nvPr/>
          </p:nvSpPr>
          <p:spPr>
            <a:xfrm>
              <a:off x="10173961" y="2971792"/>
              <a:ext cx="199819" cy="199819"/>
            </a:xfrm>
            <a:prstGeom prst="rect">
              <a:avLst/>
            </a:prstGeom>
            <a:solidFill>
              <a:srgbClr val="FC8D5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56" name="pt33656"/>
            <p:cNvSpPr/>
            <p:nvPr/>
          </p:nvSpPr>
          <p:spPr>
            <a:xfrm>
              <a:off x="10246788" y="3044619"/>
              <a:ext cx="54165" cy="54165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7" name="pl33657"/>
            <p:cNvSpPr/>
            <p:nvPr/>
          </p:nvSpPr>
          <p:spPr>
            <a:xfrm>
              <a:off x="10186088" y="307170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8" name="rc33658"/>
            <p:cNvSpPr/>
            <p:nvPr/>
          </p:nvSpPr>
          <p:spPr>
            <a:xfrm>
              <a:off x="10164143" y="318143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59" name="rc33659"/>
            <p:cNvSpPr/>
            <p:nvPr/>
          </p:nvSpPr>
          <p:spPr>
            <a:xfrm>
              <a:off x="10173961" y="3191248"/>
              <a:ext cx="199819" cy="199819"/>
            </a:xfrm>
            <a:prstGeom prst="rect">
              <a:avLst/>
            </a:prstGeom>
            <a:solidFill>
              <a:srgbClr val="FEE08B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60" name="pt33660"/>
            <p:cNvSpPr/>
            <p:nvPr/>
          </p:nvSpPr>
          <p:spPr>
            <a:xfrm>
              <a:off x="10246788" y="3264075"/>
              <a:ext cx="54165" cy="54165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1" name="pl33661"/>
            <p:cNvSpPr/>
            <p:nvPr/>
          </p:nvSpPr>
          <p:spPr>
            <a:xfrm>
              <a:off x="10186088" y="329115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2" name="rc33662"/>
            <p:cNvSpPr/>
            <p:nvPr/>
          </p:nvSpPr>
          <p:spPr>
            <a:xfrm>
              <a:off x="10164143" y="340088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3" name="rc33663"/>
            <p:cNvSpPr/>
            <p:nvPr/>
          </p:nvSpPr>
          <p:spPr>
            <a:xfrm>
              <a:off x="10173961" y="3410704"/>
              <a:ext cx="199819" cy="199819"/>
            </a:xfrm>
            <a:prstGeom prst="rect">
              <a:avLst/>
            </a:prstGeom>
            <a:solidFill>
              <a:srgbClr val="E6F598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64" name="pt33664"/>
            <p:cNvSpPr/>
            <p:nvPr/>
          </p:nvSpPr>
          <p:spPr>
            <a:xfrm>
              <a:off x="10246788" y="3483531"/>
              <a:ext cx="54165" cy="54165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5" name="pl33665"/>
            <p:cNvSpPr/>
            <p:nvPr/>
          </p:nvSpPr>
          <p:spPr>
            <a:xfrm>
              <a:off x="10186088" y="351061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6" name="rc33666"/>
            <p:cNvSpPr/>
            <p:nvPr/>
          </p:nvSpPr>
          <p:spPr>
            <a:xfrm>
              <a:off x="10164143" y="3620342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7" name="rc33667"/>
            <p:cNvSpPr/>
            <p:nvPr/>
          </p:nvSpPr>
          <p:spPr>
            <a:xfrm>
              <a:off x="10173961" y="3630160"/>
              <a:ext cx="199819" cy="199819"/>
            </a:xfrm>
            <a:prstGeom prst="rect">
              <a:avLst/>
            </a:prstGeom>
            <a:solidFill>
              <a:srgbClr val="99D59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68" name="pt33668"/>
            <p:cNvSpPr/>
            <p:nvPr/>
          </p:nvSpPr>
          <p:spPr>
            <a:xfrm>
              <a:off x="10246788" y="3702987"/>
              <a:ext cx="54165" cy="54165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69" name="pl33669"/>
            <p:cNvSpPr/>
            <p:nvPr/>
          </p:nvSpPr>
          <p:spPr>
            <a:xfrm>
              <a:off x="10186088" y="373007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0" name="rc33670"/>
            <p:cNvSpPr/>
            <p:nvPr/>
          </p:nvSpPr>
          <p:spPr>
            <a:xfrm>
              <a:off x="10164143" y="3839798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71" name="rc33671"/>
            <p:cNvSpPr/>
            <p:nvPr/>
          </p:nvSpPr>
          <p:spPr>
            <a:xfrm>
              <a:off x="10173961" y="3849616"/>
              <a:ext cx="199819" cy="199819"/>
            </a:xfrm>
            <a:prstGeom prst="rect">
              <a:avLst/>
            </a:prstGeom>
            <a:solidFill>
              <a:srgbClr val="3288B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672" name="pt33672"/>
            <p:cNvSpPr/>
            <p:nvPr/>
          </p:nvSpPr>
          <p:spPr>
            <a:xfrm>
              <a:off x="10246788" y="3922443"/>
              <a:ext cx="54165" cy="54165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73" name="pl33673"/>
            <p:cNvSpPr/>
            <p:nvPr/>
          </p:nvSpPr>
          <p:spPr>
            <a:xfrm>
              <a:off x="10186088" y="394952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4" name="tx33674"/>
            <p:cNvSpPr/>
            <p:nvPr/>
          </p:nvSpPr>
          <p:spPr>
            <a:xfrm>
              <a:off x="10459514" y="2806755"/>
              <a:ext cx="8467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33675" name="tx33675"/>
            <p:cNvSpPr/>
            <p:nvPr/>
          </p:nvSpPr>
          <p:spPr>
            <a:xfrm>
              <a:off x="10459514" y="3026211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33676" name="tx33676"/>
            <p:cNvSpPr/>
            <p:nvPr/>
          </p:nvSpPr>
          <p:spPr>
            <a:xfrm>
              <a:off x="10459514" y="3245667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33677" name="tx33677"/>
            <p:cNvSpPr/>
            <p:nvPr/>
          </p:nvSpPr>
          <p:spPr>
            <a:xfrm>
              <a:off x="10459514" y="3465123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33678" name="tx33678"/>
            <p:cNvSpPr/>
            <p:nvPr/>
          </p:nvSpPr>
          <p:spPr>
            <a:xfrm>
              <a:off x="10459514" y="3684579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33679" name="tx33679"/>
            <p:cNvSpPr/>
            <p:nvPr/>
          </p:nvSpPr>
          <p:spPr>
            <a:xfrm>
              <a:off x="10459514" y="3904035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33680" name="tx33680"/>
            <p:cNvSpPr/>
            <p:nvPr/>
          </p:nvSpPr>
          <p:spPr>
            <a:xfrm>
              <a:off x="4469071" y="1074640"/>
              <a:ext cx="121889" cy="1308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4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3681" name="pl33681"/>
            <p:cNvSpPr/>
            <p:nvPr/>
          </p:nvSpPr>
          <p:spPr>
            <a:xfrm>
              <a:off x="5028438" y="8931747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  <a:lnTo>
                    <a:pt x="489031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2" name="pl33682"/>
            <p:cNvSpPr/>
            <p:nvPr/>
          </p:nvSpPr>
          <p:spPr>
            <a:xfrm>
              <a:off x="5028438" y="8436288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  <a:lnTo>
                    <a:pt x="489031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3" name="pl33683"/>
            <p:cNvSpPr/>
            <p:nvPr/>
          </p:nvSpPr>
          <p:spPr>
            <a:xfrm>
              <a:off x="5028438" y="7940828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  <a:lnTo>
                    <a:pt x="489031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4" name="pl33684"/>
            <p:cNvSpPr/>
            <p:nvPr/>
          </p:nvSpPr>
          <p:spPr>
            <a:xfrm>
              <a:off x="5028438" y="7445369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  <a:lnTo>
                    <a:pt x="489031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5" name="pl33685"/>
            <p:cNvSpPr/>
            <p:nvPr/>
          </p:nvSpPr>
          <p:spPr>
            <a:xfrm>
              <a:off x="5028438" y="6949910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  <a:lnTo>
                    <a:pt x="489031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6" name="pl33686"/>
            <p:cNvSpPr/>
            <p:nvPr/>
          </p:nvSpPr>
          <p:spPr>
            <a:xfrm>
              <a:off x="5028438" y="6454451"/>
              <a:ext cx="4890311" cy="0"/>
            </a:xfrm>
            <a:custGeom>
              <a:avLst/>
              <a:pathLst>
                <a:path w="4890311" h="0">
                  <a:moveTo>
                    <a:pt x="0" y="0"/>
                  </a:moveTo>
                  <a:lnTo>
                    <a:pt x="4890311" y="0"/>
                  </a:lnTo>
                  <a:lnTo>
                    <a:pt x="489031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7" name="pl33687"/>
            <p:cNvSpPr/>
            <p:nvPr/>
          </p:nvSpPr>
          <p:spPr>
            <a:xfrm>
              <a:off x="5501694" y="6157176"/>
              <a:ext cx="0" cy="3071846"/>
            </a:xfrm>
            <a:custGeom>
              <a:avLst/>
              <a:pathLst>
                <a:path w="0" h="3071846">
                  <a:moveTo>
                    <a:pt x="0" y="30718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8" name="pl33688"/>
            <p:cNvSpPr/>
            <p:nvPr/>
          </p:nvSpPr>
          <p:spPr>
            <a:xfrm>
              <a:off x="6290453" y="6157176"/>
              <a:ext cx="0" cy="3071846"/>
            </a:xfrm>
            <a:custGeom>
              <a:avLst/>
              <a:pathLst>
                <a:path w="0" h="3071846">
                  <a:moveTo>
                    <a:pt x="0" y="30718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9" name="pl33689"/>
            <p:cNvSpPr/>
            <p:nvPr/>
          </p:nvSpPr>
          <p:spPr>
            <a:xfrm>
              <a:off x="7079213" y="6157176"/>
              <a:ext cx="0" cy="3071846"/>
            </a:xfrm>
            <a:custGeom>
              <a:avLst/>
              <a:pathLst>
                <a:path w="0" h="3071846">
                  <a:moveTo>
                    <a:pt x="0" y="30718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0" name="pl33690"/>
            <p:cNvSpPr/>
            <p:nvPr/>
          </p:nvSpPr>
          <p:spPr>
            <a:xfrm>
              <a:off x="7867973" y="6157176"/>
              <a:ext cx="0" cy="3071846"/>
            </a:xfrm>
            <a:custGeom>
              <a:avLst/>
              <a:pathLst>
                <a:path w="0" h="3071846">
                  <a:moveTo>
                    <a:pt x="0" y="30718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1" name="pl33691"/>
            <p:cNvSpPr/>
            <p:nvPr/>
          </p:nvSpPr>
          <p:spPr>
            <a:xfrm>
              <a:off x="8656733" y="6157176"/>
              <a:ext cx="0" cy="3071846"/>
            </a:xfrm>
            <a:custGeom>
              <a:avLst/>
              <a:pathLst>
                <a:path w="0" h="3071846">
                  <a:moveTo>
                    <a:pt x="0" y="30718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2" name="pl33692"/>
            <p:cNvSpPr/>
            <p:nvPr/>
          </p:nvSpPr>
          <p:spPr>
            <a:xfrm>
              <a:off x="9445493" y="6157176"/>
              <a:ext cx="0" cy="3071846"/>
            </a:xfrm>
            <a:custGeom>
              <a:avLst/>
              <a:pathLst>
                <a:path w="0" h="3071846">
                  <a:moveTo>
                    <a:pt x="0" y="307184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3" name="rc33693"/>
            <p:cNvSpPr/>
            <p:nvPr/>
          </p:nvSpPr>
          <p:spPr>
            <a:xfrm>
              <a:off x="5107314" y="8684017"/>
              <a:ext cx="788759" cy="495459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694" name="rc33694"/>
            <p:cNvSpPr/>
            <p:nvPr/>
          </p:nvSpPr>
          <p:spPr>
            <a:xfrm>
              <a:off x="5896073" y="8684017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695" name="rc33695"/>
            <p:cNvSpPr/>
            <p:nvPr/>
          </p:nvSpPr>
          <p:spPr>
            <a:xfrm>
              <a:off x="6684833" y="8684017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696" name="rc33696"/>
            <p:cNvSpPr/>
            <p:nvPr/>
          </p:nvSpPr>
          <p:spPr>
            <a:xfrm>
              <a:off x="7473593" y="8684017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697" name="rc33697"/>
            <p:cNvSpPr/>
            <p:nvPr/>
          </p:nvSpPr>
          <p:spPr>
            <a:xfrm>
              <a:off x="8262353" y="8684017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698" name="rc33698"/>
            <p:cNvSpPr/>
            <p:nvPr/>
          </p:nvSpPr>
          <p:spPr>
            <a:xfrm>
              <a:off x="9051113" y="8684017"/>
              <a:ext cx="788759" cy="495459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699" name="rc33699"/>
            <p:cNvSpPr/>
            <p:nvPr/>
          </p:nvSpPr>
          <p:spPr>
            <a:xfrm>
              <a:off x="5107314" y="8188558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0" name="rc33700"/>
            <p:cNvSpPr/>
            <p:nvPr/>
          </p:nvSpPr>
          <p:spPr>
            <a:xfrm>
              <a:off x="5896073" y="8188558"/>
              <a:ext cx="788759" cy="495459"/>
            </a:xfrm>
            <a:prstGeom prst="rect">
              <a:avLst/>
            </a:prstGeom>
            <a:solidFill>
              <a:srgbClr val="FFDDD2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1" name="rc33701"/>
            <p:cNvSpPr/>
            <p:nvPr/>
          </p:nvSpPr>
          <p:spPr>
            <a:xfrm>
              <a:off x="6684833" y="8188558"/>
              <a:ext cx="788759" cy="495459"/>
            </a:xfrm>
            <a:prstGeom prst="rect">
              <a:avLst/>
            </a:prstGeom>
            <a:solidFill>
              <a:srgbClr val="FFF4F0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2" name="rc33702"/>
            <p:cNvSpPr/>
            <p:nvPr/>
          </p:nvSpPr>
          <p:spPr>
            <a:xfrm>
              <a:off x="7473593" y="8188558"/>
              <a:ext cx="788759" cy="495459"/>
            </a:xfrm>
            <a:prstGeom prst="rect">
              <a:avLst/>
            </a:prstGeom>
            <a:solidFill>
              <a:srgbClr val="FFDFD4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3" name="rc33703"/>
            <p:cNvSpPr/>
            <p:nvPr/>
          </p:nvSpPr>
          <p:spPr>
            <a:xfrm>
              <a:off x="8262353" y="8188558"/>
              <a:ext cx="788759" cy="495459"/>
            </a:xfrm>
            <a:prstGeom prst="rect">
              <a:avLst/>
            </a:prstGeom>
            <a:solidFill>
              <a:srgbClr val="FFFBFA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4" name="rc33704"/>
            <p:cNvSpPr/>
            <p:nvPr/>
          </p:nvSpPr>
          <p:spPr>
            <a:xfrm>
              <a:off x="9051113" y="8188558"/>
              <a:ext cx="788759" cy="495459"/>
            </a:xfrm>
            <a:prstGeom prst="rect">
              <a:avLst/>
            </a:prstGeom>
            <a:solidFill>
              <a:srgbClr val="FFF9F7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5" name="rc33705"/>
            <p:cNvSpPr/>
            <p:nvPr/>
          </p:nvSpPr>
          <p:spPr>
            <a:xfrm>
              <a:off x="5107314" y="7693099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6" name="rc33706"/>
            <p:cNvSpPr/>
            <p:nvPr/>
          </p:nvSpPr>
          <p:spPr>
            <a:xfrm>
              <a:off x="5896073" y="7693099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7" name="rc33707"/>
            <p:cNvSpPr/>
            <p:nvPr/>
          </p:nvSpPr>
          <p:spPr>
            <a:xfrm>
              <a:off x="6684833" y="7693099"/>
              <a:ext cx="788759" cy="495459"/>
            </a:xfrm>
            <a:prstGeom prst="rect">
              <a:avLst/>
            </a:prstGeom>
            <a:solidFill>
              <a:srgbClr val="FFDACE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8" name="rc33708"/>
            <p:cNvSpPr/>
            <p:nvPr/>
          </p:nvSpPr>
          <p:spPr>
            <a:xfrm>
              <a:off x="7473593" y="7693099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09" name="rc33709"/>
            <p:cNvSpPr/>
            <p:nvPr/>
          </p:nvSpPr>
          <p:spPr>
            <a:xfrm>
              <a:off x="8262353" y="7693099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0" name="rc33710"/>
            <p:cNvSpPr/>
            <p:nvPr/>
          </p:nvSpPr>
          <p:spPr>
            <a:xfrm>
              <a:off x="9051113" y="7693099"/>
              <a:ext cx="788759" cy="495459"/>
            </a:xfrm>
            <a:prstGeom prst="rect">
              <a:avLst/>
            </a:prstGeom>
            <a:solidFill>
              <a:srgbClr val="FFFDFC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1" name="rc33711"/>
            <p:cNvSpPr/>
            <p:nvPr/>
          </p:nvSpPr>
          <p:spPr>
            <a:xfrm>
              <a:off x="5107314" y="7197640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2" name="rc33712"/>
            <p:cNvSpPr/>
            <p:nvPr/>
          </p:nvSpPr>
          <p:spPr>
            <a:xfrm>
              <a:off x="5896073" y="7197640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3" name="rc33713"/>
            <p:cNvSpPr/>
            <p:nvPr/>
          </p:nvSpPr>
          <p:spPr>
            <a:xfrm>
              <a:off x="6684833" y="7197640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4" name="rc33714"/>
            <p:cNvSpPr/>
            <p:nvPr/>
          </p:nvSpPr>
          <p:spPr>
            <a:xfrm>
              <a:off x="7473593" y="7197640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5" name="rc33715"/>
            <p:cNvSpPr/>
            <p:nvPr/>
          </p:nvSpPr>
          <p:spPr>
            <a:xfrm>
              <a:off x="8262353" y="7197640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6" name="rc33716"/>
            <p:cNvSpPr/>
            <p:nvPr/>
          </p:nvSpPr>
          <p:spPr>
            <a:xfrm>
              <a:off x="9051113" y="7197640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7" name="rc33717"/>
            <p:cNvSpPr/>
            <p:nvPr/>
          </p:nvSpPr>
          <p:spPr>
            <a:xfrm>
              <a:off x="5107314" y="6702181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8" name="rc33718"/>
            <p:cNvSpPr/>
            <p:nvPr/>
          </p:nvSpPr>
          <p:spPr>
            <a:xfrm>
              <a:off x="5896073" y="6702181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19" name="rc33719"/>
            <p:cNvSpPr/>
            <p:nvPr/>
          </p:nvSpPr>
          <p:spPr>
            <a:xfrm>
              <a:off x="6684833" y="6702181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0" name="rc33720"/>
            <p:cNvSpPr/>
            <p:nvPr/>
          </p:nvSpPr>
          <p:spPr>
            <a:xfrm>
              <a:off x="7473593" y="6702181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1" name="rc33721"/>
            <p:cNvSpPr/>
            <p:nvPr/>
          </p:nvSpPr>
          <p:spPr>
            <a:xfrm>
              <a:off x="8262353" y="6702181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2" name="rc33722"/>
            <p:cNvSpPr/>
            <p:nvPr/>
          </p:nvSpPr>
          <p:spPr>
            <a:xfrm>
              <a:off x="9051113" y="6702181"/>
              <a:ext cx="788759" cy="4954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3" name="rc33723"/>
            <p:cNvSpPr/>
            <p:nvPr/>
          </p:nvSpPr>
          <p:spPr>
            <a:xfrm>
              <a:off x="5107314" y="6206722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4" name="rc33724"/>
            <p:cNvSpPr/>
            <p:nvPr/>
          </p:nvSpPr>
          <p:spPr>
            <a:xfrm>
              <a:off x="5896073" y="6206722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5" name="rc33725"/>
            <p:cNvSpPr/>
            <p:nvPr/>
          </p:nvSpPr>
          <p:spPr>
            <a:xfrm>
              <a:off x="6684833" y="6206722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6" name="rc33726"/>
            <p:cNvSpPr/>
            <p:nvPr/>
          </p:nvSpPr>
          <p:spPr>
            <a:xfrm>
              <a:off x="7473593" y="6206722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7" name="rc33727"/>
            <p:cNvSpPr/>
            <p:nvPr/>
          </p:nvSpPr>
          <p:spPr>
            <a:xfrm>
              <a:off x="8262353" y="6206722"/>
              <a:ext cx="788759" cy="495459"/>
            </a:xfrm>
            <a:prstGeom prst="rect">
              <a:avLst/>
            </a:prstGeom>
            <a:solidFill>
              <a:srgbClr val="E5E5E5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8" name="rc33728"/>
            <p:cNvSpPr/>
            <p:nvPr/>
          </p:nvSpPr>
          <p:spPr>
            <a:xfrm>
              <a:off x="9051113" y="6206722"/>
              <a:ext cx="788759" cy="495459"/>
            </a:xfrm>
            <a:prstGeom prst="rect">
              <a:avLst/>
            </a:prstGeom>
            <a:solidFill>
              <a:srgbClr val="EE0000">
                <a:alpha val="100000"/>
              </a:srgbClr>
            </a:solidFill>
            <a:ln w="5913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729" name="tx33729"/>
            <p:cNvSpPr/>
            <p:nvPr/>
          </p:nvSpPr>
          <p:spPr>
            <a:xfrm>
              <a:off x="5476593" y="886709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0" name="tx33730"/>
            <p:cNvSpPr/>
            <p:nvPr/>
          </p:nvSpPr>
          <p:spPr>
            <a:xfrm>
              <a:off x="6265353" y="886709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1" name="tx33731"/>
            <p:cNvSpPr/>
            <p:nvPr/>
          </p:nvSpPr>
          <p:spPr>
            <a:xfrm>
              <a:off x="7054113" y="886709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2" name="tx33732"/>
            <p:cNvSpPr/>
            <p:nvPr/>
          </p:nvSpPr>
          <p:spPr>
            <a:xfrm>
              <a:off x="7842873" y="886709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3" name="tx33733"/>
            <p:cNvSpPr/>
            <p:nvPr/>
          </p:nvSpPr>
          <p:spPr>
            <a:xfrm>
              <a:off x="8631633" y="886709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4" name="tx33734"/>
            <p:cNvSpPr/>
            <p:nvPr/>
          </p:nvSpPr>
          <p:spPr>
            <a:xfrm>
              <a:off x="9420392" y="886709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5" name="tx33735"/>
            <p:cNvSpPr/>
            <p:nvPr/>
          </p:nvSpPr>
          <p:spPr>
            <a:xfrm>
              <a:off x="6220136" y="8371639"/>
              <a:ext cx="140634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33736" name="tx33736"/>
            <p:cNvSpPr/>
            <p:nvPr/>
          </p:nvSpPr>
          <p:spPr>
            <a:xfrm>
              <a:off x="7054113" y="837163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7" name="tx33737"/>
            <p:cNvSpPr/>
            <p:nvPr/>
          </p:nvSpPr>
          <p:spPr>
            <a:xfrm>
              <a:off x="7797656" y="8371639"/>
              <a:ext cx="140634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33738" name="tx33738"/>
            <p:cNvSpPr/>
            <p:nvPr/>
          </p:nvSpPr>
          <p:spPr>
            <a:xfrm>
              <a:off x="8631633" y="837163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39" name="tx33739"/>
            <p:cNvSpPr/>
            <p:nvPr/>
          </p:nvSpPr>
          <p:spPr>
            <a:xfrm>
              <a:off x="9420392" y="8371639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0" name="tx33740"/>
            <p:cNvSpPr/>
            <p:nvPr/>
          </p:nvSpPr>
          <p:spPr>
            <a:xfrm>
              <a:off x="7008896" y="7876180"/>
              <a:ext cx="140634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33741" name="tx33741"/>
            <p:cNvSpPr/>
            <p:nvPr/>
          </p:nvSpPr>
          <p:spPr>
            <a:xfrm>
              <a:off x="7842873" y="7876180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2" name="tx33742"/>
            <p:cNvSpPr/>
            <p:nvPr/>
          </p:nvSpPr>
          <p:spPr>
            <a:xfrm>
              <a:off x="8631633" y="7876180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3" name="tx33743"/>
            <p:cNvSpPr/>
            <p:nvPr/>
          </p:nvSpPr>
          <p:spPr>
            <a:xfrm>
              <a:off x="9420392" y="7876180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4" name="tx33744"/>
            <p:cNvSpPr/>
            <p:nvPr/>
          </p:nvSpPr>
          <p:spPr>
            <a:xfrm>
              <a:off x="7842873" y="7380721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5" name="tx33745"/>
            <p:cNvSpPr/>
            <p:nvPr/>
          </p:nvSpPr>
          <p:spPr>
            <a:xfrm>
              <a:off x="8631633" y="7380721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6" name="tx33746"/>
            <p:cNvSpPr/>
            <p:nvPr/>
          </p:nvSpPr>
          <p:spPr>
            <a:xfrm>
              <a:off x="9420392" y="7380721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7" name="tx33747"/>
            <p:cNvSpPr/>
            <p:nvPr/>
          </p:nvSpPr>
          <p:spPr>
            <a:xfrm>
              <a:off x="8631633" y="6885262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8" name="tx33748"/>
            <p:cNvSpPr/>
            <p:nvPr/>
          </p:nvSpPr>
          <p:spPr>
            <a:xfrm>
              <a:off x="9420392" y="6885262"/>
              <a:ext cx="50200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49" name="tx33749"/>
            <p:cNvSpPr/>
            <p:nvPr/>
          </p:nvSpPr>
          <p:spPr>
            <a:xfrm>
              <a:off x="9375175" y="6389803"/>
              <a:ext cx="140634" cy="129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33750" name="tx33750"/>
            <p:cNvSpPr/>
            <p:nvPr/>
          </p:nvSpPr>
          <p:spPr>
            <a:xfrm>
              <a:off x="4818748" y="8886255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33751" name="tx33751"/>
            <p:cNvSpPr/>
            <p:nvPr/>
          </p:nvSpPr>
          <p:spPr>
            <a:xfrm>
              <a:off x="4818748" y="8390796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33752" name="tx33752"/>
            <p:cNvSpPr/>
            <p:nvPr/>
          </p:nvSpPr>
          <p:spPr>
            <a:xfrm>
              <a:off x="4818748" y="7895337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33753" name="tx33753"/>
            <p:cNvSpPr/>
            <p:nvPr/>
          </p:nvSpPr>
          <p:spPr>
            <a:xfrm>
              <a:off x="4818748" y="7399878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33754" name="tx33754"/>
            <p:cNvSpPr/>
            <p:nvPr/>
          </p:nvSpPr>
          <p:spPr>
            <a:xfrm>
              <a:off x="4818748" y="6904419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33755" name="tx33755"/>
            <p:cNvSpPr/>
            <p:nvPr/>
          </p:nvSpPr>
          <p:spPr>
            <a:xfrm>
              <a:off x="4875440" y="6408960"/>
              <a:ext cx="8467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33756" name="tx33756"/>
            <p:cNvSpPr/>
            <p:nvPr/>
          </p:nvSpPr>
          <p:spPr>
            <a:xfrm>
              <a:off x="5431010" y="9297346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33757" name="tx33757"/>
            <p:cNvSpPr/>
            <p:nvPr/>
          </p:nvSpPr>
          <p:spPr>
            <a:xfrm>
              <a:off x="6219770" y="9297346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33758" name="tx33758"/>
            <p:cNvSpPr/>
            <p:nvPr/>
          </p:nvSpPr>
          <p:spPr>
            <a:xfrm>
              <a:off x="7008530" y="9297346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33759" name="tx33759"/>
            <p:cNvSpPr/>
            <p:nvPr/>
          </p:nvSpPr>
          <p:spPr>
            <a:xfrm>
              <a:off x="7797290" y="9297346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33760" name="tx33760"/>
            <p:cNvSpPr/>
            <p:nvPr/>
          </p:nvSpPr>
          <p:spPr>
            <a:xfrm>
              <a:off x="8586050" y="9297346"/>
              <a:ext cx="141366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33761" name="tx33761"/>
            <p:cNvSpPr/>
            <p:nvPr/>
          </p:nvSpPr>
          <p:spPr>
            <a:xfrm>
              <a:off x="9403156" y="9297346"/>
              <a:ext cx="8467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33762" name="tx33762"/>
            <p:cNvSpPr/>
            <p:nvPr/>
          </p:nvSpPr>
          <p:spPr>
            <a:xfrm>
              <a:off x="6161703" y="9454999"/>
              <a:ext cx="1293967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33763" name="tx33763"/>
            <p:cNvSpPr/>
            <p:nvPr/>
          </p:nvSpPr>
          <p:spPr>
            <a:xfrm>
              <a:off x="7455671" y="9457559"/>
              <a:ext cx="45262" cy="1156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64" name="tx33764"/>
            <p:cNvSpPr/>
            <p:nvPr/>
          </p:nvSpPr>
          <p:spPr>
            <a:xfrm>
              <a:off x="7500934" y="9454999"/>
              <a:ext cx="1284549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 (predictors)</a:t>
              </a:r>
            </a:p>
          </p:txBody>
        </p:sp>
        <p:sp>
          <p:nvSpPr>
            <p:cNvPr id="33765" name="tx33765"/>
            <p:cNvSpPr/>
            <p:nvPr/>
          </p:nvSpPr>
          <p:spPr>
            <a:xfrm rot="-5400000">
              <a:off x="4049453" y="8276029"/>
              <a:ext cx="1205270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33766" name="tx33766"/>
            <p:cNvSpPr/>
            <p:nvPr/>
          </p:nvSpPr>
          <p:spPr>
            <a:xfrm rot="-5400000">
              <a:off x="4630737" y="7652042"/>
              <a:ext cx="45262" cy="1156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</a:t>
              </a:r>
            </a:p>
          </p:txBody>
        </p:sp>
        <p:sp>
          <p:nvSpPr>
            <p:cNvPr id="33767" name="tx33767"/>
            <p:cNvSpPr/>
            <p:nvPr/>
          </p:nvSpPr>
          <p:spPr>
            <a:xfrm rot="-5400000">
              <a:off x="4032674" y="7008716"/>
              <a:ext cx="1238829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 (response)</a:t>
              </a:r>
            </a:p>
          </p:txBody>
        </p:sp>
        <p:sp>
          <p:nvSpPr>
            <p:cNvPr id="33768" name="tx33768"/>
            <p:cNvSpPr/>
            <p:nvPr/>
          </p:nvSpPr>
          <p:spPr>
            <a:xfrm>
              <a:off x="10146495" y="6981046"/>
              <a:ext cx="38057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partial</a:t>
              </a:r>
            </a:p>
          </p:txBody>
        </p:sp>
        <p:sp>
          <p:nvSpPr>
            <p:cNvPr id="33769" name="tx33769"/>
            <p:cNvSpPr/>
            <p:nvPr/>
          </p:nvSpPr>
          <p:spPr>
            <a:xfrm>
              <a:off x="10146495" y="7131922"/>
              <a:ext cx="334030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slope</a:t>
              </a:r>
            </a:p>
          </p:txBody>
        </p:sp>
        <p:pic>
          <p:nvPicPr>
            <p:cNvPr id="33770" name="pic3377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146495" y="7322594"/>
              <a:ext cx="219455" cy="1097280"/>
            </a:xfrm>
            <a:prstGeom prst="rect">
              <a:avLst/>
            </a:prstGeom>
          </p:spPr>
        </p:pic>
        <p:sp>
          <p:nvSpPr>
            <p:cNvPr id="33771" name="pl33771"/>
            <p:cNvSpPr/>
            <p:nvPr/>
          </p:nvSpPr>
          <p:spPr>
            <a:xfrm>
              <a:off x="10322059" y="841804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2" name="pl33772"/>
            <p:cNvSpPr/>
            <p:nvPr/>
          </p:nvSpPr>
          <p:spPr>
            <a:xfrm>
              <a:off x="10322059" y="823073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3" name="pl33773"/>
            <p:cNvSpPr/>
            <p:nvPr/>
          </p:nvSpPr>
          <p:spPr>
            <a:xfrm>
              <a:off x="10322059" y="80434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4" name="pl33774"/>
            <p:cNvSpPr/>
            <p:nvPr/>
          </p:nvSpPr>
          <p:spPr>
            <a:xfrm>
              <a:off x="10322059" y="785611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5" name="pl33775"/>
            <p:cNvSpPr/>
            <p:nvPr/>
          </p:nvSpPr>
          <p:spPr>
            <a:xfrm>
              <a:off x="10322059" y="766880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6" name="pl33776"/>
            <p:cNvSpPr/>
            <p:nvPr/>
          </p:nvSpPr>
          <p:spPr>
            <a:xfrm>
              <a:off x="10322059" y="748149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7" name="pl33777"/>
            <p:cNvSpPr/>
            <p:nvPr/>
          </p:nvSpPr>
          <p:spPr>
            <a:xfrm>
              <a:off x="10146495" y="841804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8" name="pl33778"/>
            <p:cNvSpPr/>
            <p:nvPr/>
          </p:nvSpPr>
          <p:spPr>
            <a:xfrm>
              <a:off x="10146495" y="823073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9" name="pl33779"/>
            <p:cNvSpPr/>
            <p:nvPr/>
          </p:nvSpPr>
          <p:spPr>
            <a:xfrm>
              <a:off x="10146495" y="80434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0" name="pl33780"/>
            <p:cNvSpPr/>
            <p:nvPr/>
          </p:nvSpPr>
          <p:spPr>
            <a:xfrm>
              <a:off x="10146495" y="785611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1" name="pl33781"/>
            <p:cNvSpPr/>
            <p:nvPr/>
          </p:nvSpPr>
          <p:spPr>
            <a:xfrm>
              <a:off x="10146495" y="766880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2" name="pl33782"/>
            <p:cNvSpPr/>
            <p:nvPr/>
          </p:nvSpPr>
          <p:spPr>
            <a:xfrm>
              <a:off x="10146495" y="748149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3" name="tx33783"/>
            <p:cNvSpPr/>
            <p:nvPr/>
          </p:nvSpPr>
          <p:spPr>
            <a:xfrm>
              <a:off x="10441866" y="8372554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33784" name="tx33784"/>
            <p:cNvSpPr/>
            <p:nvPr/>
          </p:nvSpPr>
          <p:spPr>
            <a:xfrm>
              <a:off x="10441866" y="8185244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0.1</a:t>
              </a:r>
            </a:p>
          </p:txBody>
        </p:sp>
        <p:sp>
          <p:nvSpPr>
            <p:cNvPr id="33785" name="tx33785"/>
            <p:cNvSpPr/>
            <p:nvPr/>
          </p:nvSpPr>
          <p:spPr>
            <a:xfrm>
              <a:off x="10441866" y="7997934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33786" name="tx33786"/>
            <p:cNvSpPr/>
            <p:nvPr/>
          </p:nvSpPr>
          <p:spPr>
            <a:xfrm>
              <a:off x="10441866" y="7810624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33787" name="tx33787"/>
            <p:cNvSpPr/>
            <p:nvPr/>
          </p:nvSpPr>
          <p:spPr>
            <a:xfrm>
              <a:off x="10441866" y="7623314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33788" name="tx33788"/>
            <p:cNvSpPr/>
            <p:nvPr/>
          </p:nvSpPr>
          <p:spPr>
            <a:xfrm>
              <a:off x="10441866" y="7436004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33789" name="tx33789"/>
            <p:cNvSpPr/>
            <p:nvPr/>
          </p:nvSpPr>
          <p:spPr>
            <a:xfrm>
              <a:off x="4469071" y="6007123"/>
              <a:ext cx="121889" cy="1308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4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2026-09-01T15:05:50Z</dcterms:modified>
</cp:coreProperties>
</file>