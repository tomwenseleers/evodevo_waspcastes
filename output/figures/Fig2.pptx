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Relationship Id="rId3" Type="http://schemas.openxmlformats.org/officeDocument/2006/relationships/image" Target="../media/45030189a16b5911ad1d81ceb16dff7c62aa74b4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4409028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478617" y="69589"/>
              <a:ext cx="7640745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787345" y="1841645"/>
              <a:ext cx="3621682" cy="36216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45760" y="4820772"/>
              <a:ext cx="584142" cy="584142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845760" y="4236629"/>
              <a:ext cx="584142" cy="584142"/>
            </a:xfrm>
            <a:prstGeom prst="rect">
              <a:avLst/>
            </a:prstGeom>
            <a:solidFill>
              <a:srgbClr val="FFB7A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845760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845760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845760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845760" y="1900060"/>
              <a:ext cx="584142" cy="584142"/>
            </a:xfrm>
            <a:prstGeom prst="rect">
              <a:avLst/>
            </a:prstGeom>
            <a:solidFill>
              <a:srgbClr val="FFDAD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429902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429902" y="4236629"/>
              <a:ext cx="584142" cy="584142"/>
            </a:xfrm>
            <a:prstGeom prst="rect">
              <a:avLst/>
            </a:prstGeom>
            <a:solidFill>
              <a:srgbClr val="FFFAF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429902" y="3652487"/>
              <a:ext cx="584142" cy="584142"/>
            </a:xfrm>
            <a:prstGeom prst="rect">
              <a:avLst/>
            </a:prstGeom>
            <a:solidFill>
              <a:srgbClr val="FFDAD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429902" y="3068344"/>
              <a:ext cx="584142" cy="584142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429902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29902" y="1900060"/>
              <a:ext cx="584142" cy="584142"/>
            </a:xfrm>
            <a:prstGeom prst="rect">
              <a:avLst/>
            </a:prstGeom>
            <a:solidFill>
              <a:srgbClr val="FFF8F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014044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014044" y="4236629"/>
              <a:ext cx="584142" cy="584142"/>
            </a:xfrm>
            <a:prstGeom prst="rect">
              <a:avLst/>
            </a:prstGeom>
            <a:solidFill>
              <a:srgbClr val="FFFBF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044" y="3652487"/>
              <a:ext cx="584142" cy="584142"/>
            </a:xfrm>
            <a:prstGeom prst="rect">
              <a:avLst/>
            </a:prstGeom>
            <a:solidFill>
              <a:srgbClr val="FFD8C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14044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14044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14044" y="1900060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98187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598187" y="4236629"/>
              <a:ext cx="584142" cy="584142"/>
            </a:xfrm>
            <a:prstGeom prst="rect">
              <a:avLst/>
            </a:prstGeom>
            <a:solidFill>
              <a:srgbClr val="FA998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98187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98187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8187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98187" y="1900060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182329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82329" y="4236629"/>
              <a:ext cx="584142" cy="584142"/>
            </a:xfrm>
            <a:prstGeom prst="rect">
              <a:avLst/>
            </a:prstGeom>
            <a:solidFill>
              <a:srgbClr val="F78D7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82329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82329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82329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82329" y="1900060"/>
              <a:ext cx="584142" cy="584142"/>
            </a:xfrm>
            <a:prstGeom prst="rect">
              <a:avLst/>
            </a:prstGeom>
            <a:solidFill>
              <a:srgbClr val="FFDFD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766472" y="4820772"/>
              <a:ext cx="584142" cy="584142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766472" y="4236629"/>
              <a:ext cx="584142" cy="584142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66472" y="3652487"/>
              <a:ext cx="584142" cy="584142"/>
            </a:xfrm>
            <a:prstGeom prst="rect">
              <a:avLst/>
            </a:prstGeom>
            <a:solidFill>
              <a:srgbClr val="FFFB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766472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766472" y="2484202"/>
              <a:ext cx="584142" cy="584142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766472" y="1900060"/>
              <a:ext cx="584142" cy="584142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77354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7354" y="4419684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62941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977354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982108" y="3314513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692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41692" y="2083115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87905" y="2209341"/>
              <a:ext cx="99852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496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496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561496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496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525834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525834" y="2146228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181300" y="5066940"/>
              <a:ext cx="24963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45638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145638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186055" y="3314513"/>
              <a:ext cx="24012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145638" y="273037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45638" y="214622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734536" y="5066940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663212" y="4419684"/>
              <a:ext cx="45409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815369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729781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729781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694119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658458" y="2146228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318678" y="5066940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313923" y="4419684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399511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313923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313923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278262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242600" y="2083115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449437" y="2209341"/>
              <a:ext cx="49926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898066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898066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898066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933727" y="3314513"/>
              <a:ext cx="24963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862404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826742" y="2083115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983653" y="220934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76400" y="5065111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76400" y="448096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76400" y="389682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76400" y="3312684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576400" y="272854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35836" y="2144399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2" name="tx92"/>
            <p:cNvSpPr/>
            <p:nvPr/>
          </p:nvSpPr>
          <p:spPr>
            <a:xfrm rot="-5400000">
              <a:off x="-161293" y="4475134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-455136" y="3010023"/>
              <a:ext cx="174632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(queen vs worker)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063673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647815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231958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816100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400243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014103" y="5525958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255566" y="5686209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12057" y="5686209"/>
              <a:ext cx="1428750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(late vs early)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788187" y="503112"/>
              <a:ext cx="7682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Concordance log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556466" y="543524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595968" y="503112"/>
              <a:ext cx="4745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odds ratio</a:t>
              </a:r>
            </a:p>
          </p:txBody>
        </p:sp>
        <p:pic>
          <p:nvPicPr>
            <p:cNvPr id="105" name="pic10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88187" y="677583"/>
              <a:ext cx="1620000" cy="219455"/>
            </a:xfrm>
            <a:prstGeom prst="rect">
              <a:avLst/>
            </a:prstGeom>
          </p:spPr>
        </p:pic>
        <p:sp>
          <p:nvSpPr>
            <p:cNvPr id="106" name="pl106"/>
            <p:cNvSpPr/>
            <p:nvPr/>
          </p:nvSpPr>
          <p:spPr>
            <a:xfrm>
              <a:off x="1790887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235095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679304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23512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790887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2235095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679304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3123512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1729073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2173282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617490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061699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3917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9" name="rc119"/>
            <p:cNvSpPr/>
            <p:nvPr/>
          </p:nvSpPr>
          <p:spPr>
            <a:xfrm>
              <a:off x="6909498" y="1257691"/>
              <a:ext cx="5146602" cy="25674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7032036" y="3480742"/>
              <a:ext cx="1225381" cy="313105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7032036" y="1602107"/>
              <a:ext cx="1225381" cy="313105"/>
            </a:xfrm>
            <a:prstGeom prst="rect">
              <a:avLst/>
            </a:prstGeom>
            <a:solidFill>
              <a:srgbClr val="FBE4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7032036" y="1915213"/>
              <a:ext cx="1225381" cy="313105"/>
            </a:xfrm>
            <a:prstGeom prst="rect">
              <a:avLst/>
            </a:prstGeom>
            <a:solidFill>
              <a:srgbClr val="FAFA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7032036" y="2854530"/>
              <a:ext cx="1225381" cy="313105"/>
            </a:xfrm>
            <a:prstGeom prst="rect">
              <a:avLst/>
            </a:prstGeom>
            <a:solidFill>
              <a:srgbClr val="FDF0E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032036" y="3167636"/>
              <a:ext cx="1225381" cy="313105"/>
            </a:xfrm>
            <a:prstGeom prst="rect">
              <a:avLst/>
            </a:prstGeom>
            <a:solidFill>
              <a:srgbClr val="FCFD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7032036" y="1289001"/>
              <a:ext cx="1225381" cy="313105"/>
            </a:xfrm>
            <a:prstGeom prst="rect">
              <a:avLst/>
            </a:prstGeom>
            <a:solidFill>
              <a:srgbClr val="FE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7032036" y="2228319"/>
              <a:ext cx="1225381" cy="313105"/>
            </a:xfrm>
            <a:prstGeom prst="rect">
              <a:avLst/>
            </a:prstGeom>
            <a:solidFill>
              <a:srgbClr val="FBE9E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7032036" y="2541425"/>
              <a:ext cx="1225381" cy="313105"/>
            </a:xfrm>
            <a:prstGeom prst="rect">
              <a:avLst/>
            </a:prstGeom>
            <a:solidFill>
              <a:srgbClr val="FBE8E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8257417" y="3480742"/>
              <a:ext cx="1225381" cy="313105"/>
            </a:xfrm>
            <a:prstGeom prst="rect">
              <a:avLst/>
            </a:prstGeom>
            <a:solidFill>
              <a:srgbClr val="FAE0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8257417" y="1602107"/>
              <a:ext cx="1225381" cy="313105"/>
            </a:xfrm>
            <a:prstGeom prst="rect">
              <a:avLst/>
            </a:prstGeom>
            <a:solidFill>
              <a:srgbClr val="FBFB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8257417" y="1915213"/>
              <a:ext cx="1225381" cy="313105"/>
            </a:xfrm>
            <a:prstGeom prst="rect">
              <a:avLst/>
            </a:prstGeom>
            <a:solidFill>
              <a:srgbClr val="F7D2C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8257417" y="2854530"/>
              <a:ext cx="1225381" cy="313105"/>
            </a:xfrm>
            <a:prstGeom prst="rect">
              <a:avLst/>
            </a:prstGeom>
            <a:solidFill>
              <a:srgbClr val="E8A09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8257417" y="3167636"/>
              <a:ext cx="1225381" cy="313105"/>
            </a:xfrm>
            <a:prstGeom prst="rect">
              <a:avLst/>
            </a:prstGeom>
            <a:solidFill>
              <a:srgbClr val="F3C4B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8257417" y="1289001"/>
              <a:ext cx="1225381" cy="313105"/>
            </a:xfrm>
            <a:prstGeom prst="rect">
              <a:avLst/>
            </a:prstGeom>
            <a:solidFill>
              <a:srgbClr val="F1BCB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8257417" y="2228319"/>
              <a:ext cx="1225381" cy="313105"/>
            </a:xfrm>
            <a:prstGeom prst="rect">
              <a:avLst/>
            </a:prstGeom>
            <a:solidFill>
              <a:srgbClr val="F4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8257417" y="2541425"/>
              <a:ext cx="1225381" cy="313105"/>
            </a:xfrm>
            <a:prstGeom prst="rect">
              <a:avLst/>
            </a:prstGeom>
            <a:solidFill>
              <a:srgbClr val="F3C2B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9482799" y="3480742"/>
              <a:ext cx="1225381" cy="313105"/>
            </a:xfrm>
            <a:prstGeom prst="rect">
              <a:avLst/>
            </a:prstGeom>
            <a:solidFill>
              <a:srgbClr val="FEFA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9482799" y="1602107"/>
              <a:ext cx="1225381" cy="313105"/>
            </a:xfrm>
            <a:prstGeom prst="rect">
              <a:avLst/>
            </a:prstGeom>
            <a:solidFill>
              <a:srgbClr val="FBFC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9482799" y="1915213"/>
              <a:ext cx="1225381" cy="313105"/>
            </a:xfrm>
            <a:prstGeom prst="rect">
              <a:avLst/>
            </a:prstGeom>
            <a:solidFill>
              <a:srgbClr val="F8D9D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9482799" y="2854530"/>
              <a:ext cx="1225381" cy="313105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9482799" y="3167636"/>
              <a:ext cx="1225381" cy="313105"/>
            </a:xfrm>
            <a:prstGeom prst="rect">
              <a:avLst/>
            </a:prstGeom>
            <a:solidFill>
              <a:srgbClr val="FEF9F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9482799" y="1289001"/>
              <a:ext cx="1225381" cy="313105"/>
            </a:xfrm>
            <a:prstGeom prst="rect">
              <a:avLst/>
            </a:prstGeom>
            <a:solidFill>
              <a:srgbClr val="FEFB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9482799" y="2228319"/>
              <a:ext cx="1225381" cy="313105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9482799" y="2541425"/>
              <a:ext cx="1225381" cy="313105"/>
            </a:xfrm>
            <a:prstGeom prst="rect">
              <a:avLst/>
            </a:prstGeom>
            <a:solidFill>
              <a:srgbClr val="FCECE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0708180" y="3480742"/>
              <a:ext cx="1225381" cy="313105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0708180" y="1602107"/>
              <a:ext cx="1225381" cy="313105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0708180" y="1915213"/>
              <a:ext cx="1225381" cy="313105"/>
            </a:xfrm>
            <a:prstGeom prst="rect">
              <a:avLst/>
            </a:prstGeom>
            <a:solidFill>
              <a:srgbClr val="F6CFC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0708180" y="2854530"/>
              <a:ext cx="1225381" cy="313105"/>
            </a:xfrm>
            <a:prstGeom prst="rect">
              <a:avLst/>
            </a:prstGeom>
            <a:solidFill>
              <a:srgbClr val="F1BEB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0708180" y="3167636"/>
              <a:ext cx="1225381" cy="313105"/>
            </a:xfrm>
            <a:prstGeom prst="rect">
              <a:avLst/>
            </a:prstGeom>
            <a:solidFill>
              <a:srgbClr val="F1BDB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0708180" y="1289001"/>
              <a:ext cx="1225381" cy="313105"/>
            </a:xfrm>
            <a:prstGeom prst="rect">
              <a:avLst/>
            </a:prstGeom>
            <a:solidFill>
              <a:srgbClr val="F7D3D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0708180" y="2228319"/>
              <a:ext cx="1225381" cy="313105"/>
            </a:xfrm>
            <a:prstGeom prst="rect">
              <a:avLst/>
            </a:prstGeom>
            <a:solidFill>
              <a:srgbClr val="F6CEC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0708180" y="2541425"/>
              <a:ext cx="1225381" cy="313105"/>
            </a:xfrm>
            <a:prstGeom prst="rect">
              <a:avLst/>
            </a:prstGeom>
            <a:solidFill>
              <a:srgbClr val="FAE1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7621181" y="359395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621181" y="171531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823016" y="202842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8823016" y="296774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8846562" y="3280847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8799471" y="1402212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846562" y="2341529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8846562" y="265463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0048398" y="202842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1297325" y="359395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1273779" y="1715318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1297325" y="2028423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1297325" y="29677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1273779" y="3280847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1273779" y="140221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1297325" y="2341529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1297325" y="265463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9" name="rc169"/>
            <p:cNvSpPr/>
            <p:nvPr/>
          </p:nvSpPr>
          <p:spPr>
            <a:xfrm>
              <a:off x="6909498" y="3877034"/>
              <a:ext cx="5146602" cy="6888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032036" y="3908344"/>
              <a:ext cx="1225381" cy="313105"/>
            </a:xfrm>
            <a:prstGeom prst="rect">
              <a:avLst/>
            </a:prstGeom>
            <a:solidFill>
              <a:srgbClr val="F6F8F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032036" y="4221450"/>
              <a:ext cx="1225381" cy="313105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8257417" y="3908344"/>
              <a:ext cx="1225381" cy="313105"/>
            </a:xfrm>
            <a:prstGeom prst="rect">
              <a:avLst/>
            </a:prstGeom>
            <a:solidFill>
              <a:srgbClr val="F4C8C4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8257417" y="4221450"/>
              <a:ext cx="1225381" cy="313105"/>
            </a:xfrm>
            <a:prstGeom prst="rect">
              <a:avLst/>
            </a:prstGeom>
            <a:solidFill>
              <a:srgbClr val="F3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9482799" y="3908344"/>
              <a:ext cx="1225381" cy="313105"/>
            </a:xfrm>
            <a:prstGeom prst="rect">
              <a:avLst/>
            </a:prstGeom>
            <a:solidFill>
              <a:srgbClr val="FEF6F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9482799" y="4221450"/>
              <a:ext cx="1225381" cy="313105"/>
            </a:xfrm>
            <a:prstGeom prst="rect">
              <a:avLst/>
            </a:prstGeom>
            <a:solidFill>
              <a:srgbClr val="FEF9F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0708180" y="3908344"/>
              <a:ext cx="1225381" cy="313105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0708180" y="4221450"/>
              <a:ext cx="1225381" cy="313105"/>
            </a:xfrm>
            <a:prstGeom prst="rect">
              <a:avLst/>
            </a:prstGeom>
            <a:solidFill>
              <a:srgbClr val="E9A29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8846562" y="402155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846562" y="4334660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250233" y="402155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250233" y="4334660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82" name="rc182"/>
            <p:cNvSpPr/>
            <p:nvPr/>
          </p:nvSpPr>
          <p:spPr>
            <a:xfrm>
              <a:off x="6909498" y="4617742"/>
              <a:ext cx="5146602" cy="10019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032036" y="5275264"/>
              <a:ext cx="1225381" cy="313105"/>
            </a:xfrm>
            <a:prstGeom prst="rect">
              <a:avLst/>
            </a:prstGeom>
            <a:solidFill>
              <a:srgbClr val="FF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032036" y="4649053"/>
              <a:ext cx="1225381" cy="313105"/>
            </a:xfrm>
            <a:prstGeom prst="rect">
              <a:avLst/>
            </a:prstGeom>
            <a:solidFill>
              <a:srgbClr val="FBE8E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032036" y="4962158"/>
              <a:ext cx="1225381" cy="313105"/>
            </a:xfrm>
            <a:prstGeom prst="rect">
              <a:avLst/>
            </a:prstGeom>
            <a:solidFill>
              <a:srgbClr val="FEF6F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257417" y="5275264"/>
              <a:ext cx="1225381" cy="313105"/>
            </a:xfrm>
            <a:prstGeom prst="rect">
              <a:avLst/>
            </a:prstGeom>
            <a:solidFill>
              <a:srgbClr val="E18D8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257417" y="4649053"/>
              <a:ext cx="1225381" cy="313105"/>
            </a:xfrm>
            <a:prstGeom prst="rect">
              <a:avLst/>
            </a:prstGeom>
            <a:solidFill>
              <a:srgbClr val="E08B8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8257417" y="4962158"/>
              <a:ext cx="1225381" cy="313105"/>
            </a:xfrm>
            <a:prstGeom prst="rect">
              <a:avLst/>
            </a:prstGeom>
            <a:solidFill>
              <a:srgbClr val="DA7B7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9482799" y="5275264"/>
              <a:ext cx="1225381" cy="313105"/>
            </a:xfrm>
            <a:prstGeom prst="rect">
              <a:avLst/>
            </a:prstGeom>
            <a:solidFill>
              <a:srgbClr val="DD837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9482799" y="4649053"/>
              <a:ext cx="1225381" cy="313105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9482799" y="4962158"/>
              <a:ext cx="1225381" cy="313105"/>
            </a:xfrm>
            <a:prstGeom prst="rect">
              <a:avLst/>
            </a:prstGeom>
            <a:solidFill>
              <a:srgbClr val="FDF3F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0708180" y="5275264"/>
              <a:ext cx="1225381" cy="313105"/>
            </a:xfrm>
            <a:prstGeom prst="rect">
              <a:avLst/>
            </a:prstGeom>
            <a:solidFill>
              <a:srgbClr val="F5CBC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0708180" y="4649053"/>
              <a:ext cx="1225381" cy="313105"/>
            </a:xfrm>
            <a:prstGeom prst="rect">
              <a:avLst/>
            </a:prstGeom>
            <a:solidFill>
              <a:srgbClr val="EDAD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0708180" y="4962158"/>
              <a:ext cx="1225381" cy="313105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tx195"/>
            <p:cNvSpPr/>
            <p:nvPr/>
          </p:nvSpPr>
          <p:spPr>
            <a:xfrm>
              <a:off x="8799471" y="5388474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8823016" y="476226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8799471" y="5075369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0024852" y="5388474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1297325" y="5388474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1273779" y="476226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1273779" y="5075369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2" name="rc202"/>
            <p:cNvSpPr/>
            <p:nvPr/>
          </p:nvSpPr>
          <p:spPr>
            <a:xfrm>
              <a:off x="6909498" y="5671556"/>
              <a:ext cx="5146602" cy="3757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032036" y="5702867"/>
              <a:ext cx="1225381" cy="313105"/>
            </a:xfrm>
            <a:prstGeom prst="rect">
              <a:avLst/>
            </a:prstGeom>
            <a:solidFill>
              <a:srgbClr val="FAE2D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8257417" y="5702867"/>
              <a:ext cx="1225381" cy="313105"/>
            </a:xfrm>
            <a:prstGeom prst="rect">
              <a:avLst/>
            </a:prstGeom>
            <a:solidFill>
              <a:srgbClr val="EFB6B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9482799" y="5702867"/>
              <a:ext cx="1225381" cy="313105"/>
            </a:xfrm>
            <a:prstGeom prst="rect">
              <a:avLst/>
            </a:prstGeom>
            <a:solidFill>
              <a:srgbClr val="FBE5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10708180" y="5702867"/>
              <a:ext cx="1225381" cy="313105"/>
            </a:xfrm>
            <a:prstGeom prst="rect">
              <a:avLst/>
            </a:prstGeom>
            <a:solidFill>
              <a:srgbClr val="F7D4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8823016" y="5816077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1297325" y="5816077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4749324" y="1257691"/>
              <a:ext cx="1219782" cy="2567467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4981659" y="2504620"/>
              <a:ext cx="94594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IIS/Wnt/mTOR/FoxO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4749324" y="3877034"/>
              <a:ext cx="1219782" cy="688832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4859313" y="4184646"/>
              <a:ext cx="1068293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Ecdysone/development</a:t>
              </a:r>
            </a:p>
          </p:txBody>
        </p:sp>
        <p:sp>
          <p:nvSpPr>
            <p:cNvPr id="213" name="rc213"/>
            <p:cNvSpPr/>
            <p:nvPr/>
          </p:nvSpPr>
          <p:spPr>
            <a:xfrm>
              <a:off x="4749324" y="4617742"/>
              <a:ext cx="1219782" cy="1001938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tx214"/>
            <p:cNvSpPr/>
            <p:nvPr/>
          </p:nvSpPr>
          <p:spPr>
            <a:xfrm>
              <a:off x="5316330" y="5081907"/>
              <a:ext cx="61127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15" name="rc215"/>
            <p:cNvSpPr/>
            <p:nvPr/>
          </p:nvSpPr>
          <p:spPr>
            <a:xfrm>
              <a:off x="4749324" y="5671556"/>
              <a:ext cx="1219782" cy="375726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4790824" y="5822615"/>
              <a:ext cx="1136782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Lifespan/diapause/stress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374841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L1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350335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8600223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L4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8575717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9825604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9801098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047877" y="6093971"/>
              <a:ext cx="545988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L2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0916020" y="6213300"/>
              <a:ext cx="809701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queen vs worker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6462394" y="3598204"/>
              <a:ext cx="40041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6614002" y="3285098"/>
              <a:ext cx="24880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6559412" y="2971993"/>
              <a:ext cx="3033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6431944" y="2658887"/>
              <a:ext cx="4308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6407713" y="2345781"/>
              <a:ext cx="455096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152687" y="2032675"/>
              <a:ext cx="710123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99342" y="1719570"/>
              <a:ext cx="86346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Wdr59 (GATOR2)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995044" y="1406464"/>
              <a:ext cx="8677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sut1-3 / SLC2-like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656613" y="4338912"/>
              <a:ext cx="2061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EcR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765700" y="4025807"/>
              <a:ext cx="9710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6528871" y="5392726"/>
              <a:ext cx="33393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bab1/2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6492569" y="5079621"/>
              <a:ext cx="370240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Actbeta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6753630" y="4766515"/>
              <a:ext cx="10917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6577517" y="5820329"/>
              <a:ext cx="285292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Atg17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8373044" y="723577"/>
              <a:ext cx="3727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ASH log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8745753" y="76398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8785255" y="723577"/>
              <a:ext cx="13542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</a:t>
              </a:r>
            </a:p>
          </p:txBody>
        </p:sp>
        <p:pic>
          <p:nvPicPr>
            <p:cNvPr id="242" name="pic24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72553" y="593215"/>
              <a:ext cx="1620000" cy="219455"/>
            </a:xfrm>
            <a:prstGeom prst="rect">
              <a:avLst/>
            </a:prstGeom>
          </p:spPr>
        </p:pic>
        <p:sp>
          <p:nvSpPr>
            <p:cNvPr id="243" name="pl243"/>
            <p:cNvSpPr/>
            <p:nvPr/>
          </p:nvSpPr>
          <p:spPr>
            <a:xfrm>
              <a:off x="89752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92443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95134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97825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100516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103207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105898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89752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92443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95134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97825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100516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103207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105898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tx257"/>
            <p:cNvSpPr/>
            <p:nvPr/>
          </p:nvSpPr>
          <p:spPr>
            <a:xfrm>
              <a:off x="89357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92048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94739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97578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00269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02960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05651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452922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2026-09-11T21:02:11Z</dcterms:modified>
  <cp:category/>
</cp:coreProperties>
</file>